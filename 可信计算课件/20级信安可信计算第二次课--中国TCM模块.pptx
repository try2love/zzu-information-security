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9"/>
  </p:notesMasterIdLst>
  <p:sldIdLst>
    <p:sldId id="256" r:id="rId5"/>
    <p:sldId id="314" r:id="rId6"/>
    <p:sldId id="370" r:id="rId7"/>
    <p:sldId id="359" r:id="rId8"/>
    <p:sldId id="316" r:id="rId9"/>
    <p:sldId id="364" r:id="rId10"/>
    <p:sldId id="367" r:id="rId11"/>
    <p:sldId id="369" r:id="rId12"/>
    <p:sldId id="365" r:id="rId13"/>
    <p:sldId id="368" r:id="rId14"/>
    <p:sldId id="361" r:id="rId15"/>
    <p:sldId id="371" r:id="rId16"/>
    <p:sldId id="362" r:id="rId17"/>
    <p:sldId id="372" r:id="rId18"/>
    <p:sldId id="317" r:id="rId19"/>
    <p:sldId id="318" r:id="rId20"/>
    <p:sldId id="319" r:id="rId21"/>
    <p:sldId id="374" r:id="rId22"/>
    <p:sldId id="321" r:id="rId23"/>
    <p:sldId id="322" r:id="rId24"/>
    <p:sldId id="323" r:id="rId25"/>
    <p:sldId id="408" r:id="rId26"/>
    <p:sldId id="375" r:id="rId27"/>
    <p:sldId id="325" r:id="rId28"/>
    <p:sldId id="346" r:id="rId29"/>
    <p:sldId id="407" r:id="rId30"/>
    <p:sldId id="382" r:id="rId31"/>
    <p:sldId id="389" r:id="rId32"/>
    <p:sldId id="390" r:id="rId33"/>
    <p:sldId id="391" r:id="rId34"/>
    <p:sldId id="392" r:id="rId35"/>
    <p:sldId id="384" r:id="rId36"/>
    <p:sldId id="393" r:id="rId37"/>
    <p:sldId id="394" r:id="rId38"/>
    <p:sldId id="395" r:id="rId39"/>
    <p:sldId id="385" r:id="rId40"/>
    <p:sldId id="386" r:id="rId41"/>
    <p:sldId id="396" r:id="rId42"/>
    <p:sldId id="397" r:id="rId43"/>
    <p:sldId id="398" r:id="rId44"/>
    <p:sldId id="399" r:id="rId45"/>
    <p:sldId id="405" r:id="rId46"/>
    <p:sldId id="401" r:id="rId47"/>
    <p:sldId id="406" r:id="rId48"/>
    <p:sldId id="330" r:id="rId49"/>
    <p:sldId id="331" r:id="rId50"/>
    <p:sldId id="381" r:id="rId51"/>
    <p:sldId id="335" r:id="rId52"/>
    <p:sldId id="404" r:id="rId53"/>
    <p:sldId id="363" r:id="rId54"/>
    <p:sldId id="378" r:id="rId55"/>
    <p:sldId id="376" r:id="rId56"/>
    <p:sldId id="377" r:id="rId57"/>
    <p:sldId id="313" r:id="rId58"/>
  </p:sldIdLst>
  <p:sldSz cx="12192000" cy="6858000"/>
  <p:notesSz cx="6858000" cy="9144000"/>
  <p:custDataLst>
    <p:tags r:id="rId6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E7AF6"/>
    <a:srgbClr val="080808"/>
    <a:srgbClr val="FFFFFF"/>
    <a:srgbClr val="E6E6E6"/>
    <a:srgbClr val="F0F5FE"/>
    <a:srgbClr val="42CE99"/>
    <a:srgbClr val="97DFB7"/>
    <a:srgbClr val="BDF4D7"/>
    <a:srgbClr val="1DD9FF"/>
    <a:srgbClr val="E6EE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54A045-82B1-477D-884E-73DDE5CA6FBD}" v="13" dt="2023-02-19T14:33:02.5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showGuides="1">
      <p:cViewPr varScale="1">
        <p:scale>
          <a:sx n="69" d="100"/>
          <a:sy n="69" d="100"/>
        </p:scale>
        <p:origin x="160"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microsoft.com/office/2015/10/relationships/revisionInfo" Target="revisionInfo.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gs" Target="tags/tag1.xml"/><Relationship Id="rId65"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贾洪勇" userId="c61acc37-df11-4a3b-9efd-dde9ef084f5f" providerId="ADAL" clId="{37DA7966-E1C9-44D4-B7A7-A54FDA34A081}"/>
    <pc:docChg chg="modSld">
      <pc:chgData name="贾洪勇" userId="c61acc37-df11-4a3b-9efd-dde9ef084f5f" providerId="ADAL" clId="{37DA7966-E1C9-44D4-B7A7-A54FDA34A081}" dt="2023-02-13T05:28:47.057" v="359" actId="207"/>
      <pc:docMkLst>
        <pc:docMk/>
      </pc:docMkLst>
      <pc:sldChg chg="modSp mod">
        <pc:chgData name="贾洪勇" userId="c61acc37-df11-4a3b-9efd-dde9ef084f5f" providerId="ADAL" clId="{37DA7966-E1C9-44D4-B7A7-A54FDA34A081}" dt="2023-02-13T03:48:56.086" v="187"/>
        <pc:sldMkLst>
          <pc:docMk/>
          <pc:sldMk cId="2292069545" sldId="284"/>
        </pc:sldMkLst>
        <pc:spChg chg="mod">
          <ac:chgData name="贾洪勇" userId="c61acc37-df11-4a3b-9efd-dde9ef084f5f" providerId="ADAL" clId="{37DA7966-E1C9-44D4-B7A7-A54FDA34A081}" dt="2023-02-13T03:48:56.086" v="187"/>
          <ac:spMkLst>
            <pc:docMk/>
            <pc:sldMk cId="2292069545" sldId="284"/>
            <ac:spMk id="18" creationId="{9CAE0B89-AEED-BF26-AFED-04102D2E4F56}"/>
          </ac:spMkLst>
        </pc:spChg>
      </pc:sldChg>
      <pc:sldChg chg="modSp">
        <pc:chgData name="贾洪勇" userId="c61acc37-df11-4a3b-9efd-dde9ef084f5f" providerId="ADAL" clId="{37DA7966-E1C9-44D4-B7A7-A54FDA34A081}" dt="2023-02-13T05:18:31.341" v="188" actId="207"/>
        <pc:sldMkLst>
          <pc:docMk/>
          <pc:sldMk cId="203248500" sldId="299"/>
        </pc:sldMkLst>
        <pc:spChg chg="mod">
          <ac:chgData name="贾洪勇" userId="c61acc37-df11-4a3b-9efd-dde9ef084f5f" providerId="ADAL" clId="{37DA7966-E1C9-44D4-B7A7-A54FDA34A081}" dt="2023-02-13T05:18:31.341" v="188" actId="207"/>
          <ac:spMkLst>
            <pc:docMk/>
            <pc:sldMk cId="203248500" sldId="299"/>
            <ac:spMk id="15" creationId="{505186BC-5892-A0AE-9836-D6007629C16F}"/>
          </ac:spMkLst>
        </pc:spChg>
      </pc:sldChg>
      <pc:sldChg chg="modSp mod">
        <pc:chgData name="贾洪勇" userId="c61acc37-df11-4a3b-9efd-dde9ef084f5f" providerId="ADAL" clId="{37DA7966-E1C9-44D4-B7A7-A54FDA34A081}" dt="2023-02-13T05:28:47.057" v="359" actId="207"/>
        <pc:sldMkLst>
          <pc:docMk/>
          <pc:sldMk cId="3618089451" sldId="304"/>
        </pc:sldMkLst>
        <pc:spChg chg="mod">
          <ac:chgData name="贾洪勇" userId="c61acc37-df11-4a3b-9efd-dde9ef084f5f" providerId="ADAL" clId="{37DA7966-E1C9-44D4-B7A7-A54FDA34A081}" dt="2023-02-13T05:28:47.057" v="359" actId="207"/>
          <ac:spMkLst>
            <pc:docMk/>
            <pc:sldMk cId="3618089451" sldId="304"/>
            <ac:spMk id="12" creationId="{D29F6C0B-2E08-B46C-973C-7AEBA893E9E6}"/>
          </ac:spMkLst>
        </pc:spChg>
      </pc:sldChg>
      <pc:sldChg chg="addSp modSp mod modAnim">
        <pc:chgData name="贾洪勇" userId="c61acc37-df11-4a3b-9efd-dde9ef084f5f" providerId="ADAL" clId="{37DA7966-E1C9-44D4-B7A7-A54FDA34A081}" dt="2023-02-13T03:25:35.065" v="10"/>
        <pc:sldMkLst>
          <pc:docMk/>
          <pc:sldMk cId="2716596314" sldId="325"/>
        </pc:sldMkLst>
        <pc:picChg chg="add mod">
          <ac:chgData name="贾洪勇" userId="c61acc37-df11-4a3b-9efd-dde9ef084f5f" providerId="ADAL" clId="{37DA7966-E1C9-44D4-B7A7-A54FDA34A081}" dt="2023-02-13T03:24:01.236" v="4" actId="1076"/>
          <ac:picMkLst>
            <pc:docMk/>
            <pc:sldMk cId="2716596314" sldId="325"/>
            <ac:picMk id="6" creationId="{80163530-3424-44A9-9DD1-FB48279A6DF2}"/>
          </ac:picMkLst>
        </pc:picChg>
      </pc:sldChg>
      <pc:sldChg chg="addSp modSp mod modAnim">
        <pc:chgData name="贾洪勇" userId="c61acc37-df11-4a3b-9efd-dde9ef084f5f" providerId="ADAL" clId="{37DA7966-E1C9-44D4-B7A7-A54FDA34A081}" dt="2023-02-13T03:34:28.063" v="174"/>
        <pc:sldMkLst>
          <pc:docMk/>
          <pc:sldMk cId="1227406736" sldId="326"/>
        </pc:sldMkLst>
        <pc:spChg chg="mod">
          <ac:chgData name="贾洪勇" userId="c61acc37-df11-4a3b-9efd-dde9ef084f5f" providerId="ADAL" clId="{37DA7966-E1C9-44D4-B7A7-A54FDA34A081}" dt="2023-02-13T03:34:28.063" v="174"/>
          <ac:spMkLst>
            <pc:docMk/>
            <pc:sldMk cId="1227406736" sldId="326"/>
            <ac:spMk id="12" creationId="{D29F6C0B-2E08-B46C-973C-7AEBA893E9E6}"/>
          </ac:spMkLst>
        </pc:spChg>
        <pc:picChg chg="add mod">
          <ac:chgData name="贾洪勇" userId="c61acc37-df11-4a3b-9efd-dde9ef084f5f" providerId="ADAL" clId="{37DA7966-E1C9-44D4-B7A7-A54FDA34A081}" dt="2023-02-13T03:27:10.139" v="16" actId="1076"/>
          <ac:picMkLst>
            <pc:docMk/>
            <pc:sldMk cId="1227406736" sldId="326"/>
            <ac:picMk id="6" creationId="{AB5F81C9-C720-40F8-9225-1E14E19087A1}"/>
          </ac:picMkLst>
        </pc:picChg>
      </pc:sldChg>
      <pc:sldChg chg="modSp mod">
        <pc:chgData name="贾洪勇" userId="c61acc37-df11-4a3b-9efd-dde9ef084f5f" providerId="ADAL" clId="{37DA7966-E1C9-44D4-B7A7-A54FDA34A081}" dt="2023-02-13T03:45:12.519" v="182" actId="207"/>
        <pc:sldMkLst>
          <pc:docMk/>
          <pc:sldMk cId="1590223849" sldId="328"/>
        </pc:sldMkLst>
        <pc:spChg chg="mod">
          <ac:chgData name="贾洪勇" userId="c61acc37-df11-4a3b-9efd-dde9ef084f5f" providerId="ADAL" clId="{37DA7966-E1C9-44D4-B7A7-A54FDA34A081}" dt="2023-02-13T03:43:46.428" v="179" actId="20577"/>
          <ac:spMkLst>
            <pc:docMk/>
            <pc:sldMk cId="1590223849" sldId="328"/>
            <ac:spMk id="12" creationId="{D29F6C0B-2E08-B46C-973C-7AEBA893E9E6}"/>
          </ac:spMkLst>
        </pc:spChg>
        <pc:spChg chg="mod">
          <ac:chgData name="贾洪勇" userId="c61acc37-df11-4a3b-9efd-dde9ef084f5f" providerId="ADAL" clId="{37DA7966-E1C9-44D4-B7A7-A54FDA34A081}" dt="2023-02-13T03:45:12.519" v="182" actId="207"/>
          <ac:spMkLst>
            <pc:docMk/>
            <pc:sldMk cId="1590223849" sldId="328"/>
            <ac:spMk id="18" creationId="{9CAE0B89-AEED-BF26-AFED-04102D2E4F56}"/>
          </ac:spMkLst>
        </pc:spChg>
      </pc:sldChg>
    </pc:docChg>
  </pc:docChgLst>
  <pc:docChgLst>
    <pc:chgData name="贾洪勇" userId="c61acc37-df11-4a3b-9efd-dde9ef084f5f" providerId="ADAL" clId="{6B82F6A6-2325-4BDF-9519-B27C423379CF}"/>
    <pc:docChg chg="undo custSel addSld modSld sldOrd modMainMaster">
      <pc:chgData name="贾洪勇" userId="c61acc37-df11-4a3b-9efd-dde9ef084f5f" providerId="ADAL" clId="{6B82F6A6-2325-4BDF-9519-B27C423379CF}" dt="2023-01-23T09:06:59.032" v="8096" actId="207"/>
      <pc:docMkLst>
        <pc:docMk/>
      </pc:docMkLst>
      <pc:sldChg chg="modTransition">
        <pc:chgData name="贾洪勇" userId="c61acc37-df11-4a3b-9efd-dde9ef084f5f" providerId="ADAL" clId="{6B82F6A6-2325-4BDF-9519-B27C423379CF}" dt="2023-01-22T13:37:46.298" v="1"/>
        <pc:sldMkLst>
          <pc:docMk/>
          <pc:sldMk cId="1421421680" sldId="256"/>
        </pc:sldMkLst>
      </pc:sldChg>
      <pc:sldChg chg="modTransition">
        <pc:chgData name="贾洪勇" userId="c61acc37-df11-4a3b-9efd-dde9ef084f5f" providerId="ADAL" clId="{6B82F6A6-2325-4BDF-9519-B27C423379CF}" dt="2023-01-22T13:37:46.298" v="1"/>
        <pc:sldMkLst>
          <pc:docMk/>
          <pc:sldMk cId="342089950" sldId="258"/>
        </pc:sldMkLst>
      </pc:sldChg>
      <pc:sldChg chg="modTransition">
        <pc:chgData name="贾洪勇" userId="c61acc37-df11-4a3b-9efd-dde9ef084f5f" providerId="ADAL" clId="{6B82F6A6-2325-4BDF-9519-B27C423379CF}" dt="2023-01-22T13:37:46.298" v="1"/>
        <pc:sldMkLst>
          <pc:docMk/>
          <pc:sldMk cId="2446543805" sldId="262"/>
        </pc:sldMkLst>
      </pc:sldChg>
      <pc:sldChg chg="modTransition">
        <pc:chgData name="贾洪勇" userId="c61acc37-df11-4a3b-9efd-dde9ef084f5f" providerId="ADAL" clId="{6B82F6A6-2325-4BDF-9519-B27C423379CF}" dt="2023-01-22T13:37:46.298" v="1"/>
        <pc:sldMkLst>
          <pc:docMk/>
          <pc:sldMk cId="318647968" sldId="265"/>
        </pc:sldMkLst>
      </pc:sldChg>
      <pc:sldChg chg="modTransition">
        <pc:chgData name="贾洪勇" userId="c61acc37-df11-4a3b-9efd-dde9ef084f5f" providerId="ADAL" clId="{6B82F6A6-2325-4BDF-9519-B27C423379CF}" dt="2023-01-22T13:37:46.298" v="1"/>
        <pc:sldMkLst>
          <pc:docMk/>
          <pc:sldMk cId="3607755731" sldId="266"/>
        </pc:sldMkLst>
      </pc:sldChg>
      <pc:sldChg chg="modTransition">
        <pc:chgData name="贾洪勇" userId="c61acc37-df11-4a3b-9efd-dde9ef084f5f" providerId="ADAL" clId="{6B82F6A6-2325-4BDF-9519-B27C423379CF}" dt="2023-01-22T13:37:46.298" v="1"/>
        <pc:sldMkLst>
          <pc:docMk/>
          <pc:sldMk cId="473852357" sldId="267"/>
        </pc:sldMkLst>
      </pc:sldChg>
      <pc:sldChg chg="modTransition">
        <pc:chgData name="贾洪勇" userId="c61acc37-df11-4a3b-9efd-dde9ef084f5f" providerId="ADAL" clId="{6B82F6A6-2325-4BDF-9519-B27C423379CF}" dt="2023-01-22T13:37:46.298" v="1"/>
        <pc:sldMkLst>
          <pc:docMk/>
          <pc:sldMk cId="1683143031" sldId="268"/>
        </pc:sldMkLst>
      </pc:sldChg>
      <pc:sldChg chg="modTransition">
        <pc:chgData name="贾洪勇" userId="c61acc37-df11-4a3b-9efd-dde9ef084f5f" providerId="ADAL" clId="{6B82F6A6-2325-4BDF-9519-B27C423379CF}" dt="2023-01-22T13:37:46.298" v="1"/>
        <pc:sldMkLst>
          <pc:docMk/>
          <pc:sldMk cId="1070253119" sldId="270"/>
        </pc:sldMkLst>
      </pc:sldChg>
      <pc:sldChg chg="modTransition">
        <pc:chgData name="贾洪勇" userId="c61acc37-df11-4a3b-9efd-dde9ef084f5f" providerId="ADAL" clId="{6B82F6A6-2325-4BDF-9519-B27C423379CF}" dt="2023-01-22T13:37:46.298" v="1"/>
        <pc:sldMkLst>
          <pc:docMk/>
          <pc:sldMk cId="2862599679" sldId="271"/>
        </pc:sldMkLst>
      </pc:sldChg>
      <pc:sldChg chg="modTransition">
        <pc:chgData name="贾洪勇" userId="c61acc37-df11-4a3b-9efd-dde9ef084f5f" providerId="ADAL" clId="{6B82F6A6-2325-4BDF-9519-B27C423379CF}" dt="2023-01-22T13:37:46.298" v="1"/>
        <pc:sldMkLst>
          <pc:docMk/>
          <pc:sldMk cId="2910683384" sldId="272"/>
        </pc:sldMkLst>
      </pc:sldChg>
      <pc:sldChg chg="modTransition">
        <pc:chgData name="贾洪勇" userId="c61acc37-df11-4a3b-9efd-dde9ef084f5f" providerId="ADAL" clId="{6B82F6A6-2325-4BDF-9519-B27C423379CF}" dt="2023-01-22T13:37:46.298" v="1"/>
        <pc:sldMkLst>
          <pc:docMk/>
          <pc:sldMk cId="1677909293" sldId="273"/>
        </pc:sldMkLst>
      </pc:sldChg>
      <pc:sldChg chg="modTransition">
        <pc:chgData name="贾洪勇" userId="c61acc37-df11-4a3b-9efd-dde9ef084f5f" providerId="ADAL" clId="{6B82F6A6-2325-4BDF-9519-B27C423379CF}" dt="2023-01-22T13:37:46.298" v="1"/>
        <pc:sldMkLst>
          <pc:docMk/>
          <pc:sldMk cId="1025343685" sldId="274"/>
        </pc:sldMkLst>
      </pc:sldChg>
      <pc:sldChg chg="modTransition">
        <pc:chgData name="贾洪勇" userId="c61acc37-df11-4a3b-9efd-dde9ef084f5f" providerId="ADAL" clId="{6B82F6A6-2325-4BDF-9519-B27C423379CF}" dt="2023-01-22T13:37:46.298" v="1"/>
        <pc:sldMkLst>
          <pc:docMk/>
          <pc:sldMk cId="3237692756" sldId="275"/>
        </pc:sldMkLst>
      </pc:sldChg>
      <pc:sldChg chg="modTransition">
        <pc:chgData name="贾洪勇" userId="c61acc37-df11-4a3b-9efd-dde9ef084f5f" providerId="ADAL" clId="{6B82F6A6-2325-4BDF-9519-B27C423379CF}" dt="2023-01-22T13:37:46.298" v="1"/>
        <pc:sldMkLst>
          <pc:docMk/>
          <pc:sldMk cId="3727717049" sldId="276"/>
        </pc:sldMkLst>
      </pc:sldChg>
      <pc:sldChg chg="modTransition">
        <pc:chgData name="贾洪勇" userId="c61acc37-df11-4a3b-9efd-dde9ef084f5f" providerId="ADAL" clId="{6B82F6A6-2325-4BDF-9519-B27C423379CF}" dt="2023-01-22T13:37:46.298" v="1"/>
        <pc:sldMkLst>
          <pc:docMk/>
          <pc:sldMk cId="2320416016" sldId="277"/>
        </pc:sldMkLst>
      </pc:sldChg>
      <pc:sldChg chg="modTransition">
        <pc:chgData name="贾洪勇" userId="c61acc37-df11-4a3b-9efd-dde9ef084f5f" providerId="ADAL" clId="{6B82F6A6-2325-4BDF-9519-B27C423379CF}" dt="2023-01-22T13:37:46.298" v="1"/>
        <pc:sldMkLst>
          <pc:docMk/>
          <pc:sldMk cId="4001056241" sldId="278"/>
        </pc:sldMkLst>
      </pc:sldChg>
      <pc:sldChg chg="modTransition">
        <pc:chgData name="贾洪勇" userId="c61acc37-df11-4a3b-9efd-dde9ef084f5f" providerId="ADAL" clId="{6B82F6A6-2325-4BDF-9519-B27C423379CF}" dt="2023-01-22T13:37:46.298" v="1"/>
        <pc:sldMkLst>
          <pc:docMk/>
          <pc:sldMk cId="2948677073" sldId="279"/>
        </pc:sldMkLst>
      </pc:sldChg>
      <pc:sldChg chg="modTransition">
        <pc:chgData name="贾洪勇" userId="c61acc37-df11-4a3b-9efd-dde9ef084f5f" providerId="ADAL" clId="{6B82F6A6-2325-4BDF-9519-B27C423379CF}" dt="2023-01-22T13:37:46.298" v="1"/>
        <pc:sldMkLst>
          <pc:docMk/>
          <pc:sldMk cId="3679159105" sldId="280"/>
        </pc:sldMkLst>
      </pc:sldChg>
      <pc:sldChg chg="modTransition">
        <pc:chgData name="贾洪勇" userId="c61acc37-df11-4a3b-9efd-dde9ef084f5f" providerId="ADAL" clId="{6B82F6A6-2325-4BDF-9519-B27C423379CF}" dt="2023-01-22T13:37:46.298" v="1"/>
        <pc:sldMkLst>
          <pc:docMk/>
          <pc:sldMk cId="4041315538" sldId="281"/>
        </pc:sldMkLst>
      </pc:sldChg>
      <pc:sldChg chg="modTransition">
        <pc:chgData name="贾洪勇" userId="c61acc37-df11-4a3b-9efd-dde9ef084f5f" providerId="ADAL" clId="{6B82F6A6-2325-4BDF-9519-B27C423379CF}" dt="2023-01-22T13:37:46.298" v="1"/>
        <pc:sldMkLst>
          <pc:docMk/>
          <pc:sldMk cId="2926446510" sldId="282"/>
        </pc:sldMkLst>
      </pc:sldChg>
      <pc:sldChg chg="modTransition">
        <pc:chgData name="贾洪勇" userId="c61acc37-df11-4a3b-9efd-dde9ef084f5f" providerId="ADAL" clId="{6B82F6A6-2325-4BDF-9519-B27C423379CF}" dt="2023-01-22T13:37:46.298" v="1"/>
        <pc:sldMkLst>
          <pc:docMk/>
          <pc:sldMk cId="788547379" sldId="283"/>
        </pc:sldMkLst>
      </pc:sldChg>
      <pc:sldChg chg="modTransition">
        <pc:chgData name="贾洪勇" userId="c61acc37-df11-4a3b-9efd-dde9ef084f5f" providerId="ADAL" clId="{6B82F6A6-2325-4BDF-9519-B27C423379CF}" dt="2023-01-22T13:37:46.298" v="1"/>
        <pc:sldMkLst>
          <pc:docMk/>
          <pc:sldMk cId="2292069545" sldId="284"/>
        </pc:sldMkLst>
      </pc:sldChg>
      <pc:sldChg chg="modTransition">
        <pc:chgData name="贾洪勇" userId="c61acc37-df11-4a3b-9efd-dde9ef084f5f" providerId="ADAL" clId="{6B82F6A6-2325-4BDF-9519-B27C423379CF}" dt="2023-01-22T13:37:46.298" v="1"/>
        <pc:sldMkLst>
          <pc:docMk/>
          <pc:sldMk cId="45511208" sldId="285"/>
        </pc:sldMkLst>
      </pc:sldChg>
      <pc:sldChg chg="modTransition">
        <pc:chgData name="贾洪勇" userId="c61acc37-df11-4a3b-9efd-dde9ef084f5f" providerId="ADAL" clId="{6B82F6A6-2325-4BDF-9519-B27C423379CF}" dt="2023-01-22T13:37:46.298" v="1"/>
        <pc:sldMkLst>
          <pc:docMk/>
          <pc:sldMk cId="550373099" sldId="286"/>
        </pc:sldMkLst>
      </pc:sldChg>
      <pc:sldChg chg="modTransition">
        <pc:chgData name="贾洪勇" userId="c61acc37-df11-4a3b-9efd-dde9ef084f5f" providerId="ADAL" clId="{6B82F6A6-2325-4BDF-9519-B27C423379CF}" dt="2023-01-22T13:37:46.298" v="1"/>
        <pc:sldMkLst>
          <pc:docMk/>
          <pc:sldMk cId="2391423113" sldId="287"/>
        </pc:sldMkLst>
      </pc:sldChg>
      <pc:sldChg chg="modTransition">
        <pc:chgData name="贾洪勇" userId="c61acc37-df11-4a3b-9efd-dde9ef084f5f" providerId="ADAL" clId="{6B82F6A6-2325-4BDF-9519-B27C423379CF}" dt="2023-01-22T13:37:46.298" v="1"/>
        <pc:sldMkLst>
          <pc:docMk/>
          <pc:sldMk cId="452853014" sldId="288"/>
        </pc:sldMkLst>
      </pc:sldChg>
      <pc:sldChg chg="modTransition">
        <pc:chgData name="贾洪勇" userId="c61acc37-df11-4a3b-9efd-dde9ef084f5f" providerId="ADAL" clId="{6B82F6A6-2325-4BDF-9519-B27C423379CF}" dt="2023-01-22T13:37:46.298" v="1"/>
        <pc:sldMkLst>
          <pc:docMk/>
          <pc:sldMk cId="1744690901" sldId="289"/>
        </pc:sldMkLst>
      </pc:sldChg>
      <pc:sldChg chg="modTransition">
        <pc:chgData name="贾洪勇" userId="c61acc37-df11-4a3b-9efd-dde9ef084f5f" providerId="ADAL" clId="{6B82F6A6-2325-4BDF-9519-B27C423379CF}" dt="2023-01-22T13:37:46.298" v="1"/>
        <pc:sldMkLst>
          <pc:docMk/>
          <pc:sldMk cId="2958175020" sldId="290"/>
        </pc:sldMkLst>
      </pc:sldChg>
      <pc:sldChg chg="modTransition">
        <pc:chgData name="贾洪勇" userId="c61acc37-df11-4a3b-9efd-dde9ef084f5f" providerId="ADAL" clId="{6B82F6A6-2325-4BDF-9519-B27C423379CF}" dt="2023-01-22T13:37:46.298" v="1"/>
        <pc:sldMkLst>
          <pc:docMk/>
          <pc:sldMk cId="2442484651" sldId="291"/>
        </pc:sldMkLst>
      </pc:sldChg>
      <pc:sldChg chg="modTransition">
        <pc:chgData name="贾洪勇" userId="c61acc37-df11-4a3b-9efd-dde9ef084f5f" providerId="ADAL" clId="{6B82F6A6-2325-4BDF-9519-B27C423379CF}" dt="2023-01-22T13:37:46.298" v="1"/>
        <pc:sldMkLst>
          <pc:docMk/>
          <pc:sldMk cId="3856985122" sldId="292"/>
        </pc:sldMkLst>
      </pc:sldChg>
      <pc:sldChg chg="modTransition">
        <pc:chgData name="贾洪勇" userId="c61acc37-df11-4a3b-9efd-dde9ef084f5f" providerId="ADAL" clId="{6B82F6A6-2325-4BDF-9519-B27C423379CF}" dt="2023-01-22T13:37:46.298" v="1"/>
        <pc:sldMkLst>
          <pc:docMk/>
          <pc:sldMk cId="2538287403" sldId="293"/>
        </pc:sldMkLst>
      </pc:sldChg>
      <pc:sldChg chg="modTransition">
        <pc:chgData name="贾洪勇" userId="c61acc37-df11-4a3b-9efd-dde9ef084f5f" providerId="ADAL" clId="{6B82F6A6-2325-4BDF-9519-B27C423379CF}" dt="2023-01-22T13:37:46.298" v="1"/>
        <pc:sldMkLst>
          <pc:docMk/>
          <pc:sldMk cId="2890341310" sldId="294"/>
        </pc:sldMkLst>
      </pc:sldChg>
      <pc:sldChg chg="modTransition">
        <pc:chgData name="贾洪勇" userId="c61acc37-df11-4a3b-9efd-dde9ef084f5f" providerId="ADAL" clId="{6B82F6A6-2325-4BDF-9519-B27C423379CF}" dt="2023-01-22T13:37:46.298" v="1"/>
        <pc:sldMkLst>
          <pc:docMk/>
          <pc:sldMk cId="3009069180" sldId="295"/>
        </pc:sldMkLst>
      </pc:sldChg>
      <pc:sldChg chg="modTransition">
        <pc:chgData name="贾洪勇" userId="c61acc37-df11-4a3b-9efd-dde9ef084f5f" providerId="ADAL" clId="{6B82F6A6-2325-4BDF-9519-B27C423379CF}" dt="2023-01-22T13:37:46.298" v="1"/>
        <pc:sldMkLst>
          <pc:docMk/>
          <pc:sldMk cId="1402971226" sldId="296"/>
        </pc:sldMkLst>
      </pc:sldChg>
      <pc:sldChg chg="addSp modSp mod modTransition">
        <pc:chgData name="贾洪勇" userId="c61acc37-df11-4a3b-9efd-dde9ef084f5f" providerId="ADAL" clId="{6B82F6A6-2325-4BDF-9519-B27C423379CF}" dt="2023-01-22T15:02:57.650" v="2577" actId="14100"/>
        <pc:sldMkLst>
          <pc:docMk/>
          <pc:sldMk cId="2734611360" sldId="297"/>
        </pc:sldMkLst>
        <pc:picChg chg="add mod">
          <ac:chgData name="贾洪勇" userId="c61acc37-df11-4a3b-9efd-dde9ef084f5f" providerId="ADAL" clId="{6B82F6A6-2325-4BDF-9519-B27C423379CF}" dt="2023-01-22T15:02:57.650" v="2577" actId="14100"/>
          <ac:picMkLst>
            <pc:docMk/>
            <pc:sldMk cId="2734611360" sldId="297"/>
            <ac:picMk id="5" creationId="{74F3F954-BC48-72C1-C131-0F5EA1767944}"/>
          </ac:picMkLst>
        </pc:picChg>
      </pc:sldChg>
      <pc:sldChg chg="modTransition">
        <pc:chgData name="贾洪勇" userId="c61acc37-df11-4a3b-9efd-dde9ef084f5f" providerId="ADAL" clId="{6B82F6A6-2325-4BDF-9519-B27C423379CF}" dt="2023-01-22T13:37:46.298" v="1"/>
        <pc:sldMkLst>
          <pc:docMk/>
          <pc:sldMk cId="225757188" sldId="298"/>
        </pc:sldMkLst>
      </pc:sldChg>
      <pc:sldChg chg="modSp modTransition">
        <pc:chgData name="贾洪勇" userId="c61acc37-df11-4a3b-9efd-dde9ef084f5f" providerId="ADAL" clId="{6B82F6A6-2325-4BDF-9519-B27C423379CF}" dt="2023-01-22T13:51:20.876" v="120" actId="207"/>
        <pc:sldMkLst>
          <pc:docMk/>
          <pc:sldMk cId="203248500" sldId="299"/>
        </pc:sldMkLst>
        <pc:spChg chg="mod">
          <ac:chgData name="贾洪勇" userId="c61acc37-df11-4a3b-9efd-dde9ef084f5f" providerId="ADAL" clId="{6B82F6A6-2325-4BDF-9519-B27C423379CF}" dt="2023-01-22T13:51:20.876" v="120" actId="207"/>
          <ac:spMkLst>
            <pc:docMk/>
            <pc:sldMk cId="203248500" sldId="299"/>
            <ac:spMk id="15" creationId="{505186BC-5892-A0AE-9836-D6007629C16F}"/>
          </ac:spMkLst>
        </pc:spChg>
        <pc:spChg chg="mod">
          <ac:chgData name="贾洪勇" userId="c61acc37-df11-4a3b-9efd-dde9ef084f5f" providerId="ADAL" clId="{6B82F6A6-2325-4BDF-9519-B27C423379CF}" dt="2023-01-22T13:49:57.320" v="118" actId="255"/>
          <ac:spMkLst>
            <pc:docMk/>
            <pc:sldMk cId="203248500" sldId="299"/>
            <ac:spMk id="16" creationId="{477DBE3A-AE87-967D-D890-5E1C8A3FD3E6}"/>
          </ac:spMkLst>
        </pc:spChg>
        <pc:spChg chg="mod">
          <ac:chgData name="贾洪勇" userId="c61acc37-df11-4a3b-9efd-dde9ef084f5f" providerId="ADAL" clId="{6B82F6A6-2325-4BDF-9519-B27C423379CF}" dt="2023-01-22T13:50:03.419" v="119" actId="255"/>
          <ac:spMkLst>
            <pc:docMk/>
            <pc:sldMk cId="203248500" sldId="299"/>
            <ac:spMk id="17" creationId="{70D88861-F71C-CC28-78CB-853C7B6CBF28}"/>
          </ac:spMkLst>
        </pc:spChg>
      </pc:sldChg>
      <pc:sldChg chg="modTransition">
        <pc:chgData name="贾洪勇" userId="c61acc37-df11-4a3b-9efd-dde9ef084f5f" providerId="ADAL" clId="{6B82F6A6-2325-4BDF-9519-B27C423379CF}" dt="2023-01-22T13:37:46.298" v="1"/>
        <pc:sldMkLst>
          <pc:docMk/>
          <pc:sldMk cId="4024681234" sldId="300"/>
        </pc:sldMkLst>
      </pc:sldChg>
      <pc:sldChg chg="modTransition">
        <pc:chgData name="贾洪勇" userId="c61acc37-df11-4a3b-9efd-dde9ef084f5f" providerId="ADAL" clId="{6B82F6A6-2325-4BDF-9519-B27C423379CF}" dt="2023-01-22T13:37:46.298" v="1"/>
        <pc:sldMkLst>
          <pc:docMk/>
          <pc:sldMk cId="54060053" sldId="301"/>
        </pc:sldMkLst>
      </pc:sldChg>
      <pc:sldChg chg="modTransition">
        <pc:chgData name="贾洪勇" userId="c61acc37-df11-4a3b-9efd-dde9ef084f5f" providerId="ADAL" clId="{6B82F6A6-2325-4BDF-9519-B27C423379CF}" dt="2023-01-22T13:37:46.298" v="1"/>
        <pc:sldMkLst>
          <pc:docMk/>
          <pc:sldMk cId="2893856322" sldId="302"/>
        </pc:sldMkLst>
      </pc:sldChg>
      <pc:sldChg chg="modTransition">
        <pc:chgData name="贾洪勇" userId="c61acc37-df11-4a3b-9efd-dde9ef084f5f" providerId="ADAL" clId="{6B82F6A6-2325-4BDF-9519-B27C423379CF}" dt="2023-01-22T13:37:46.298" v="1"/>
        <pc:sldMkLst>
          <pc:docMk/>
          <pc:sldMk cId="2182874725" sldId="303"/>
        </pc:sldMkLst>
      </pc:sldChg>
      <pc:sldChg chg="modTransition">
        <pc:chgData name="贾洪勇" userId="c61acc37-df11-4a3b-9efd-dde9ef084f5f" providerId="ADAL" clId="{6B82F6A6-2325-4BDF-9519-B27C423379CF}" dt="2023-01-22T13:37:46.298" v="1"/>
        <pc:sldMkLst>
          <pc:docMk/>
          <pc:sldMk cId="3618089451" sldId="304"/>
        </pc:sldMkLst>
      </pc:sldChg>
      <pc:sldChg chg="addSp modSp add mod modAnim">
        <pc:chgData name="贾洪勇" userId="c61acc37-df11-4a3b-9efd-dde9ef084f5f" providerId="ADAL" clId="{6B82F6A6-2325-4BDF-9519-B27C423379CF}" dt="2023-01-23T02:16:43.215" v="2578" actId="207"/>
        <pc:sldMkLst>
          <pc:docMk/>
          <pc:sldMk cId="3328604528" sldId="305"/>
        </pc:sldMkLst>
        <pc:spChg chg="mod">
          <ac:chgData name="贾洪勇" userId="c61acc37-df11-4a3b-9efd-dde9ef084f5f" providerId="ADAL" clId="{6B82F6A6-2325-4BDF-9519-B27C423379CF}" dt="2023-01-22T14:09:02.280" v="954" actId="6549"/>
          <ac:spMkLst>
            <pc:docMk/>
            <pc:sldMk cId="3328604528" sldId="305"/>
            <ac:spMk id="4" creationId="{D05E0CF6-81A9-6E43-0BC2-D060C3F6F867}"/>
          </ac:spMkLst>
        </pc:spChg>
        <pc:spChg chg="mod">
          <ac:chgData name="贾洪勇" userId="c61acc37-df11-4a3b-9efd-dde9ef084f5f" providerId="ADAL" clId="{6B82F6A6-2325-4BDF-9519-B27C423379CF}" dt="2023-01-23T02:16:43.215" v="2578" actId="207"/>
          <ac:spMkLst>
            <pc:docMk/>
            <pc:sldMk cId="3328604528" sldId="305"/>
            <ac:spMk id="12" creationId="{D29F6C0B-2E08-B46C-973C-7AEBA893E9E6}"/>
          </ac:spMkLst>
        </pc:spChg>
        <pc:picChg chg="add mod">
          <ac:chgData name="贾洪勇" userId="c61acc37-df11-4a3b-9efd-dde9ef084f5f" providerId="ADAL" clId="{6B82F6A6-2325-4BDF-9519-B27C423379CF}" dt="2023-01-22T14:17:13.604" v="1009" actId="1076"/>
          <ac:picMkLst>
            <pc:docMk/>
            <pc:sldMk cId="3328604528" sldId="305"/>
            <ac:picMk id="6" creationId="{99165A3E-EAE9-2D61-2025-E95D292FDF9E}"/>
          </ac:picMkLst>
        </pc:picChg>
      </pc:sldChg>
      <pc:sldChg chg="modSp add mod ord">
        <pc:chgData name="贾洪勇" userId="c61acc37-df11-4a3b-9efd-dde9ef084f5f" providerId="ADAL" clId="{6B82F6A6-2325-4BDF-9519-B27C423379CF}" dt="2023-01-22T14:27:52.534" v="1356"/>
        <pc:sldMkLst>
          <pc:docMk/>
          <pc:sldMk cId="3667421515" sldId="306"/>
        </pc:sldMkLst>
        <pc:spChg chg="mod">
          <ac:chgData name="贾洪勇" userId="c61acc37-df11-4a3b-9efd-dde9ef084f5f" providerId="ADAL" clId="{6B82F6A6-2325-4BDF-9519-B27C423379CF}" dt="2023-01-22T14:17:55.118" v="1034"/>
          <ac:spMkLst>
            <pc:docMk/>
            <pc:sldMk cId="3667421515" sldId="306"/>
            <ac:spMk id="4" creationId="{D05E0CF6-81A9-6E43-0BC2-D060C3F6F867}"/>
          </ac:spMkLst>
        </pc:spChg>
        <pc:spChg chg="mod">
          <ac:chgData name="贾洪勇" userId="c61acc37-df11-4a3b-9efd-dde9ef084f5f" providerId="ADAL" clId="{6B82F6A6-2325-4BDF-9519-B27C423379CF}" dt="2023-01-22T14:27:52.534" v="1356"/>
          <ac:spMkLst>
            <pc:docMk/>
            <pc:sldMk cId="3667421515" sldId="306"/>
            <ac:spMk id="12" creationId="{D29F6C0B-2E08-B46C-973C-7AEBA893E9E6}"/>
          </ac:spMkLst>
        </pc:spChg>
      </pc:sldChg>
      <pc:sldChg chg="modSp add mod">
        <pc:chgData name="贾洪勇" userId="c61acc37-df11-4a3b-9efd-dde9ef084f5f" providerId="ADAL" clId="{6B82F6A6-2325-4BDF-9519-B27C423379CF}" dt="2023-01-22T14:42:36.007" v="2005"/>
        <pc:sldMkLst>
          <pc:docMk/>
          <pc:sldMk cId="613567310" sldId="307"/>
        </pc:sldMkLst>
        <pc:spChg chg="mod">
          <ac:chgData name="贾洪勇" userId="c61acc37-df11-4a3b-9efd-dde9ef084f5f" providerId="ADAL" clId="{6B82F6A6-2325-4BDF-9519-B27C423379CF}" dt="2023-01-22T14:28:50.507" v="1378" actId="20577"/>
          <ac:spMkLst>
            <pc:docMk/>
            <pc:sldMk cId="613567310" sldId="307"/>
            <ac:spMk id="4" creationId="{D05E0CF6-81A9-6E43-0BC2-D060C3F6F867}"/>
          </ac:spMkLst>
        </pc:spChg>
        <pc:spChg chg="mod">
          <ac:chgData name="贾洪勇" userId="c61acc37-df11-4a3b-9efd-dde9ef084f5f" providerId="ADAL" clId="{6B82F6A6-2325-4BDF-9519-B27C423379CF}" dt="2023-01-22T14:42:36.007" v="2005"/>
          <ac:spMkLst>
            <pc:docMk/>
            <pc:sldMk cId="613567310" sldId="307"/>
            <ac:spMk id="12" creationId="{D29F6C0B-2E08-B46C-973C-7AEBA893E9E6}"/>
          </ac:spMkLst>
        </pc:spChg>
      </pc:sldChg>
      <pc:sldChg chg="addSp modSp add mod">
        <pc:chgData name="贾洪勇" userId="c61acc37-df11-4a3b-9efd-dde9ef084f5f" providerId="ADAL" clId="{6B82F6A6-2325-4BDF-9519-B27C423379CF}" dt="2023-01-22T15:00:09.568" v="2569" actId="1076"/>
        <pc:sldMkLst>
          <pc:docMk/>
          <pc:sldMk cId="4054470713" sldId="308"/>
        </pc:sldMkLst>
        <pc:spChg chg="mod">
          <ac:chgData name="贾洪勇" userId="c61acc37-df11-4a3b-9efd-dde9ef084f5f" providerId="ADAL" clId="{6B82F6A6-2325-4BDF-9519-B27C423379CF}" dt="2023-01-22T14:59:58.967" v="2566" actId="6549"/>
          <ac:spMkLst>
            <pc:docMk/>
            <pc:sldMk cId="4054470713" sldId="308"/>
            <ac:spMk id="12" creationId="{D29F6C0B-2E08-B46C-973C-7AEBA893E9E6}"/>
          </ac:spMkLst>
        </pc:spChg>
        <pc:picChg chg="add mod">
          <ac:chgData name="贾洪勇" userId="c61acc37-df11-4a3b-9efd-dde9ef084f5f" providerId="ADAL" clId="{6B82F6A6-2325-4BDF-9519-B27C423379CF}" dt="2023-01-22T15:00:09.568" v="2569" actId="1076"/>
          <ac:picMkLst>
            <pc:docMk/>
            <pc:sldMk cId="4054470713" sldId="308"/>
            <ac:picMk id="8" creationId="{81FE9EC6-991F-BB55-C27D-7A82BB39D4EB}"/>
          </ac:picMkLst>
        </pc:picChg>
      </pc:sldChg>
      <pc:sldChg chg="modSp add mod modAnim">
        <pc:chgData name="贾洪勇" userId="c61acc37-df11-4a3b-9efd-dde9ef084f5f" providerId="ADAL" clId="{6B82F6A6-2325-4BDF-9519-B27C423379CF}" dt="2023-01-23T02:40:50.693" v="2579"/>
        <pc:sldMkLst>
          <pc:docMk/>
          <pc:sldMk cId="1224642677" sldId="309"/>
        </pc:sldMkLst>
        <pc:spChg chg="mod">
          <ac:chgData name="贾洪勇" userId="c61acc37-df11-4a3b-9efd-dde9ef084f5f" providerId="ADAL" clId="{6B82F6A6-2325-4BDF-9519-B27C423379CF}" dt="2023-01-22T14:43:11.055" v="2026"/>
          <ac:spMkLst>
            <pc:docMk/>
            <pc:sldMk cId="1224642677" sldId="309"/>
            <ac:spMk id="4" creationId="{D05E0CF6-81A9-6E43-0BC2-D060C3F6F867}"/>
          </ac:spMkLst>
        </pc:spChg>
        <pc:spChg chg="mod">
          <ac:chgData name="贾洪勇" userId="c61acc37-df11-4a3b-9efd-dde9ef084f5f" providerId="ADAL" clId="{6B82F6A6-2325-4BDF-9519-B27C423379CF}" dt="2023-01-22T14:53:37.916" v="2565"/>
          <ac:spMkLst>
            <pc:docMk/>
            <pc:sldMk cId="1224642677" sldId="309"/>
            <ac:spMk id="12" creationId="{D29F6C0B-2E08-B46C-973C-7AEBA893E9E6}"/>
          </ac:spMkLst>
        </pc:spChg>
      </pc:sldChg>
      <pc:sldChg chg="modSp add mod ord">
        <pc:chgData name="贾洪勇" userId="c61acc37-df11-4a3b-9efd-dde9ef084f5f" providerId="ADAL" clId="{6B82F6A6-2325-4BDF-9519-B27C423379CF}" dt="2023-01-23T02:56:06.938" v="3196"/>
        <pc:sldMkLst>
          <pc:docMk/>
          <pc:sldMk cId="263571017" sldId="310"/>
        </pc:sldMkLst>
        <pc:spChg chg="mod">
          <ac:chgData name="贾洪勇" userId="c61acc37-df11-4a3b-9efd-dde9ef084f5f" providerId="ADAL" clId="{6B82F6A6-2325-4BDF-9519-B27C423379CF}" dt="2023-01-23T02:41:26.411" v="2602"/>
          <ac:spMkLst>
            <pc:docMk/>
            <pc:sldMk cId="263571017" sldId="310"/>
            <ac:spMk id="4" creationId="{D05E0CF6-81A9-6E43-0BC2-D060C3F6F867}"/>
          </ac:spMkLst>
        </pc:spChg>
        <pc:spChg chg="mod">
          <ac:chgData name="贾洪勇" userId="c61acc37-df11-4a3b-9efd-dde9ef084f5f" providerId="ADAL" clId="{6B82F6A6-2325-4BDF-9519-B27C423379CF}" dt="2023-01-23T02:56:06.938" v="3196"/>
          <ac:spMkLst>
            <pc:docMk/>
            <pc:sldMk cId="263571017" sldId="310"/>
            <ac:spMk id="12" creationId="{D29F6C0B-2E08-B46C-973C-7AEBA893E9E6}"/>
          </ac:spMkLst>
        </pc:spChg>
      </pc:sldChg>
      <pc:sldChg chg="addSp modSp add mod">
        <pc:chgData name="贾洪勇" userId="c61acc37-df11-4a3b-9efd-dde9ef084f5f" providerId="ADAL" clId="{6B82F6A6-2325-4BDF-9519-B27C423379CF}" dt="2023-01-23T03:18:26.521" v="3985" actId="14100"/>
        <pc:sldMkLst>
          <pc:docMk/>
          <pc:sldMk cId="1835521345" sldId="311"/>
        </pc:sldMkLst>
        <pc:spChg chg="mod">
          <ac:chgData name="贾洪勇" userId="c61acc37-df11-4a3b-9efd-dde9ef084f5f" providerId="ADAL" clId="{6B82F6A6-2325-4BDF-9519-B27C423379CF}" dt="2023-01-23T02:57:11.789" v="3198" actId="6549"/>
          <ac:spMkLst>
            <pc:docMk/>
            <pc:sldMk cId="1835521345" sldId="311"/>
            <ac:spMk id="12" creationId="{D29F6C0B-2E08-B46C-973C-7AEBA893E9E6}"/>
          </ac:spMkLst>
        </pc:spChg>
        <pc:picChg chg="add mod">
          <ac:chgData name="贾洪勇" userId="c61acc37-df11-4a3b-9efd-dde9ef084f5f" providerId="ADAL" clId="{6B82F6A6-2325-4BDF-9519-B27C423379CF}" dt="2023-01-23T03:18:26.521" v="3985" actId="14100"/>
          <ac:picMkLst>
            <pc:docMk/>
            <pc:sldMk cId="1835521345" sldId="311"/>
            <ac:picMk id="8" creationId="{6FF148C7-E53B-F3B8-3819-F5FC83BA592B}"/>
          </ac:picMkLst>
        </pc:picChg>
      </pc:sldChg>
      <pc:sldChg chg="modSp add mod ord">
        <pc:chgData name="贾洪勇" userId="c61acc37-df11-4a3b-9efd-dde9ef084f5f" providerId="ADAL" clId="{6B82F6A6-2325-4BDF-9519-B27C423379CF}" dt="2023-01-23T03:06:16.997" v="3980" actId="20577"/>
        <pc:sldMkLst>
          <pc:docMk/>
          <pc:sldMk cId="4016222190" sldId="312"/>
        </pc:sldMkLst>
        <pc:spChg chg="mod">
          <ac:chgData name="贾洪勇" userId="c61acc37-df11-4a3b-9efd-dde9ef084f5f" providerId="ADAL" clId="{6B82F6A6-2325-4BDF-9519-B27C423379CF}" dt="2023-01-23T03:06:16.997" v="3980" actId="20577"/>
          <ac:spMkLst>
            <pc:docMk/>
            <pc:sldMk cId="4016222190" sldId="312"/>
            <ac:spMk id="12" creationId="{D29F6C0B-2E08-B46C-973C-7AEBA893E9E6}"/>
          </ac:spMkLst>
        </pc:spChg>
      </pc:sldChg>
      <pc:sldChg chg="addSp delSp modSp add mod ord">
        <pc:chgData name="贾洪勇" userId="c61acc37-df11-4a3b-9efd-dde9ef084f5f" providerId="ADAL" clId="{6B82F6A6-2325-4BDF-9519-B27C423379CF}" dt="2023-01-23T03:20:54.078" v="3999" actId="14100"/>
        <pc:sldMkLst>
          <pc:docMk/>
          <pc:sldMk cId="3548964099" sldId="313"/>
        </pc:sldMkLst>
        <pc:picChg chg="del">
          <ac:chgData name="贾洪勇" userId="c61acc37-df11-4a3b-9efd-dde9ef084f5f" providerId="ADAL" clId="{6B82F6A6-2325-4BDF-9519-B27C423379CF}" dt="2023-01-23T03:20:22.756" v="3989" actId="478"/>
          <ac:picMkLst>
            <pc:docMk/>
            <pc:sldMk cId="3548964099" sldId="313"/>
            <ac:picMk id="8" creationId="{6FF148C7-E53B-F3B8-3819-F5FC83BA592B}"/>
          </ac:picMkLst>
        </pc:picChg>
        <pc:picChg chg="add mod">
          <ac:chgData name="贾洪勇" userId="c61acc37-df11-4a3b-9efd-dde9ef084f5f" providerId="ADAL" clId="{6B82F6A6-2325-4BDF-9519-B27C423379CF}" dt="2023-01-23T03:20:54.078" v="3999" actId="14100"/>
          <ac:picMkLst>
            <pc:docMk/>
            <pc:sldMk cId="3548964099" sldId="313"/>
            <ac:picMk id="10" creationId="{A1A1D782-F4EE-C799-AE9C-E7DD1BBDD041}"/>
          </ac:picMkLst>
        </pc:picChg>
      </pc:sldChg>
      <pc:sldChg chg="modSp add mod ord">
        <pc:chgData name="贾洪勇" userId="c61acc37-df11-4a3b-9efd-dde9ef084f5f" providerId="ADAL" clId="{6B82F6A6-2325-4BDF-9519-B27C423379CF}" dt="2023-01-23T03:40:11.057" v="4588"/>
        <pc:sldMkLst>
          <pc:docMk/>
          <pc:sldMk cId="1512306353" sldId="314"/>
        </pc:sldMkLst>
        <pc:spChg chg="mod">
          <ac:chgData name="贾洪勇" userId="c61acc37-df11-4a3b-9efd-dde9ef084f5f" providerId="ADAL" clId="{6B82F6A6-2325-4BDF-9519-B27C423379CF}" dt="2023-01-23T03:33:42.849" v="4019"/>
          <ac:spMkLst>
            <pc:docMk/>
            <pc:sldMk cId="1512306353" sldId="314"/>
            <ac:spMk id="4" creationId="{D05E0CF6-81A9-6E43-0BC2-D060C3F6F867}"/>
          </ac:spMkLst>
        </pc:spChg>
        <pc:spChg chg="mod">
          <ac:chgData name="贾洪勇" userId="c61acc37-df11-4a3b-9efd-dde9ef084f5f" providerId="ADAL" clId="{6B82F6A6-2325-4BDF-9519-B27C423379CF}" dt="2023-01-23T03:40:11.057" v="4588"/>
          <ac:spMkLst>
            <pc:docMk/>
            <pc:sldMk cId="1512306353" sldId="314"/>
            <ac:spMk id="12" creationId="{D29F6C0B-2E08-B46C-973C-7AEBA893E9E6}"/>
          </ac:spMkLst>
        </pc:spChg>
      </pc:sldChg>
      <pc:sldChg chg="modSp add mod">
        <pc:chgData name="贾洪勇" userId="c61acc37-df11-4a3b-9efd-dde9ef084f5f" providerId="ADAL" clId="{6B82F6A6-2325-4BDF-9519-B27C423379CF}" dt="2023-01-23T03:49:10.779" v="5182" actId="207"/>
        <pc:sldMkLst>
          <pc:docMk/>
          <pc:sldMk cId="1669199284" sldId="315"/>
        </pc:sldMkLst>
        <pc:spChg chg="mod">
          <ac:chgData name="贾洪勇" userId="c61acc37-df11-4a3b-9efd-dde9ef084f5f" providerId="ADAL" clId="{6B82F6A6-2325-4BDF-9519-B27C423379CF}" dt="2023-01-23T03:41:50.399" v="4617" actId="20577"/>
          <ac:spMkLst>
            <pc:docMk/>
            <pc:sldMk cId="1669199284" sldId="315"/>
            <ac:spMk id="4" creationId="{D05E0CF6-81A9-6E43-0BC2-D060C3F6F867}"/>
          </ac:spMkLst>
        </pc:spChg>
        <pc:spChg chg="mod">
          <ac:chgData name="贾洪勇" userId="c61acc37-df11-4a3b-9efd-dde9ef084f5f" providerId="ADAL" clId="{6B82F6A6-2325-4BDF-9519-B27C423379CF}" dt="2023-01-23T03:49:10.779" v="5182" actId="207"/>
          <ac:spMkLst>
            <pc:docMk/>
            <pc:sldMk cId="1669199284" sldId="315"/>
            <ac:spMk id="12" creationId="{D29F6C0B-2E08-B46C-973C-7AEBA893E9E6}"/>
          </ac:spMkLst>
        </pc:spChg>
      </pc:sldChg>
      <pc:sldChg chg="modSp add mod">
        <pc:chgData name="贾洪勇" userId="c61acc37-df11-4a3b-9efd-dde9ef084f5f" providerId="ADAL" clId="{6B82F6A6-2325-4BDF-9519-B27C423379CF}" dt="2023-01-23T08:39:09.260" v="5953" actId="207"/>
        <pc:sldMkLst>
          <pc:docMk/>
          <pc:sldMk cId="3597854964" sldId="316"/>
        </pc:sldMkLst>
        <pc:spChg chg="mod">
          <ac:chgData name="贾洪勇" userId="c61acc37-df11-4a3b-9efd-dde9ef084f5f" providerId="ADAL" clId="{6B82F6A6-2325-4BDF-9519-B27C423379CF}" dt="2023-01-23T08:29:20.556" v="5203"/>
          <ac:spMkLst>
            <pc:docMk/>
            <pc:sldMk cId="3597854964" sldId="316"/>
            <ac:spMk id="2" creationId="{4361EAED-739F-5BF7-6ED8-1C763ED01DF9}"/>
          </ac:spMkLst>
        </pc:spChg>
        <pc:spChg chg="mod">
          <ac:chgData name="贾洪勇" userId="c61acc37-df11-4a3b-9efd-dde9ef084f5f" providerId="ADAL" clId="{6B82F6A6-2325-4BDF-9519-B27C423379CF}" dt="2023-01-23T08:32:18.937" v="5371" actId="14100"/>
          <ac:spMkLst>
            <pc:docMk/>
            <pc:sldMk cId="3597854964" sldId="316"/>
            <ac:spMk id="4" creationId="{D05E0CF6-81A9-6E43-0BC2-D060C3F6F867}"/>
          </ac:spMkLst>
        </pc:spChg>
        <pc:spChg chg="mod">
          <ac:chgData name="贾洪勇" userId="c61acc37-df11-4a3b-9efd-dde9ef084f5f" providerId="ADAL" clId="{6B82F6A6-2325-4BDF-9519-B27C423379CF}" dt="2023-01-23T08:39:09.260" v="5953" actId="207"/>
          <ac:spMkLst>
            <pc:docMk/>
            <pc:sldMk cId="3597854964" sldId="316"/>
            <ac:spMk id="12" creationId="{D29F6C0B-2E08-B46C-973C-7AEBA893E9E6}"/>
          </ac:spMkLst>
        </pc:spChg>
      </pc:sldChg>
      <pc:sldChg chg="modSp add mod">
        <pc:chgData name="贾洪勇" userId="c61acc37-df11-4a3b-9efd-dde9ef084f5f" providerId="ADAL" clId="{6B82F6A6-2325-4BDF-9519-B27C423379CF}" dt="2023-01-23T08:43:46.696" v="6363"/>
        <pc:sldMkLst>
          <pc:docMk/>
          <pc:sldMk cId="2360931495" sldId="317"/>
        </pc:sldMkLst>
        <pc:spChg chg="mod">
          <ac:chgData name="贾洪勇" userId="c61acc37-df11-4a3b-9efd-dde9ef084f5f" providerId="ADAL" clId="{6B82F6A6-2325-4BDF-9519-B27C423379CF}" dt="2023-01-23T08:40:14.043" v="5997" actId="14100"/>
          <ac:spMkLst>
            <pc:docMk/>
            <pc:sldMk cId="2360931495" sldId="317"/>
            <ac:spMk id="4" creationId="{D05E0CF6-81A9-6E43-0BC2-D060C3F6F867}"/>
          </ac:spMkLst>
        </pc:spChg>
        <pc:spChg chg="mod">
          <ac:chgData name="贾洪勇" userId="c61acc37-df11-4a3b-9efd-dde9ef084f5f" providerId="ADAL" clId="{6B82F6A6-2325-4BDF-9519-B27C423379CF}" dt="2023-01-23T08:43:46.696" v="6363"/>
          <ac:spMkLst>
            <pc:docMk/>
            <pc:sldMk cId="2360931495" sldId="317"/>
            <ac:spMk id="12" creationId="{D29F6C0B-2E08-B46C-973C-7AEBA893E9E6}"/>
          </ac:spMkLst>
        </pc:spChg>
      </pc:sldChg>
      <pc:sldChg chg="modSp add mod">
        <pc:chgData name="贾洪勇" userId="c61acc37-df11-4a3b-9efd-dde9ef084f5f" providerId="ADAL" clId="{6B82F6A6-2325-4BDF-9519-B27C423379CF}" dt="2023-01-23T08:57:15.972" v="7314" actId="21"/>
        <pc:sldMkLst>
          <pc:docMk/>
          <pc:sldMk cId="3817363734" sldId="318"/>
        </pc:sldMkLst>
        <pc:spChg chg="mod">
          <ac:chgData name="贾洪勇" userId="c61acc37-df11-4a3b-9efd-dde9ef084f5f" providerId="ADAL" clId="{6B82F6A6-2325-4BDF-9519-B27C423379CF}" dt="2023-01-23T08:45:21.882" v="6394" actId="207"/>
          <ac:spMkLst>
            <pc:docMk/>
            <pc:sldMk cId="3817363734" sldId="318"/>
            <ac:spMk id="4" creationId="{D05E0CF6-81A9-6E43-0BC2-D060C3F6F867}"/>
          </ac:spMkLst>
        </pc:spChg>
        <pc:spChg chg="mod">
          <ac:chgData name="贾洪勇" userId="c61acc37-df11-4a3b-9efd-dde9ef084f5f" providerId="ADAL" clId="{6B82F6A6-2325-4BDF-9519-B27C423379CF}" dt="2023-01-23T08:57:15.972" v="7314" actId="21"/>
          <ac:spMkLst>
            <pc:docMk/>
            <pc:sldMk cId="3817363734" sldId="318"/>
            <ac:spMk id="12" creationId="{D29F6C0B-2E08-B46C-973C-7AEBA893E9E6}"/>
          </ac:spMkLst>
        </pc:spChg>
      </pc:sldChg>
      <pc:sldChg chg="modSp add mod">
        <pc:chgData name="贾洪勇" userId="c61acc37-df11-4a3b-9efd-dde9ef084f5f" providerId="ADAL" clId="{6B82F6A6-2325-4BDF-9519-B27C423379CF}" dt="2023-01-23T08:58:59.013" v="7512"/>
        <pc:sldMkLst>
          <pc:docMk/>
          <pc:sldMk cId="3237732677" sldId="319"/>
        </pc:sldMkLst>
        <pc:spChg chg="mod">
          <ac:chgData name="贾洪勇" userId="c61acc37-df11-4a3b-9efd-dde9ef084f5f" providerId="ADAL" clId="{6B82F6A6-2325-4BDF-9519-B27C423379CF}" dt="2023-01-23T08:58:59.013" v="7512"/>
          <ac:spMkLst>
            <pc:docMk/>
            <pc:sldMk cId="3237732677" sldId="319"/>
            <ac:spMk id="12" creationId="{D29F6C0B-2E08-B46C-973C-7AEBA893E9E6}"/>
          </ac:spMkLst>
        </pc:spChg>
      </pc:sldChg>
      <pc:sldChg chg="modSp add mod">
        <pc:chgData name="贾洪勇" userId="c61acc37-df11-4a3b-9efd-dde9ef084f5f" providerId="ADAL" clId="{6B82F6A6-2325-4BDF-9519-B27C423379CF}" dt="2023-01-23T09:06:59.032" v="8096" actId="207"/>
        <pc:sldMkLst>
          <pc:docMk/>
          <pc:sldMk cId="3540762732" sldId="320"/>
        </pc:sldMkLst>
        <pc:spChg chg="mod">
          <ac:chgData name="贾洪勇" userId="c61acc37-df11-4a3b-9efd-dde9ef084f5f" providerId="ADAL" clId="{6B82F6A6-2325-4BDF-9519-B27C423379CF}" dt="2023-01-23T09:06:59.032" v="8096" actId="207"/>
          <ac:spMkLst>
            <pc:docMk/>
            <pc:sldMk cId="3540762732" sldId="320"/>
            <ac:spMk id="12" creationId="{D29F6C0B-2E08-B46C-973C-7AEBA893E9E6}"/>
          </ac:spMkLst>
        </pc:spChg>
      </pc:sldChg>
      <pc:sldMasterChg chg="modTransition modSldLayout">
        <pc:chgData name="贾洪勇" userId="c61acc37-df11-4a3b-9efd-dde9ef084f5f" providerId="ADAL" clId="{6B82F6A6-2325-4BDF-9519-B27C423379CF}" dt="2023-01-22T13:37:46.298" v="1"/>
        <pc:sldMasterMkLst>
          <pc:docMk/>
          <pc:sldMasterMk cId="1467915953" sldId="2147483648"/>
        </pc:sldMasterMkLst>
        <pc:sldLayoutChg chg="modTransition">
          <pc:chgData name="贾洪勇" userId="c61acc37-df11-4a3b-9efd-dde9ef084f5f" providerId="ADAL" clId="{6B82F6A6-2325-4BDF-9519-B27C423379CF}" dt="2023-01-22T13:37:46.298" v="1"/>
          <pc:sldLayoutMkLst>
            <pc:docMk/>
            <pc:sldMasterMk cId="1467915953" sldId="2147483648"/>
            <pc:sldLayoutMk cId="3218541457" sldId="2147483649"/>
          </pc:sldLayoutMkLst>
        </pc:sldLayoutChg>
        <pc:sldLayoutChg chg="modTransition">
          <pc:chgData name="贾洪勇" userId="c61acc37-df11-4a3b-9efd-dde9ef084f5f" providerId="ADAL" clId="{6B82F6A6-2325-4BDF-9519-B27C423379CF}" dt="2023-01-22T13:37:46.298" v="1"/>
          <pc:sldLayoutMkLst>
            <pc:docMk/>
            <pc:sldMasterMk cId="1467915953" sldId="2147483648"/>
            <pc:sldLayoutMk cId="82374293" sldId="2147483650"/>
          </pc:sldLayoutMkLst>
        </pc:sldLayoutChg>
        <pc:sldLayoutChg chg="modTransition">
          <pc:chgData name="贾洪勇" userId="c61acc37-df11-4a3b-9efd-dde9ef084f5f" providerId="ADAL" clId="{6B82F6A6-2325-4BDF-9519-B27C423379CF}" dt="2023-01-22T13:37:46.298" v="1"/>
          <pc:sldLayoutMkLst>
            <pc:docMk/>
            <pc:sldMasterMk cId="1467915953" sldId="2147483648"/>
            <pc:sldLayoutMk cId="641220775" sldId="2147483651"/>
          </pc:sldLayoutMkLst>
        </pc:sldLayoutChg>
        <pc:sldLayoutChg chg="modTransition">
          <pc:chgData name="贾洪勇" userId="c61acc37-df11-4a3b-9efd-dde9ef084f5f" providerId="ADAL" clId="{6B82F6A6-2325-4BDF-9519-B27C423379CF}" dt="2023-01-22T13:37:46.298" v="1"/>
          <pc:sldLayoutMkLst>
            <pc:docMk/>
            <pc:sldMasterMk cId="1467915953" sldId="2147483648"/>
            <pc:sldLayoutMk cId="3257642269" sldId="2147483654"/>
          </pc:sldLayoutMkLst>
        </pc:sldLayoutChg>
        <pc:sldLayoutChg chg="modTransition">
          <pc:chgData name="贾洪勇" userId="c61acc37-df11-4a3b-9efd-dde9ef084f5f" providerId="ADAL" clId="{6B82F6A6-2325-4BDF-9519-B27C423379CF}" dt="2023-01-22T13:37:46.298" v="1"/>
          <pc:sldLayoutMkLst>
            <pc:docMk/>
            <pc:sldMasterMk cId="1467915953" sldId="2147483648"/>
            <pc:sldLayoutMk cId="1771624723" sldId="2147483655"/>
          </pc:sldLayoutMkLst>
        </pc:sldLayoutChg>
        <pc:sldLayoutChg chg="modTransition">
          <pc:chgData name="贾洪勇" userId="c61acc37-df11-4a3b-9efd-dde9ef084f5f" providerId="ADAL" clId="{6B82F6A6-2325-4BDF-9519-B27C423379CF}" dt="2023-01-22T13:37:46.298" v="1"/>
          <pc:sldLayoutMkLst>
            <pc:docMk/>
            <pc:sldMasterMk cId="1467915953" sldId="2147483648"/>
            <pc:sldLayoutMk cId="3444805960" sldId="2147483656"/>
          </pc:sldLayoutMkLst>
        </pc:sldLayoutChg>
        <pc:sldLayoutChg chg="modTransition">
          <pc:chgData name="贾洪勇" userId="c61acc37-df11-4a3b-9efd-dde9ef084f5f" providerId="ADAL" clId="{6B82F6A6-2325-4BDF-9519-B27C423379CF}" dt="2023-01-22T13:37:46.298" v="1"/>
          <pc:sldLayoutMkLst>
            <pc:docMk/>
            <pc:sldMasterMk cId="1467915953" sldId="2147483648"/>
            <pc:sldLayoutMk cId="1929775993" sldId="2147483657"/>
          </pc:sldLayoutMkLst>
        </pc:sldLayoutChg>
      </pc:sldMasterChg>
    </pc:docChg>
  </pc:docChgLst>
  <pc:docChgLst>
    <pc:chgData name="贾洪勇" userId="c61acc37-df11-4a3b-9efd-dde9ef084f5f" providerId="ADAL" clId="{E4E1189B-E748-41BD-84C2-D9A85B5F38E6}"/>
    <pc:docChg chg="undo custSel addSld delSld modSld sldOrd">
      <pc:chgData name="贾洪勇" userId="c61acc37-df11-4a3b-9efd-dde9ef084f5f" providerId="ADAL" clId="{E4E1189B-E748-41BD-84C2-D9A85B5F38E6}" dt="2023-02-12T14:49:03.863" v="2256"/>
      <pc:docMkLst>
        <pc:docMk/>
      </pc:docMkLst>
      <pc:sldChg chg="addSp delSp modSp mod">
        <pc:chgData name="贾洪勇" userId="c61acc37-df11-4a3b-9efd-dde9ef084f5f" providerId="ADAL" clId="{E4E1189B-E748-41BD-84C2-D9A85B5F38E6}" dt="2023-02-12T07:22:15.596" v="88" actId="478"/>
        <pc:sldMkLst>
          <pc:docMk/>
          <pc:sldMk cId="1421421680" sldId="256"/>
        </pc:sldMkLst>
        <pc:spChg chg="add del mod">
          <ac:chgData name="贾洪勇" userId="c61acc37-df11-4a3b-9efd-dde9ef084f5f" providerId="ADAL" clId="{E4E1189B-E748-41BD-84C2-D9A85B5F38E6}" dt="2023-02-12T07:21:19.778" v="56" actId="478"/>
          <ac:spMkLst>
            <pc:docMk/>
            <pc:sldMk cId="1421421680" sldId="256"/>
            <ac:spMk id="3" creationId="{052AD33A-019D-8C20-8276-30BCC96E3A06}"/>
          </ac:spMkLst>
        </pc:spChg>
        <pc:spChg chg="add del mod">
          <ac:chgData name="贾洪勇" userId="c61acc37-df11-4a3b-9efd-dde9ef084f5f" providerId="ADAL" clId="{E4E1189B-E748-41BD-84C2-D9A85B5F38E6}" dt="2023-02-12T07:22:15.596" v="88" actId="478"/>
          <ac:spMkLst>
            <pc:docMk/>
            <pc:sldMk cId="1421421680" sldId="256"/>
            <ac:spMk id="5" creationId="{1F178A16-4779-88ED-98C5-37FB6F56D0B1}"/>
          </ac:spMkLst>
        </pc:spChg>
        <pc:spChg chg="mod">
          <ac:chgData name="贾洪勇" userId="c61acc37-df11-4a3b-9efd-dde9ef084f5f" providerId="ADAL" clId="{E4E1189B-E748-41BD-84C2-D9A85B5F38E6}" dt="2023-02-12T07:08:01.033" v="3" actId="20577"/>
          <ac:spMkLst>
            <pc:docMk/>
            <pc:sldMk cId="1421421680" sldId="256"/>
            <ac:spMk id="9" creationId="{6C2532AA-A647-48FF-8A25-36777AF5B18D}"/>
          </ac:spMkLst>
        </pc:spChg>
        <pc:spChg chg="mod">
          <ac:chgData name="贾洪勇" userId="c61acc37-df11-4a3b-9efd-dde9ef084f5f" providerId="ADAL" clId="{E4E1189B-E748-41BD-84C2-D9A85B5F38E6}" dt="2023-02-12T07:22:04.759" v="86" actId="20577"/>
          <ac:spMkLst>
            <pc:docMk/>
            <pc:sldMk cId="1421421680" sldId="256"/>
            <ac:spMk id="10" creationId="{0102F8CF-8DD3-43E5-B521-501A3CF124F9}"/>
          </ac:spMkLst>
        </pc:spChg>
        <pc:spChg chg="del">
          <ac:chgData name="贾洪勇" userId="c61acc37-df11-4a3b-9efd-dde9ef084f5f" providerId="ADAL" clId="{E4E1189B-E748-41BD-84C2-D9A85B5F38E6}" dt="2023-02-12T07:22:11.512" v="87" actId="478"/>
          <ac:spMkLst>
            <pc:docMk/>
            <pc:sldMk cId="1421421680" sldId="256"/>
            <ac:spMk id="11" creationId="{7E21516B-4ABB-4E09-987D-1ABA411225D2}"/>
          </ac:spMkLst>
        </pc:spChg>
        <pc:spChg chg="del">
          <ac:chgData name="贾洪勇" userId="c61acc37-df11-4a3b-9efd-dde9ef084f5f" providerId="ADAL" clId="{E4E1189B-E748-41BD-84C2-D9A85B5F38E6}" dt="2023-02-12T07:21:14.864" v="55" actId="478"/>
          <ac:spMkLst>
            <pc:docMk/>
            <pc:sldMk cId="1421421680" sldId="256"/>
            <ac:spMk id="12" creationId="{BFF7D8B0-524B-4065-95EB-00BAEDA26918}"/>
          </ac:spMkLst>
        </pc:spChg>
      </pc:sldChg>
      <pc:sldChg chg="del">
        <pc:chgData name="贾洪勇" userId="c61acc37-df11-4a3b-9efd-dde9ef084f5f" providerId="ADAL" clId="{E4E1189B-E748-41BD-84C2-D9A85B5F38E6}" dt="2023-02-12T09:51:11.648" v="1584" actId="47"/>
        <pc:sldMkLst>
          <pc:docMk/>
          <pc:sldMk cId="342089950" sldId="258"/>
        </pc:sldMkLst>
      </pc:sldChg>
      <pc:sldChg chg="del">
        <pc:chgData name="贾洪勇" userId="c61acc37-df11-4a3b-9efd-dde9ef084f5f" providerId="ADAL" clId="{E4E1189B-E748-41BD-84C2-D9A85B5F38E6}" dt="2023-02-12T09:51:11.648" v="1584" actId="47"/>
        <pc:sldMkLst>
          <pc:docMk/>
          <pc:sldMk cId="2446543805" sldId="262"/>
        </pc:sldMkLst>
      </pc:sldChg>
      <pc:sldChg chg="modSp mod">
        <pc:chgData name="贾洪勇" userId="c61acc37-df11-4a3b-9efd-dde9ef084f5f" providerId="ADAL" clId="{E4E1189B-E748-41BD-84C2-D9A85B5F38E6}" dt="2023-02-12T07:36:03.639" v="486"/>
        <pc:sldMkLst>
          <pc:docMk/>
          <pc:sldMk cId="318647968" sldId="265"/>
        </pc:sldMkLst>
        <pc:spChg chg="mod">
          <ac:chgData name="贾洪勇" userId="c61acc37-df11-4a3b-9efd-dde9ef084f5f" providerId="ADAL" clId="{E4E1189B-E748-41BD-84C2-D9A85B5F38E6}" dt="2023-02-12T07:36:03.639" v="486"/>
          <ac:spMkLst>
            <pc:docMk/>
            <pc:sldMk cId="318647968" sldId="265"/>
            <ac:spMk id="13" creationId="{3F718266-8CA0-40C3-90DD-71025C51B80F}"/>
          </ac:spMkLst>
        </pc:spChg>
        <pc:spChg chg="mod">
          <ac:chgData name="贾洪勇" userId="c61acc37-df11-4a3b-9efd-dde9ef084f5f" providerId="ADAL" clId="{E4E1189B-E748-41BD-84C2-D9A85B5F38E6}" dt="2023-02-12T07:28:12.983" v="214" actId="14100"/>
          <ac:spMkLst>
            <pc:docMk/>
            <pc:sldMk cId="318647968" sldId="265"/>
            <ac:spMk id="14" creationId="{AF21F8AD-79DA-A7FC-B050-434BEE5AC523}"/>
          </ac:spMkLst>
        </pc:spChg>
        <pc:spChg chg="mod">
          <ac:chgData name="贾洪勇" userId="c61acc37-df11-4a3b-9efd-dde9ef084f5f" providerId="ADAL" clId="{E4E1189B-E748-41BD-84C2-D9A85B5F38E6}" dt="2023-02-12T07:31:07.267" v="367" actId="20577"/>
          <ac:spMkLst>
            <pc:docMk/>
            <pc:sldMk cId="318647968" sldId="265"/>
            <ac:spMk id="18" creationId="{D3697AAF-0B8C-64B4-FEAC-1AD560B3975B}"/>
          </ac:spMkLst>
        </pc:spChg>
        <pc:spChg chg="mod">
          <ac:chgData name="贾洪勇" userId="c61acc37-df11-4a3b-9efd-dde9ef084f5f" providerId="ADAL" clId="{E4E1189B-E748-41BD-84C2-D9A85B5F38E6}" dt="2023-02-12T07:27:28.027" v="147"/>
          <ac:spMkLst>
            <pc:docMk/>
            <pc:sldMk cId="318647968" sldId="265"/>
            <ac:spMk id="19" creationId="{684A9342-E7CD-1CDC-B9CA-27C018B91FB8}"/>
          </ac:spMkLst>
        </pc:spChg>
        <pc:spChg chg="mod">
          <ac:chgData name="贾洪勇" userId="c61acc37-df11-4a3b-9efd-dde9ef084f5f" providerId="ADAL" clId="{E4E1189B-E748-41BD-84C2-D9A85B5F38E6}" dt="2023-02-12T07:28:38.347" v="258"/>
          <ac:spMkLst>
            <pc:docMk/>
            <pc:sldMk cId="318647968" sldId="265"/>
            <ac:spMk id="23" creationId="{BE6BD1C9-1965-D40A-BC59-B561A5281C93}"/>
          </ac:spMkLst>
        </pc:spChg>
        <pc:spChg chg="mod">
          <ac:chgData name="贾洪勇" userId="c61acc37-df11-4a3b-9efd-dde9ef084f5f" providerId="ADAL" clId="{E4E1189B-E748-41BD-84C2-D9A85B5F38E6}" dt="2023-02-12T07:26:40.486" v="106"/>
          <ac:spMkLst>
            <pc:docMk/>
            <pc:sldMk cId="318647968" sldId="265"/>
            <ac:spMk id="24" creationId="{C8BD364A-F4A0-B6E9-638E-02413128FD43}"/>
          </ac:spMkLst>
        </pc:spChg>
        <pc:spChg chg="mod">
          <ac:chgData name="贾洪勇" userId="c61acc37-df11-4a3b-9efd-dde9ef084f5f" providerId="ADAL" clId="{E4E1189B-E748-41BD-84C2-D9A85B5F38E6}" dt="2023-02-12T07:31:35.297" v="422" actId="6549"/>
          <ac:spMkLst>
            <pc:docMk/>
            <pc:sldMk cId="318647968" sldId="265"/>
            <ac:spMk id="28" creationId="{21205145-8BF7-5327-DF57-6B0CBD5B46BF}"/>
          </ac:spMkLst>
        </pc:spChg>
        <pc:spChg chg="mod">
          <ac:chgData name="贾洪勇" userId="c61acc37-df11-4a3b-9efd-dde9ef084f5f" providerId="ADAL" clId="{E4E1189B-E748-41BD-84C2-D9A85B5F38E6}" dt="2023-02-12T07:27:52.882" v="184"/>
          <ac:spMkLst>
            <pc:docMk/>
            <pc:sldMk cId="318647968" sldId="265"/>
            <ac:spMk id="29" creationId="{4D03127A-0D8E-C596-9332-8FFFCF4E92FF}"/>
          </ac:spMkLst>
        </pc:spChg>
      </pc:sldChg>
      <pc:sldChg chg="del">
        <pc:chgData name="贾洪勇" userId="c61acc37-df11-4a3b-9efd-dde9ef084f5f" providerId="ADAL" clId="{E4E1189B-E748-41BD-84C2-D9A85B5F38E6}" dt="2023-02-12T09:51:11.648" v="1584" actId="47"/>
        <pc:sldMkLst>
          <pc:docMk/>
          <pc:sldMk cId="3607755731" sldId="266"/>
        </pc:sldMkLst>
      </pc:sldChg>
      <pc:sldChg chg="del">
        <pc:chgData name="贾洪勇" userId="c61acc37-df11-4a3b-9efd-dde9ef084f5f" providerId="ADAL" clId="{E4E1189B-E748-41BD-84C2-D9A85B5F38E6}" dt="2023-02-12T09:51:11.648" v="1584" actId="47"/>
        <pc:sldMkLst>
          <pc:docMk/>
          <pc:sldMk cId="473852357" sldId="267"/>
        </pc:sldMkLst>
      </pc:sldChg>
      <pc:sldChg chg="del">
        <pc:chgData name="贾洪勇" userId="c61acc37-df11-4a3b-9efd-dde9ef084f5f" providerId="ADAL" clId="{E4E1189B-E748-41BD-84C2-D9A85B5F38E6}" dt="2023-02-12T09:51:11.648" v="1584" actId="47"/>
        <pc:sldMkLst>
          <pc:docMk/>
          <pc:sldMk cId="1683143031" sldId="268"/>
        </pc:sldMkLst>
      </pc:sldChg>
      <pc:sldChg chg="del">
        <pc:chgData name="贾洪勇" userId="c61acc37-df11-4a3b-9efd-dde9ef084f5f" providerId="ADAL" clId="{E4E1189B-E748-41BD-84C2-D9A85B5F38E6}" dt="2023-02-12T09:51:11.648" v="1584" actId="47"/>
        <pc:sldMkLst>
          <pc:docMk/>
          <pc:sldMk cId="1070253119" sldId="270"/>
        </pc:sldMkLst>
      </pc:sldChg>
      <pc:sldChg chg="del">
        <pc:chgData name="贾洪勇" userId="c61acc37-df11-4a3b-9efd-dde9ef084f5f" providerId="ADAL" clId="{E4E1189B-E748-41BD-84C2-D9A85B5F38E6}" dt="2023-02-12T09:51:11.648" v="1584" actId="47"/>
        <pc:sldMkLst>
          <pc:docMk/>
          <pc:sldMk cId="2862599679" sldId="271"/>
        </pc:sldMkLst>
      </pc:sldChg>
      <pc:sldChg chg="del">
        <pc:chgData name="贾洪勇" userId="c61acc37-df11-4a3b-9efd-dde9ef084f5f" providerId="ADAL" clId="{E4E1189B-E748-41BD-84C2-D9A85B5F38E6}" dt="2023-02-12T09:51:11.648" v="1584" actId="47"/>
        <pc:sldMkLst>
          <pc:docMk/>
          <pc:sldMk cId="2910683384" sldId="272"/>
        </pc:sldMkLst>
      </pc:sldChg>
      <pc:sldChg chg="del">
        <pc:chgData name="贾洪勇" userId="c61acc37-df11-4a3b-9efd-dde9ef084f5f" providerId="ADAL" clId="{E4E1189B-E748-41BD-84C2-D9A85B5F38E6}" dt="2023-02-12T09:51:11.648" v="1584" actId="47"/>
        <pc:sldMkLst>
          <pc:docMk/>
          <pc:sldMk cId="1677909293" sldId="273"/>
        </pc:sldMkLst>
      </pc:sldChg>
      <pc:sldChg chg="del">
        <pc:chgData name="贾洪勇" userId="c61acc37-df11-4a3b-9efd-dde9ef084f5f" providerId="ADAL" clId="{E4E1189B-E748-41BD-84C2-D9A85B5F38E6}" dt="2023-02-12T09:51:11.648" v="1584" actId="47"/>
        <pc:sldMkLst>
          <pc:docMk/>
          <pc:sldMk cId="1025343685" sldId="274"/>
        </pc:sldMkLst>
      </pc:sldChg>
      <pc:sldChg chg="del">
        <pc:chgData name="贾洪勇" userId="c61acc37-df11-4a3b-9efd-dde9ef084f5f" providerId="ADAL" clId="{E4E1189B-E748-41BD-84C2-D9A85B5F38E6}" dt="2023-02-12T09:51:11.648" v="1584" actId="47"/>
        <pc:sldMkLst>
          <pc:docMk/>
          <pc:sldMk cId="3237692756" sldId="275"/>
        </pc:sldMkLst>
      </pc:sldChg>
      <pc:sldChg chg="del">
        <pc:chgData name="贾洪勇" userId="c61acc37-df11-4a3b-9efd-dde9ef084f5f" providerId="ADAL" clId="{E4E1189B-E748-41BD-84C2-D9A85B5F38E6}" dt="2023-02-12T09:51:11.648" v="1584" actId="47"/>
        <pc:sldMkLst>
          <pc:docMk/>
          <pc:sldMk cId="3727717049" sldId="276"/>
        </pc:sldMkLst>
      </pc:sldChg>
      <pc:sldChg chg="del">
        <pc:chgData name="贾洪勇" userId="c61acc37-df11-4a3b-9efd-dde9ef084f5f" providerId="ADAL" clId="{E4E1189B-E748-41BD-84C2-D9A85B5F38E6}" dt="2023-02-12T09:51:11.648" v="1584" actId="47"/>
        <pc:sldMkLst>
          <pc:docMk/>
          <pc:sldMk cId="2320416016" sldId="277"/>
        </pc:sldMkLst>
      </pc:sldChg>
      <pc:sldChg chg="del">
        <pc:chgData name="贾洪勇" userId="c61acc37-df11-4a3b-9efd-dde9ef084f5f" providerId="ADAL" clId="{E4E1189B-E748-41BD-84C2-D9A85B5F38E6}" dt="2023-02-12T09:51:11.648" v="1584" actId="47"/>
        <pc:sldMkLst>
          <pc:docMk/>
          <pc:sldMk cId="4001056241" sldId="278"/>
        </pc:sldMkLst>
      </pc:sldChg>
      <pc:sldChg chg="del">
        <pc:chgData name="贾洪勇" userId="c61acc37-df11-4a3b-9efd-dde9ef084f5f" providerId="ADAL" clId="{E4E1189B-E748-41BD-84C2-D9A85B5F38E6}" dt="2023-02-12T09:51:11.648" v="1584" actId="47"/>
        <pc:sldMkLst>
          <pc:docMk/>
          <pc:sldMk cId="2948677073" sldId="279"/>
        </pc:sldMkLst>
      </pc:sldChg>
      <pc:sldChg chg="del">
        <pc:chgData name="贾洪勇" userId="c61acc37-df11-4a3b-9efd-dde9ef084f5f" providerId="ADAL" clId="{E4E1189B-E748-41BD-84C2-D9A85B5F38E6}" dt="2023-02-12T09:51:11.648" v="1584" actId="47"/>
        <pc:sldMkLst>
          <pc:docMk/>
          <pc:sldMk cId="3679159105" sldId="280"/>
        </pc:sldMkLst>
      </pc:sldChg>
      <pc:sldChg chg="del">
        <pc:chgData name="贾洪勇" userId="c61acc37-df11-4a3b-9efd-dde9ef084f5f" providerId="ADAL" clId="{E4E1189B-E748-41BD-84C2-D9A85B5F38E6}" dt="2023-02-12T09:51:11.648" v="1584" actId="47"/>
        <pc:sldMkLst>
          <pc:docMk/>
          <pc:sldMk cId="2926446510" sldId="282"/>
        </pc:sldMkLst>
      </pc:sldChg>
      <pc:sldChg chg="modSp new del mod">
        <pc:chgData name="贾洪勇" userId="c61acc37-df11-4a3b-9efd-dde9ef084f5f" providerId="ADAL" clId="{E4E1189B-E748-41BD-84C2-D9A85B5F38E6}" dt="2023-02-12T07:37:18.636" v="523" actId="47"/>
        <pc:sldMkLst>
          <pc:docMk/>
          <pc:sldMk cId="202762075" sldId="321"/>
        </pc:sldMkLst>
        <pc:spChg chg="mod">
          <ac:chgData name="贾洪勇" userId="c61acc37-df11-4a3b-9efd-dde9ef084f5f" providerId="ADAL" clId="{E4E1189B-E748-41BD-84C2-D9A85B5F38E6}" dt="2023-02-12T07:37:07.451" v="519"/>
          <ac:spMkLst>
            <pc:docMk/>
            <pc:sldMk cId="202762075" sldId="321"/>
            <ac:spMk id="2" creationId="{0B6C24E1-29A8-A34F-F440-7B6AC634B087}"/>
          </ac:spMkLst>
        </pc:spChg>
      </pc:sldChg>
      <pc:sldChg chg="addSp delSp modSp add mod ord delAnim modAnim">
        <pc:chgData name="贾洪勇" userId="c61acc37-df11-4a3b-9efd-dde9ef084f5f" providerId="ADAL" clId="{E4E1189B-E748-41BD-84C2-D9A85B5F38E6}" dt="2023-02-12T09:54:53.310" v="1613"/>
        <pc:sldMkLst>
          <pc:docMk/>
          <pc:sldMk cId="2909647674" sldId="322"/>
        </pc:sldMkLst>
        <pc:spChg chg="mod">
          <ac:chgData name="贾洪勇" userId="c61acc37-df11-4a3b-9efd-dde9ef084f5f" providerId="ADAL" clId="{E4E1189B-E748-41BD-84C2-D9A85B5F38E6}" dt="2023-02-12T07:37:29.787" v="554"/>
          <ac:spMkLst>
            <pc:docMk/>
            <pc:sldMk cId="2909647674" sldId="322"/>
            <ac:spMk id="2" creationId="{4361EAED-739F-5BF7-6ED8-1C763ED01DF9}"/>
          </ac:spMkLst>
        </pc:spChg>
        <pc:spChg chg="mod">
          <ac:chgData name="贾洪勇" userId="c61acc37-df11-4a3b-9efd-dde9ef084f5f" providerId="ADAL" clId="{E4E1189B-E748-41BD-84C2-D9A85B5F38E6}" dt="2023-02-12T07:37:46.523" v="576"/>
          <ac:spMkLst>
            <pc:docMk/>
            <pc:sldMk cId="2909647674" sldId="322"/>
            <ac:spMk id="8" creationId="{94AA19F8-3368-0571-061F-A929A6E38CC7}"/>
          </ac:spMkLst>
        </pc:spChg>
        <pc:spChg chg="mod">
          <ac:chgData name="贾洪勇" userId="c61acc37-df11-4a3b-9efd-dde9ef084f5f" providerId="ADAL" clId="{E4E1189B-E748-41BD-84C2-D9A85B5F38E6}" dt="2023-02-12T07:39:16.978" v="625" actId="6549"/>
          <ac:spMkLst>
            <pc:docMk/>
            <pc:sldMk cId="2909647674" sldId="322"/>
            <ac:spMk id="12" creationId="{D29F6C0B-2E08-B46C-973C-7AEBA893E9E6}"/>
          </ac:spMkLst>
        </pc:spChg>
        <pc:spChg chg="del mod topLvl">
          <ac:chgData name="贾洪勇" userId="c61acc37-df11-4a3b-9efd-dde9ef084f5f" providerId="ADAL" clId="{E4E1189B-E748-41BD-84C2-D9A85B5F38E6}" dt="2023-02-12T09:53:41.025" v="1588" actId="478"/>
          <ac:spMkLst>
            <pc:docMk/>
            <pc:sldMk cId="2909647674" sldId="322"/>
            <ac:spMk id="16" creationId="{060C8173-CFDC-7295-6A76-0FD2A37A70F2}"/>
          </ac:spMkLst>
        </pc:spChg>
        <pc:spChg chg="mod">
          <ac:chgData name="贾洪勇" userId="c61acc37-df11-4a3b-9efd-dde9ef084f5f" providerId="ADAL" clId="{E4E1189B-E748-41BD-84C2-D9A85B5F38E6}" dt="2023-02-12T07:40:25.847" v="633" actId="6549"/>
          <ac:spMkLst>
            <pc:docMk/>
            <pc:sldMk cId="2909647674" sldId="322"/>
            <ac:spMk id="18" creationId="{9CAE0B89-AEED-BF26-AFED-04102D2E4F56}"/>
          </ac:spMkLst>
        </pc:spChg>
        <pc:spChg chg="mod">
          <ac:chgData name="贾洪勇" userId="c61acc37-df11-4a3b-9efd-dde9ef084f5f" providerId="ADAL" clId="{E4E1189B-E748-41BD-84C2-D9A85B5F38E6}" dt="2023-02-12T07:38:13.349" v="623"/>
          <ac:spMkLst>
            <pc:docMk/>
            <pc:sldMk cId="2909647674" sldId="322"/>
            <ac:spMk id="21" creationId="{0F1BDA5B-4E1B-6DAF-899A-5C4361FEDDEC}"/>
          </ac:spMkLst>
        </pc:spChg>
        <pc:spChg chg="mod">
          <ac:chgData name="贾洪勇" userId="c61acc37-df11-4a3b-9efd-dde9ef084f5f" providerId="ADAL" clId="{E4E1189B-E748-41BD-84C2-D9A85B5F38E6}" dt="2023-02-12T07:41:24.211" v="648" actId="6549"/>
          <ac:spMkLst>
            <pc:docMk/>
            <pc:sldMk cId="2909647674" sldId="322"/>
            <ac:spMk id="23" creationId="{FF0679F4-BBE7-A0F9-4C54-00963C9277AB}"/>
          </ac:spMkLst>
        </pc:spChg>
        <pc:spChg chg="add mod">
          <ac:chgData name="贾洪勇" userId="c61acc37-df11-4a3b-9efd-dde9ef084f5f" providerId="ADAL" clId="{E4E1189B-E748-41BD-84C2-D9A85B5F38E6}" dt="2023-02-12T09:54:21.822" v="1611" actId="207"/>
          <ac:spMkLst>
            <pc:docMk/>
            <pc:sldMk cId="2909647674" sldId="322"/>
            <ac:spMk id="29" creationId="{BB8157B3-CB85-27C6-3745-2B7B47E37F9D}"/>
          </ac:spMkLst>
        </pc:spChg>
        <pc:grpChg chg="del">
          <ac:chgData name="贾洪勇" userId="c61acc37-df11-4a3b-9efd-dde9ef084f5f" providerId="ADAL" clId="{E4E1189B-E748-41BD-84C2-D9A85B5F38E6}" dt="2023-02-12T09:53:41.025" v="1588" actId="478"/>
          <ac:grpSpMkLst>
            <pc:docMk/>
            <pc:sldMk cId="2909647674" sldId="322"/>
            <ac:grpSpMk id="14" creationId="{BAD67ABB-29B5-2D4D-98C1-6E1794E6AB8C}"/>
          </ac:grpSpMkLst>
        </pc:grpChg>
        <pc:grpChg chg="topLvl">
          <ac:chgData name="贾洪勇" userId="c61acc37-df11-4a3b-9efd-dde9ef084f5f" providerId="ADAL" clId="{E4E1189B-E748-41BD-84C2-D9A85B5F38E6}" dt="2023-02-12T09:53:41.025" v="1588" actId="478"/>
          <ac:grpSpMkLst>
            <pc:docMk/>
            <pc:sldMk cId="2909647674" sldId="322"/>
            <ac:grpSpMk id="15" creationId="{E4DAFE0B-389F-8805-A892-97BA77D02263}"/>
          </ac:grpSpMkLst>
        </pc:grpChg>
        <pc:picChg chg="add del mod">
          <ac:chgData name="贾洪勇" userId="c61acc37-df11-4a3b-9efd-dde9ef084f5f" providerId="ADAL" clId="{E4E1189B-E748-41BD-84C2-D9A85B5F38E6}" dt="2023-02-12T08:53:36.464" v="652" actId="478"/>
          <ac:picMkLst>
            <pc:docMk/>
            <pc:sldMk cId="2909647674" sldId="322"/>
            <ac:picMk id="4" creationId="{81ECA8B3-7632-5577-24B7-7BB6E8E5A6B2}"/>
          </ac:picMkLst>
        </pc:picChg>
        <pc:picChg chg="add del mod">
          <ac:chgData name="贾洪勇" userId="c61acc37-df11-4a3b-9efd-dde9ef084f5f" providerId="ADAL" clId="{E4E1189B-E748-41BD-84C2-D9A85B5F38E6}" dt="2023-02-12T07:40:35.378" v="637" actId="478"/>
          <ac:picMkLst>
            <pc:docMk/>
            <pc:sldMk cId="2909647674" sldId="322"/>
            <ac:picMk id="5" creationId="{8570EE4B-254A-FC40-4997-067E4F7476AD}"/>
          </ac:picMkLst>
        </pc:picChg>
        <pc:picChg chg="add del mod">
          <ac:chgData name="贾洪勇" userId="c61acc37-df11-4a3b-9efd-dde9ef084f5f" providerId="ADAL" clId="{E4E1189B-E748-41BD-84C2-D9A85B5F38E6}" dt="2023-02-12T07:40:47.056" v="640" actId="478"/>
          <ac:picMkLst>
            <pc:docMk/>
            <pc:sldMk cId="2909647674" sldId="322"/>
            <ac:picMk id="6" creationId="{10DD781A-4E50-CAD8-9B12-1A16771C8340}"/>
          </ac:picMkLst>
        </pc:picChg>
        <pc:picChg chg="add del mod">
          <ac:chgData name="贾洪勇" userId="c61acc37-df11-4a3b-9efd-dde9ef084f5f" providerId="ADAL" clId="{E4E1189B-E748-41BD-84C2-D9A85B5F38E6}" dt="2023-02-12T08:53:35.430" v="651" actId="478"/>
          <ac:picMkLst>
            <pc:docMk/>
            <pc:sldMk cId="2909647674" sldId="322"/>
            <ac:picMk id="10" creationId="{7A3DD6C1-5FC9-3ECA-FAC1-272AC514134D}"/>
          </ac:picMkLst>
        </pc:picChg>
        <pc:picChg chg="add mod">
          <ac:chgData name="贾洪勇" userId="c61acc37-df11-4a3b-9efd-dde9ef084f5f" providerId="ADAL" clId="{E4E1189B-E748-41BD-84C2-D9A85B5F38E6}" dt="2023-02-12T08:54:26.502" v="662" actId="1076"/>
          <ac:picMkLst>
            <pc:docMk/>
            <pc:sldMk cId="2909647674" sldId="322"/>
            <ac:picMk id="24" creationId="{F9550559-6CBD-D286-C2D4-0E9FE7B948F7}"/>
          </ac:picMkLst>
        </pc:picChg>
        <pc:picChg chg="add mod">
          <ac:chgData name="贾洪勇" userId="c61acc37-df11-4a3b-9efd-dde9ef084f5f" providerId="ADAL" clId="{E4E1189B-E748-41BD-84C2-D9A85B5F38E6}" dt="2023-02-12T09:53:04.309" v="1586" actId="14100"/>
          <ac:picMkLst>
            <pc:docMk/>
            <pc:sldMk cId="2909647674" sldId="322"/>
            <ac:picMk id="26" creationId="{546275E3-9271-08C3-C37D-879FEF93A6C1}"/>
          </ac:picMkLst>
        </pc:picChg>
        <pc:picChg chg="add mod">
          <ac:chgData name="贾洪勇" userId="c61acc37-df11-4a3b-9efd-dde9ef084f5f" providerId="ADAL" clId="{E4E1189B-E748-41BD-84C2-D9A85B5F38E6}" dt="2023-02-12T09:53:13.330" v="1587" actId="14100"/>
          <ac:picMkLst>
            <pc:docMk/>
            <pc:sldMk cId="2909647674" sldId="322"/>
            <ac:picMk id="28" creationId="{A1925AB8-E31B-7407-83F4-501D7957632E}"/>
          </ac:picMkLst>
        </pc:picChg>
      </pc:sldChg>
      <pc:sldChg chg="new del">
        <pc:chgData name="贾洪勇" userId="c61acc37-df11-4a3b-9efd-dde9ef084f5f" providerId="ADAL" clId="{E4E1189B-E748-41BD-84C2-D9A85B5F38E6}" dt="2023-02-12T08:59:05.250" v="680" actId="47"/>
        <pc:sldMkLst>
          <pc:docMk/>
          <pc:sldMk cId="1917945936" sldId="323"/>
        </pc:sldMkLst>
      </pc:sldChg>
      <pc:sldChg chg="add del">
        <pc:chgData name="贾洪勇" userId="c61acc37-df11-4a3b-9efd-dde9ef084f5f" providerId="ADAL" clId="{E4E1189B-E748-41BD-84C2-D9A85B5F38E6}" dt="2023-02-12T08:58:45.965" v="675" actId="47"/>
        <pc:sldMkLst>
          <pc:docMk/>
          <pc:sldMk cId="2384082915" sldId="323"/>
        </pc:sldMkLst>
      </pc:sldChg>
      <pc:sldChg chg="modSp add mod ord">
        <pc:chgData name="贾洪勇" userId="c61acc37-df11-4a3b-9efd-dde9ef084f5f" providerId="ADAL" clId="{E4E1189B-E748-41BD-84C2-D9A85B5F38E6}" dt="2023-02-12T09:33:11.816" v="1322" actId="20577"/>
        <pc:sldMkLst>
          <pc:docMk/>
          <pc:sldMk cId="404353190" sldId="324"/>
        </pc:sldMkLst>
        <pc:spChg chg="mod">
          <ac:chgData name="贾洪勇" userId="c61acc37-df11-4a3b-9efd-dde9ef084f5f" providerId="ADAL" clId="{E4E1189B-E748-41BD-84C2-D9A85B5F38E6}" dt="2023-02-12T09:20:48.372" v="1084" actId="20577"/>
          <ac:spMkLst>
            <pc:docMk/>
            <pc:sldMk cId="404353190" sldId="324"/>
            <ac:spMk id="2" creationId="{4361EAED-739F-5BF7-6ED8-1C763ED01DF9}"/>
          </ac:spMkLst>
        </pc:spChg>
        <pc:spChg chg="mod">
          <ac:chgData name="贾洪勇" userId="c61acc37-df11-4a3b-9efd-dde9ef084f5f" providerId="ADAL" clId="{E4E1189B-E748-41BD-84C2-D9A85B5F38E6}" dt="2023-02-12T08:59:56.379" v="706"/>
          <ac:spMkLst>
            <pc:docMk/>
            <pc:sldMk cId="404353190" sldId="324"/>
            <ac:spMk id="4" creationId="{D05E0CF6-81A9-6E43-0BC2-D060C3F6F867}"/>
          </ac:spMkLst>
        </pc:spChg>
        <pc:spChg chg="mod">
          <ac:chgData name="贾洪勇" userId="c61acc37-df11-4a3b-9efd-dde9ef084f5f" providerId="ADAL" clId="{E4E1189B-E748-41BD-84C2-D9A85B5F38E6}" dt="2023-02-12T09:33:11.816" v="1322" actId="20577"/>
          <ac:spMkLst>
            <pc:docMk/>
            <pc:sldMk cId="404353190" sldId="324"/>
            <ac:spMk id="12" creationId="{D29F6C0B-2E08-B46C-973C-7AEBA893E9E6}"/>
          </ac:spMkLst>
        </pc:spChg>
      </pc:sldChg>
      <pc:sldChg chg="modSp add mod">
        <pc:chgData name="贾洪勇" userId="c61acc37-df11-4a3b-9efd-dde9ef084f5f" providerId="ADAL" clId="{E4E1189B-E748-41BD-84C2-D9A85B5F38E6}" dt="2023-02-12T09:25:55.679" v="1280"/>
        <pc:sldMkLst>
          <pc:docMk/>
          <pc:sldMk cId="2716596314" sldId="325"/>
        </pc:sldMkLst>
        <pc:spChg chg="mod">
          <ac:chgData name="贾洪勇" userId="c61acc37-df11-4a3b-9efd-dde9ef084f5f" providerId="ADAL" clId="{E4E1189B-E748-41BD-84C2-D9A85B5F38E6}" dt="2023-02-12T09:22:25.961" v="1098"/>
          <ac:spMkLst>
            <pc:docMk/>
            <pc:sldMk cId="2716596314" sldId="325"/>
            <ac:spMk id="4" creationId="{D05E0CF6-81A9-6E43-0BC2-D060C3F6F867}"/>
          </ac:spMkLst>
        </pc:spChg>
        <pc:spChg chg="mod">
          <ac:chgData name="贾洪勇" userId="c61acc37-df11-4a3b-9efd-dde9ef084f5f" providerId="ADAL" clId="{E4E1189B-E748-41BD-84C2-D9A85B5F38E6}" dt="2023-02-12T09:25:55.679" v="1280"/>
          <ac:spMkLst>
            <pc:docMk/>
            <pc:sldMk cId="2716596314" sldId="325"/>
            <ac:spMk id="12" creationId="{D29F6C0B-2E08-B46C-973C-7AEBA893E9E6}"/>
          </ac:spMkLst>
        </pc:spChg>
      </pc:sldChg>
      <pc:sldChg chg="modSp add mod">
        <pc:chgData name="贾洪勇" userId="c61acc37-df11-4a3b-9efd-dde9ef084f5f" providerId="ADAL" clId="{E4E1189B-E748-41BD-84C2-D9A85B5F38E6}" dt="2023-02-12T09:33:23.726" v="1335"/>
        <pc:sldMkLst>
          <pc:docMk/>
          <pc:sldMk cId="1227406736" sldId="326"/>
        </pc:sldMkLst>
        <pc:spChg chg="mod">
          <ac:chgData name="贾洪勇" userId="c61acc37-df11-4a3b-9efd-dde9ef084f5f" providerId="ADAL" clId="{E4E1189B-E748-41BD-84C2-D9A85B5F38E6}" dt="2023-02-12T09:26:28.572" v="1290"/>
          <ac:spMkLst>
            <pc:docMk/>
            <pc:sldMk cId="1227406736" sldId="326"/>
            <ac:spMk id="4" creationId="{D05E0CF6-81A9-6E43-0BC2-D060C3F6F867}"/>
          </ac:spMkLst>
        </pc:spChg>
        <pc:spChg chg="mod">
          <ac:chgData name="贾洪勇" userId="c61acc37-df11-4a3b-9efd-dde9ef084f5f" providerId="ADAL" clId="{E4E1189B-E748-41BD-84C2-D9A85B5F38E6}" dt="2023-02-12T09:33:23.726" v="1335"/>
          <ac:spMkLst>
            <pc:docMk/>
            <pc:sldMk cId="1227406736" sldId="326"/>
            <ac:spMk id="12" creationId="{D29F6C0B-2E08-B46C-973C-7AEBA893E9E6}"/>
          </ac:spMkLst>
        </pc:spChg>
      </pc:sldChg>
      <pc:sldChg chg="modSp new del mod">
        <pc:chgData name="贾洪勇" userId="c61acc37-df11-4a3b-9efd-dde9ef084f5f" providerId="ADAL" clId="{E4E1189B-E748-41BD-84C2-D9A85B5F38E6}" dt="2023-02-12T09:34:50.555" v="1371" actId="47"/>
        <pc:sldMkLst>
          <pc:docMk/>
          <pc:sldMk cId="3701469247" sldId="327"/>
        </pc:sldMkLst>
        <pc:spChg chg="mod">
          <ac:chgData name="贾洪勇" userId="c61acc37-df11-4a3b-9efd-dde9ef084f5f" providerId="ADAL" clId="{E4E1189B-E748-41BD-84C2-D9A85B5F38E6}" dt="2023-02-12T09:34:30.715" v="1367"/>
          <ac:spMkLst>
            <pc:docMk/>
            <pc:sldMk cId="3701469247" sldId="327"/>
            <ac:spMk id="2" creationId="{28D63203-EF27-E34B-CF0F-FBE5F9382572}"/>
          </ac:spMkLst>
        </pc:spChg>
      </pc:sldChg>
      <pc:sldChg chg="modSp add mod ord">
        <pc:chgData name="贾洪勇" userId="c61acc37-df11-4a3b-9efd-dde9ef084f5f" providerId="ADAL" clId="{E4E1189B-E748-41BD-84C2-D9A85B5F38E6}" dt="2023-02-12T09:56:58.021" v="1614" actId="207"/>
        <pc:sldMkLst>
          <pc:docMk/>
          <pc:sldMk cId="1590223849" sldId="328"/>
        </pc:sldMkLst>
        <pc:spChg chg="mod">
          <ac:chgData name="贾洪勇" userId="c61acc37-df11-4a3b-9efd-dde9ef084f5f" providerId="ADAL" clId="{E4E1189B-E748-41BD-84C2-D9A85B5F38E6}" dt="2023-02-12T09:35:50.201" v="1502"/>
          <ac:spMkLst>
            <pc:docMk/>
            <pc:sldMk cId="1590223849" sldId="328"/>
            <ac:spMk id="2" creationId="{4361EAED-739F-5BF7-6ED8-1C763ED01DF9}"/>
          </ac:spMkLst>
        </pc:spChg>
        <pc:spChg chg="mod">
          <ac:chgData name="贾洪勇" userId="c61acc37-df11-4a3b-9efd-dde9ef084f5f" providerId="ADAL" clId="{E4E1189B-E748-41BD-84C2-D9A85B5F38E6}" dt="2023-02-12T09:35:07.633" v="1420"/>
          <ac:spMkLst>
            <pc:docMk/>
            <pc:sldMk cId="1590223849" sldId="328"/>
            <ac:spMk id="8" creationId="{94AA19F8-3368-0571-061F-A929A6E38CC7}"/>
          </ac:spMkLst>
        </pc:spChg>
        <pc:spChg chg="mod">
          <ac:chgData name="贾洪勇" userId="c61acc37-df11-4a3b-9efd-dde9ef084f5f" providerId="ADAL" clId="{E4E1189B-E748-41BD-84C2-D9A85B5F38E6}" dt="2023-02-12T09:47:59.242" v="1581" actId="404"/>
          <ac:spMkLst>
            <pc:docMk/>
            <pc:sldMk cId="1590223849" sldId="328"/>
            <ac:spMk id="12" creationId="{D29F6C0B-2E08-B46C-973C-7AEBA893E9E6}"/>
          </ac:spMkLst>
        </pc:spChg>
        <pc:spChg chg="mod">
          <ac:chgData name="贾洪勇" userId="c61acc37-df11-4a3b-9efd-dde9ef084f5f" providerId="ADAL" clId="{E4E1189B-E748-41BD-84C2-D9A85B5F38E6}" dt="2023-02-12T09:56:58.021" v="1614" actId="207"/>
          <ac:spMkLst>
            <pc:docMk/>
            <pc:sldMk cId="1590223849" sldId="328"/>
            <ac:spMk id="16" creationId="{060C8173-CFDC-7295-6A76-0FD2A37A70F2}"/>
          </ac:spMkLst>
        </pc:spChg>
        <pc:spChg chg="mod">
          <ac:chgData name="贾洪勇" userId="c61acc37-df11-4a3b-9efd-dde9ef084f5f" providerId="ADAL" clId="{E4E1189B-E748-41BD-84C2-D9A85B5F38E6}" dt="2023-02-12T09:47:54.743" v="1580" actId="404"/>
          <ac:spMkLst>
            <pc:docMk/>
            <pc:sldMk cId="1590223849" sldId="328"/>
            <ac:spMk id="18" creationId="{9CAE0B89-AEED-BF26-AFED-04102D2E4F56}"/>
          </ac:spMkLst>
        </pc:spChg>
        <pc:spChg chg="mod">
          <ac:chgData name="贾洪勇" userId="c61acc37-df11-4a3b-9efd-dde9ef084f5f" providerId="ADAL" clId="{E4E1189B-E748-41BD-84C2-D9A85B5F38E6}" dt="2023-02-12T09:35:22.180" v="1458"/>
          <ac:spMkLst>
            <pc:docMk/>
            <pc:sldMk cId="1590223849" sldId="328"/>
            <ac:spMk id="21" creationId="{0F1BDA5B-4E1B-6DAF-899A-5C4361FEDDEC}"/>
          </ac:spMkLst>
        </pc:spChg>
        <pc:spChg chg="mod">
          <ac:chgData name="贾洪勇" userId="c61acc37-df11-4a3b-9efd-dde9ef084f5f" providerId="ADAL" clId="{E4E1189B-E748-41BD-84C2-D9A85B5F38E6}" dt="2023-02-12T09:49:30.105" v="1583" actId="6549"/>
          <ac:spMkLst>
            <pc:docMk/>
            <pc:sldMk cId="1590223849" sldId="328"/>
            <ac:spMk id="23" creationId="{FF0679F4-BBE7-A0F9-4C54-00963C9277AB}"/>
          </ac:spMkLst>
        </pc:spChg>
      </pc:sldChg>
      <pc:sldChg chg="modSp add mod ord">
        <pc:chgData name="贾洪勇" userId="c61acc37-df11-4a3b-9efd-dde9ef084f5f" providerId="ADAL" clId="{E4E1189B-E748-41BD-84C2-D9A85B5F38E6}" dt="2023-02-12T14:49:03.863" v="2256"/>
        <pc:sldMkLst>
          <pc:docMk/>
          <pc:sldMk cId="408552387" sldId="329"/>
        </pc:sldMkLst>
        <pc:spChg chg="mod">
          <ac:chgData name="贾洪勇" userId="c61acc37-df11-4a3b-9efd-dde9ef084f5f" providerId="ADAL" clId="{E4E1189B-E748-41BD-84C2-D9A85B5F38E6}" dt="2023-02-12T09:58:14.114" v="1654"/>
          <ac:spMkLst>
            <pc:docMk/>
            <pc:sldMk cId="408552387" sldId="329"/>
            <ac:spMk id="2" creationId="{4361EAED-739F-5BF7-6ED8-1C763ED01DF9}"/>
          </ac:spMkLst>
        </pc:spChg>
        <pc:spChg chg="mod">
          <ac:chgData name="贾洪勇" userId="c61acc37-df11-4a3b-9efd-dde9ef084f5f" providerId="ADAL" clId="{E4E1189B-E748-41BD-84C2-D9A85B5F38E6}" dt="2023-02-12T09:59:59.964" v="1681"/>
          <ac:spMkLst>
            <pc:docMk/>
            <pc:sldMk cId="408552387" sldId="329"/>
            <ac:spMk id="4" creationId="{D05E0CF6-81A9-6E43-0BC2-D060C3F6F867}"/>
          </ac:spMkLst>
        </pc:spChg>
        <pc:spChg chg="mod">
          <ac:chgData name="贾洪勇" userId="c61acc37-df11-4a3b-9efd-dde9ef084f5f" providerId="ADAL" clId="{E4E1189B-E748-41BD-84C2-D9A85B5F38E6}" dt="2023-02-12T14:49:03.863" v="2256"/>
          <ac:spMkLst>
            <pc:docMk/>
            <pc:sldMk cId="408552387" sldId="329"/>
            <ac:spMk id="12" creationId="{D29F6C0B-2E08-B46C-973C-7AEBA893E9E6}"/>
          </ac:spMkLst>
        </pc:spChg>
      </pc:sldChg>
    </pc:docChg>
  </pc:docChgLst>
  <pc:docChgLst>
    <pc:chgData name="贾洪勇" userId="c61acc37-df11-4a3b-9efd-dde9ef084f5f" providerId="ADAL" clId="{4754A045-82B1-477D-884E-73DDE5CA6FBD}"/>
    <pc:docChg chg="undo custSel addSld delSld modSld">
      <pc:chgData name="贾洪勇" userId="c61acc37-df11-4a3b-9efd-dde9ef084f5f" providerId="ADAL" clId="{4754A045-82B1-477D-884E-73DDE5CA6FBD}" dt="2023-02-19T14:33:03.346" v="80" actId="20577"/>
      <pc:docMkLst>
        <pc:docMk/>
      </pc:docMkLst>
      <pc:sldChg chg="modSp mod">
        <pc:chgData name="贾洪勇" userId="c61acc37-df11-4a3b-9efd-dde9ef084f5f" providerId="ADAL" clId="{4754A045-82B1-477D-884E-73DDE5CA6FBD}" dt="2023-02-19T12:36:25.362" v="48"/>
        <pc:sldMkLst>
          <pc:docMk/>
          <pc:sldMk cId="1421421680" sldId="256"/>
        </pc:sldMkLst>
        <pc:spChg chg="mod">
          <ac:chgData name="贾洪勇" userId="c61acc37-df11-4a3b-9efd-dde9ef084f5f" providerId="ADAL" clId="{4754A045-82B1-477D-884E-73DDE5CA6FBD}" dt="2023-02-19T12:36:25.362" v="48"/>
          <ac:spMkLst>
            <pc:docMk/>
            <pc:sldMk cId="1421421680" sldId="256"/>
            <ac:spMk id="9" creationId="{6C2532AA-A647-48FF-8A25-36777AF5B18D}"/>
          </ac:spMkLst>
        </pc:spChg>
      </pc:sldChg>
      <pc:sldChg chg="add del">
        <pc:chgData name="贾洪勇" userId="c61acc37-df11-4a3b-9efd-dde9ef084f5f" providerId="ADAL" clId="{4754A045-82B1-477D-884E-73DDE5CA6FBD}" dt="2023-02-19T12:33:40.538" v="2" actId="47"/>
        <pc:sldMkLst>
          <pc:docMk/>
          <pc:sldMk cId="0" sldId="257"/>
        </pc:sldMkLst>
      </pc:sldChg>
      <pc:sldChg chg="del">
        <pc:chgData name="贾洪勇" userId="c61acc37-df11-4a3b-9efd-dde9ef084f5f" providerId="ADAL" clId="{4754A045-82B1-477D-884E-73DDE5CA6FBD}" dt="2023-02-19T12:32:56.996" v="0" actId="47"/>
        <pc:sldMkLst>
          <pc:docMk/>
          <pc:sldMk cId="318647968" sldId="265"/>
        </pc:sldMkLst>
      </pc:sldChg>
      <pc:sldChg chg="del">
        <pc:chgData name="贾洪勇" userId="c61acc37-df11-4a3b-9efd-dde9ef084f5f" providerId="ADAL" clId="{4754A045-82B1-477D-884E-73DDE5CA6FBD}" dt="2023-02-19T12:32:56.996" v="0" actId="47"/>
        <pc:sldMkLst>
          <pc:docMk/>
          <pc:sldMk cId="4041315538" sldId="281"/>
        </pc:sldMkLst>
      </pc:sldChg>
      <pc:sldChg chg="del">
        <pc:chgData name="贾洪勇" userId="c61acc37-df11-4a3b-9efd-dde9ef084f5f" providerId="ADAL" clId="{4754A045-82B1-477D-884E-73DDE5CA6FBD}" dt="2023-02-19T12:32:56.996" v="0" actId="47"/>
        <pc:sldMkLst>
          <pc:docMk/>
          <pc:sldMk cId="788547379" sldId="283"/>
        </pc:sldMkLst>
      </pc:sldChg>
      <pc:sldChg chg="del">
        <pc:chgData name="贾洪勇" userId="c61acc37-df11-4a3b-9efd-dde9ef084f5f" providerId="ADAL" clId="{4754A045-82B1-477D-884E-73DDE5CA6FBD}" dt="2023-02-19T12:32:56.996" v="0" actId="47"/>
        <pc:sldMkLst>
          <pc:docMk/>
          <pc:sldMk cId="2292069545" sldId="284"/>
        </pc:sldMkLst>
      </pc:sldChg>
      <pc:sldChg chg="del">
        <pc:chgData name="贾洪勇" userId="c61acc37-df11-4a3b-9efd-dde9ef084f5f" providerId="ADAL" clId="{4754A045-82B1-477D-884E-73DDE5CA6FBD}" dt="2023-02-19T12:32:56.996" v="0" actId="47"/>
        <pc:sldMkLst>
          <pc:docMk/>
          <pc:sldMk cId="45511208" sldId="285"/>
        </pc:sldMkLst>
      </pc:sldChg>
      <pc:sldChg chg="del">
        <pc:chgData name="贾洪勇" userId="c61acc37-df11-4a3b-9efd-dde9ef084f5f" providerId="ADAL" clId="{4754A045-82B1-477D-884E-73DDE5CA6FBD}" dt="2023-02-19T12:32:56.996" v="0" actId="47"/>
        <pc:sldMkLst>
          <pc:docMk/>
          <pc:sldMk cId="550373099" sldId="286"/>
        </pc:sldMkLst>
      </pc:sldChg>
      <pc:sldChg chg="del">
        <pc:chgData name="贾洪勇" userId="c61acc37-df11-4a3b-9efd-dde9ef084f5f" providerId="ADAL" clId="{4754A045-82B1-477D-884E-73DDE5CA6FBD}" dt="2023-02-19T12:32:56.996" v="0" actId="47"/>
        <pc:sldMkLst>
          <pc:docMk/>
          <pc:sldMk cId="2391423113" sldId="287"/>
        </pc:sldMkLst>
      </pc:sldChg>
      <pc:sldChg chg="del">
        <pc:chgData name="贾洪勇" userId="c61acc37-df11-4a3b-9efd-dde9ef084f5f" providerId="ADAL" clId="{4754A045-82B1-477D-884E-73DDE5CA6FBD}" dt="2023-02-19T12:32:56.996" v="0" actId="47"/>
        <pc:sldMkLst>
          <pc:docMk/>
          <pc:sldMk cId="452853014" sldId="288"/>
        </pc:sldMkLst>
      </pc:sldChg>
      <pc:sldChg chg="del">
        <pc:chgData name="贾洪勇" userId="c61acc37-df11-4a3b-9efd-dde9ef084f5f" providerId="ADAL" clId="{4754A045-82B1-477D-884E-73DDE5CA6FBD}" dt="2023-02-19T12:32:56.996" v="0" actId="47"/>
        <pc:sldMkLst>
          <pc:docMk/>
          <pc:sldMk cId="1744690901" sldId="289"/>
        </pc:sldMkLst>
      </pc:sldChg>
      <pc:sldChg chg="del">
        <pc:chgData name="贾洪勇" userId="c61acc37-df11-4a3b-9efd-dde9ef084f5f" providerId="ADAL" clId="{4754A045-82B1-477D-884E-73DDE5CA6FBD}" dt="2023-02-19T12:32:56.996" v="0" actId="47"/>
        <pc:sldMkLst>
          <pc:docMk/>
          <pc:sldMk cId="2958175020" sldId="290"/>
        </pc:sldMkLst>
      </pc:sldChg>
      <pc:sldChg chg="del">
        <pc:chgData name="贾洪勇" userId="c61acc37-df11-4a3b-9efd-dde9ef084f5f" providerId="ADAL" clId="{4754A045-82B1-477D-884E-73DDE5CA6FBD}" dt="2023-02-19T12:32:56.996" v="0" actId="47"/>
        <pc:sldMkLst>
          <pc:docMk/>
          <pc:sldMk cId="2442484651" sldId="291"/>
        </pc:sldMkLst>
      </pc:sldChg>
      <pc:sldChg chg="del">
        <pc:chgData name="贾洪勇" userId="c61acc37-df11-4a3b-9efd-dde9ef084f5f" providerId="ADAL" clId="{4754A045-82B1-477D-884E-73DDE5CA6FBD}" dt="2023-02-19T12:32:56.996" v="0" actId="47"/>
        <pc:sldMkLst>
          <pc:docMk/>
          <pc:sldMk cId="3856985122" sldId="292"/>
        </pc:sldMkLst>
      </pc:sldChg>
      <pc:sldChg chg="del">
        <pc:chgData name="贾洪勇" userId="c61acc37-df11-4a3b-9efd-dde9ef084f5f" providerId="ADAL" clId="{4754A045-82B1-477D-884E-73DDE5CA6FBD}" dt="2023-02-19T12:32:56.996" v="0" actId="47"/>
        <pc:sldMkLst>
          <pc:docMk/>
          <pc:sldMk cId="2538287403" sldId="293"/>
        </pc:sldMkLst>
      </pc:sldChg>
      <pc:sldChg chg="del">
        <pc:chgData name="贾洪勇" userId="c61acc37-df11-4a3b-9efd-dde9ef084f5f" providerId="ADAL" clId="{4754A045-82B1-477D-884E-73DDE5CA6FBD}" dt="2023-02-19T12:32:56.996" v="0" actId="47"/>
        <pc:sldMkLst>
          <pc:docMk/>
          <pc:sldMk cId="2890341310" sldId="294"/>
        </pc:sldMkLst>
      </pc:sldChg>
      <pc:sldChg chg="del">
        <pc:chgData name="贾洪勇" userId="c61acc37-df11-4a3b-9efd-dde9ef084f5f" providerId="ADAL" clId="{4754A045-82B1-477D-884E-73DDE5CA6FBD}" dt="2023-02-19T12:32:56.996" v="0" actId="47"/>
        <pc:sldMkLst>
          <pc:docMk/>
          <pc:sldMk cId="3009069180" sldId="295"/>
        </pc:sldMkLst>
      </pc:sldChg>
      <pc:sldChg chg="del">
        <pc:chgData name="贾洪勇" userId="c61acc37-df11-4a3b-9efd-dde9ef084f5f" providerId="ADAL" clId="{4754A045-82B1-477D-884E-73DDE5CA6FBD}" dt="2023-02-19T12:32:56.996" v="0" actId="47"/>
        <pc:sldMkLst>
          <pc:docMk/>
          <pc:sldMk cId="1402971226" sldId="296"/>
        </pc:sldMkLst>
      </pc:sldChg>
      <pc:sldChg chg="del">
        <pc:chgData name="贾洪勇" userId="c61acc37-df11-4a3b-9efd-dde9ef084f5f" providerId="ADAL" clId="{4754A045-82B1-477D-884E-73DDE5CA6FBD}" dt="2023-02-19T12:32:56.996" v="0" actId="47"/>
        <pc:sldMkLst>
          <pc:docMk/>
          <pc:sldMk cId="2734611360" sldId="297"/>
        </pc:sldMkLst>
      </pc:sldChg>
      <pc:sldChg chg="del">
        <pc:chgData name="贾洪勇" userId="c61acc37-df11-4a3b-9efd-dde9ef084f5f" providerId="ADAL" clId="{4754A045-82B1-477D-884E-73DDE5CA6FBD}" dt="2023-02-19T12:32:56.996" v="0" actId="47"/>
        <pc:sldMkLst>
          <pc:docMk/>
          <pc:sldMk cId="225757188" sldId="298"/>
        </pc:sldMkLst>
      </pc:sldChg>
      <pc:sldChg chg="del">
        <pc:chgData name="贾洪勇" userId="c61acc37-df11-4a3b-9efd-dde9ef084f5f" providerId="ADAL" clId="{4754A045-82B1-477D-884E-73DDE5CA6FBD}" dt="2023-02-19T12:32:56.996" v="0" actId="47"/>
        <pc:sldMkLst>
          <pc:docMk/>
          <pc:sldMk cId="203248500" sldId="299"/>
        </pc:sldMkLst>
      </pc:sldChg>
      <pc:sldChg chg="del">
        <pc:chgData name="贾洪勇" userId="c61acc37-df11-4a3b-9efd-dde9ef084f5f" providerId="ADAL" clId="{4754A045-82B1-477D-884E-73DDE5CA6FBD}" dt="2023-02-19T12:32:56.996" v="0" actId="47"/>
        <pc:sldMkLst>
          <pc:docMk/>
          <pc:sldMk cId="4024681234" sldId="300"/>
        </pc:sldMkLst>
      </pc:sldChg>
      <pc:sldChg chg="del">
        <pc:chgData name="贾洪勇" userId="c61acc37-df11-4a3b-9efd-dde9ef084f5f" providerId="ADAL" clId="{4754A045-82B1-477D-884E-73DDE5CA6FBD}" dt="2023-02-19T12:32:56.996" v="0" actId="47"/>
        <pc:sldMkLst>
          <pc:docMk/>
          <pc:sldMk cId="54060053" sldId="301"/>
        </pc:sldMkLst>
      </pc:sldChg>
      <pc:sldChg chg="del">
        <pc:chgData name="贾洪勇" userId="c61acc37-df11-4a3b-9efd-dde9ef084f5f" providerId="ADAL" clId="{4754A045-82B1-477D-884E-73DDE5CA6FBD}" dt="2023-02-19T12:32:56.996" v="0" actId="47"/>
        <pc:sldMkLst>
          <pc:docMk/>
          <pc:sldMk cId="2893856322" sldId="302"/>
        </pc:sldMkLst>
      </pc:sldChg>
      <pc:sldChg chg="del">
        <pc:chgData name="贾洪勇" userId="c61acc37-df11-4a3b-9efd-dde9ef084f5f" providerId="ADAL" clId="{4754A045-82B1-477D-884E-73DDE5CA6FBD}" dt="2023-02-19T12:32:56.996" v="0" actId="47"/>
        <pc:sldMkLst>
          <pc:docMk/>
          <pc:sldMk cId="2182874725" sldId="303"/>
        </pc:sldMkLst>
      </pc:sldChg>
      <pc:sldChg chg="del">
        <pc:chgData name="贾洪勇" userId="c61acc37-df11-4a3b-9efd-dde9ef084f5f" providerId="ADAL" clId="{4754A045-82B1-477D-884E-73DDE5CA6FBD}" dt="2023-02-19T12:32:56.996" v="0" actId="47"/>
        <pc:sldMkLst>
          <pc:docMk/>
          <pc:sldMk cId="3618089451" sldId="304"/>
        </pc:sldMkLst>
      </pc:sldChg>
      <pc:sldChg chg="del">
        <pc:chgData name="贾洪勇" userId="c61acc37-df11-4a3b-9efd-dde9ef084f5f" providerId="ADAL" clId="{4754A045-82B1-477D-884E-73DDE5CA6FBD}" dt="2023-02-19T12:32:56.996" v="0" actId="47"/>
        <pc:sldMkLst>
          <pc:docMk/>
          <pc:sldMk cId="3328604528" sldId="305"/>
        </pc:sldMkLst>
      </pc:sldChg>
      <pc:sldChg chg="del">
        <pc:chgData name="贾洪勇" userId="c61acc37-df11-4a3b-9efd-dde9ef084f5f" providerId="ADAL" clId="{4754A045-82B1-477D-884E-73DDE5CA6FBD}" dt="2023-02-19T12:32:56.996" v="0" actId="47"/>
        <pc:sldMkLst>
          <pc:docMk/>
          <pc:sldMk cId="3667421515" sldId="306"/>
        </pc:sldMkLst>
      </pc:sldChg>
      <pc:sldChg chg="del">
        <pc:chgData name="贾洪勇" userId="c61acc37-df11-4a3b-9efd-dde9ef084f5f" providerId="ADAL" clId="{4754A045-82B1-477D-884E-73DDE5CA6FBD}" dt="2023-02-19T12:32:56.996" v="0" actId="47"/>
        <pc:sldMkLst>
          <pc:docMk/>
          <pc:sldMk cId="613567310" sldId="307"/>
        </pc:sldMkLst>
      </pc:sldChg>
      <pc:sldChg chg="del">
        <pc:chgData name="贾洪勇" userId="c61acc37-df11-4a3b-9efd-dde9ef084f5f" providerId="ADAL" clId="{4754A045-82B1-477D-884E-73DDE5CA6FBD}" dt="2023-02-19T12:32:56.996" v="0" actId="47"/>
        <pc:sldMkLst>
          <pc:docMk/>
          <pc:sldMk cId="4054470713" sldId="308"/>
        </pc:sldMkLst>
      </pc:sldChg>
      <pc:sldChg chg="del">
        <pc:chgData name="贾洪勇" userId="c61acc37-df11-4a3b-9efd-dde9ef084f5f" providerId="ADAL" clId="{4754A045-82B1-477D-884E-73DDE5CA6FBD}" dt="2023-02-19T12:32:56.996" v="0" actId="47"/>
        <pc:sldMkLst>
          <pc:docMk/>
          <pc:sldMk cId="1224642677" sldId="309"/>
        </pc:sldMkLst>
      </pc:sldChg>
      <pc:sldChg chg="del">
        <pc:chgData name="贾洪勇" userId="c61acc37-df11-4a3b-9efd-dde9ef084f5f" providerId="ADAL" clId="{4754A045-82B1-477D-884E-73DDE5CA6FBD}" dt="2023-02-19T12:32:56.996" v="0" actId="47"/>
        <pc:sldMkLst>
          <pc:docMk/>
          <pc:sldMk cId="263571017" sldId="310"/>
        </pc:sldMkLst>
      </pc:sldChg>
      <pc:sldChg chg="del">
        <pc:chgData name="贾洪勇" userId="c61acc37-df11-4a3b-9efd-dde9ef084f5f" providerId="ADAL" clId="{4754A045-82B1-477D-884E-73DDE5CA6FBD}" dt="2023-02-19T12:32:56.996" v="0" actId="47"/>
        <pc:sldMkLst>
          <pc:docMk/>
          <pc:sldMk cId="1835521345" sldId="311"/>
        </pc:sldMkLst>
      </pc:sldChg>
      <pc:sldChg chg="del">
        <pc:chgData name="贾洪勇" userId="c61acc37-df11-4a3b-9efd-dde9ef084f5f" providerId="ADAL" clId="{4754A045-82B1-477D-884E-73DDE5CA6FBD}" dt="2023-02-19T12:32:56.996" v="0" actId="47"/>
        <pc:sldMkLst>
          <pc:docMk/>
          <pc:sldMk cId="4016222190" sldId="312"/>
        </pc:sldMkLst>
      </pc:sldChg>
      <pc:sldChg chg="add modTransition">
        <pc:chgData name="贾洪勇" userId="c61acc37-df11-4a3b-9efd-dde9ef084f5f" providerId="ADAL" clId="{4754A045-82B1-477D-884E-73DDE5CA6FBD}" dt="2023-02-19T12:33:35.650" v="1"/>
        <pc:sldMkLst>
          <pc:docMk/>
          <pc:sldMk cId="0" sldId="313"/>
        </pc:sldMkLst>
      </pc:sldChg>
      <pc:sldChg chg="del">
        <pc:chgData name="贾洪勇" userId="c61acc37-df11-4a3b-9efd-dde9ef084f5f" providerId="ADAL" clId="{4754A045-82B1-477D-884E-73DDE5CA6FBD}" dt="2023-02-19T12:32:56.996" v="0" actId="47"/>
        <pc:sldMkLst>
          <pc:docMk/>
          <pc:sldMk cId="3548964099" sldId="313"/>
        </pc:sldMkLst>
      </pc:sldChg>
      <pc:sldChg chg="add modTransition">
        <pc:chgData name="贾洪勇" userId="c61acc37-df11-4a3b-9efd-dde9ef084f5f" providerId="ADAL" clId="{4754A045-82B1-477D-884E-73DDE5CA6FBD}" dt="2023-02-19T12:33:35.650" v="1"/>
        <pc:sldMkLst>
          <pc:docMk/>
          <pc:sldMk cId="0" sldId="314"/>
        </pc:sldMkLst>
      </pc:sldChg>
      <pc:sldChg chg="del">
        <pc:chgData name="贾洪勇" userId="c61acc37-df11-4a3b-9efd-dde9ef084f5f" providerId="ADAL" clId="{4754A045-82B1-477D-884E-73DDE5CA6FBD}" dt="2023-02-19T12:32:56.996" v="0" actId="47"/>
        <pc:sldMkLst>
          <pc:docMk/>
          <pc:sldMk cId="1512306353" sldId="314"/>
        </pc:sldMkLst>
      </pc:sldChg>
      <pc:sldChg chg="del">
        <pc:chgData name="贾洪勇" userId="c61acc37-df11-4a3b-9efd-dde9ef084f5f" providerId="ADAL" clId="{4754A045-82B1-477D-884E-73DDE5CA6FBD}" dt="2023-02-19T12:32:56.996" v="0" actId="47"/>
        <pc:sldMkLst>
          <pc:docMk/>
          <pc:sldMk cId="1669199284" sldId="315"/>
        </pc:sldMkLst>
      </pc:sldChg>
      <pc:sldChg chg="add modTransition">
        <pc:chgData name="贾洪勇" userId="c61acc37-df11-4a3b-9efd-dde9ef084f5f" providerId="ADAL" clId="{4754A045-82B1-477D-884E-73DDE5CA6FBD}" dt="2023-02-19T12:33:35.650" v="1"/>
        <pc:sldMkLst>
          <pc:docMk/>
          <pc:sldMk cId="0" sldId="316"/>
        </pc:sldMkLst>
      </pc:sldChg>
      <pc:sldChg chg="del">
        <pc:chgData name="贾洪勇" userId="c61acc37-df11-4a3b-9efd-dde9ef084f5f" providerId="ADAL" clId="{4754A045-82B1-477D-884E-73DDE5CA6FBD}" dt="2023-02-19T12:32:56.996" v="0" actId="47"/>
        <pc:sldMkLst>
          <pc:docMk/>
          <pc:sldMk cId="3597854964" sldId="316"/>
        </pc:sldMkLst>
      </pc:sldChg>
      <pc:sldChg chg="add modTransition">
        <pc:chgData name="贾洪勇" userId="c61acc37-df11-4a3b-9efd-dde9ef084f5f" providerId="ADAL" clId="{4754A045-82B1-477D-884E-73DDE5CA6FBD}" dt="2023-02-19T12:33:35.650" v="1"/>
        <pc:sldMkLst>
          <pc:docMk/>
          <pc:sldMk cId="0" sldId="317"/>
        </pc:sldMkLst>
      </pc:sldChg>
      <pc:sldChg chg="del">
        <pc:chgData name="贾洪勇" userId="c61acc37-df11-4a3b-9efd-dde9ef084f5f" providerId="ADAL" clId="{4754A045-82B1-477D-884E-73DDE5CA6FBD}" dt="2023-02-19T12:32:56.996" v="0" actId="47"/>
        <pc:sldMkLst>
          <pc:docMk/>
          <pc:sldMk cId="2360931495" sldId="317"/>
        </pc:sldMkLst>
      </pc:sldChg>
      <pc:sldChg chg="add modTransition">
        <pc:chgData name="贾洪勇" userId="c61acc37-df11-4a3b-9efd-dde9ef084f5f" providerId="ADAL" clId="{4754A045-82B1-477D-884E-73DDE5CA6FBD}" dt="2023-02-19T12:33:35.650" v="1"/>
        <pc:sldMkLst>
          <pc:docMk/>
          <pc:sldMk cId="0" sldId="318"/>
        </pc:sldMkLst>
      </pc:sldChg>
      <pc:sldChg chg="del">
        <pc:chgData name="贾洪勇" userId="c61acc37-df11-4a3b-9efd-dde9ef084f5f" providerId="ADAL" clId="{4754A045-82B1-477D-884E-73DDE5CA6FBD}" dt="2023-02-19T12:32:56.996" v="0" actId="47"/>
        <pc:sldMkLst>
          <pc:docMk/>
          <pc:sldMk cId="3817363734" sldId="318"/>
        </pc:sldMkLst>
      </pc:sldChg>
      <pc:sldChg chg="add">
        <pc:chgData name="贾洪勇" userId="c61acc37-df11-4a3b-9efd-dde9ef084f5f" providerId="ADAL" clId="{4754A045-82B1-477D-884E-73DDE5CA6FBD}" dt="2023-02-19T12:33:35.650" v="1"/>
        <pc:sldMkLst>
          <pc:docMk/>
          <pc:sldMk cId="0" sldId="319"/>
        </pc:sldMkLst>
      </pc:sldChg>
      <pc:sldChg chg="del">
        <pc:chgData name="贾洪勇" userId="c61acc37-df11-4a3b-9efd-dde9ef084f5f" providerId="ADAL" clId="{4754A045-82B1-477D-884E-73DDE5CA6FBD}" dt="2023-02-19T12:32:56.996" v="0" actId="47"/>
        <pc:sldMkLst>
          <pc:docMk/>
          <pc:sldMk cId="3237732677" sldId="319"/>
        </pc:sldMkLst>
      </pc:sldChg>
      <pc:sldChg chg="del">
        <pc:chgData name="贾洪勇" userId="c61acc37-df11-4a3b-9efd-dde9ef084f5f" providerId="ADAL" clId="{4754A045-82B1-477D-884E-73DDE5CA6FBD}" dt="2023-02-19T12:32:56.996" v="0" actId="47"/>
        <pc:sldMkLst>
          <pc:docMk/>
          <pc:sldMk cId="3540762732" sldId="320"/>
        </pc:sldMkLst>
      </pc:sldChg>
      <pc:sldChg chg="add modTransition">
        <pc:chgData name="贾洪勇" userId="c61acc37-df11-4a3b-9efd-dde9ef084f5f" providerId="ADAL" clId="{4754A045-82B1-477D-884E-73DDE5CA6FBD}" dt="2023-02-19T12:33:35.650" v="1"/>
        <pc:sldMkLst>
          <pc:docMk/>
          <pc:sldMk cId="0" sldId="321"/>
        </pc:sldMkLst>
      </pc:sldChg>
      <pc:sldChg chg="modSp add mod modTransition">
        <pc:chgData name="贾洪勇" userId="c61acc37-df11-4a3b-9efd-dde9ef084f5f" providerId="ADAL" clId="{4754A045-82B1-477D-884E-73DDE5CA6FBD}" dt="2023-02-19T14:33:03.346" v="80" actId="20577"/>
        <pc:sldMkLst>
          <pc:docMk/>
          <pc:sldMk cId="0" sldId="322"/>
        </pc:sldMkLst>
        <pc:spChg chg="mod">
          <ac:chgData name="贾洪勇" userId="c61acc37-df11-4a3b-9efd-dde9ef084f5f" providerId="ADAL" clId="{4754A045-82B1-477D-884E-73DDE5CA6FBD}" dt="2023-02-19T14:33:03.346" v="80" actId="20577"/>
          <ac:spMkLst>
            <pc:docMk/>
            <pc:sldMk cId="0" sldId="322"/>
            <ac:spMk id="26" creationId="{2556339B-10DF-DBCB-C23F-151A28BDA685}"/>
          </ac:spMkLst>
        </pc:spChg>
      </pc:sldChg>
      <pc:sldChg chg="del">
        <pc:chgData name="贾洪勇" userId="c61acc37-df11-4a3b-9efd-dde9ef084f5f" providerId="ADAL" clId="{4754A045-82B1-477D-884E-73DDE5CA6FBD}" dt="2023-02-19T12:32:56.996" v="0" actId="47"/>
        <pc:sldMkLst>
          <pc:docMk/>
          <pc:sldMk cId="2909647674" sldId="322"/>
        </pc:sldMkLst>
      </pc:sldChg>
      <pc:sldChg chg="add modTransition">
        <pc:chgData name="贾洪勇" userId="c61acc37-df11-4a3b-9efd-dde9ef084f5f" providerId="ADAL" clId="{4754A045-82B1-477D-884E-73DDE5CA6FBD}" dt="2023-02-19T12:33:35.650" v="1"/>
        <pc:sldMkLst>
          <pc:docMk/>
          <pc:sldMk cId="0" sldId="323"/>
        </pc:sldMkLst>
      </pc:sldChg>
      <pc:sldChg chg="del">
        <pc:chgData name="贾洪勇" userId="c61acc37-df11-4a3b-9efd-dde9ef084f5f" providerId="ADAL" clId="{4754A045-82B1-477D-884E-73DDE5CA6FBD}" dt="2023-02-19T12:32:56.996" v="0" actId="47"/>
        <pc:sldMkLst>
          <pc:docMk/>
          <pc:sldMk cId="404353190" sldId="324"/>
        </pc:sldMkLst>
      </pc:sldChg>
      <pc:sldChg chg="add modTransition">
        <pc:chgData name="贾洪勇" userId="c61acc37-df11-4a3b-9efd-dde9ef084f5f" providerId="ADAL" clId="{4754A045-82B1-477D-884E-73DDE5CA6FBD}" dt="2023-02-19T12:33:35.650" v="1"/>
        <pc:sldMkLst>
          <pc:docMk/>
          <pc:sldMk cId="0" sldId="325"/>
        </pc:sldMkLst>
      </pc:sldChg>
      <pc:sldChg chg="del">
        <pc:chgData name="贾洪勇" userId="c61acc37-df11-4a3b-9efd-dde9ef084f5f" providerId="ADAL" clId="{4754A045-82B1-477D-884E-73DDE5CA6FBD}" dt="2023-02-19T12:32:56.996" v="0" actId="47"/>
        <pc:sldMkLst>
          <pc:docMk/>
          <pc:sldMk cId="2716596314" sldId="325"/>
        </pc:sldMkLst>
      </pc:sldChg>
      <pc:sldChg chg="del">
        <pc:chgData name="贾洪勇" userId="c61acc37-df11-4a3b-9efd-dde9ef084f5f" providerId="ADAL" clId="{4754A045-82B1-477D-884E-73DDE5CA6FBD}" dt="2023-02-19T12:32:56.996" v="0" actId="47"/>
        <pc:sldMkLst>
          <pc:docMk/>
          <pc:sldMk cId="1227406736" sldId="326"/>
        </pc:sldMkLst>
      </pc:sldChg>
      <pc:sldChg chg="del">
        <pc:chgData name="贾洪勇" userId="c61acc37-df11-4a3b-9efd-dde9ef084f5f" providerId="ADAL" clId="{4754A045-82B1-477D-884E-73DDE5CA6FBD}" dt="2023-02-19T12:32:56.996" v="0" actId="47"/>
        <pc:sldMkLst>
          <pc:docMk/>
          <pc:sldMk cId="1590223849" sldId="328"/>
        </pc:sldMkLst>
      </pc:sldChg>
      <pc:sldChg chg="del">
        <pc:chgData name="贾洪勇" userId="c61acc37-df11-4a3b-9efd-dde9ef084f5f" providerId="ADAL" clId="{4754A045-82B1-477D-884E-73DDE5CA6FBD}" dt="2023-02-19T12:32:56.996" v="0" actId="47"/>
        <pc:sldMkLst>
          <pc:docMk/>
          <pc:sldMk cId="408552387" sldId="329"/>
        </pc:sldMkLst>
      </pc:sldChg>
      <pc:sldChg chg="add modTransition">
        <pc:chgData name="贾洪勇" userId="c61acc37-df11-4a3b-9efd-dde9ef084f5f" providerId="ADAL" clId="{4754A045-82B1-477D-884E-73DDE5CA6FBD}" dt="2023-02-19T12:33:35.650" v="1"/>
        <pc:sldMkLst>
          <pc:docMk/>
          <pc:sldMk cId="0" sldId="330"/>
        </pc:sldMkLst>
      </pc:sldChg>
      <pc:sldChg chg="add modTransition">
        <pc:chgData name="贾洪勇" userId="c61acc37-df11-4a3b-9efd-dde9ef084f5f" providerId="ADAL" clId="{4754A045-82B1-477D-884E-73DDE5CA6FBD}" dt="2023-02-19T12:33:35.650" v="1"/>
        <pc:sldMkLst>
          <pc:docMk/>
          <pc:sldMk cId="0" sldId="331"/>
        </pc:sldMkLst>
      </pc:sldChg>
      <pc:sldChg chg="add modTransition">
        <pc:chgData name="贾洪勇" userId="c61acc37-df11-4a3b-9efd-dde9ef084f5f" providerId="ADAL" clId="{4754A045-82B1-477D-884E-73DDE5CA6FBD}" dt="2023-02-19T12:33:35.650" v="1"/>
        <pc:sldMkLst>
          <pc:docMk/>
          <pc:sldMk cId="0" sldId="335"/>
        </pc:sldMkLst>
      </pc:sldChg>
      <pc:sldChg chg="add modTransition">
        <pc:chgData name="贾洪勇" userId="c61acc37-df11-4a3b-9efd-dde9ef084f5f" providerId="ADAL" clId="{4754A045-82B1-477D-884E-73DDE5CA6FBD}" dt="2023-02-19T12:33:35.650" v="1"/>
        <pc:sldMkLst>
          <pc:docMk/>
          <pc:sldMk cId="0" sldId="346"/>
        </pc:sldMkLst>
      </pc:sldChg>
      <pc:sldChg chg="modSp add mod modTransition">
        <pc:chgData name="贾洪勇" userId="c61acc37-df11-4a3b-9efd-dde9ef084f5f" providerId="ADAL" clId="{4754A045-82B1-477D-884E-73DDE5CA6FBD}" dt="2023-02-19T12:48:18.424" v="56" actId="207"/>
        <pc:sldMkLst>
          <pc:docMk/>
          <pc:sldMk cId="0" sldId="359"/>
        </pc:sldMkLst>
        <pc:spChg chg="mod">
          <ac:chgData name="贾洪勇" userId="c61acc37-df11-4a3b-9efd-dde9ef084f5f" providerId="ADAL" clId="{4754A045-82B1-477D-884E-73DDE5CA6FBD}" dt="2023-02-19T12:44:36.755" v="52" actId="207"/>
          <ac:spMkLst>
            <pc:docMk/>
            <pc:sldMk cId="0" sldId="359"/>
            <ac:spMk id="29" creationId="{69F213BD-3159-6307-31B3-9013372D58C9}"/>
          </ac:spMkLst>
        </pc:spChg>
        <pc:spChg chg="mod">
          <ac:chgData name="贾洪勇" userId="c61acc37-df11-4a3b-9efd-dde9ef084f5f" providerId="ADAL" clId="{4754A045-82B1-477D-884E-73DDE5CA6FBD}" dt="2023-02-19T12:44:47.443" v="55" actId="207"/>
          <ac:spMkLst>
            <pc:docMk/>
            <pc:sldMk cId="0" sldId="359"/>
            <ac:spMk id="33" creationId="{768B21D9-D83F-C000-BDCC-48EAC82CC05B}"/>
          </ac:spMkLst>
        </pc:spChg>
        <pc:spChg chg="mod">
          <ac:chgData name="贾洪勇" userId="c61acc37-df11-4a3b-9efd-dde9ef084f5f" providerId="ADAL" clId="{4754A045-82B1-477D-884E-73DDE5CA6FBD}" dt="2023-02-19T12:44:42.426" v="54" actId="207"/>
          <ac:spMkLst>
            <pc:docMk/>
            <pc:sldMk cId="0" sldId="359"/>
            <ac:spMk id="40" creationId="{21468C16-0702-FC34-D4AA-047C67C599B2}"/>
          </ac:spMkLst>
        </pc:spChg>
        <pc:spChg chg="mod">
          <ac:chgData name="贾洪勇" userId="c61acc37-df11-4a3b-9efd-dde9ef084f5f" providerId="ADAL" clId="{4754A045-82B1-477D-884E-73DDE5CA6FBD}" dt="2023-02-19T12:44:30.350" v="51" actId="207"/>
          <ac:spMkLst>
            <pc:docMk/>
            <pc:sldMk cId="0" sldId="359"/>
            <ac:spMk id="59" creationId="{ECD0E9A7-F629-377C-2F5A-2C028268CE7A}"/>
          </ac:spMkLst>
        </pc:spChg>
        <pc:spChg chg="mod">
          <ac:chgData name="贾洪勇" userId="c61acc37-df11-4a3b-9efd-dde9ef084f5f" providerId="ADAL" clId="{4754A045-82B1-477D-884E-73DDE5CA6FBD}" dt="2023-02-19T12:48:18.424" v="56" actId="207"/>
          <ac:spMkLst>
            <pc:docMk/>
            <pc:sldMk cId="0" sldId="359"/>
            <ac:spMk id="97" creationId="{F63C5094-B469-058C-C5B4-EB7EFBB988AD}"/>
          </ac:spMkLst>
        </pc:spChg>
        <pc:cxnChg chg="mod">
          <ac:chgData name="贾洪勇" userId="c61acc37-df11-4a3b-9efd-dde9ef084f5f" providerId="ADAL" clId="{4754A045-82B1-477D-884E-73DDE5CA6FBD}" dt="2023-02-19T12:44:37.533" v="53" actId="1076"/>
          <ac:cxnSpMkLst>
            <pc:docMk/>
            <pc:sldMk cId="0" sldId="359"/>
            <ac:cxnSpMk id="50" creationId="{CDA402C2-46F5-B05E-871A-A31873F2894A}"/>
          </ac:cxnSpMkLst>
        </pc:cxnChg>
      </pc:sldChg>
      <pc:sldChg chg="add modTransition">
        <pc:chgData name="贾洪勇" userId="c61acc37-df11-4a3b-9efd-dde9ef084f5f" providerId="ADAL" clId="{4754A045-82B1-477D-884E-73DDE5CA6FBD}" dt="2023-02-19T12:33:35.650" v="1"/>
        <pc:sldMkLst>
          <pc:docMk/>
          <pc:sldMk cId="0" sldId="361"/>
        </pc:sldMkLst>
      </pc:sldChg>
      <pc:sldChg chg="add modTransition">
        <pc:chgData name="贾洪勇" userId="c61acc37-df11-4a3b-9efd-dde9ef084f5f" providerId="ADAL" clId="{4754A045-82B1-477D-884E-73DDE5CA6FBD}" dt="2023-02-19T12:33:35.650" v="1"/>
        <pc:sldMkLst>
          <pc:docMk/>
          <pc:sldMk cId="0" sldId="362"/>
        </pc:sldMkLst>
      </pc:sldChg>
      <pc:sldChg chg="add modTransition">
        <pc:chgData name="贾洪勇" userId="c61acc37-df11-4a3b-9efd-dde9ef084f5f" providerId="ADAL" clId="{4754A045-82B1-477D-884E-73DDE5CA6FBD}" dt="2023-02-19T12:33:35.650" v="1"/>
        <pc:sldMkLst>
          <pc:docMk/>
          <pc:sldMk cId="0" sldId="363"/>
        </pc:sldMkLst>
      </pc:sldChg>
      <pc:sldChg chg="modSp add mod">
        <pc:chgData name="贾洪勇" userId="c61acc37-df11-4a3b-9efd-dde9ef084f5f" providerId="ADAL" clId="{4754A045-82B1-477D-884E-73DDE5CA6FBD}" dt="2023-02-19T13:43:26.366" v="58" actId="207"/>
        <pc:sldMkLst>
          <pc:docMk/>
          <pc:sldMk cId="0" sldId="364"/>
        </pc:sldMkLst>
        <pc:spChg chg="mod">
          <ac:chgData name="贾洪勇" userId="c61acc37-df11-4a3b-9efd-dde9ef084f5f" providerId="ADAL" clId="{4754A045-82B1-477D-884E-73DDE5CA6FBD}" dt="2023-02-19T13:43:26.366" v="58" actId="207"/>
          <ac:spMkLst>
            <pc:docMk/>
            <pc:sldMk cId="0" sldId="364"/>
            <ac:spMk id="17413" creationId="{52DBFBEF-82F2-2A9A-6F16-7C76ABA76342}"/>
          </ac:spMkLst>
        </pc:spChg>
      </pc:sldChg>
      <pc:sldChg chg="add modTransition">
        <pc:chgData name="贾洪勇" userId="c61acc37-df11-4a3b-9efd-dde9ef084f5f" providerId="ADAL" clId="{4754A045-82B1-477D-884E-73DDE5CA6FBD}" dt="2023-02-19T12:33:35.650" v="1"/>
        <pc:sldMkLst>
          <pc:docMk/>
          <pc:sldMk cId="0" sldId="365"/>
        </pc:sldMkLst>
      </pc:sldChg>
      <pc:sldChg chg="add modTransition">
        <pc:chgData name="贾洪勇" userId="c61acc37-df11-4a3b-9efd-dde9ef084f5f" providerId="ADAL" clId="{4754A045-82B1-477D-884E-73DDE5CA6FBD}" dt="2023-02-19T12:33:35.650" v="1"/>
        <pc:sldMkLst>
          <pc:docMk/>
          <pc:sldMk cId="0" sldId="367"/>
        </pc:sldMkLst>
      </pc:sldChg>
      <pc:sldChg chg="add">
        <pc:chgData name="贾洪勇" userId="c61acc37-df11-4a3b-9efd-dde9ef084f5f" providerId="ADAL" clId="{4754A045-82B1-477D-884E-73DDE5CA6FBD}" dt="2023-02-19T12:33:35.650" v="1"/>
        <pc:sldMkLst>
          <pc:docMk/>
          <pc:sldMk cId="0" sldId="368"/>
        </pc:sldMkLst>
      </pc:sldChg>
      <pc:sldChg chg="add modTransition">
        <pc:chgData name="贾洪勇" userId="c61acc37-df11-4a3b-9efd-dde9ef084f5f" providerId="ADAL" clId="{4754A045-82B1-477D-884E-73DDE5CA6FBD}" dt="2023-02-19T12:33:35.650" v="1"/>
        <pc:sldMkLst>
          <pc:docMk/>
          <pc:sldMk cId="0" sldId="369"/>
        </pc:sldMkLst>
      </pc:sldChg>
      <pc:sldChg chg="add modTransition">
        <pc:chgData name="贾洪勇" userId="c61acc37-df11-4a3b-9efd-dde9ef084f5f" providerId="ADAL" clId="{4754A045-82B1-477D-884E-73DDE5CA6FBD}" dt="2023-02-19T12:33:35.650" v="1"/>
        <pc:sldMkLst>
          <pc:docMk/>
          <pc:sldMk cId="0" sldId="370"/>
        </pc:sldMkLst>
      </pc:sldChg>
      <pc:sldChg chg="add modTransition">
        <pc:chgData name="贾洪勇" userId="c61acc37-df11-4a3b-9efd-dde9ef084f5f" providerId="ADAL" clId="{4754A045-82B1-477D-884E-73DDE5CA6FBD}" dt="2023-02-19T12:33:35.650" v="1"/>
        <pc:sldMkLst>
          <pc:docMk/>
          <pc:sldMk cId="0" sldId="371"/>
        </pc:sldMkLst>
      </pc:sldChg>
      <pc:sldChg chg="add modTransition">
        <pc:chgData name="贾洪勇" userId="c61acc37-df11-4a3b-9efd-dde9ef084f5f" providerId="ADAL" clId="{4754A045-82B1-477D-884E-73DDE5CA6FBD}" dt="2023-02-19T12:33:35.650" v="1"/>
        <pc:sldMkLst>
          <pc:docMk/>
          <pc:sldMk cId="0" sldId="372"/>
        </pc:sldMkLst>
      </pc:sldChg>
      <pc:sldChg chg="add modTransition">
        <pc:chgData name="贾洪勇" userId="c61acc37-df11-4a3b-9efd-dde9ef084f5f" providerId="ADAL" clId="{4754A045-82B1-477D-884E-73DDE5CA6FBD}" dt="2023-02-19T12:33:35.650" v="1"/>
        <pc:sldMkLst>
          <pc:docMk/>
          <pc:sldMk cId="0" sldId="374"/>
        </pc:sldMkLst>
      </pc:sldChg>
      <pc:sldChg chg="add modTransition">
        <pc:chgData name="贾洪勇" userId="c61acc37-df11-4a3b-9efd-dde9ef084f5f" providerId="ADAL" clId="{4754A045-82B1-477D-884E-73DDE5CA6FBD}" dt="2023-02-19T12:33:35.650" v="1"/>
        <pc:sldMkLst>
          <pc:docMk/>
          <pc:sldMk cId="0" sldId="375"/>
        </pc:sldMkLst>
      </pc:sldChg>
      <pc:sldChg chg="add modTransition">
        <pc:chgData name="贾洪勇" userId="c61acc37-df11-4a3b-9efd-dde9ef084f5f" providerId="ADAL" clId="{4754A045-82B1-477D-884E-73DDE5CA6FBD}" dt="2023-02-19T12:33:35.650" v="1"/>
        <pc:sldMkLst>
          <pc:docMk/>
          <pc:sldMk cId="0" sldId="376"/>
        </pc:sldMkLst>
      </pc:sldChg>
      <pc:sldChg chg="add modTransition">
        <pc:chgData name="贾洪勇" userId="c61acc37-df11-4a3b-9efd-dde9ef084f5f" providerId="ADAL" clId="{4754A045-82B1-477D-884E-73DDE5CA6FBD}" dt="2023-02-19T12:33:35.650" v="1"/>
        <pc:sldMkLst>
          <pc:docMk/>
          <pc:sldMk cId="0" sldId="377"/>
        </pc:sldMkLst>
      </pc:sldChg>
      <pc:sldChg chg="add modTransition">
        <pc:chgData name="贾洪勇" userId="c61acc37-df11-4a3b-9efd-dde9ef084f5f" providerId="ADAL" clId="{4754A045-82B1-477D-884E-73DDE5CA6FBD}" dt="2023-02-19T12:33:35.650" v="1"/>
        <pc:sldMkLst>
          <pc:docMk/>
          <pc:sldMk cId="0" sldId="378"/>
        </pc:sldMkLst>
      </pc:sldChg>
      <pc:sldChg chg="add modTransition">
        <pc:chgData name="贾洪勇" userId="c61acc37-df11-4a3b-9efd-dde9ef084f5f" providerId="ADAL" clId="{4754A045-82B1-477D-884E-73DDE5CA6FBD}" dt="2023-02-19T12:33:35.650" v="1"/>
        <pc:sldMkLst>
          <pc:docMk/>
          <pc:sldMk cId="0" sldId="381"/>
        </pc:sldMkLst>
      </pc:sldChg>
      <pc:sldChg chg="add modTransition">
        <pc:chgData name="贾洪勇" userId="c61acc37-df11-4a3b-9efd-dde9ef084f5f" providerId="ADAL" clId="{4754A045-82B1-477D-884E-73DDE5CA6FBD}" dt="2023-02-19T12:33:35.650" v="1"/>
        <pc:sldMkLst>
          <pc:docMk/>
          <pc:sldMk cId="0" sldId="382"/>
        </pc:sldMkLst>
      </pc:sldChg>
      <pc:sldChg chg="add modTransition">
        <pc:chgData name="贾洪勇" userId="c61acc37-df11-4a3b-9efd-dde9ef084f5f" providerId="ADAL" clId="{4754A045-82B1-477D-884E-73DDE5CA6FBD}" dt="2023-02-19T12:33:35.650" v="1"/>
        <pc:sldMkLst>
          <pc:docMk/>
          <pc:sldMk cId="0" sldId="384"/>
        </pc:sldMkLst>
      </pc:sldChg>
      <pc:sldChg chg="add modTransition">
        <pc:chgData name="贾洪勇" userId="c61acc37-df11-4a3b-9efd-dde9ef084f5f" providerId="ADAL" clId="{4754A045-82B1-477D-884E-73DDE5CA6FBD}" dt="2023-02-19T12:33:35.650" v="1"/>
        <pc:sldMkLst>
          <pc:docMk/>
          <pc:sldMk cId="0" sldId="385"/>
        </pc:sldMkLst>
      </pc:sldChg>
      <pc:sldChg chg="add modTransition">
        <pc:chgData name="贾洪勇" userId="c61acc37-df11-4a3b-9efd-dde9ef084f5f" providerId="ADAL" clId="{4754A045-82B1-477D-884E-73DDE5CA6FBD}" dt="2023-02-19T12:33:35.650" v="1"/>
        <pc:sldMkLst>
          <pc:docMk/>
          <pc:sldMk cId="0" sldId="386"/>
        </pc:sldMkLst>
      </pc:sldChg>
      <pc:sldChg chg="add modTransition">
        <pc:chgData name="贾洪勇" userId="c61acc37-df11-4a3b-9efd-dde9ef084f5f" providerId="ADAL" clId="{4754A045-82B1-477D-884E-73DDE5CA6FBD}" dt="2023-02-19T12:33:35.650" v="1"/>
        <pc:sldMkLst>
          <pc:docMk/>
          <pc:sldMk cId="0" sldId="389"/>
        </pc:sldMkLst>
      </pc:sldChg>
      <pc:sldChg chg="add modTransition">
        <pc:chgData name="贾洪勇" userId="c61acc37-df11-4a3b-9efd-dde9ef084f5f" providerId="ADAL" clId="{4754A045-82B1-477D-884E-73DDE5CA6FBD}" dt="2023-02-19T12:33:35.650" v="1"/>
        <pc:sldMkLst>
          <pc:docMk/>
          <pc:sldMk cId="0" sldId="390"/>
        </pc:sldMkLst>
      </pc:sldChg>
      <pc:sldChg chg="add modTransition">
        <pc:chgData name="贾洪勇" userId="c61acc37-df11-4a3b-9efd-dde9ef084f5f" providerId="ADAL" clId="{4754A045-82B1-477D-884E-73DDE5CA6FBD}" dt="2023-02-19T12:33:35.650" v="1"/>
        <pc:sldMkLst>
          <pc:docMk/>
          <pc:sldMk cId="0" sldId="391"/>
        </pc:sldMkLst>
      </pc:sldChg>
      <pc:sldChg chg="add modTransition">
        <pc:chgData name="贾洪勇" userId="c61acc37-df11-4a3b-9efd-dde9ef084f5f" providerId="ADAL" clId="{4754A045-82B1-477D-884E-73DDE5CA6FBD}" dt="2023-02-19T12:33:35.650" v="1"/>
        <pc:sldMkLst>
          <pc:docMk/>
          <pc:sldMk cId="0" sldId="392"/>
        </pc:sldMkLst>
      </pc:sldChg>
      <pc:sldChg chg="add modTransition">
        <pc:chgData name="贾洪勇" userId="c61acc37-df11-4a3b-9efd-dde9ef084f5f" providerId="ADAL" clId="{4754A045-82B1-477D-884E-73DDE5CA6FBD}" dt="2023-02-19T12:33:35.650" v="1"/>
        <pc:sldMkLst>
          <pc:docMk/>
          <pc:sldMk cId="0" sldId="393"/>
        </pc:sldMkLst>
      </pc:sldChg>
      <pc:sldChg chg="add modTransition">
        <pc:chgData name="贾洪勇" userId="c61acc37-df11-4a3b-9efd-dde9ef084f5f" providerId="ADAL" clId="{4754A045-82B1-477D-884E-73DDE5CA6FBD}" dt="2023-02-19T12:33:35.650" v="1"/>
        <pc:sldMkLst>
          <pc:docMk/>
          <pc:sldMk cId="0" sldId="394"/>
        </pc:sldMkLst>
      </pc:sldChg>
      <pc:sldChg chg="add modTransition">
        <pc:chgData name="贾洪勇" userId="c61acc37-df11-4a3b-9efd-dde9ef084f5f" providerId="ADAL" clId="{4754A045-82B1-477D-884E-73DDE5CA6FBD}" dt="2023-02-19T12:33:35.650" v="1"/>
        <pc:sldMkLst>
          <pc:docMk/>
          <pc:sldMk cId="0" sldId="395"/>
        </pc:sldMkLst>
      </pc:sldChg>
      <pc:sldChg chg="add modTransition">
        <pc:chgData name="贾洪勇" userId="c61acc37-df11-4a3b-9efd-dde9ef084f5f" providerId="ADAL" clId="{4754A045-82B1-477D-884E-73DDE5CA6FBD}" dt="2023-02-19T12:33:35.650" v="1"/>
        <pc:sldMkLst>
          <pc:docMk/>
          <pc:sldMk cId="0" sldId="396"/>
        </pc:sldMkLst>
      </pc:sldChg>
      <pc:sldChg chg="add modTransition">
        <pc:chgData name="贾洪勇" userId="c61acc37-df11-4a3b-9efd-dde9ef084f5f" providerId="ADAL" clId="{4754A045-82B1-477D-884E-73DDE5CA6FBD}" dt="2023-02-19T12:33:35.650" v="1"/>
        <pc:sldMkLst>
          <pc:docMk/>
          <pc:sldMk cId="0" sldId="397"/>
        </pc:sldMkLst>
      </pc:sldChg>
      <pc:sldChg chg="add modTransition">
        <pc:chgData name="贾洪勇" userId="c61acc37-df11-4a3b-9efd-dde9ef084f5f" providerId="ADAL" clId="{4754A045-82B1-477D-884E-73DDE5CA6FBD}" dt="2023-02-19T12:33:35.650" v="1"/>
        <pc:sldMkLst>
          <pc:docMk/>
          <pc:sldMk cId="0" sldId="398"/>
        </pc:sldMkLst>
      </pc:sldChg>
      <pc:sldChg chg="add modTransition">
        <pc:chgData name="贾洪勇" userId="c61acc37-df11-4a3b-9efd-dde9ef084f5f" providerId="ADAL" clId="{4754A045-82B1-477D-884E-73DDE5CA6FBD}" dt="2023-02-19T12:33:35.650" v="1"/>
        <pc:sldMkLst>
          <pc:docMk/>
          <pc:sldMk cId="0" sldId="399"/>
        </pc:sldMkLst>
      </pc:sldChg>
      <pc:sldChg chg="add modTransition">
        <pc:chgData name="贾洪勇" userId="c61acc37-df11-4a3b-9efd-dde9ef084f5f" providerId="ADAL" clId="{4754A045-82B1-477D-884E-73DDE5CA6FBD}" dt="2023-02-19T12:33:35.650" v="1"/>
        <pc:sldMkLst>
          <pc:docMk/>
          <pc:sldMk cId="0" sldId="401"/>
        </pc:sldMkLst>
      </pc:sldChg>
      <pc:sldChg chg="add modTransition">
        <pc:chgData name="贾洪勇" userId="c61acc37-df11-4a3b-9efd-dde9ef084f5f" providerId="ADAL" clId="{4754A045-82B1-477D-884E-73DDE5CA6FBD}" dt="2023-02-19T12:33:35.650" v="1"/>
        <pc:sldMkLst>
          <pc:docMk/>
          <pc:sldMk cId="0" sldId="404"/>
        </pc:sldMkLst>
      </pc:sldChg>
      <pc:sldChg chg="add modTransition">
        <pc:chgData name="贾洪勇" userId="c61acc37-df11-4a3b-9efd-dde9ef084f5f" providerId="ADAL" clId="{4754A045-82B1-477D-884E-73DDE5CA6FBD}" dt="2023-02-19T12:33:35.650" v="1"/>
        <pc:sldMkLst>
          <pc:docMk/>
          <pc:sldMk cId="0" sldId="405"/>
        </pc:sldMkLst>
      </pc:sldChg>
      <pc:sldChg chg="add modTransition">
        <pc:chgData name="贾洪勇" userId="c61acc37-df11-4a3b-9efd-dde9ef084f5f" providerId="ADAL" clId="{4754A045-82B1-477D-884E-73DDE5CA6FBD}" dt="2023-02-19T12:33:35.650" v="1"/>
        <pc:sldMkLst>
          <pc:docMk/>
          <pc:sldMk cId="0" sldId="406"/>
        </pc:sldMkLst>
      </pc:sldChg>
      <pc:sldChg chg="add modTransition">
        <pc:chgData name="贾洪勇" userId="c61acc37-df11-4a3b-9efd-dde9ef084f5f" providerId="ADAL" clId="{4754A045-82B1-477D-884E-73DDE5CA6FBD}" dt="2023-02-19T12:33:35.650" v="1"/>
        <pc:sldMkLst>
          <pc:docMk/>
          <pc:sldMk cId="0" sldId="407"/>
        </pc:sldMkLst>
      </pc:sldChg>
      <pc:sldChg chg="add modTransition">
        <pc:chgData name="贾洪勇" userId="c61acc37-df11-4a3b-9efd-dde9ef084f5f" providerId="ADAL" clId="{4754A045-82B1-477D-884E-73DDE5CA6FBD}" dt="2023-02-19T12:33:35.650" v="1"/>
        <pc:sldMkLst>
          <pc:docMk/>
          <pc:sldMk cId="0" sldId="408"/>
        </pc:sldMkLst>
      </pc:sldChg>
      <pc:sldMasterChg chg="delSldLayout">
        <pc:chgData name="贾洪勇" userId="c61acc37-df11-4a3b-9efd-dde9ef084f5f" providerId="ADAL" clId="{4754A045-82B1-477D-884E-73DDE5CA6FBD}" dt="2023-02-19T12:33:40.538" v="2" actId="47"/>
        <pc:sldMasterMkLst>
          <pc:docMk/>
          <pc:sldMasterMk cId="1467915953" sldId="2147483648"/>
        </pc:sldMasterMkLst>
        <pc:sldLayoutChg chg="del">
          <pc:chgData name="贾洪勇" userId="c61acc37-df11-4a3b-9efd-dde9ef084f5f" providerId="ADAL" clId="{4754A045-82B1-477D-884E-73DDE5CA6FBD}" dt="2023-02-19T12:33:40.538" v="2" actId="47"/>
          <pc:sldLayoutMkLst>
            <pc:docMk/>
            <pc:sldMasterMk cId="1467915953" sldId="2147483648"/>
            <pc:sldLayoutMk cId="3512819907" sldId="2147483658"/>
          </pc:sldLayoutMkLst>
        </pc:sldLayoutChg>
      </pc:sldMasterChg>
    </pc:docChg>
  </pc:docChgLst>
  <pc:docChgLst>
    <pc:chgData name="贾洪勇" userId="c61acc37-df11-4a3b-9efd-dde9ef084f5f" providerId="ADAL" clId="{B2612AA9-2C19-4FC1-9CB9-8376C1B2BAB3}"/>
    <pc:docChg chg="undo custSel addSld delSld modSld sldOrd">
      <pc:chgData name="贾洪勇" userId="c61acc37-df11-4a3b-9efd-dde9ef084f5f" providerId="ADAL" clId="{B2612AA9-2C19-4FC1-9CB9-8376C1B2BAB3}" dt="2023-01-10T14:33:55.325" v="15515" actId="6549"/>
      <pc:docMkLst>
        <pc:docMk/>
      </pc:docMkLst>
      <pc:sldChg chg="addSp delSp modSp mod">
        <pc:chgData name="贾洪勇" userId="c61acc37-df11-4a3b-9efd-dde9ef084f5f" providerId="ADAL" clId="{B2612AA9-2C19-4FC1-9CB9-8376C1B2BAB3}" dt="2023-01-06T09:04:46.752" v="289" actId="947"/>
        <pc:sldMkLst>
          <pc:docMk/>
          <pc:sldMk cId="1421421680" sldId="256"/>
        </pc:sldMkLst>
        <pc:spChg chg="add del mod">
          <ac:chgData name="贾洪勇" userId="c61acc37-df11-4a3b-9efd-dde9ef084f5f" providerId="ADAL" clId="{B2612AA9-2C19-4FC1-9CB9-8376C1B2BAB3}" dt="2023-01-06T08:46:16.025" v="211" actId="478"/>
          <ac:spMkLst>
            <pc:docMk/>
            <pc:sldMk cId="1421421680" sldId="256"/>
            <ac:spMk id="3" creationId="{3207909E-D6EA-E56F-61E1-D176191E6F5A}"/>
          </ac:spMkLst>
        </pc:spChg>
        <pc:spChg chg="mod">
          <ac:chgData name="贾洪勇" userId="c61acc37-df11-4a3b-9efd-dde9ef084f5f" providerId="ADAL" clId="{B2612AA9-2C19-4FC1-9CB9-8376C1B2BAB3}" dt="2023-01-06T09:04:46.746" v="283" actId="947"/>
          <ac:spMkLst>
            <pc:docMk/>
            <pc:sldMk cId="1421421680" sldId="256"/>
            <ac:spMk id="9" creationId="{6C2532AA-A647-48FF-8A25-36777AF5B18D}"/>
          </ac:spMkLst>
        </pc:spChg>
        <pc:spChg chg="mod">
          <ac:chgData name="贾洪勇" userId="c61acc37-df11-4a3b-9efd-dde9ef084f5f" providerId="ADAL" clId="{B2612AA9-2C19-4FC1-9CB9-8376C1B2BAB3}" dt="2023-01-06T09:04:46.748" v="285" actId="947"/>
          <ac:spMkLst>
            <pc:docMk/>
            <pc:sldMk cId="1421421680" sldId="256"/>
            <ac:spMk id="10" creationId="{0102F8CF-8DD3-43E5-B521-501A3CF124F9}"/>
          </ac:spMkLst>
        </pc:spChg>
        <pc:spChg chg="mod">
          <ac:chgData name="贾洪勇" userId="c61acc37-df11-4a3b-9efd-dde9ef084f5f" providerId="ADAL" clId="{B2612AA9-2C19-4FC1-9CB9-8376C1B2BAB3}" dt="2023-01-06T09:04:46.750" v="287" actId="947"/>
          <ac:spMkLst>
            <pc:docMk/>
            <pc:sldMk cId="1421421680" sldId="256"/>
            <ac:spMk id="11" creationId="{7E21516B-4ABB-4E09-987D-1ABA411225D2}"/>
          </ac:spMkLst>
        </pc:spChg>
        <pc:spChg chg="mod">
          <ac:chgData name="贾洪勇" userId="c61acc37-df11-4a3b-9efd-dde9ef084f5f" providerId="ADAL" clId="{B2612AA9-2C19-4FC1-9CB9-8376C1B2BAB3}" dt="2023-01-06T09:04:46.752" v="289" actId="947"/>
          <ac:spMkLst>
            <pc:docMk/>
            <pc:sldMk cId="1421421680" sldId="256"/>
            <ac:spMk id="12" creationId="{BFF7D8B0-524B-4065-95EB-00BAEDA26918}"/>
          </ac:spMkLst>
        </pc:spChg>
        <pc:spChg chg="del">
          <ac:chgData name="贾洪勇" userId="c61acc37-df11-4a3b-9efd-dde9ef084f5f" providerId="ADAL" clId="{B2612AA9-2C19-4FC1-9CB9-8376C1B2BAB3}" dt="2023-01-06T08:46:09.791" v="210" actId="478"/>
          <ac:spMkLst>
            <pc:docMk/>
            <pc:sldMk cId="1421421680" sldId="256"/>
            <ac:spMk id="13" creationId="{F03171C0-8F5E-452D-80D2-8537CBEA6B12}"/>
          </ac:spMkLst>
        </pc:spChg>
      </pc:sldChg>
      <pc:sldChg chg="modSp mod">
        <pc:chgData name="贾洪勇" userId="c61acc37-df11-4a3b-9efd-dde9ef084f5f" providerId="ADAL" clId="{B2612AA9-2C19-4FC1-9CB9-8376C1B2BAB3}" dt="2023-01-06T09:04:46.808" v="333" actId="947"/>
        <pc:sldMkLst>
          <pc:docMk/>
          <pc:sldMk cId="342089950" sldId="258"/>
        </pc:sldMkLst>
        <pc:spChg chg="mod">
          <ac:chgData name="贾洪勇" userId="c61acc37-df11-4a3b-9efd-dde9ef084f5f" providerId="ADAL" clId="{B2612AA9-2C19-4FC1-9CB9-8376C1B2BAB3}" dt="2023-01-06T09:04:46.805" v="331" actId="947"/>
          <ac:spMkLst>
            <pc:docMk/>
            <pc:sldMk cId="342089950" sldId="258"/>
            <ac:spMk id="2" creationId="{1BC2B274-6096-4E6F-B8DF-3F118E2D97ED}"/>
          </ac:spMkLst>
        </pc:spChg>
        <pc:spChg chg="mod">
          <ac:chgData name="贾洪勇" userId="c61acc37-df11-4a3b-9efd-dde9ef084f5f" providerId="ADAL" clId="{B2612AA9-2C19-4FC1-9CB9-8376C1B2BAB3}" dt="2023-01-06T09:04:46.808" v="333" actId="947"/>
          <ac:spMkLst>
            <pc:docMk/>
            <pc:sldMk cId="342089950" sldId="258"/>
            <ac:spMk id="3" creationId="{35CD236B-DD14-97B4-8B06-AD0412C380F6}"/>
          </ac:spMkLst>
        </pc:spChg>
        <pc:spChg chg="mod">
          <ac:chgData name="贾洪勇" userId="c61acc37-df11-4a3b-9efd-dde9ef084f5f" providerId="ADAL" clId="{B2612AA9-2C19-4FC1-9CB9-8376C1B2BAB3}" dt="2023-01-06T09:04:46.799" v="327" actId="947"/>
          <ac:spMkLst>
            <pc:docMk/>
            <pc:sldMk cId="342089950" sldId="258"/>
            <ac:spMk id="4" creationId="{3E7816B9-4368-481C-AF7D-011CB1B5D3BB}"/>
          </ac:spMkLst>
        </pc:spChg>
        <pc:spChg chg="mod">
          <ac:chgData name="贾洪勇" userId="c61acc37-df11-4a3b-9efd-dde9ef084f5f" providerId="ADAL" clId="{B2612AA9-2C19-4FC1-9CB9-8376C1B2BAB3}" dt="2023-01-06T09:04:46.801" v="329" actId="947"/>
          <ac:spMkLst>
            <pc:docMk/>
            <pc:sldMk cId="342089950" sldId="258"/>
            <ac:spMk id="5" creationId="{7239E965-33B6-4BC1-B1B3-CD2DC6B7EA81}"/>
          </ac:spMkLst>
        </pc:spChg>
      </pc:sldChg>
      <pc:sldChg chg="modSp mod">
        <pc:chgData name="贾洪勇" userId="c61acc37-df11-4a3b-9efd-dde9ef084f5f" providerId="ADAL" clId="{B2612AA9-2C19-4FC1-9CB9-8376C1B2BAB3}" dt="2023-01-06T09:04:47.122" v="557" actId="947"/>
        <pc:sldMkLst>
          <pc:docMk/>
          <pc:sldMk cId="2446543805" sldId="262"/>
        </pc:sldMkLst>
        <pc:spChg chg="mod">
          <ac:chgData name="贾洪勇" userId="c61acc37-df11-4a3b-9efd-dde9ef084f5f" providerId="ADAL" clId="{B2612AA9-2C19-4FC1-9CB9-8376C1B2BAB3}" dt="2023-01-06T09:04:47.118" v="553" actId="947"/>
          <ac:spMkLst>
            <pc:docMk/>
            <pc:sldMk cId="2446543805" sldId="262"/>
            <ac:spMk id="3" creationId="{DFD52094-98C0-4141-A04B-98B9DF4DFA73}"/>
          </ac:spMkLst>
        </pc:spChg>
        <pc:spChg chg="mod">
          <ac:chgData name="贾洪勇" userId="c61acc37-df11-4a3b-9efd-dde9ef084f5f" providerId="ADAL" clId="{B2612AA9-2C19-4FC1-9CB9-8376C1B2BAB3}" dt="2023-01-06T09:04:47.120" v="555" actId="947"/>
          <ac:spMkLst>
            <pc:docMk/>
            <pc:sldMk cId="2446543805" sldId="262"/>
            <ac:spMk id="4" creationId="{0280FE23-3FD0-4989-BBD8-F98469242DB8}"/>
          </ac:spMkLst>
        </pc:spChg>
        <pc:spChg chg="mod">
          <ac:chgData name="贾洪勇" userId="c61acc37-df11-4a3b-9efd-dde9ef084f5f" providerId="ADAL" clId="{B2612AA9-2C19-4FC1-9CB9-8376C1B2BAB3}" dt="2023-01-06T09:04:47.122" v="557" actId="947"/>
          <ac:spMkLst>
            <pc:docMk/>
            <pc:sldMk cId="2446543805" sldId="262"/>
            <ac:spMk id="5" creationId="{929167BD-7790-467B-980C-709781C5646C}"/>
          </ac:spMkLst>
        </pc:spChg>
      </pc:sldChg>
      <pc:sldChg chg="delSp modSp mod">
        <pc:chgData name="贾洪勇" userId="c61acc37-df11-4a3b-9efd-dde9ef084f5f" providerId="ADAL" clId="{B2612AA9-2C19-4FC1-9CB9-8376C1B2BAB3}" dt="2023-01-06T09:04:46.789" v="319" actId="947"/>
        <pc:sldMkLst>
          <pc:docMk/>
          <pc:sldMk cId="318647968" sldId="265"/>
        </pc:sldMkLst>
        <pc:spChg chg="mod">
          <ac:chgData name="贾洪勇" userId="c61acc37-df11-4a3b-9efd-dde9ef084f5f" providerId="ADAL" clId="{B2612AA9-2C19-4FC1-9CB9-8376C1B2BAB3}" dt="2023-01-06T09:04:46.758" v="293" actId="947"/>
          <ac:spMkLst>
            <pc:docMk/>
            <pc:sldMk cId="318647968" sldId="265"/>
            <ac:spMk id="3" creationId="{39056CA2-B6B0-1786-90B0-D4A6B3BC89DE}"/>
          </ac:spMkLst>
        </pc:spChg>
        <pc:spChg chg="mod">
          <ac:chgData name="贾洪勇" userId="c61acc37-df11-4a3b-9efd-dde9ef084f5f" providerId="ADAL" clId="{B2612AA9-2C19-4FC1-9CB9-8376C1B2BAB3}" dt="2023-01-06T09:04:46.789" v="319" actId="947"/>
          <ac:spMkLst>
            <pc:docMk/>
            <pc:sldMk cId="318647968" sldId="265"/>
            <ac:spMk id="9" creationId="{7DDBA550-ACF5-3A33-7216-155F6536567A}"/>
          </ac:spMkLst>
        </pc:spChg>
        <pc:spChg chg="del">
          <ac:chgData name="贾洪勇" userId="c61acc37-df11-4a3b-9efd-dde9ef084f5f" providerId="ADAL" clId="{B2612AA9-2C19-4FC1-9CB9-8376C1B2BAB3}" dt="2023-01-06T08:48:23.514" v="212" actId="478"/>
          <ac:spMkLst>
            <pc:docMk/>
            <pc:sldMk cId="318647968" sldId="265"/>
            <ac:spMk id="10" creationId="{ECA89A40-ED83-6D89-1A16-7BF20B7C9D45}"/>
          </ac:spMkLst>
        </pc:spChg>
        <pc:spChg chg="mod">
          <ac:chgData name="贾洪勇" userId="c61acc37-df11-4a3b-9efd-dde9ef084f5f" providerId="ADAL" clId="{B2612AA9-2C19-4FC1-9CB9-8376C1B2BAB3}" dt="2023-01-06T09:04:46.782" v="313" actId="947"/>
          <ac:spMkLst>
            <pc:docMk/>
            <pc:sldMk cId="318647968" sldId="265"/>
            <ac:spMk id="13" creationId="{3F718266-8CA0-40C3-90DD-71025C51B80F}"/>
          </ac:spMkLst>
        </pc:spChg>
        <pc:spChg chg="mod">
          <ac:chgData name="贾洪勇" userId="c61acc37-df11-4a3b-9efd-dde9ef084f5f" providerId="ADAL" clId="{B2612AA9-2C19-4FC1-9CB9-8376C1B2BAB3}" dt="2023-01-06T09:04:46.784" v="315" actId="947"/>
          <ac:spMkLst>
            <pc:docMk/>
            <pc:sldMk cId="318647968" sldId="265"/>
            <ac:spMk id="14" creationId="{AF21F8AD-79DA-A7FC-B050-434BEE5AC523}"/>
          </ac:spMkLst>
        </pc:spChg>
        <pc:spChg chg="mod">
          <ac:chgData name="贾洪勇" userId="c61acc37-df11-4a3b-9efd-dde9ef084f5f" providerId="ADAL" clId="{B2612AA9-2C19-4FC1-9CB9-8376C1B2BAB3}" dt="2023-01-06T09:04:46.787" v="317" actId="947"/>
          <ac:spMkLst>
            <pc:docMk/>
            <pc:sldMk cId="318647968" sldId="265"/>
            <ac:spMk id="15" creationId="{5CB209F5-37BB-57C1-A1C4-9AE4AA99E7CB}"/>
          </ac:spMkLst>
        </pc:spChg>
        <pc:spChg chg="mod">
          <ac:chgData name="贾洪勇" userId="c61acc37-df11-4a3b-9efd-dde9ef084f5f" providerId="ADAL" clId="{B2612AA9-2C19-4FC1-9CB9-8376C1B2BAB3}" dt="2023-01-06T09:04:46.776" v="307" actId="947"/>
          <ac:spMkLst>
            <pc:docMk/>
            <pc:sldMk cId="318647968" sldId="265"/>
            <ac:spMk id="18" creationId="{D3697AAF-0B8C-64B4-FEAC-1AD560B3975B}"/>
          </ac:spMkLst>
        </pc:spChg>
        <pc:spChg chg="mod">
          <ac:chgData name="贾洪勇" userId="c61acc37-df11-4a3b-9efd-dde9ef084f5f" providerId="ADAL" clId="{B2612AA9-2C19-4FC1-9CB9-8376C1B2BAB3}" dt="2023-01-06T09:04:46.778" v="309" actId="947"/>
          <ac:spMkLst>
            <pc:docMk/>
            <pc:sldMk cId="318647968" sldId="265"/>
            <ac:spMk id="19" creationId="{684A9342-E7CD-1CDC-B9CA-27C018B91FB8}"/>
          </ac:spMkLst>
        </pc:spChg>
        <pc:spChg chg="mod">
          <ac:chgData name="贾洪勇" userId="c61acc37-df11-4a3b-9efd-dde9ef084f5f" providerId="ADAL" clId="{B2612AA9-2C19-4FC1-9CB9-8376C1B2BAB3}" dt="2023-01-06T09:04:46.779" v="311" actId="947"/>
          <ac:spMkLst>
            <pc:docMk/>
            <pc:sldMk cId="318647968" sldId="265"/>
            <ac:spMk id="20" creationId="{F99D064D-8731-C470-407A-C6B6F58DFD01}"/>
          </ac:spMkLst>
        </pc:spChg>
        <pc:spChg chg="mod">
          <ac:chgData name="贾洪勇" userId="c61acc37-df11-4a3b-9efd-dde9ef084f5f" providerId="ADAL" clId="{B2612AA9-2C19-4FC1-9CB9-8376C1B2BAB3}" dt="2023-01-06T09:04:46.768" v="301" actId="947"/>
          <ac:spMkLst>
            <pc:docMk/>
            <pc:sldMk cId="318647968" sldId="265"/>
            <ac:spMk id="23" creationId="{BE6BD1C9-1965-D40A-BC59-B561A5281C93}"/>
          </ac:spMkLst>
        </pc:spChg>
        <pc:spChg chg="mod">
          <ac:chgData name="贾洪勇" userId="c61acc37-df11-4a3b-9efd-dde9ef084f5f" providerId="ADAL" clId="{B2612AA9-2C19-4FC1-9CB9-8376C1B2BAB3}" dt="2023-01-06T09:04:46.770" v="303" actId="947"/>
          <ac:spMkLst>
            <pc:docMk/>
            <pc:sldMk cId="318647968" sldId="265"/>
            <ac:spMk id="24" creationId="{C8BD364A-F4A0-B6E9-638E-02413128FD43}"/>
          </ac:spMkLst>
        </pc:spChg>
        <pc:spChg chg="mod">
          <ac:chgData name="贾洪勇" userId="c61acc37-df11-4a3b-9efd-dde9ef084f5f" providerId="ADAL" clId="{B2612AA9-2C19-4FC1-9CB9-8376C1B2BAB3}" dt="2023-01-06T09:04:46.773" v="305" actId="947"/>
          <ac:spMkLst>
            <pc:docMk/>
            <pc:sldMk cId="318647968" sldId="265"/>
            <ac:spMk id="25" creationId="{8A0DF91E-00C0-BD3D-228D-F1B29F68D1D6}"/>
          </ac:spMkLst>
        </pc:spChg>
        <pc:spChg chg="mod">
          <ac:chgData name="贾洪勇" userId="c61acc37-df11-4a3b-9efd-dde9ef084f5f" providerId="ADAL" clId="{B2612AA9-2C19-4FC1-9CB9-8376C1B2BAB3}" dt="2023-01-06T09:04:46.761" v="295" actId="947"/>
          <ac:spMkLst>
            <pc:docMk/>
            <pc:sldMk cId="318647968" sldId="265"/>
            <ac:spMk id="28" creationId="{21205145-8BF7-5327-DF57-6B0CBD5B46BF}"/>
          </ac:spMkLst>
        </pc:spChg>
        <pc:spChg chg="mod">
          <ac:chgData name="贾洪勇" userId="c61acc37-df11-4a3b-9efd-dde9ef084f5f" providerId="ADAL" clId="{B2612AA9-2C19-4FC1-9CB9-8376C1B2BAB3}" dt="2023-01-06T09:04:46.763" v="297" actId="947"/>
          <ac:spMkLst>
            <pc:docMk/>
            <pc:sldMk cId="318647968" sldId="265"/>
            <ac:spMk id="29" creationId="{4D03127A-0D8E-C596-9332-8FFFCF4E92FF}"/>
          </ac:spMkLst>
        </pc:spChg>
        <pc:spChg chg="mod">
          <ac:chgData name="贾洪勇" userId="c61acc37-df11-4a3b-9efd-dde9ef084f5f" providerId="ADAL" clId="{B2612AA9-2C19-4FC1-9CB9-8376C1B2BAB3}" dt="2023-01-06T09:04:46.765" v="299" actId="947"/>
          <ac:spMkLst>
            <pc:docMk/>
            <pc:sldMk cId="318647968" sldId="265"/>
            <ac:spMk id="30" creationId="{951B191D-1EE0-F870-B549-05F936438840}"/>
          </ac:spMkLst>
        </pc:spChg>
        <pc:spChg chg="mod">
          <ac:chgData name="贾洪勇" userId="c61acc37-df11-4a3b-9efd-dde9ef084f5f" providerId="ADAL" clId="{B2612AA9-2C19-4FC1-9CB9-8376C1B2BAB3}" dt="2023-01-06T09:04:46.756" v="291" actId="947"/>
          <ac:spMkLst>
            <pc:docMk/>
            <pc:sldMk cId="318647968" sldId="265"/>
            <ac:spMk id="32" creationId="{CADF9619-E1EC-1762-5A9E-A3FF598D3F8F}"/>
          </ac:spMkLst>
        </pc:spChg>
      </pc:sldChg>
      <pc:sldChg chg="modSp mod">
        <pc:chgData name="贾洪勇" userId="c61acc37-df11-4a3b-9efd-dde9ef084f5f" providerId="ADAL" clId="{B2612AA9-2C19-4FC1-9CB9-8376C1B2BAB3}" dt="2023-01-06T09:04:46.844" v="361" actId="947"/>
        <pc:sldMkLst>
          <pc:docMk/>
          <pc:sldMk cId="3607755731" sldId="266"/>
        </pc:sldMkLst>
        <pc:spChg chg="mod">
          <ac:chgData name="贾洪勇" userId="c61acc37-df11-4a3b-9efd-dde9ef084f5f" providerId="ADAL" clId="{B2612AA9-2C19-4FC1-9CB9-8376C1B2BAB3}" dt="2023-01-06T09:04:46.814" v="337" actId="947"/>
          <ac:spMkLst>
            <pc:docMk/>
            <pc:sldMk cId="3607755731" sldId="266"/>
            <ac:spMk id="2" creationId="{0326C2E5-3854-A6A7-0AF6-336A71AA87F2}"/>
          </ac:spMkLst>
        </pc:spChg>
        <pc:spChg chg="mod">
          <ac:chgData name="贾洪勇" userId="c61acc37-df11-4a3b-9efd-dde9ef084f5f" providerId="ADAL" clId="{B2612AA9-2C19-4FC1-9CB9-8376C1B2BAB3}" dt="2023-01-06T09:04:46.816" v="339" actId="947"/>
          <ac:spMkLst>
            <pc:docMk/>
            <pc:sldMk cId="3607755731" sldId="266"/>
            <ac:spMk id="3" creationId="{BD0D2AA0-5CD7-4753-DA9F-D58E719F9DA6}"/>
          </ac:spMkLst>
        </pc:spChg>
        <pc:spChg chg="mod">
          <ac:chgData name="贾洪勇" userId="c61acc37-df11-4a3b-9efd-dde9ef084f5f" providerId="ADAL" clId="{B2612AA9-2C19-4FC1-9CB9-8376C1B2BAB3}" dt="2023-01-06T09:04:46.820" v="341" actId="947"/>
          <ac:spMkLst>
            <pc:docMk/>
            <pc:sldMk cId="3607755731" sldId="266"/>
            <ac:spMk id="5" creationId="{3B475968-E591-FFCE-B314-8798ECC6E368}"/>
          </ac:spMkLst>
        </pc:spChg>
        <pc:spChg chg="mod">
          <ac:chgData name="贾洪勇" userId="c61acc37-df11-4a3b-9efd-dde9ef084f5f" providerId="ADAL" clId="{B2612AA9-2C19-4FC1-9CB9-8376C1B2BAB3}" dt="2023-01-06T09:04:46.822" v="343" actId="947"/>
          <ac:spMkLst>
            <pc:docMk/>
            <pc:sldMk cId="3607755731" sldId="266"/>
            <ac:spMk id="6" creationId="{99B6124D-BADA-B959-4D3E-DD99F8AF66B2}"/>
          </ac:spMkLst>
        </pc:spChg>
        <pc:spChg chg="mod">
          <ac:chgData name="贾洪勇" userId="c61acc37-df11-4a3b-9efd-dde9ef084f5f" providerId="ADAL" clId="{B2612AA9-2C19-4FC1-9CB9-8376C1B2BAB3}" dt="2023-01-06T09:04:46.844" v="361" actId="947"/>
          <ac:spMkLst>
            <pc:docMk/>
            <pc:sldMk cId="3607755731" sldId="266"/>
            <ac:spMk id="14" creationId="{3FC535E8-9CF6-F216-F080-193BE5BC8D5F}"/>
          </ac:spMkLst>
        </pc:spChg>
        <pc:spChg chg="mod">
          <ac:chgData name="贾洪勇" userId="c61acc37-df11-4a3b-9efd-dde9ef084f5f" providerId="ADAL" clId="{B2612AA9-2C19-4FC1-9CB9-8376C1B2BAB3}" dt="2023-01-06T09:04:46.842" v="359" actId="947"/>
          <ac:spMkLst>
            <pc:docMk/>
            <pc:sldMk cId="3607755731" sldId="266"/>
            <ac:spMk id="19" creationId="{C83EC410-337A-79D6-B125-DB3515847917}"/>
          </ac:spMkLst>
        </pc:spChg>
        <pc:spChg chg="mod">
          <ac:chgData name="贾洪勇" userId="c61acc37-df11-4a3b-9efd-dde9ef084f5f" providerId="ADAL" clId="{B2612AA9-2C19-4FC1-9CB9-8376C1B2BAB3}" dt="2023-01-06T09:04:46.840" v="357" actId="947"/>
          <ac:spMkLst>
            <pc:docMk/>
            <pc:sldMk cId="3607755731" sldId="266"/>
            <ac:spMk id="24" creationId="{F1FD5F8C-C009-88F9-18DF-2305E2031169}"/>
          </ac:spMkLst>
        </pc:spChg>
        <pc:spChg chg="mod">
          <ac:chgData name="贾洪勇" userId="c61acc37-df11-4a3b-9efd-dde9ef084f5f" providerId="ADAL" clId="{B2612AA9-2C19-4FC1-9CB9-8376C1B2BAB3}" dt="2023-01-06T09:04:46.833" v="353" actId="947"/>
          <ac:spMkLst>
            <pc:docMk/>
            <pc:sldMk cId="3607755731" sldId="266"/>
            <ac:spMk id="30" creationId="{DE571D89-9E20-4679-967B-0CF8119CC55C}"/>
          </ac:spMkLst>
        </pc:spChg>
        <pc:spChg chg="mod">
          <ac:chgData name="贾洪勇" userId="c61acc37-df11-4a3b-9efd-dde9ef084f5f" providerId="ADAL" clId="{B2612AA9-2C19-4FC1-9CB9-8376C1B2BAB3}" dt="2023-01-06T09:04:46.838" v="355" actId="947"/>
          <ac:spMkLst>
            <pc:docMk/>
            <pc:sldMk cId="3607755731" sldId="266"/>
            <ac:spMk id="31" creationId="{8A319D73-EE30-FCDC-C081-55931E68D16A}"/>
          </ac:spMkLst>
        </pc:spChg>
        <pc:spChg chg="mod">
          <ac:chgData name="贾洪勇" userId="c61acc37-df11-4a3b-9efd-dde9ef084f5f" providerId="ADAL" clId="{B2612AA9-2C19-4FC1-9CB9-8376C1B2BAB3}" dt="2023-01-06T09:04:46.831" v="351" actId="947"/>
          <ac:spMkLst>
            <pc:docMk/>
            <pc:sldMk cId="3607755731" sldId="266"/>
            <ac:spMk id="33" creationId="{3222CE36-48F8-F2C9-81BD-B946AAD97D5C}"/>
          </ac:spMkLst>
        </pc:spChg>
        <pc:spChg chg="mod">
          <ac:chgData name="贾洪勇" userId="c61acc37-df11-4a3b-9efd-dde9ef084f5f" providerId="ADAL" clId="{B2612AA9-2C19-4FC1-9CB9-8376C1B2BAB3}" dt="2023-01-06T09:04:46.826" v="347" actId="947"/>
          <ac:spMkLst>
            <pc:docMk/>
            <pc:sldMk cId="3607755731" sldId="266"/>
            <ac:spMk id="36" creationId="{4E95E6AB-FAC7-F4FD-CB87-B4E59080BE0A}"/>
          </ac:spMkLst>
        </pc:spChg>
        <pc:spChg chg="mod">
          <ac:chgData name="贾洪勇" userId="c61acc37-df11-4a3b-9efd-dde9ef084f5f" providerId="ADAL" clId="{B2612AA9-2C19-4FC1-9CB9-8376C1B2BAB3}" dt="2023-01-06T09:04:46.828" v="349" actId="947"/>
          <ac:spMkLst>
            <pc:docMk/>
            <pc:sldMk cId="3607755731" sldId="266"/>
            <ac:spMk id="37" creationId="{BD1A4361-0664-54F6-C37E-75217744BE98}"/>
          </ac:spMkLst>
        </pc:spChg>
        <pc:spChg chg="mod">
          <ac:chgData name="贾洪勇" userId="c61acc37-df11-4a3b-9efd-dde9ef084f5f" providerId="ADAL" clId="{B2612AA9-2C19-4FC1-9CB9-8376C1B2BAB3}" dt="2023-01-06T09:04:46.824" v="345" actId="947"/>
          <ac:spMkLst>
            <pc:docMk/>
            <pc:sldMk cId="3607755731" sldId="266"/>
            <ac:spMk id="39" creationId="{992AD737-D28B-275E-CABF-F5378FB7A2E8}"/>
          </ac:spMkLst>
        </pc:spChg>
      </pc:sldChg>
      <pc:sldChg chg="modSp mod">
        <pc:chgData name="贾洪勇" userId="c61acc37-df11-4a3b-9efd-dde9ef084f5f" providerId="ADAL" clId="{B2612AA9-2C19-4FC1-9CB9-8376C1B2BAB3}" dt="2023-01-06T09:04:46.879" v="379" actId="947"/>
        <pc:sldMkLst>
          <pc:docMk/>
          <pc:sldMk cId="473852357" sldId="267"/>
        </pc:sldMkLst>
        <pc:spChg chg="mod">
          <ac:chgData name="贾洪勇" userId="c61acc37-df11-4a3b-9efd-dde9ef084f5f" providerId="ADAL" clId="{B2612AA9-2C19-4FC1-9CB9-8376C1B2BAB3}" dt="2023-01-06T09:04:46.853" v="367" actId="947"/>
          <ac:spMkLst>
            <pc:docMk/>
            <pc:sldMk cId="473852357" sldId="267"/>
            <ac:spMk id="2" creationId="{8C45EB0C-3755-05B7-0E8D-F5FB4BFB22AB}"/>
          </ac:spMkLst>
        </pc:spChg>
        <pc:spChg chg="mod">
          <ac:chgData name="贾洪勇" userId="c61acc37-df11-4a3b-9efd-dde9ef084f5f" providerId="ADAL" clId="{B2612AA9-2C19-4FC1-9CB9-8376C1B2BAB3}" dt="2023-01-06T09:04:46.854" v="369" actId="947"/>
          <ac:spMkLst>
            <pc:docMk/>
            <pc:sldMk cId="473852357" sldId="267"/>
            <ac:spMk id="3" creationId="{9729E6DE-7803-51A5-AF80-E1FBC47D38E0}"/>
          </ac:spMkLst>
        </pc:spChg>
        <pc:spChg chg="mod">
          <ac:chgData name="贾洪勇" userId="c61acc37-df11-4a3b-9efd-dde9ef084f5f" providerId="ADAL" clId="{B2612AA9-2C19-4FC1-9CB9-8376C1B2BAB3}" dt="2023-01-06T09:04:46.857" v="371" actId="947"/>
          <ac:spMkLst>
            <pc:docMk/>
            <pc:sldMk cId="473852357" sldId="267"/>
            <ac:spMk id="6" creationId="{EFC8A319-9E96-E293-C98A-BEE29492E798}"/>
          </ac:spMkLst>
        </pc:spChg>
        <pc:spChg chg="mod">
          <ac:chgData name="贾洪勇" userId="c61acc37-df11-4a3b-9efd-dde9ef084f5f" providerId="ADAL" clId="{B2612AA9-2C19-4FC1-9CB9-8376C1B2BAB3}" dt="2023-01-06T09:04:46.872" v="373" actId="947"/>
          <ac:spMkLst>
            <pc:docMk/>
            <pc:sldMk cId="473852357" sldId="267"/>
            <ac:spMk id="9" creationId="{0C5D3B74-1450-8A26-E2F8-A3C74E1B82C0}"/>
          </ac:spMkLst>
        </pc:spChg>
        <pc:spChg chg="mod">
          <ac:chgData name="贾洪勇" userId="c61acc37-df11-4a3b-9efd-dde9ef084f5f" providerId="ADAL" clId="{B2612AA9-2C19-4FC1-9CB9-8376C1B2BAB3}" dt="2023-01-06T09:04:46.874" v="375" actId="947"/>
          <ac:spMkLst>
            <pc:docMk/>
            <pc:sldMk cId="473852357" sldId="267"/>
            <ac:spMk id="10" creationId="{5A4C2376-9A1B-4E70-AF51-58B5476C9C17}"/>
          </ac:spMkLst>
        </pc:spChg>
        <pc:spChg chg="mod">
          <ac:chgData name="贾洪勇" userId="c61acc37-df11-4a3b-9efd-dde9ef084f5f" providerId="ADAL" clId="{B2612AA9-2C19-4FC1-9CB9-8376C1B2BAB3}" dt="2023-01-06T09:04:46.877" v="377" actId="947"/>
          <ac:spMkLst>
            <pc:docMk/>
            <pc:sldMk cId="473852357" sldId="267"/>
            <ac:spMk id="11" creationId="{CD7E227D-B106-1A71-E415-09FDE6095864}"/>
          </ac:spMkLst>
        </pc:spChg>
        <pc:spChg chg="mod">
          <ac:chgData name="贾洪勇" userId="c61acc37-df11-4a3b-9efd-dde9ef084f5f" providerId="ADAL" clId="{B2612AA9-2C19-4FC1-9CB9-8376C1B2BAB3}" dt="2023-01-06T09:04:46.879" v="379" actId="947"/>
          <ac:spMkLst>
            <pc:docMk/>
            <pc:sldMk cId="473852357" sldId="267"/>
            <ac:spMk id="12" creationId="{92A8BDEC-EB57-6BBF-6438-F31590602FB2}"/>
          </ac:spMkLst>
        </pc:spChg>
      </pc:sldChg>
      <pc:sldChg chg="modSp mod">
        <pc:chgData name="贾洪勇" userId="c61acc37-df11-4a3b-9efd-dde9ef084f5f" providerId="ADAL" clId="{B2612AA9-2C19-4FC1-9CB9-8376C1B2BAB3}" dt="2023-01-10T11:17:33.395" v="10687" actId="1076"/>
        <pc:sldMkLst>
          <pc:docMk/>
          <pc:sldMk cId="1683143031" sldId="268"/>
        </pc:sldMkLst>
        <pc:spChg chg="mod">
          <ac:chgData name="贾洪勇" userId="c61acc37-df11-4a3b-9efd-dde9ef084f5f" providerId="ADAL" clId="{B2612AA9-2C19-4FC1-9CB9-8376C1B2BAB3}" dt="2023-01-06T09:04:46.884" v="381" actId="947"/>
          <ac:spMkLst>
            <pc:docMk/>
            <pc:sldMk cId="1683143031" sldId="268"/>
            <ac:spMk id="2" creationId="{35627C9A-F373-4109-DDCA-625FFBA5EB35}"/>
          </ac:spMkLst>
        </pc:spChg>
        <pc:spChg chg="mod">
          <ac:chgData name="贾洪勇" userId="c61acc37-df11-4a3b-9efd-dde9ef084f5f" providerId="ADAL" clId="{B2612AA9-2C19-4FC1-9CB9-8376C1B2BAB3}" dt="2023-01-06T09:04:46.886" v="383" actId="947"/>
          <ac:spMkLst>
            <pc:docMk/>
            <pc:sldMk cId="1683143031" sldId="268"/>
            <ac:spMk id="3" creationId="{99C7C0D9-0E80-FC91-3E42-5D08364493CB}"/>
          </ac:spMkLst>
        </pc:spChg>
        <pc:spChg chg="mod">
          <ac:chgData name="贾洪勇" userId="c61acc37-df11-4a3b-9efd-dde9ef084f5f" providerId="ADAL" clId="{B2612AA9-2C19-4FC1-9CB9-8376C1B2BAB3}" dt="2023-01-06T09:04:46.888" v="385" actId="947"/>
          <ac:spMkLst>
            <pc:docMk/>
            <pc:sldMk cId="1683143031" sldId="268"/>
            <ac:spMk id="6" creationId="{32086BBA-6605-D77C-FE01-E94D7B388C00}"/>
          </ac:spMkLst>
        </pc:spChg>
        <pc:spChg chg="mod">
          <ac:chgData name="贾洪勇" userId="c61acc37-df11-4a3b-9efd-dde9ef084f5f" providerId="ADAL" clId="{B2612AA9-2C19-4FC1-9CB9-8376C1B2BAB3}" dt="2023-01-06T09:04:46.890" v="387" actId="947"/>
          <ac:spMkLst>
            <pc:docMk/>
            <pc:sldMk cId="1683143031" sldId="268"/>
            <ac:spMk id="7" creationId="{C2A4F6BB-56C8-7283-107A-FCEA203C73CA}"/>
          </ac:spMkLst>
        </pc:spChg>
        <pc:spChg chg="mod">
          <ac:chgData name="贾洪勇" userId="c61acc37-df11-4a3b-9efd-dde9ef084f5f" providerId="ADAL" clId="{B2612AA9-2C19-4FC1-9CB9-8376C1B2BAB3}" dt="2023-01-10T11:17:27.258" v="10685" actId="1076"/>
          <ac:spMkLst>
            <pc:docMk/>
            <pc:sldMk cId="1683143031" sldId="268"/>
            <ac:spMk id="8" creationId="{4852D299-FA40-C897-57C4-B5F5359A266E}"/>
          </ac:spMkLst>
        </pc:spChg>
        <pc:spChg chg="mod">
          <ac:chgData name="贾洪勇" userId="c61acc37-df11-4a3b-9efd-dde9ef084f5f" providerId="ADAL" clId="{B2612AA9-2C19-4FC1-9CB9-8376C1B2BAB3}" dt="2023-01-06T09:04:46.911" v="401" actId="947"/>
          <ac:spMkLst>
            <pc:docMk/>
            <pc:sldMk cId="1683143031" sldId="268"/>
            <ac:spMk id="14" creationId="{42240CF1-EB6F-2E00-5239-51A0718F0B43}"/>
          </ac:spMkLst>
        </pc:spChg>
        <pc:spChg chg="mod">
          <ac:chgData name="贾洪勇" userId="c61acc37-df11-4a3b-9efd-dde9ef084f5f" providerId="ADAL" clId="{B2612AA9-2C19-4FC1-9CB9-8376C1B2BAB3}" dt="2023-01-10T11:17:33.395" v="10687" actId="1076"/>
          <ac:spMkLst>
            <pc:docMk/>
            <pc:sldMk cId="1683143031" sldId="268"/>
            <ac:spMk id="19" creationId="{58CB5295-9F4A-AD93-0C3C-50A5CB094D8B}"/>
          </ac:spMkLst>
        </pc:spChg>
        <pc:spChg chg="mod">
          <ac:chgData name="贾洪勇" userId="c61acc37-df11-4a3b-9efd-dde9ef084f5f" providerId="ADAL" clId="{B2612AA9-2C19-4FC1-9CB9-8376C1B2BAB3}" dt="2023-01-06T09:04:46.915" v="405" actId="947"/>
          <ac:spMkLst>
            <pc:docMk/>
            <pc:sldMk cId="1683143031" sldId="268"/>
            <ac:spMk id="20" creationId="{D7B646E1-B710-E9B6-CFD6-BA1D4DBEE3C2}"/>
          </ac:spMkLst>
        </pc:spChg>
        <pc:spChg chg="mod">
          <ac:chgData name="贾洪勇" userId="c61acc37-df11-4a3b-9efd-dde9ef084f5f" providerId="ADAL" clId="{B2612AA9-2C19-4FC1-9CB9-8376C1B2BAB3}" dt="2023-01-06T09:04:46.906" v="397" actId="947"/>
          <ac:spMkLst>
            <pc:docMk/>
            <pc:sldMk cId="1683143031" sldId="268"/>
            <ac:spMk id="21" creationId="{E180C393-BB33-1899-6154-73500E85EE31}"/>
          </ac:spMkLst>
        </pc:spChg>
        <pc:spChg chg="mod">
          <ac:chgData name="贾洪勇" userId="c61acc37-df11-4a3b-9efd-dde9ef084f5f" providerId="ADAL" clId="{B2612AA9-2C19-4FC1-9CB9-8376C1B2BAB3}" dt="2023-01-06T09:04:46.909" v="399" actId="947"/>
          <ac:spMkLst>
            <pc:docMk/>
            <pc:sldMk cId="1683143031" sldId="268"/>
            <ac:spMk id="23" creationId="{B920DAF6-14F0-2ADD-6C40-A9DBCF5ABEC4}"/>
          </ac:spMkLst>
        </pc:spChg>
        <pc:spChg chg="mod">
          <ac:chgData name="贾洪勇" userId="c61acc37-df11-4a3b-9efd-dde9ef084f5f" providerId="ADAL" clId="{B2612AA9-2C19-4FC1-9CB9-8376C1B2BAB3}" dt="2023-01-06T09:04:46.899" v="393" actId="947"/>
          <ac:spMkLst>
            <pc:docMk/>
            <pc:sldMk cId="1683143031" sldId="268"/>
            <ac:spMk id="24" creationId="{1B15D9D2-24F8-EF3B-E879-28FCCA15CCC9}"/>
          </ac:spMkLst>
        </pc:spChg>
        <pc:spChg chg="mod">
          <ac:chgData name="贾洪勇" userId="c61acc37-df11-4a3b-9efd-dde9ef084f5f" providerId="ADAL" clId="{B2612AA9-2C19-4FC1-9CB9-8376C1B2BAB3}" dt="2023-01-06T09:04:46.902" v="395" actId="947"/>
          <ac:spMkLst>
            <pc:docMk/>
            <pc:sldMk cId="1683143031" sldId="268"/>
            <ac:spMk id="26" creationId="{4096046D-0E76-D009-D573-6385CF79BCAE}"/>
          </ac:spMkLst>
        </pc:spChg>
        <pc:spChg chg="mod">
          <ac:chgData name="贾洪勇" userId="c61acc37-df11-4a3b-9efd-dde9ef084f5f" providerId="ADAL" clId="{B2612AA9-2C19-4FC1-9CB9-8376C1B2BAB3}" dt="2023-01-06T09:04:46.893" v="389" actId="947"/>
          <ac:spMkLst>
            <pc:docMk/>
            <pc:sldMk cId="1683143031" sldId="268"/>
            <ac:spMk id="27" creationId="{CFC9E408-0A18-1AE3-8588-20FB24EC1787}"/>
          </ac:spMkLst>
        </pc:spChg>
        <pc:spChg chg="mod">
          <ac:chgData name="贾洪勇" userId="c61acc37-df11-4a3b-9efd-dde9ef084f5f" providerId="ADAL" clId="{B2612AA9-2C19-4FC1-9CB9-8376C1B2BAB3}" dt="2023-01-06T09:04:46.895" v="391" actId="947"/>
          <ac:spMkLst>
            <pc:docMk/>
            <pc:sldMk cId="1683143031" sldId="268"/>
            <ac:spMk id="29" creationId="{3CC1035F-4052-42AD-B7FA-45BD88D9E4F7}"/>
          </ac:spMkLst>
        </pc:spChg>
      </pc:sldChg>
      <pc:sldChg chg="modSp mod">
        <pc:chgData name="贾洪勇" userId="c61acc37-df11-4a3b-9efd-dde9ef084f5f" providerId="ADAL" clId="{B2612AA9-2C19-4FC1-9CB9-8376C1B2BAB3}" dt="2023-01-06T09:04:46.925" v="413" actId="947"/>
        <pc:sldMkLst>
          <pc:docMk/>
          <pc:sldMk cId="1070253119" sldId="270"/>
        </pc:sldMkLst>
        <pc:spChg chg="mod">
          <ac:chgData name="贾洪勇" userId="c61acc37-df11-4a3b-9efd-dde9ef084f5f" providerId="ADAL" clId="{B2612AA9-2C19-4FC1-9CB9-8376C1B2BAB3}" dt="2023-01-06T09:04:46.923" v="411" actId="947"/>
          <ac:spMkLst>
            <pc:docMk/>
            <pc:sldMk cId="1070253119" sldId="270"/>
            <ac:spMk id="2" creationId="{1BC2B274-6096-4E6F-B8DF-3F118E2D97ED}"/>
          </ac:spMkLst>
        </pc:spChg>
        <pc:spChg chg="mod">
          <ac:chgData name="贾洪勇" userId="c61acc37-df11-4a3b-9efd-dde9ef084f5f" providerId="ADAL" clId="{B2612AA9-2C19-4FC1-9CB9-8376C1B2BAB3}" dt="2023-01-06T09:04:46.925" v="413" actId="947"/>
          <ac:spMkLst>
            <pc:docMk/>
            <pc:sldMk cId="1070253119" sldId="270"/>
            <ac:spMk id="3" creationId="{35CD236B-DD14-97B4-8B06-AD0412C380F6}"/>
          </ac:spMkLst>
        </pc:spChg>
        <pc:spChg chg="mod">
          <ac:chgData name="贾洪勇" userId="c61acc37-df11-4a3b-9efd-dde9ef084f5f" providerId="ADAL" clId="{B2612AA9-2C19-4FC1-9CB9-8376C1B2BAB3}" dt="2023-01-06T09:04:46.919" v="407" actId="947"/>
          <ac:spMkLst>
            <pc:docMk/>
            <pc:sldMk cId="1070253119" sldId="270"/>
            <ac:spMk id="4" creationId="{3E7816B9-4368-481C-AF7D-011CB1B5D3BB}"/>
          </ac:spMkLst>
        </pc:spChg>
        <pc:spChg chg="mod">
          <ac:chgData name="贾洪勇" userId="c61acc37-df11-4a3b-9efd-dde9ef084f5f" providerId="ADAL" clId="{B2612AA9-2C19-4FC1-9CB9-8376C1B2BAB3}" dt="2023-01-06T09:04:46.921" v="409" actId="947"/>
          <ac:spMkLst>
            <pc:docMk/>
            <pc:sldMk cId="1070253119" sldId="270"/>
            <ac:spMk id="5" creationId="{7239E965-33B6-4BC1-B1B3-CD2DC6B7EA81}"/>
          </ac:spMkLst>
        </pc:spChg>
      </pc:sldChg>
      <pc:sldChg chg="modSp mod">
        <pc:chgData name="贾洪勇" userId="c61acc37-df11-4a3b-9efd-dde9ef084f5f" providerId="ADAL" clId="{B2612AA9-2C19-4FC1-9CB9-8376C1B2BAB3}" dt="2023-01-06T09:04:46.979" v="455" actId="947"/>
        <pc:sldMkLst>
          <pc:docMk/>
          <pc:sldMk cId="2862599679" sldId="271"/>
        </pc:sldMkLst>
        <pc:spChg chg="mod">
          <ac:chgData name="贾洪勇" userId="c61acc37-df11-4a3b-9efd-dde9ef084f5f" providerId="ADAL" clId="{B2612AA9-2C19-4FC1-9CB9-8376C1B2BAB3}" dt="2023-01-06T09:04:46.977" v="453" actId="947"/>
          <ac:spMkLst>
            <pc:docMk/>
            <pc:sldMk cId="2862599679" sldId="271"/>
            <ac:spMk id="2" creationId="{1BC2B274-6096-4E6F-B8DF-3F118E2D97ED}"/>
          </ac:spMkLst>
        </pc:spChg>
        <pc:spChg chg="mod">
          <ac:chgData name="贾洪勇" userId="c61acc37-df11-4a3b-9efd-dde9ef084f5f" providerId="ADAL" clId="{B2612AA9-2C19-4FC1-9CB9-8376C1B2BAB3}" dt="2023-01-06T09:04:46.979" v="455" actId="947"/>
          <ac:spMkLst>
            <pc:docMk/>
            <pc:sldMk cId="2862599679" sldId="271"/>
            <ac:spMk id="3" creationId="{35CD236B-DD14-97B4-8B06-AD0412C380F6}"/>
          </ac:spMkLst>
        </pc:spChg>
        <pc:spChg chg="mod">
          <ac:chgData name="贾洪勇" userId="c61acc37-df11-4a3b-9efd-dde9ef084f5f" providerId="ADAL" clId="{B2612AA9-2C19-4FC1-9CB9-8376C1B2BAB3}" dt="2023-01-06T09:04:46.973" v="449" actId="947"/>
          <ac:spMkLst>
            <pc:docMk/>
            <pc:sldMk cId="2862599679" sldId="271"/>
            <ac:spMk id="4" creationId="{3E7816B9-4368-481C-AF7D-011CB1B5D3BB}"/>
          </ac:spMkLst>
        </pc:spChg>
        <pc:spChg chg="mod">
          <ac:chgData name="贾洪勇" userId="c61acc37-df11-4a3b-9efd-dde9ef084f5f" providerId="ADAL" clId="{B2612AA9-2C19-4FC1-9CB9-8376C1B2BAB3}" dt="2023-01-06T09:04:46.975" v="451" actId="947"/>
          <ac:spMkLst>
            <pc:docMk/>
            <pc:sldMk cId="2862599679" sldId="271"/>
            <ac:spMk id="5" creationId="{7239E965-33B6-4BC1-B1B3-CD2DC6B7EA81}"/>
          </ac:spMkLst>
        </pc:spChg>
      </pc:sldChg>
      <pc:sldChg chg="modSp mod">
        <pc:chgData name="贾洪勇" userId="c61acc37-df11-4a3b-9efd-dde9ef084f5f" providerId="ADAL" clId="{B2612AA9-2C19-4FC1-9CB9-8376C1B2BAB3}" dt="2023-01-06T09:04:46.947" v="431" actId="947"/>
        <pc:sldMkLst>
          <pc:docMk/>
          <pc:sldMk cId="2910683384" sldId="272"/>
        </pc:sldMkLst>
        <pc:spChg chg="mod">
          <ac:chgData name="贾洪勇" userId="c61acc37-df11-4a3b-9efd-dde9ef084f5f" providerId="ADAL" clId="{B2612AA9-2C19-4FC1-9CB9-8376C1B2BAB3}" dt="2023-01-06T09:04:46.927" v="415" actId="947"/>
          <ac:spMkLst>
            <pc:docMk/>
            <pc:sldMk cId="2910683384" sldId="272"/>
            <ac:spMk id="2" creationId="{FADBE2E2-25B3-ECF0-FFFE-E4ECF312BD50}"/>
          </ac:spMkLst>
        </pc:spChg>
        <pc:spChg chg="mod">
          <ac:chgData name="贾洪勇" userId="c61acc37-df11-4a3b-9efd-dde9ef084f5f" providerId="ADAL" clId="{B2612AA9-2C19-4FC1-9CB9-8376C1B2BAB3}" dt="2023-01-06T09:04:46.930" v="417" actId="947"/>
          <ac:spMkLst>
            <pc:docMk/>
            <pc:sldMk cId="2910683384" sldId="272"/>
            <ac:spMk id="3" creationId="{6BC6A2AF-E555-B92D-ED5D-FBFAF1DC7DCD}"/>
          </ac:spMkLst>
        </pc:spChg>
        <pc:spChg chg="mod">
          <ac:chgData name="贾洪勇" userId="c61acc37-df11-4a3b-9efd-dde9ef084f5f" providerId="ADAL" clId="{B2612AA9-2C19-4FC1-9CB9-8376C1B2BAB3}" dt="2023-01-06T09:04:46.933" v="419" actId="947"/>
          <ac:spMkLst>
            <pc:docMk/>
            <pc:sldMk cId="2910683384" sldId="272"/>
            <ac:spMk id="9" creationId="{34171AE9-2D18-19AA-B1E1-CA537EC32F4D}"/>
          </ac:spMkLst>
        </pc:spChg>
        <pc:spChg chg="mod">
          <ac:chgData name="贾洪勇" userId="c61acc37-df11-4a3b-9efd-dde9ef084f5f" providerId="ADAL" clId="{B2612AA9-2C19-4FC1-9CB9-8376C1B2BAB3}" dt="2023-01-06T09:04:46.935" v="421" actId="947"/>
          <ac:spMkLst>
            <pc:docMk/>
            <pc:sldMk cId="2910683384" sldId="272"/>
            <ac:spMk id="10" creationId="{4E40B803-C7CF-E5BF-B7E5-AC5FE0AB631F}"/>
          </ac:spMkLst>
        </pc:spChg>
        <pc:spChg chg="mod">
          <ac:chgData name="贾洪勇" userId="c61acc37-df11-4a3b-9efd-dde9ef084f5f" providerId="ADAL" clId="{B2612AA9-2C19-4FC1-9CB9-8376C1B2BAB3}" dt="2023-01-06T09:04:46.937" v="423" actId="947"/>
          <ac:spMkLst>
            <pc:docMk/>
            <pc:sldMk cId="2910683384" sldId="272"/>
            <ac:spMk id="13" creationId="{D6A73EB2-218A-9697-7608-83421C5F3715}"/>
          </ac:spMkLst>
        </pc:spChg>
        <pc:spChg chg="mod">
          <ac:chgData name="贾洪勇" userId="c61acc37-df11-4a3b-9efd-dde9ef084f5f" providerId="ADAL" clId="{B2612AA9-2C19-4FC1-9CB9-8376C1B2BAB3}" dt="2023-01-06T09:04:46.939" v="425" actId="947"/>
          <ac:spMkLst>
            <pc:docMk/>
            <pc:sldMk cId="2910683384" sldId="272"/>
            <ac:spMk id="21" creationId="{62B265CE-14AE-14DF-EDDD-23F8DB471B17}"/>
          </ac:spMkLst>
        </pc:spChg>
        <pc:spChg chg="mod">
          <ac:chgData name="贾洪勇" userId="c61acc37-df11-4a3b-9efd-dde9ef084f5f" providerId="ADAL" clId="{B2612AA9-2C19-4FC1-9CB9-8376C1B2BAB3}" dt="2023-01-06T09:04:46.942" v="427" actId="947"/>
          <ac:spMkLst>
            <pc:docMk/>
            <pc:sldMk cId="2910683384" sldId="272"/>
            <ac:spMk id="22" creationId="{5775E145-91AA-B391-F1C1-ADCFFA2E090E}"/>
          </ac:spMkLst>
        </pc:spChg>
        <pc:spChg chg="mod">
          <ac:chgData name="贾洪勇" userId="c61acc37-df11-4a3b-9efd-dde9ef084f5f" providerId="ADAL" clId="{B2612AA9-2C19-4FC1-9CB9-8376C1B2BAB3}" dt="2023-01-06T09:04:46.945" v="429" actId="947"/>
          <ac:spMkLst>
            <pc:docMk/>
            <pc:sldMk cId="2910683384" sldId="272"/>
            <ac:spMk id="29" creationId="{313900AF-9AF6-090A-F368-72E00C3F7C67}"/>
          </ac:spMkLst>
        </pc:spChg>
        <pc:spChg chg="mod">
          <ac:chgData name="贾洪勇" userId="c61acc37-df11-4a3b-9efd-dde9ef084f5f" providerId="ADAL" clId="{B2612AA9-2C19-4FC1-9CB9-8376C1B2BAB3}" dt="2023-01-06T09:04:46.947" v="431" actId="947"/>
          <ac:spMkLst>
            <pc:docMk/>
            <pc:sldMk cId="2910683384" sldId="272"/>
            <ac:spMk id="30" creationId="{9345C80F-8366-5F89-7DDC-4C03BE75F74D}"/>
          </ac:spMkLst>
        </pc:spChg>
      </pc:sldChg>
      <pc:sldChg chg="modSp mod">
        <pc:chgData name="贾洪勇" userId="c61acc37-df11-4a3b-9efd-dde9ef084f5f" providerId="ADAL" clId="{B2612AA9-2C19-4FC1-9CB9-8376C1B2BAB3}" dt="2023-01-06T09:04:46.970" v="447" actId="947"/>
        <pc:sldMkLst>
          <pc:docMk/>
          <pc:sldMk cId="1677909293" sldId="273"/>
        </pc:sldMkLst>
        <pc:spChg chg="mod">
          <ac:chgData name="贾洪勇" userId="c61acc37-df11-4a3b-9efd-dde9ef084f5f" providerId="ADAL" clId="{B2612AA9-2C19-4FC1-9CB9-8376C1B2BAB3}" dt="2023-01-06T09:04:46.951" v="433" actId="947"/>
          <ac:spMkLst>
            <pc:docMk/>
            <pc:sldMk cId="1677909293" sldId="273"/>
            <ac:spMk id="2" creationId="{DBB0A645-7F4C-7BD5-8C0C-18916D039296}"/>
          </ac:spMkLst>
        </pc:spChg>
        <pc:spChg chg="mod">
          <ac:chgData name="贾洪勇" userId="c61acc37-df11-4a3b-9efd-dde9ef084f5f" providerId="ADAL" clId="{B2612AA9-2C19-4FC1-9CB9-8376C1B2BAB3}" dt="2023-01-06T09:04:46.952" v="435" actId="947"/>
          <ac:spMkLst>
            <pc:docMk/>
            <pc:sldMk cId="1677909293" sldId="273"/>
            <ac:spMk id="3" creationId="{6404FD48-806E-D6F4-F5DF-A82D40790F28}"/>
          </ac:spMkLst>
        </pc:spChg>
        <pc:spChg chg="mod">
          <ac:chgData name="贾洪勇" userId="c61acc37-df11-4a3b-9efd-dde9ef084f5f" providerId="ADAL" clId="{B2612AA9-2C19-4FC1-9CB9-8376C1B2BAB3}" dt="2023-01-06T09:04:46.956" v="437" actId="947"/>
          <ac:spMkLst>
            <pc:docMk/>
            <pc:sldMk cId="1677909293" sldId="273"/>
            <ac:spMk id="7" creationId="{5D99B0D5-C1E7-A886-B605-9DF86C45B3D5}"/>
          </ac:spMkLst>
        </pc:spChg>
        <pc:spChg chg="mod">
          <ac:chgData name="贾洪勇" userId="c61acc37-df11-4a3b-9efd-dde9ef084f5f" providerId="ADAL" clId="{B2612AA9-2C19-4FC1-9CB9-8376C1B2BAB3}" dt="2023-01-06T09:04:46.965" v="443" actId="947"/>
          <ac:spMkLst>
            <pc:docMk/>
            <pc:sldMk cId="1677909293" sldId="273"/>
            <ac:spMk id="10" creationId="{4C7FB49E-7003-B683-57B2-D4049EA6888E}"/>
          </ac:spMkLst>
        </pc:spChg>
        <pc:spChg chg="mod">
          <ac:chgData name="贾洪勇" userId="c61acc37-df11-4a3b-9efd-dde9ef084f5f" providerId="ADAL" clId="{B2612AA9-2C19-4FC1-9CB9-8376C1B2BAB3}" dt="2023-01-06T09:04:46.968" v="445" actId="947"/>
          <ac:spMkLst>
            <pc:docMk/>
            <pc:sldMk cId="1677909293" sldId="273"/>
            <ac:spMk id="11" creationId="{B0198FAB-0009-739F-1302-A389CD20CFC7}"/>
          </ac:spMkLst>
        </pc:spChg>
        <pc:spChg chg="mod">
          <ac:chgData name="贾洪勇" userId="c61acc37-df11-4a3b-9efd-dde9ef084f5f" providerId="ADAL" clId="{B2612AA9-2C19-4FC1-9CB9-8376C1B2BAB3}" dt="2023-01-06T09:04:46.958" v="439" actId="947"/>
          <ac:spMkLst>
            <pc:docMk/>
            <pc:sldMk cId="1677909293" sldId="273"/>
            <ac:spMk id="16" creationId="{CB9367AD-96C4-5295-8888-47A8B914B74E}"/>
          </ac:spMkLst>
        </pc:spChg>
        <pc:spChg chg="mod">
          <ac:chgData name="贾洪勇" userId="c61acc37-df11-4a3b-9efd-dde9ef084f5f" providerId="ADAL" clId="{B2612AA9-2C19-4FC1-9CB9-8376C1B2BAB3}" dt="2023-01-06T09:04:46.962" v="441" actId="947"/>
          <ac:spMkLst>
            <pc:docMk/>
            <pc:sldMk cId="1677909293" sldId="273"/>
            <ac:spMk id="17" creationId="{83557DBC-0DB0-EC3B-6D99-F5C7F4CAE70A}"/>
          </ac:spMkLst>
        </pc:spChg>
        <pc:spChg chg="mod">
          <ac:chgData name="贾洪勇" userId="c61acc37-df11-4a3b-9efd-dde9ef084f5f" providerId="ADAL" clId="{B2612AA9-2C19-4FC1-9CB9-8376C1B2BAB3}" dt="2023-01-06T09:04:46.970" v="447" actId="947"/>
          <ac:spMkLst>
            <pc:docMk/>
            <pc:sldMk cId="1677909293" sldId="273"/>
            <ac:spMk id="24" creationId="{2495C429-E660-F18A-0AAB-E6C5710A572C}"/>
          </ac:spMkLst>
        </pc:spChg>
      </pc:sldChg>
      <pc:sldChg chg="modSp mod">
        <pc:chgData name="贾洪勇" userId="c61acc37-df11-4a3b-9efd-dde9ef084f5f" providerId="ADAL" clId="{B2612AA9-2C19-4FC1-9CB9-8376C1B2BAB3}" dt="2023-01-06T09:04:47.003" v="473" actId="947"/>
        <pc:sldMkLst>
          <pc:docMk/>
          <pc:sldMk cId="1025343685" sldId="274"/>
        </pc:sldMkLst>
        <pc:spChg chg="mod">
          <ac:chgData name="贾洪勇" userId="c61acc37-df11-4a3b-9efd-dde9ef084f5f" providerId="ADAL" clId="{B2612AA9-2C19-4FC1-9CB9-8376C1B2BAB3}" dt="2023-01-06T09:04:46.982" v="457" actId="947"/>
          <ac:spMkLst>
            <pc:docMk/>
            <pc:sldMk cId="1025343685" sldId="274"/>
            <ac:spMk id="2" creationId="{A69F7E09-9F48-5370-9AA0-9DE1BCC25FFA}"/>
          </ac:spMkLst>
        </pc:spChg>
        <pc:spChg chg="mod">
          <ac:chgData name="贾洪勇" userId="c61acc37-df11-4a3b-9efd-dde9ef084f5f" providerId="ADAL" clId="{B2612AA9-2C19-4FC1-9CB9-8376C1B2BAB3}" dt="2023-01-06T09:04:46.984" v="459" actId="947"/>
          <ac:spMkLst>
            <pc:docMk/>
            <pc:sldMk cId="1025343685" sldId="274"/>
            <ac:spMk id="3" creationId="{83F9FA4B-44A4-97FB-BAF8-D0CCA9FF9ED0}"/>
          </ac:spMkLst>
        </pc:spChg>
        <pc:spChg chg="mod">
          <ac:chgData name="贾洪勇" userId="c61acc37-df11-4a3b-9efd-dde9ef084f5f" providerId="ADAL" clId="{B2612AA9-2C19-4FC1-9CB9-8376C1B2BAB3}" dt="2023-01-06T09:04:47.001" v="471" actId="947"/>
          <ac:spMkLst>
            <pc:docMk/>
            <pc:sldMk cId="1025343685" sldId="274"/>
            <ac:spMk id="6" creationId="{CE79CF66-0761-C710-56A9-A6AB19BBD0D1}"/>
          </ac:spMkLst>
        </pc:spChg>
        <pc:spChg chg="mod">
          <ac:chgData name="贾洪勇" userId="c61acc37-df11-4a3b-9efd-dde9ef084f5f" providerId="ADAL" clId="{B2612AA9-2C19-4FC1-9CB9-8376C1B2BAB3}" dt="2023-01-06T09:04:47.003" v="473" actId="947"/>
          <ac:spMkLst>
            <pc:docMk/>
            <pc:sldMk cId="1025343685" sldId="274"/>
            <ac:spMk id="7" creationId="{4E855374-CA58-CD81-F4EC-324C127D5E16}"/>
          </ac:spMkLst>
        </pc:spChg>
        <pc:spChg chg="mod">
          <ac:chgData name="贾洪勇" userId="c61acc37-df11-4a3b-9efd-dde9ef084f5f" providerId="ADAL" clId="{B2612AA9-2C19-4FC1-9CB9-8376C1B2BAB3}" dt="2023-01-06T09:04:46.998" v="469" actId="947"/>
          <ac:spMkLst>
            <pc:docMk/>
            <pc:sldMk cId="1025343685" sldId="274"/>
            <ac:spMk id="12" creationId="{F8E53AC0-9657-49D7-88BD-ADA6A536533F}"/>
          </ac:spMkLst>
        </pc:spChg>
        <pc:spChg chg="mod">
          <ac:chgData name="贾洪勇" userId="c61acc37-df11-4a3b-9efd-dde9ef084f5f" providerId="ADAL" clId="{B2612AA9-2C19-4FC1-9CB9-8376C1B2BAB3}" dt="2023-01-06T09:04:46.992" v="465" actId="947"/>
          <ac:spMkLst>
            <pc:docMk/>
            <pc:sldMk cId="1025343685" sldId="274"/>
            <ac:spMk id="19" creationId="{843555B3-0834-F9D8-91AA-7A8875B017CE}"/>
          </ac:spMkLst>
        </pc:spChg>
        <pc:spChg chg="mod">
          <ac:chgData name="贾洪勇" userId="c61acc37-df11-4a3b-9efd-dde9ef084f5f" providerId="ADAL" clId="{B2612AA9-2C19-4FC1-9CB9-8376C1B2BAB3}" dt="2023-01-06T09:04:46.995" v="467" actId="947"/>
          <ac:spMkLst>
            <pc:docMk/>
            <pc:sldMk cId="1025343685" sldId="274"/>
            <ac:spMk id="20" creationId="{E3B6FCF2-9E49-CD4B-0842-6972352A7076}"/>
          </ac:spMkLst>
        </pc:spChg>
        <pc:spChg chg="mod">
          <ac:chgData name="贾洪勇" userId="c61acc37-df11-4a3b-9efd-dde9ef084f5f" providerId="ADAL" clId="{B2612AA9-2C19-4FC1-9CB9-8376C1B2BAB3}" dt="2023-01-06T09:04:46.986" v="461" actId="947"/>
          <ac:spMkLst>
            <pc:docMk/>
            <pc:sldMk cId="1025343685" sldId="274"/>
            <ac:spMk id="25" creationId="{9DA6D46D-F9FD-FCC3-5688-2B02D1D43C27}"/>
          </ac:spMkLst>
        </pc:spChg>
        <pc:spChg chg="mod">
          <ac:chgData name="贾洪勇" userId="c61acc37-df11-4a3b-9efd-dde9ef084f5f" providerId="ADAL" clId="{B2612AA9-2C19-4FC1-9CB9-8376C1B2BAB3}" dt="2023-01-06T09:04:46.989" v="463" actId="947"/>
          <ac:spMkLst>
            <pc:docMk/>
            <pc:sldMk cId="1025343685" sldId="274"/>
            <ac:spMk id="26" creationId="{0A17DBB3-75FA-BDC8-0762-6557AB59B524}"/>
          </ac:spMkLst>
        </pc:spChg>
      </pc:sldChg>
      <pc:sldChg chg="modSp mod">
        <pc:chgData name="贾洪勇" userId="c61acc37-df11-4a3b-9efd-dde9ef084f5f" providerId="ADAL" clId="{B2612AA9-2C19-4FC1-9CB9-8376C1B2BAB3}" dt="2023-01-06T09:04:47.030" v="491" actId="947"/>
        <pc:sldMkLst>
          <pc:docMk/>
          <pc:sldMk cId="3237692756" sldId="275"/>
        </pc:sldMkLst>
        <pc:spChg chg="mod">
          <ac:chgData name="贾洪勇" userId="c61acc37-df11-4a3b-9efd-dde9ef084f5f" providerId="ADAL" clId="{B2612AA9-2C19-4FC1-9CB9-8376C1B2BAB3}" dt="2023-01-06T09:04:47.006" v="475" actId="947"/>
          <ac:spMkLst>
            <pc:docMk/>
            <pc:sldMk cId="3237692756" sldId="275"/>
            <ac:spMk id="2" creationId="{95831B4A-539B-0C3A-EA3A-AABDA661C297}"/>
          </ac:spMkLst>
        </pc:spChg>
        <pc:spChg chg="mod">
          <ac:chgData name="贾洪勇" userId="c61acc37-df11-4a3b-9efd-dde9ef084f5f" providerId="ADAL" clId="{B2612AA9-2C19-4FC1-9CB9-8376C1B2BAB3}" dt="2023-01-06T09:04:47.010" v="477" actId="947"/>
          <ac:spMkLst>
            <pc:docMk/>
            <pc:sldMk cId="3237692756" sldId="275"/>
            <ac:spMk id="3" creationId="{1A14403E-53AF-D938-70DC-04F98D25C6C4}"/>
          </ac:spMkLst>
        </pc:spChg>
        <pc:spChg chg="mod">
          <ac:chgData name="贾洪勇" userId="c61acc37-df11-4a3b-9efd-dde9ef084f5f" providerId="ADAL" clId="{B2612AA9-2C19-4FC1-9CB9-8376C1B2BAB3}" dt="2023-01-06T09:04:47.012" v="479" actId="947"/>
          <ac:spMkLst>
            <pc:docMk/>
            <pc:sldMk cId="3237692756" sldId="275"/>
            <ac:spMk id="5" creationId="{24BE0407-53C1-B5A1-8EB0-BCE8D40D8BE3}"/>
          </ac:spMkLst>
        </pc:spChg>
        <pc:spChg chg="mod">
          <ac:chgData name="贾洪勇" userId="c61acc37-df11-4a3b-9efd-dde9ef084f5f" providerId="ADAL" clId="{B2612AA9-2C19-4FC1-9CB9-8376C1B2BAB3}" dt="2023-01-06T09:04:47.027" v="489" actId="947"/>
          <ac:spMkLst>
            <pc:docMk/>
            <pc:sldMk cId="3237692756" sldId="275"/>
            <ac:spMk id="10" creationId="{93E39BA8-B5B2-E5FA-8C39-10336E913999}"/>
          </ac:spMkLst>
        </pc:spChg>
        <pc:spChg chg="mod">
          <ac:chgData name="贾洪勇" userId="c61acc37-df11-4a3b-9efd-dde9ef084f5f" providerId="ADAL" clId="{B2612AA9-2C19-4FC1-9CB9-8376C1B2BAB3}" dt="2023-01-06T09:04:47.030" v="491" actId="947"/>
          <ac:spMkLst>
            <pc:docMk/>
            <pc:sldMk cId="3237692756" sldId="275"/>
            <ac:spMk id="11" creationId="{52CE49AF-2C10-1CB3-0A10-34D71517851D}"/>
          </ac:spMkLst>
        </pc:spChg>
        <pc:spChg chg="mod">
          <ac:chgData name="贾洪勇" userId="c61acc37-df11-4a3b-9efd-dde9ef084f5f" providerId="ADAL" clId="{B2612AA9-2C19-4FC1-9CB9-8376C1B2BAB3}" dt="2023-01-06T09:04:47.020" v="485" actId="947"/>
          <ac:spMkLst>
            <pc:docMk/>
            <pc:sldMk cId="3237692756" sldId="275"/>
            <ac:spMk id="15" creationId="{07ADD75D-A85E-325D-8818-9B13286A3B02}"/>
          </ac:spMkLst>
        </pc:spChg>
        <pc:spChg chg="mod">
          <ac:chgData name="贾洪勇" userId="c61acc37-df11-4a3b-9efd-dde9ef084f5f" providerId="ADAL" clId="{B2612AA9-2C19-4FC1-9CB9-8376C1B2BAB3}" dt="2023-01-06T09:04:47.022" v="487" actId="947"/>
          <ac:spMkLst>
            <pc:docMk/>
            <pc:sldMk cId="3237692756" sldId="275"/>
            <ac:spMk id="16" creationId="{A6CAEA4B-D11B-9129-CA75-AF31C83C5EEF}"/>
          </ac:spMkLst>
        </pc:spChg>
        <pc:spChg chg="mod">
          <ac:chgData name="贾洪勇" userId="c61acc37-df11-4a3b-9efd-dde9ef084f5f" providerId="ADAL" clId="{B2612AA9-2C19-4FC1-9CB9-8376C1B2BAB3}" dt="2023-01-06T09:04:47.014" v="481" actId="947"/>
          <ac:spMkLst>
            <pc:docMk/>
            <pc:sldMk cId="3237692756" sldId="275"/>
            <ac:spMk id="20" creationId="{F4FE7FF9-2B2F-3BB7-47DE-F2CB5B8EEE75}"/>
          </ac:spMkLst>
        </pc:spChg>
        <pc:spChg chg="mod">
          <ac:chgData name="贾洪勇" userId="c61acc37-df11-4a3b-9efd-dde9ef084f5f" providerId="ADAL" clId="{B2612AA9-2C19-4FC1-9CB9-8376C1B2BAB3}" dt="2023-01-06T09:04:47.017" v="483" actId="947"/>
          <ac:spMkLst>
            <pc:docMk/>
            <pc:sldMk cId="3237692756" sldId="275"/>
            <ac:spMk id="21" creationId="{9B1A4E3B-3E06-AF21-4EF4-DC81E1DA9619}"/>
          </ac:spMkLst>
        </pc:spChg>
      </pc:sldChg>
      <pc:sldChg chg="modSp mod">
        <pc:chgData name="贾洪勇" userId="c61acc37-df11-4a3b-9efd-dde9ef084f5f" providerId="ADAL" clId="{B2612AA9-2C19-4FC1-9CB9-8376C1B2BAB3}" dt="2023-01-06T09:04:47.059" v="515" actId="947"/>
        <pc:sldMkLst>
          <pc:docMk/>
          <pc:sldMk cId="3727717049" sldId="276"/>
        </pc:sldMkLst>
        <pc:spChg chg="mod">
          <ac:chgData name="贾洪勇" userId="c61acc37-df11-4a3b-9efd-dde9ef084f5f" providerId="ADAL" clId="{B2612AA9-2C19-4FC1-9CB9-8376C1B2BAB3}" dt="2023-01-06T09:04:47.059" v="515" actId="947"/>
          <ac:spMkLst>
            <pc:docMk/>
            <pc:sldMk cId="3727717049" sldId="276"/>
            <ac:spMk id="3" creationId="{F91A3110-3DA9-91E8-1F38-C7E3924CC331}"/>
          </ac:spMkLst>
        </pc:spChg>
        <pc:spChg chg="mod">
          <ac:chgData name="贾洪勇" userId="c61acc37-df11-4a3b-9efd-dde9ef084f5f" providerId="ADAL" clId="{B2612AA9-2C19-4FC1-9CB9-8376C1B2BAB3}" dt="2023-01-06T09:04:47.051" v="509" actId="947"/>
          <ac:spMkLst>
            <pc:docMk/>
            <pc:sldMk cId="3727717049" sldId="276"/>
            <ac:spMk id="39" creationId="{49B3C6A6-4081-C813-3DFB-78ECF4CE3D25}"/>
          </ac:spMkLst>
        </pc:spChg>
        <pc:spChg chg="mod">
          <ac:chgData name="贾洪勇" userId="c61acc37-df11-4a3b-9efd-dde9ef084f5f" providerId="ADAL" clId="{B2612AA9-2C19-4FC1-9CB9-8376C1B2BAB3}" dt="2023-01-06T09:04:47.044" v="503" actId="947"/>
          <ac:spMkLst>
            <pc:docMk/>
            <pc:sldMk cId="3727717049" sldId="276"/>
            <ac:spMk id="43" creationId="{E5FF420C-CB00-68A8-3DD5-3CD637DB8272}"/>
          </ac:spMkLst>
        </pc:spChg>
        <pc:spChg chg="mod">
          <ac:chgData name="贾洪勇" userId="c61acc37-df11-4a3b-9efd-dde9ef084f5f" providerId="ADAL" clId="{B2612AA9-2C19-4FC1-9CB9-8376C1B2BAB3}" dt="2023-01-06T09:04:47.037" v="497" actId="947"/>
          <ac:spMkLst>
            <pc:docMk/>
            <pc:sldMk cId="3727717049" sldId="276"/>
            <ac:spMk id="46" creationId="{2C5E4436-B195-1BA4-C6ED-CE97F65B060E}"/>
          </ac:spMkLst>
        </pc:spChg>
        <pc:spChg chg="mod">
          <ac:chgData name="贾洪勇" userId="c61acc37-df11-4a3b-9efd-dde9ef084f5f" providerId="ADAL" clId="{B2612AA9-2C19-4FC1-9CB9-8376C1B2BAB3}" dt="2023-01-06T09:04:47.053" v="511" actId="947"/>
          <ac:spMkLst>
            <pc:docMk/>
            <pc:sldMk cId="3727717049" sldId="276"/>
            <ac:spMk id="54" creationId="{37F98C77-E186-00A0-8266-6900E978E180}"/>
          </ac:spMkLst>
        </pc:spChg>
        <pc:spChg chg="mod">
          <ac:chgData name="贾洪勇" userId="c61acc37-df11-4a3b-9efd-dde9ef084f5f" providerId="ADAL" clId="{B2612AA9-2C19-4FC1-9CB9-8376C1B2BAB3}" dt="2023-01-06T09:04:47.047" v="505" actId="947"/>
          <ac:spMkLst>
            <pc:docMk/>
            <pc:sldMk cId="3727717049" sldId="276"/>
            <ac:spMk id="55" creationId="{A0926A5C-DADF-50F3-A8A3-4E0EADBC3282}"/>
          </ac:spMkLst>
        </pc:spChg>
        <pc:spChg chg="mod">
          <ac:chgData name="贾洪勇" userId="c61acc37-df11-4a3b-9efd-dde9ef084f5f" providerId="ADAL" clId="{B2612AA9-2C19-4FC1-9CB9-8376C1B2BAB3}" dt="2023-01-06T09:04:47.040" v="499" actId="947"/>
          <ac:spMkLst>
            <pc:docMk/>
            <pc:sldMk cId="3727717049" sldId="276"/>
            <ac:spMk id="56" creationId="{A4C5D5C7-9A66-2874-5FFE-156667AC7E3E}"/>
          </ac:spMkLst>
        </pc:spChg>
        <pc:spChg chg="mod">
          <ac:chgData name="贾洪勇" userId="c61acc37-df11-4a3b-9efd-dde9ef084f5f" providerId="ADAL" clId="{B2612AA9-2C19-4FC1-9CB9-8376C1B2BAB3}" dt="2023-01-06T09:04:47.033" v="493" actId="947"/>
          <ac:spMkLst>
            <pc:docMk/>
            <pc:sldMk cId="3727717049" sldId="276"/>
            <ac:spMk id="57" creationId="{2CCD82E8-9B0E-1B1B-0F58-B809C50552E5}"/>
          </ac:spMkLst>
        </pc:spChg>
        <pc:spChg chg="mod">
          <ac:chgData name="贾洪勇" userId="c61acc37-df11-4a3b-9efd-dde9ef084f5f" providerId="ADAL" clId="{B2612AA9-2C19-4FC1-9CB9-8376C1B2BAB3}" dt="2023-01-06T09:04:47.035" v="495" actId="947"/>
          <ac:spMkLst>
            <pc:docMk/>
            <pc:sldMk cId="3727717049" sldId="276"/>
            <ac:spMk id="58" creationId="{AAA88F0A-0801-51FB-ED5D-5EC72550CA8C}"/>
          </ac:spMkLst>
        </pc:spChg>
        <pc:spChg chg="mod">
          <ac:chgData name="贾洪勇" userId="c61acc37-df11-4a3b-9efd-dde9ef084f5f" providerId="ADAL" clId="{B2612AA9-2C19-4FC1-9CB9-8376C1B2BAB3}" dt="2023-01-06T09:04:47.042" v="501" actId="947"/>
          <ac:spMkLst>
            <pc:docMk/>
            <pc:sldMk cId="3727717049" sldId="276"/>
            <ac:spMk id="59" creationId="{EBCEFEAA-68AF-41D9-A447-64C1D972B8F3}"/>
          </ac:spMkLst>
        </pc:spChg>
        <pc:spChg chg="mod">
          <ac:chgData name="贾洪勇" userId="c61acc37-df11-4a3b-9efd-dde9ef084f5f" providerId="ADAL" clId="{B2612AA9-2C19-4FC1-9CB9-8376C1B2BAB3}" dt="2023-01-06T09:04:47.049" v="507" actId="947"/>
          <ac:spMkLst>
            <pc:docMk/>
            <pc:sldMk cId="3727717049" sldId="276"/>
            <ac:spMk id="60" creationId="{20841AB5-1C86-7F91-539D-24E7DA440BB5}"/>
          </ac:spMkLst>
        </pc:spChg>
        <pc:spChg chg="mod">
          <ac:chgData name="贾洪勇" userId="c61acc37-df11-4a3b-9efd-dde9ef084f5f" providerId="ADAL" clId="{B2612AA9-2C19-4FC1-9CB9-8376C1B2BAB3}" dt="2023-01-06T09:04:47.057" v="513" actId="947"/>
          <ac:spMkLst>
            <pc:docMk/>
            <pc:sldMk cId="3727717049" sldId="276"/>
            <ac:spMk id="61" creationId="{02DA232E-5B84-6270-9E36-75536DA238B9}"/>
          </ac:spMkLst>
        </pc:spChg>
      </pc:sldChg>
      <pc:sldChg chg="modSp mod">
        <pc:chgData name="贾洪勇" userId="c61acc37-df11-4a3b-9efd-dde9ef084f5f" providerId="ADAL" clId="{B2612AA9-2C19-4FC1-9CB9-8376C1B2BAB3}" dt="2023-01-06T09:04:47.067" v="523" actId="947"/>
        <pc:sldMkLst>
          <pc:docMk/>
          <pc:sldMk cId="2320416016" sldId="277"/>
        </pc:sldMkLst>
        <pc:spChg chg="mod">
          <ac:chgData name="贾洪勇" userId="c61acc37-df11-4a3b-9efd-dde9ef084f5f" providerId="ADAL" clId="{B2612AA9-2C19-4FC1-9CB9-8376C1B2BAB3}" dt="2023-01-06T09:04:47.066" v="521" actId="947"/>
          <ac:spMkLst>
            <pc:docMk/>
            <pc:sldMk cId="2320416016" sldId="277"/>
            <ac:spMk id="2" creationId="{1BC2B274-6096-4E6F-B8DF-3F118E2D97ED}"/>
          </ac:spMkLst>
        </pc:spChg>
        <pc:spChg chg="mod">
          <ac:chgData name="贾洪勇" userId="c61acc37-df11-4a3b-9efd-dde9ef084f5f" providerId="ADAL" clId="{B2612AA9-2C19-4FC1-9CB9-8376C1B2BAB3}" dt="2023-01-06T09:04:47.067" v="523" actId="947"/>
          <ac:spMkLst>
            <pc:docMk/>
            <pc:sldMk cId="2320416016" sldId="277"/>
            <ac:spMk id="3" creationId="{35CD236B-DD14-97B4-8B06-AD0412C380F6}"/>
          </ac:spMkLst>
        </pc:spChg>
        <pc:spChg chg="mod">
          <ac:chgData name="贾洪勇" userId="c61acc37-df11-4a3b-9efd-dde9ef084f5f" providerId="ADAL" clId="{B2612AA9-2C19-4FC1-9CB9-8376C1B2BAB3}" dt="2023-01-06T09:04:47.062" v="517" actId="947"/>
          <ac:spMkLst>
            <pc:docMk/>
            <pc:sldMk cId="2320416016" sldId="277"/>
            <ac:spMk id="4" creationId="{3E7816B9-4368-481C-AF7D-011CB1B5D3BB}"/>
          </ac:spMkLst>
        </pc:spChg>
        <pc:spChg chg="mod">
          <ac:chgData name="贾洪勇" userId="c61acc37-df11-4a3b-9efd-dde9ef084f5f" providerId="ADAL" clId="{B2612AA9-2C19-4FC1-9CB9-8376C1B2BAB3}" dt="2023-01-06T09:04:47.064" v="519" actId="947"/>
          <ac:spMkLst>
            <pc:docMk/>
            <pc:sldMk cId="2320416016" sldId="277"/>
            <ac:spMk id="5" creationId="{7239E965-33B6-4BC1-B1B3-CD2DC6B7EA81}"/>
          </ac:spMkLst>
        </pc:spChg>
      </pc:sldChg>
      <pc:sldChg chg="modSp mod">
        <pc:chgData name="贾洪勇" userId="c61acc37-df11-4a3b-9efd-dde9ef084f5f" providerId="ADAL" clId="{B2612AA9-2C19-4FC1-9CB9-8376C1B2BAB3}" dt="2023-01-06T09:04:47.091" v="535" actId="947"/>
        <pc:sldMkLst>
          <pc:docMk/>
          <pc:sldMk cId="4001056241" sldId="278"/>
        </pc:sldMkLst>
        <pc:spChg chg="mod">
          <ac:chgData name="贾洪勇" userId="c61acc37-df11-4a3b-9efd-dde9ef084f5f" providerId="ADAL" clId="{B2612AA9-2C19-4FC1-9CB9-8376C1B2BAB3}" dt="2023-01-06T09:04:47.071" v="525" actId="947"/>
          <ac:spMkLst>
            <pc:docMk/>
            <pc:sldMk cId="4001056241" sldId="278"/>
            <ac:spMk id="2" creationId="{F8B16541-77D7-E9A6-3292-CF92BBA1B9B4}"/>
          </ac:spMkLst>
        </pc:spChg>
        <pc:spChg chg="mod">
          <ac:chgData name="贾洪勇" userId="c61acc37-df11-4a3b-9efd-dde9ef084f5f" providerId="ADAL" clId="{B2612AA9-2C19-4FC1-9CB9-8376C1B2BAB3}" dt="2023-01-06T09:04:47.074" v="527" actId="947"/>
          <ac:spMkLst>
            <pc:docMk/>
            <pc:sldMk cId="4001056241" sldId="278"/>
            <ac:spMk id="3" creationId="{066AACF7-218E-360E-EC3B-CE76614E7083}"/>
          </ac:spMkLst>
        </pc:spChg>
        <pc:spChg chg="mod">
          <ac:chgData name="贾洪勇" userId="c61acc37-df11-4a3b-9efd-dde9ef084f5f" providerId="ADAL" clId="{B2612AA9-2C19-4FC1-9CB9-8376C1B2BAB3}" dt="2023-01-06T09:04:47.089" v="533" actId="947"/>
          <ac:spMkLst>
            <pc:docMk/>
            <pc:sldMk cId="4001056241" sldId="278"/>
            <ac:spMk id="7" creationId="{0816034F-D6F3-4616-0D2B-6D2D421343B0}"/>
          </ac:spMkLst>
        </pc:spChg>
        <pc:spChg chg="mod">
          <ac:chgData name="贾洪勇" userId="c61acc37-df11-4a3b-9efd-dde9ef084f5f" providerId="ADAL" clId="{B2612AA9-2C19-4FC1-9CB9-8376C1B2BAB3}" dt="2023-01-06T09:04:47.091" v="535" actId="947"/>
          <ac:spMkLst>
            <pc:docMk/>
            <pc:sldMk cId="4001056241" sldId="278"/>
            <ac:spMk id="8" creationId="{1DFEC295-986D-1CC0-A430-731300F3E291}"/>
          </ac:spMkLst>
        </pc:spChg>
        <pc:spChg chg="mod">
          <ac:chgData name="贾洪勇" userId="c61acc37-df11-4a3b-9efd-dde9ef084f5f" providerId="ADAL" clId="{B2612AA9-2C19-4FC1-9CB9-8376C1B2BAB3}" dt="2023-01-06T09:04:47.081" v="529" actId="947"/>
          <ac:spMkLst>
            <pc:docMk/>
            <pc:sldMk cId="4001056241" sldId="278"/>
            <ac:spMk id="10" creationId="{73C58973-AAC3-C5FF-B3EB-AD26F9FAD7C4}"/>
          </ac:spMkLst>
        </pc:spChg>
        <pc:spChg chg="mod">
          <ac:chgData name="贾洪勇" userId="c61acc37-df11-4a3b-9efd-dde9ef084f5f" providerId="ADAL" clId="{B2612AA9-2C19-4FC1-9CB9-8376C1B2BAB3}" dt="2023-01-06T09:04:47.083" v="531" actId="947"/>
          <ac:spMkLst>
            <pc:docMk/>
            <pc:sldMk cId="4001056241" sldId="278"/>
            <ac:spMk id="11" creationId="{2A61143D-2DD2-2592-3F9C-7251D36767BF}"/>
          </ac:spMkLst>
        </pc:spChg>
      </pc:sldChg>
      <pc:sldChg chg="addSp modSp mod">
        <pc:chgData name="贾洪勇" userId="c61acc37-df11-4a3b-9efd-dde9ef084f5f" providerId="ADAL" clId="{B2612AA9-2C19-4FC1-9CB9-8376C1B2BAB3}" dt="2023-01-06T09:17:36.772" v="1102" actId="164"/>
        <pc:sldMkLst>
          <pc:docMk/>
          <pc:sldMk cId="2948677073" sldId="279"/>
        </pc:sldMkLst>
        <pc:spChg chg="mod">
          <ac:chgData name="贾洪勇" userId="c61acc37-df11-4a3b-9efd-dde9ef084f5f" providerId="ADAL" clId="{B2612AA9-2C19-4FC1-9CB9-8376C1B2BAB3}" dt="2023-01-06T09:04:47.094" v="537" actId="947"/>
          <ac:spMkLst>
            <pc:docMk/>
            <pc:sldMk cId="2948677073" sldId="279"/>
            <ac:spMk id="2" creationId="{8282C4F6-D505-DEFF-EE51-280B9BAFF905}"/>
          </ac:spMkLst>
        </pc:spChg>
        <pc:spChg chg="mod">
          <ac:chgData name="贾洪勇" userId="c61acc37-df11-4a3b-9efd-dde9ef084f5f" providerId="ADAL" clId="{B2612AA9-2C19-4FC1-9CB9-8376C1B2BAB3}" dt="2023-01-06T09:04:47.096" v="539" actId="947"/>
          <ac:spMkLst>
            <pc:docMk/>
            <pc:sldMk cId="2948677073" sldId="279"/>
            <ac:spMk id="3" creationId="{723A5494-A929-D934-D105-213193E052AD}"/>
          </ac:spMkLst>
        </pc:spChg>
        <pc:spChg chg="mod">
          <ac:chgData name="贾洪勇" userId="c61acc37-df11-4a3b-9efd-dde9ef084f5f" providerId="ADAL" clId="{B2612AA9-2C19-4FC1-9CB9-8376C1B2BAB3}" dt="2023-01-06T09:04:47.114" v="551" actId="947"/>
          <ac:spMkLst>
            <pc:docMk/>
            <pc:sldMk cId="2948677073" sldId="279"/>
            <ac:spMk id="9" creationId="{7A7E059A-7736-4401-BA3E-F527B9B6B62F}"/>
          </ac:spMkLst>
        </pc:spChg>
        <pc:spChg chg="mod">
          <ac:chgData name="贾洪勇" userId="c61acc37-df11-4a3b-9efd-dde9ef084f5f" providerId="ADAL" clId="{B2612AA9-2C19-4FC1-9CB9-8376C1B2BAB3}" dt="2023-01-06T09:04:47.107" v="547" actId="947"/>
          <ac:spMkLst>
            <pc:docMk/>
            <pc:sldMk cId="2948677073" sldId="279"/>
            <ac:spMk id="12" creationId="{2981DBA7-B3E9-FDC2-5013-E20EE981E140}"/>
          </ac:spMkLst>
        </pc:spChg>
        <pc:spChg chg="mod">
          <ac:chgData name="贾洪勇" userId="c61acc37-df11-4a3b-9efd-dde9ef084f5f" providerId="ADAL" clId="{B2612AA9-2C19-4FC1-9CB9-8376C1B2BAB3}" dt="2023-01-06T09:04:47.112" v="549" actId="947"/>
          <ac:spMkLst>
            <pc:docMk/>
            <pc:sldMk cId="2948677073" sldId="279"/>
            <ac:spMk id="13" creationId="{9954B554-F3D2-AB31-A523-DB2704831F14}"/>
          </ac:spMkLst>
        </pc:spChg>
        <pc:spChg chg="mod">
          <ac:chgData name="贾洪勇" userId="c61acc37-df11-4a3b-9efd-dde9ef084f5f" providerId="ADAL" clId="{B2612AA9-2C19-4FC1-9CB9-8376C1B2BAB3}" dt="2023-01-06T09:17:36.772" v="1102" actId="164"/>
          <ac:spMkLst>
            <pc:docMk/>
            <pc:sldMk cId="2948677073" sldId="279"/>
            <ac:spMk id="15" creationId="{FA1DACD0-1E9B-1959-A58B-6AF6242EC0E4}"/>
          </ac:spMkLst>
        </pc:spChg>
        <pc:spChg chg="mod">
          <ac:chgData name="贾洪勇" userId="c61acc37-df11-4a3b-9efd-dde9ef084f5f" providerId="ADAL" clId="{B2612AA9-2C19-4FC1-9CB9-8376C1B2BAB3}" dt="2023-01-06T09:04:47.098" v="541" actId="947"/>
          <ac:spMkLst>
            <pc:docMk/>
            <pc:sldMk cId="2948677073" sldId="279"/>
            <ac:spMk id="18" creationId="{BEF3B35C-FE0E-ABC5-85B2-CA50D4685B1E}"/>
          </ac:spMkLst>
        </pc:spChg>
        <pc:spChg chg="mod">
          <ac:chgData name="贾洪勇" userId="c61acc37-df11-4a3b-9efd-dde9ef084f5f" providerId="ADAL" clId="{B2612AA9-2C19-4FC1-9CB9-8376C1B2BAB3}" dt="2023-01-06T09:04:47.103" v="543" actId="947"/>
          <ac:spMkLst>
            <pc:docMk/>
            <pc:sldMk cId="2948677073" sldId="279"/>
            <ac:spMk id="19" creationId="{042527A3-0A32-31E5-B662-7FCE407360E8}"/>
          </ac:spMkLst>
        </pc:spChg>
        <pc:grpChg chg="add mod">
          <ac:chgData name="贾洪勇" userId="c61acc37-df11-4a3b-9efd-dde9ef084f5f" providerId="ADAL" clId="{B2612AA9-2C19-4FC1-9CB9-8376C1B2BAB3}" dt="2023-01-06T09:17:36.772" v="1102" actId="164"/>
          <ac:grpSpMkLst>
            <pc:docMk/>
            <pc:sldMk cId="2948677073" sldId="279"/>
            <ac:grpSpMk id="4" creationId="{DAA80AE3-F213-37FC-326E-49E3BDBE1555}"/>
          </ac:grpSpMkLst>
        </pc:grpChg>
        <pc:grpChg chg="mod">
          <ac:chgData name="贾洪勇" userId="c61acc37-df11-4a3b-9efd-dde9ef084f5f" providerId="ADAL" clId="{B2612AA9-2C19-4FC1-9CB9-8376C1B2BAB3}" dt="2023-01-06T09:17:36.772" v="1102" actId="164"/>
          <ac:grpSpMkLst>
            <pc:docMk/>
            <pc:sldMk cId="2948677073" sldId="279"/>
            <ac:grpSpMk id="14" creationId="{BD253FD7-281B-0531-E635-6E5627EA9F7E}"/>
          </ac:grpSpMkLst>
        </pc:grpChg>
      </pc:sldChg>
      <pc:sldChg chg="modSp new mod">
        <pc:chgData name="贾洪勇" userId="c61acc37-df11-4a3b-9efd-dde9ef084f5f" providerId="ADAL" clId="{B2612AA9-2C19-4FC1-9CB9-8376C1B2BAB3}" dt="2023-01-06T09:04:46.812" v="335" actId="947"/>
        <pc:sldMkLst>
          <pc:docMk/>
          <pc:sldMk cId="3679159105" sldId="280"/>
        </pc:sldMkLst>
        <pc:spChg chg="mod">
          <ac:chgData name="贾洪勇" userId="c61acc37-df11-4a3b-9efd-dde9ef084f5f" providerId="ADAL" clId="{B2612AA9-2C19-4FC1-9CB9-8376C1B2BAB3}" dt="2023-01-06T09:04:46.812" v="335" actId="947"/>
          <ac:spMkLst>
            <pc:docMk/>
            <pc:sldMk cId="3679159105" sldId="280"/>
            <ac:spMk id="4" creationId="{947BCDCB-C271-E0BE-D720-CD633F27BD1C}"/>
          </ac:spMkLst>
        </pc:spChg>
      </pc:sldChg>
      <pc:sldChg chg="addSp delSp modSp new mod modAnim">
        <pc:chgData name="贾洪勇" userId="c61acc37-df11-4a3b-9efd-dde9ef084f5f" providerId="ADAL" clId="{B2612AA9-2C19-4FC1-9CB9-8376C1B2BAB3}" dt="2023-01-06T13:41:57.452" v="2864"/>
        <pc:sldMkLst>
          <pc:docMk/>
          <pc:sldMk cId="4041315538" sldId="281"/>
        </pc:sldMkLst>
        <pc:spChg chg="mod">
          <ac:chgData name="贾洪勇" userId="c61acc37-df11-4a3b-9efd-dde9ef084f5f" providerId="ADAL" clId="{B2612AA9-2C19-4FC1-9CB9-8376C1B2BAB3}" dt="2023-01-06T09:04:46.793" v="321" actId="947"/>
          <ac:spMkLst>
            <pc:docMk/>
            <pc:sldMk cId="4041315538" sldId="281"/>
            <ac:spMk id="2" creationId="{4361EAED-739F-5BF7-6ED8-1C763ED01DF9}"/>
          </ac:spMkLst>
        </pc:spChg>
        <pc:spChg chg="mod">
          <ac:chgData name="贾洪勇" userId="c61acc37-df11-4a3b-9efd-dde9ef084f5f" providerId="ADAL" clId="{B2612AA9-2C19-4FC1-9CB9-8376C1B2BAB3}" dt="2023-01-06T09:04:46.794" v="323" actId="947"/>
          <ac:spMkLst>
            <pc:docMk/>
            <pc:sldMk cId="4041315538" sldId="281"/>
            <ac:spMk id="3" creationId="{89102E04-D944-F296-6518-F92A6A07DB45}"/>
          </ac:spMkLst>
        </pc:spChg>
        <pc:spChg chg="add del mod">
          <ac:chgData name="贾洪勇" userId="c61acc37-df11-4a3b-9efd-dde9ef084f5f" providerId="ADAL" clId="{B2612AA9-2C19-4FC1-9CB9-8376C1B2BAB3}" dt="2023-01-06T09:03:45.294" v="267" actId="11529"/>
          <ac:spMkLst>
            <pc:docMk/>
            <pc:sldMk cId="4041315538" sldId="281"/>
            <ac:spMk id="4" creationId="{9CBB2ABC-73FE-B6AE-B8CB-2E9C9C8B130B}"/>
          </ac:spMkLst>
        </pc:spChg>
        <pc:spChg chg="add mod">
          <ac:chgData name="贾洪勇" userId="c61acc37-df11-4a3b-9efd-dde9ef084f5f" providerId="ADAL" clId="{B2612AA9-2C19-4FC1-9CB9-8376C1B2BAB3}" dt="2023-01-06T09:11:27.176" v="1049"/>
          <ac:spMkLst>
            <pc:docMk/>
            <pc:sldMk cId="4041315538" sldId="281"/>
            <ac:spMk id="5" creationId="{14E9B7FA-625E-9C35-C5AD-476FA0CD0E28}"/>
          </ac:spMkLst>
        </pc:spChg>
        <pc:picChg chg="add mod">
          <ac:chgData name="贾洪勇" userId="c61acc37-df11-4a3b-9efd-dde9ef084f5f" providerId="ADAL" clId="{B2612AA9-2C19-4FC1-9CB9-8376C1B2BAB3}" dt="2023-01-06T13:41:26.988" v="2863" actId="1076"/>
          <ac:picMkLst>
            <pc:docMk/>
            <pc:sldMk cId="4041315538" sldId="281"/>
            <ac:picMk id="6" creationId="{6682DEE4-647C-A63D-BEAD-32E1BE9BEEAD}"/>
          </ac:picMkLst>
        </pc:picChg>
      </pc:sldChg>
      <pc:sldChg chg="modSp new mod">
        <pc:chgData name="贾洪勇" userId="c61acc37-df11-4a3b-9efd-dde9ef084f5f" providerId="ADAL" clId="{B2612AA9-2C19-4FC1-9CB9-8376C1B2BAB3}" dt="2023-01-06T09:04:46.849" v="365" actId="947"/>
        <pc:sldMkLst>
          <pc:docMk/>
          <pc:sldMk cId="2926446510" sldId="282"/>
        </pc:sldMkLst>
        <pc:spChg chg="mod">
          <ac:chgData name="贾洪勇" userId="c61acc37-df11-4a3b-9efd-dde9ef084f5f" providerId="ADAL" clId="{B2612AA9-2C19-4FC1-9CB9-8376C1B2BAB3}" dt="2023-01-06T09:04:46.847" v="363" actId="947"/>
          <ac:spMkLst>
            <pc:docMk/>
            <pc:sldMk cId="2926446510" sldId="282"/>
            <ac:spMk id="2" creationId="{42DAFAE4-A418-A3A6-72E6-2AFDC256BD18}"/>
          </ac:spMkLst>
        </pc:spChg>
        <pc:spChg chg="mod">
          <ac:chgData name="贾洪勇" userId="c61acc37-df11-4a3b-9efd-dde9ef084f5f" providerId="ADAL" clId="{B2612AA9-2C19-4FC1-9CB9-8376C1B2BAB3}" dt="2023-01-06T09:04:46.849" v="365" actId="947"/>
          <ac:spMkLst>
            <pc:docMk/>
            <pc:sldMk cId="2926446510" sldId="282"/>
            <ac:spMk id="3" creationId="{9A6C29F1-26D4-D53C-7F6D-9DA661B276EA}"/>
          </ac:spMkLst>
        </pc:spChg>
      </pc:sldChg>
      <pc:sldChg chg="addSp delSp modSp add mod modAnim">
        <pc:chgData name="贾洪勇" userId="c61acc37-df11-4a3b-9efd-dde9ef084f5f" providerId="ADAL" clId="{B2612AA9-2C19-4FC1-9CB9-8376C1B2BAB3}" dt="2023-01-06T14:07:29.848" v="2934" actId="207"/>
        <pc:sldMkLst>
          <pc:docMk/>
          <pc:sldMk cId="788547379" sldId="283"/>
        </pc:sldMkLst>
        <pc:spChg chg="mod">
          <ac:chgData name="贾洪勇" userId="c61acc37-df11-4a3b-9efd-dde9ef084f5f" providerId="ADAL" clId="{B2612AA9-2C19-4FC1-9CB9-8376C1B2BAB3}" dt="2023-01-06T09:47:44.720" v="1952" actId="6549"/>
          <ac:spMkLst>
            <pc:docMk/>
            <pc:sldMk cId="788547379" sldId="283"/>
            <ac:spMk id="2" creationId="{4361EAED-739F-5BF7-6ED8-1C763ED01DF9}"/>
          </ac:spMkLst>
        </pc:spChg>
        <pc:spChg chg="add del mod">
          <ac:chgData name="贾洪勇" userId="c61acc37-df11-4a3b-9efd-dde9ef084f5f" providerId="ADAL" clId="{B2612AA9-2C19-4FC1-9CB9-8376C1B2BAB3}" dt="2023-01-06T09:17:10.393" v="1101" actId="478"/>
          <ac:spMkLst>
            <pc:docMk/>
            <pc:sldMk cId="788547379" sldId="283"/>
            <ac:spMk id="4" creationId="{E6202A7C-E489-3D95-764D-8F083792EEC6}"/>
          </ac:spMkLst>
        </pc:spChg>
        <pc:spChg chg="del mod">
          <ac:chgData name="贾洪勇" userId="c61acc37-df11-4a3b-9efd-dde9ef084f5f" providerId="ADAL" clId="{B2612AA9-2C19-4FC1-9CB9-8376C1B2BAB3}" dt="2023-01-06T09:16:49.587" v="1095"/>
          <ac:spMkLst>
            <pc:docMk/>
            <pc:sldMk cId="788547379" sldId="283"/>
            <ac:spMk id="5" creationId="{14E9B7FA-625E-9C35-C5AD-476FA0CD0E28}"/>
          </ac:spMkLst>
        </pc:spChg>
        <pc:spChg chg="mod topLvl">
          <ac:chgData name="贾洪勇" userId="c61acc37-df11-4a3b-9efd-dde9ef084f5f" providerId="ADAL" clId="{B2612AA9-2C19-4FC1-9CB9-8376C1B2BAB3}" dt="2023-01-06T09:37:53.265" v="1441" actId="164"/>
          <ac:spMkLst>
            <pc:docMk/>
            <pc:sldMk cId="788547379" sldId="283"/>
            <ac:spMk id="8" creationId="{94AA19F8-3368-0571-061F-A929A6E38CC7}"/>
          </ac:spMkLst>
        </pc:spChg>
        <pc:spChg chg="mod">
          <ac:chgData name="贾洪勇" userId="c61acc37-df11-4a3b-9efd-dde9ef084f5f" providerId="ADAL" clId="{B2612AA9-2C19-4FC1-9CB9-8376C1B2BAB3}" dt="2023-01-06T09:31:51.571" v="1149" actId="1076"/>
          <ac:spMkLst>
            <pc:docMk/>
            <pc:sldMk cId="788547379" sldId="283"/>
            <ac:spMk id="9" creationId="{D8A631ED-9DB5-B5E6-3439-2D1949C801D2}"/>
          </ac:spMkLst>
        </pc:spChg>
        <pc:spChg chg="del mod">
          <ac:chgData name="贾洪勇" userId="c61acc37-df11-4a3b-9efd-dde9ef084f5f" providerId="ADAL" clId="{B2612AA9-2C19-4FC1-9CB9-8376C1B2BAB3}" dt="2023-01-06T09:31:43.249" v="1146" actId="478"/>
          <ac:spMkLst>
            <pc:docMk/>
            <pc:sldMk cId="788547379" sldId="283"/>
            <ac:spMk id="11" creationId="{01A2F2D5-645E-29A0-1490-9E237C19C566}"/>
          </ac:spMkLst>
        </pc:spChg>
        <pc:spChg chg="mod">
          <ac:chgData name="贾洪勇" userId="c61acc37-df11-4a3b-9efd-dde9ef084f5f" providerId="ADAL" clId="{B2612AA9-2C19-4FC1-9CB9-8376C1B2BAB3}" dt="2023-01-06T09:37:34.629" v="1440"/>
          <ac:spMkLst>
            <pc:docMk/>
            <pc:sldMk cId="788547379" sldId="283"/>
            <ac:spMk id="12" creationId="{D29F6C0B-2E08-B46C-973C-7AEBA893E9E6}"/>
          </ac:spMkLst>
        </pc:spChg>
        <pc:spChg chg="mod">
          <ac:chgData name="贾洪勇" userId="c61acc37-df11-4a3b-9efd-dde9ef084f5f" providerId="ADAL" clId="{B2612AA9-2C19-4FC1-9CB9-8376C1B2BAB3}" dt="2023-01-06T14:07:29.848" v="2934" actId="207"/>
          <ac:spMkLst>
            <pc:docMk/>
            <pc:sldMk cId="788547379" sldId="283"/>
            <ac:spMk id="16" creationId="{060C8173-CFDC-7295-6A76-0FD2A37A70F2}"/>
          </ac:spMkLst>
        </pc:spChg>
        <pc:spChg chg="mod">
          <ac:chgData name="贾洪勇" userId="c61acc37-df11-4a3b-9efd-dde9ef084f5f" providerId="ADAL" clId="{B2612AA9-2C19-4FC1-9CB9-8376C1B2BAB3}" dt="2023-01-06T09:38:00.380" v="1442"/>
          <ac:spMkLst>
            <pc:docMk/>
            <pc:sldMk cId="788547379" sldId="283"/>
            <ac:spMk id="17" creationId="{D5AE812A-538B-9D63-0670-1CDC77EACCC0}"/>
          </ac:spMkLst>
        </pc:spChg>
        <pc:spChg chg="mod">
          <ac:chgData name="贾洪勇" userId="c61acc37-df11-4a3b-9efd-dde9ef084f5f" providerId="ADAL" clId="{B2612AA9-2C19-4FC1-9CB9-8376C1B2BAB3}" dt="2023-01-06T09:42:02.297" v="1732"/>
          <ac:spMkLst>
            <pc:docMk/>
            <pc:sldMk cId="788547379" sldId="283"/>
            <ac:spMk id="18" creationId="{9CAE0B89-AEED-BF26-AFED-04102D2E4F56}"/>
          </ac:spMkLst>
        </pc:spChg>
        <pc:spChg chg="mod">
          <ac:chgData name="贾洪勇" userId="c61acc37-df11-4a3b-9efd-dde9ef084f5f" providerId="ADAL" clId="{B2612AA9-2C19-4FC1-9CB9-8376C1B2BAB3}" dt="2023-01-06T09:39:36.409" v="1498" actId="20577"/>
          <ac:spMkLst>
            <pc:docMk/>
            <pc:sldMk cId="788547379" sldId="283"/>
            <ac:spMk id="21" creationId="{0F1BDA5B-4E1B-6DAF-899A-5C4361FEDDEC}"/>
          </ac:spMkLst>
        </pc:spChg>
        <pc:spChg chg="mod">
          <ac:chgData name="贾洪勇" userId="c61acc37-df11-4a3b-9efd-dde9ef084f5f" providerId="ADAL" clId="{B2612AA9-2C19-4FC1-9CB9-8376C1B2BAB3}" dt="2023-01-06T09:38:19.960" v="1446"/>
          <ac:spMkLst>
            <pc:docMk/>
            <pc:sldMk cId="788547379" sldId="283"/>
            <ac:spMk id="22" creationId="{EDB3C4DD-5D65-E4AE-CEA6-96F2EF688F55}"/>
          </ac:spMkLst>
        </pc:spChg>
        <pc:spChg chg="mod">
          <ac:chgData name="贾洪勇" userId="c61acc37-df11-4a3b-9efd-dde9ef084f5f" providerId="ADAL" clId="{B2612AA9-2C19-4FC1-9CB9-8376C1B2BAB3}" dt="2023-01-06T09:46:21.941" v="1932" actId="6549"/>
          <ac:spMkLst>
            <pc:docMk/>
            <pc:sldMk cId="788547379" sldId="283"/>
            <ac:spMk id="23" creationId="{FF0679F4-BBE7-A0F9-4C54-00963C9277AB}"/>
          </ac:spMkLst>
        </pc:spChg>
        <pc:grpChg chg="add del mod">
          <ac:chgData name="贾洪勇" userId="c61acc37-df11-4a3b-9efd-dde9ef084f5f" providerId="ADAL" clId="{B2612AA9-2C19-4FC1-9CB9-8376C1B2BAB3}" dt="2023-01-06T09:31:39.006" v="1145" actId="165"/>
          <ac:grpSpMkLst>
            <pc:docMk/>
            <pc:sldMk cId="788547379" sldId="283"/>
            <ac:grpSpMk id="6" creationId="{B6FC6736-FDF0-4CA8-6490-7D579714F74A}"/>
          </ac:grpSpMkLst>
        </pc:grpChg>
        <pc:grpChg chg="mod topLvl">
          <ac:chgData name="贾洪勇" userId="c61acc37-df11-4a3b-9efd-dde9ef084f5f" providerId="ADAL" clId="{B2612AA9-2C19-4FC1-9CB9-8376C1B2BAB3}" dt="2023-01-06T09:37:53.265" v="1441" actId="164"/>
          <ac:grpSpMkLst>
            <pc:docMk/>
            <pc:sldMk cId="788547379" sldId="283"/>
            <ac:grpSpMk id="7" creationId="{CF3D9EE1-3E0B-4E3C-5AD9-C4F631BAEDDA}"/>
          </ac:grpSpMkLst>
        </pc:grpChg>
        <pc:grpChg chg="del mod">
          <ac:chgData name="贾洪勇" userId="c61acc37-df11-4a3b-9efd-dde9ef084f5f" providerId="ADAL" clId="{B2612AA9-2C19-4FC1-9CB9-8376C1B2BAB3}" dt="2023-01-06T09:31:43.249" v="1146" actId="478"/>
          <ac:grpSpMkLst>
            <pc:docMk/>
            <pc:sldMk cId="788547379" sldId="283"/>
            <ac:grpSpMk id="10" creationId="{DC5996F0-B014-8446-B3B2-ED3692F9EF7E}"/>
          </ac:grpSpMkLst>
        </pc:grpChg>
        <pc:grpChg chg="add mod">
          <ac:chgData name="贾洪勇" userId="c61acc37-df11-4a3b-9efd-dde9ef084f5f" providerId="ADAL" clId="{B2612AA9-2C19-4FC1-9CB9-8376C1B2BAB3}" dt="2023-01-06T09:46:32.111" v="1933" actId="1076"/>
          <ac:grpSpMkLst>
            <pc:docMk/>
            <pc:sldMk cId="788547379" sldId="283"/>
            <ac:grpSpMk id="13" creationId="{CBF88E89-0DE2-3E7D-04B6-3DC33AB9715C}"/>
          </ac:grpSpMkLst>
        </pc:grpChg>
        <pc:grpChg chg="add mod">
          <ac:chgData name="贾洪勇" userId="c61acc37-df11-4a3b-9efd-dde9ef084f5f" providerId="ADAL" clId="{B2612AA9-2C19-4FC1-9CB9-8376C1B2BAB3}" dt="2023-01-06T09:38:44.223" v="1450" actId="1076"/>
          <ac:grpSpMkLst>
            <pc:docMk/>
            <pc:sldMk cId="788547379" sldId="283"/>
            <ac:grpSpMk id="14" creationId="{BAD67ABB-29B5-2D4D-98C1-6E1794E6AB8C}"/>
          </ac:grpSpMkLst>
        </pc:grpChg>
        <pc:grpChg chg="mod">
          <ac:chgData name="贾洪勇" userId="c61acc37-df11-4a3b-9efd-dde9ef084f5f" providerId="ADAL" clId="{B2612AA9-2C19-4FC1-9CB9-8376C1B2BAB3}" dt="2023-01-06T09:38:00.380" v="1442"/>
          <ac:grpSpMkLst>
            <pc:docMk/>
            <pc:sldMk cId="788547379" sldId="283"/>
            <ac:grpSpMk id="15" creationId="{E4DAFE0B-389F-8805-A892-97BA77D02263}"/>
          </ac:grpSpMkLst>
        </pc:grpChg>
        <pc:grpChg chg="add mod">
          <ac:chgData name="贾洪勇" userId="c61acc37-df11-4a3b-9efd-dde9ef084f5f" providerId="ADAL" clId="{B2612AA9-2C19-4FC1-9CB9-8376C1B2BAB3}" dt="2023-01-06T09:39:08.832" v="1474" actId="1038"/>
          <ac:grpSpMkLst>
            <pc:docMk/>
            <pc:sldMk cId="788547379" sldId="283"/>
            <ac:grpSpMk id="19" creationId="{B37AEF5A-D1DD-71AE-2989-3CB4227761DB}"/>
          </ac:grpSpMkLst>
        </pc:grpChg>
        <pc:grpChg chg="mod">
          <ac:chgData name="贾洪勇" userId="c61acc37-df11-4a3b-9efd-dde9ef084f5f" providerId="ADAL" clId="{B2612AA9-2C19-4FC1-9CB9-8376C1B2BAB3}" dt="2023-01-06T09:38:19.960" v="1446"/>
          <ac:grpSpMkLst>
            <pc:docMk/>
            <pc:sldMk cId="788547379" sldId="283"/>
            <ac:grpSpMk id="20" creationId="{29FB3FE3-0AB3-B7D5-5F19-09ACE8F1E010}"/>
          </ac:grpSpMkLst>
        </pc:grpChg>
      </pc:sldChg>
      <pc:sldChg chg="modSp add mod modAnim">
        <pc:chgData name="贾洪勇" userId="c61acc37-df11-4a3b-9efd-dde9ef084f5f" providerId="ADAL" clId="{B2612AA9-2C19-4FC1-9CB9-8376C1B2BAB3}" dt="2023-01-06T14:07:52.779" v="2935" actId="207"/>
        <pc:sldMkLst>
          <pc:docMk/>
          <pc:sldMk cId="2292069545" sldId="284"/>
        </pc:sldMkLst>
        <pc:spChg chg="mod">
          <ac:chgData name="贾洪勇" userId="c61acc37-df11-4a3b-9efd-dde9ef084f5f" providerId="ADAL" clId="{B2612AA9-2C19-4FC1-9CB9-8376C1B2BAB3}" dt="2023-01-06T13:44:59.551" v="2872" actId="20577"/>
          <ac:spMkLst>
            <pc:docMk/>
            <pc:sldMk cId="2292069545" sldId="284"/>
            <ac:spMk id="2" creationId="{4361EAED-739F-5BF7-6ED8-1C763ED01DF9}"/>
          </ac:spMkLst>
        </pc:spChg>
        <pc:spChg chg="mod">
          <ac:chgData name="贾洪勇" userId="c61acc37-df11-4a3b-9efd-dde9ef084f5f" providerId="ADAL" clId="{B2612AA9-2C19-4FC1-9CB9-8376C1B2BAB3}" dt="2023-01-06T09:48:34.780" v="1994"/>
          <ac:spMkLst>
            <pc:docMk/>
            <pc:sldMk cId="2292069545" sldId="284"/>
            <ac:spMk id="8" creationId="{94AA19F8-3368-0571-061F-A929A6E38CC7}"/>
          </ac:spMkLst>
        </pc:spChg>
        <pc:spChg chg="mod">
          <ac:chgData name="贾洪勇" userId="c61acc37-df11-4a3b-9efd-dde9ef084f5f" providerId="ADAL" clId="{B2612AA9-2C19-4FC1-9CB9-8376C1B2BAB3}" dt="2023-01-06T10:09:21.599" v="2369" actId="6549"/>
          <ac:spMkLst>
            <pc:docMk/>
            <pc:sldMk cId="2292069545" sldId="284"/>
            <ac:spMk id="12" creationId="{D29F6C0B-2E08-B46C-973C-7AEBA893E9E6}"/>
          </ac:spMkLst>
        </pc:spChg>
        <pc:spChg chg="mod">
          <ac:chgData name="贾洪勇" userId="c61acc37-df11-4a3b-9efd-dde9ef084f5f" providerId="ADAL" clId="{B2612AA9-2C19-4FC1-9CB9-8376C1B2BAB3}" dt="2023-01-06T14:07:52.779" v="2935" actId="207"/>
          <ac:spMkLst>
            <pc:docMk/>
            <pc:sldMk cId="2292069545" sldId="284"/>
            <ac:spMk id="16" creationId="{060C8173-CFDC-7295-6A76-0FD2A37A70F2}"/>
          </ac:spMkLst>
        </pc:spChg>
        <pc:spChg chg="mod">
          <ac:chgData name="贾洪勇" userId="c61acc37-df11-4a3b-9efd-dde9ef084f5f" providerId="ADAL" clId="{B2612AA9-2C19-4FC1-9CB9-8376C1B2BAB3}" dt="2023-01-06T10:13:20.973" v="2607"/>
          <ac:spMkLst>
            <pc:docMk/>
            <pc:sldMk cId="2292069545" sldId="284"/>
            <ac:spMk id="18" creationId="{9CAE0B89-AEED-BF26-AFED-04102D2E4F56}"/>
          </ac:spMkLst>
        </pc:spChg>
        <pc:spChg chg="mod">
          <ac:chgData name="贾洪勇" userId="c61acc37-df11-4a3b-9efd-dde9ef084f5f" providerId="ADAL" clId="{B2612AA9-2C19-4FC1-9CB9-8376C1B2BAB3}" dt="2023-01-06T09:49:09.806" v="2064"/>
          <ac:spMkLst>
            <pc:docMk/>
            <pc:sldMk cId="2292069545" sldId="284"/>
            <ac:spMk id="21" creationId="{0F1BDA5B-4E1B-6DAF-899A-5C4361FEDDEC}"/>
          </ac:spMkLst>
        </pc:spChg>
        <pc:spChg chg="mod">
          <ac:chgData name="贾洪勇" userId="c61acc37-df11-4a3b-9efd-dde9ef084f5f" providerId="ADAL" clId="{B2612AA9-2C19-4FC1-9CB9-8376C1B2BAB3}" dt="2023-01-06T10:22:11.149" v="2861"/>
          <ac:spMkLst>
            <pc:docMk/>
            <pc:sldMk cId="2292069545" sldId="284"/>
            <ac:spMk id="23" creationId="{FF0679F4-BBE7-A0F9-4C54-00963C9277AB}"/>
          </ac:spMkLst>
        </pc:spChg>
      </pc:sldChg>
      <pc:sldChg chg="new del">
        <pc:chgData name="贾洪勇" userId="c61acc37-df11-4a3b-9efd-dde9ef084f5f" providerId="ADAL" clId="{B2612AA9-2C19-4FC1-9CB9-8376C1B2BAB3}" dt="2023-01-06T09:47:56.269" v="1954" actId="680"/>
        <pc:sldMkLst>
          <pc:docMk/>
          <pc:sldMk cId="2319043284" sldId="284"/>
        </pc:sldMkLst>
      </pc:sldChg>
      <pc:sldChg chg="addSp delSp modSp add mod delAnim modAnim">
        <pc:chgData name="贾洪勇" userId="c61acc37-df11-4a3b-9efd-dde9ef084f5f" providerId="ADAL" clId="{B2612AA9-2C19-4FC1-9CB9-8376C1B2BAB3}" dt="2023-01-06T14:29:19.033" v="3555" actId="1035"/>
        <pc:sldMkLst>
          <pc:docMk/>
          <pc:sldMk cId="45511208" sldId="285"/>
        </pc:sldMkLst>
        <pc:spChg chg="mod">
          <ac:chgData name="贾洪勇" userId="c61acc37-df11-4a3b-9efd-dde9ef084f5f" providerId="ADAL" clId="{B2612AA9-2C19-4FC1-9CB9-8376C1B2BAB3}" dt="2023-01-06T13:45:14.135" v="2889"/>
          <ac:spMkLst>
            <pc:docMk/>
            <pc:sldMk cId="45511208" sldId="285"/>
            <ac:spMk id="2" creationId="{4361EAED-739F-5BF7-6ED8-1C763ED01DF9}"/>
          </ac:spMkLst>
        </pc:spChg>
        <pc:spChg chg="add mod">
          <ac:chgData name="贾洪勇" userId="c61acc37-df11-4a3b-9efd-dde9ef084f5f" providerId="ADAL" clId="{B2612AA9-2C19-4FC1-9CB9-8376C1B2BAB3}" dt="2023-01-06T14:29:19.033" v="3555" actId="1035"/>
          <ac:spMkLst>
            <pc:docMk/>
            <pc:sldMk cId="45511208" sldId="285"/>
            <ac:spMk id="4" creationId="{D05E0CF6-81A9-6E43-0BC2-D060C3F6F867}"/>
          </ac:spMkLst>
        </pc:spChg>
        <pc:spChg chg="del mod topLvl">
          <ac:chgData name="贾洪勇" userId="c61acc37-df11-4a3b-9efd-dde9ef084f5f" providerId="ADAL" clId="{B2612AA9-2C19-4FC1-9CB9-8376C1B2BAB3}" dt="2023-01-06T14:08:24.185" v="2937" actId="478"/>
          <ac:spMkLst>
            <pc:docMk/>
            <pc:sldMk cId="45511208" sldId="285"/>
            <ac:spMk id="8" creationId="{94AA19F8-3368-0571-061F-A929A6E38CC7}"/>
          </ac:spMkLst>
        </pc:spChg>
        <pc:spChg chg="mod">
          <ac:chgData name="贾洪勇" userId="c61acc37-df11-4a3b-9efd-dde9ef084f5f" providerId="ADAL" clId="{B2612AA9-2C19-4FC1-9CB9-8376C1B2BAB3}" dt="2023-01-06T14:27:15.533" v="3534" actId="1076"/>
          <ac:spMkLst>
            <pc:docMk/>
            <pc:sldMk cId="45511208" sldId="285"/>
            <ac:spMk id="12" creationId="{D29F6C0B-2E08-B46C-973C-7AEBA893E9E6}"/>
          </ac:spMkLst>
        </pc:spChg>
        <pc:spChg chg="del topLvl">
          <ac:chgData name="贾洪勇" userId="c61acc37-df11-4a3b-9efd-dde9ef084f5f" providerId="ADAL" clId="{B2612AA9-2C19-4FC1-9CB9-8376C1B2BAB3}" dt="2023-01-06T13:45:44.714" v="2891" actId="478"/>
          <ac:spMkLst>
            <pc:docMk/>
            <pc:sldMk cId="45511208" sldId="285"/>
            <ac:spMk id="21" creationId="{0F1BDA5B-4E1B-6DAF-899A-5C4361FEDDEC}"/>
          </ac:spMkLst>
        </pc:spChg>
        <pc:grpChg chg="add mod">
          <ac:chgData name="贾洪勇" userId="c61acc37-df11-4a3b-9efd-dde9ef084f5f" providerId="ADAL" clId="{B2612AA9-2C19-4FC1-9CB9-8376C1B2BAB3}" dt="2023-01-06T14:27:36.818" v="3535" actId="164"/>
          <ac:grpSpMkLst>
            <pc:docMk/>
            <pc:sldMk cId="45511208" sldId="285"/>
            <ac:grpSpMk id="5" creationId="{B626CE0A-0807-AE76-5938-F2BE95696CEE}"/>
          </ac:grpSpMkLst>
        </pc:grpChg>
        <pc:grpChg chg="mod topLvl">
          <ac:chgData name="贾洪勇" userId="c61acc37-df11-4a3b-9efd-dde9ef084f5f" providerId="ADAL" clId="{B2612AA9-2C19-4FC1-9CB9-8376C1B2BAB3}" dt="2023-01-06T14:27:36.818" v="3535" actId="164"/>
          <ac:grpSpMkLst>
            <pc:docMk/>
            <pc:sldMk cId="45511208" sldId="285"/>
            <ac:grpSpMk id="7" creationId="{CF3D9EE1-3E0B-4E3C-5AD9-C4F631BAEDDA}"/>
          </ac:grpSpMkLst>
        </pc:grpChg>
        <pc:grpChg chg="del mod">
          <ac:chgData name="贾洪勇" userId="c61acc37-df11-4a3b-9efd-dde9ef084f5f" providerId="ADAL" clId="{B2612AA9-2C19-4FC1-9CB9-8376C1B2BAB3}" dt="2023-01-06T14:08:24.185" v="2937" actId="478"/>
          <ac:grpSpMkLst>
            <pc:docMk/>
            <pc:sldMk cId="45511208" sldId="285"/>
            <ac:grpSpMk id="13" creationId="{CBF88E89-0DE2-3E7D-04B6-3DC33AB9715C}"/>
          </ac:grpSpMkLst>
        </pc:grpChg>
        <pc:grpChg chg="del">
          <ac:chgData name="贾洪勇" userId="c61acc37-df11-4a3b-9efd-dde9ef084f5f" providerId="ADAL" clId="{B2612AA9-2C19-4FC1-9CB9-8376C1B2BAB3}" dt="2023-01-06T13:45:42.722" v="2890" actId="478"/>
          <ac:grpSpMkLst>
            <pc:docMk/>
            <pc:sldMk cId="45511208" sldId="285"/>
            <ac:grpSpMk id="14" creationId="{BAD67ABB-29B5-2D4D-98C1-6E1794E6AB8C}"/>
          </ac:grpSpMkLst>
        </pc:grpChg>
        <pc:grpChg chg="del">
          <ac:chgData name="贾洪勇" userId="c61acc37-df11-4a3b-9efd-dde9ef084f5f" providerId="ADAL" clId="{B2612AA9-2C19-4FC1-9CB9-8376C1B2BAB3}" dt="2023-01-06T13:45:44.714" v="2891" actId="478"/>
          <ac:grpSpMkLst>
            <pc:docMk/>
            <pc:sldMk cId="45511208" sldId="285"/>
            <ac:grpSpMk id="19" creationId="{B37AEF5A-D1DD-71AE-2989-3CB4227761DB}"/>
          </ac:grpSpMkLst>
        </pc:grpChg>
        <pc:grpChg chg="del topLvl">
          <ac:chgData name="贾洪勇" userId="c61acc37-df11-4a3b-9efd-dde9ef084f5f" providerId="ADAL" clId="{B2612AA9-2C19-4FC1-9CB9-8376C1B2BAB3}" dt="2023-01-06T13:45:47.403" v="2892" actId="478"/>
          <ac:grpSpMkLst>
            <pc:docMk/>
            <pc:sldMk cId="45511208" sldId="285"/>
            <ac:grpSpMk id="20" creationId="{29FB3FE3-0AB3-B7D5-5F19-09ACE8F1E010}"/>
          </ac:grpSpMkLst>
        </pc:grpChg>
      </pc:sldChg>
      <pc:sldChg chg="modSp add mod">
        <pc:chgData name="贾洪勇" userId="c61acc37-df11-4a3b-9efd-dde9ef084f5f" providerId="ADAL" clId="{B2612AA9-2C19-4FC1-9CB9-8376C1B2BAB3}" dt="2023-01-07T07:40:44.332" v="4734"/>
        <pc:sldMkLst>
          <pc:docMk/>
          <pc:sldMk cId="550373099" sldId="286"/>
        </pc:sldMkLst>
        <pc:spChg chg="mod">
          <ac:chgData name="贾洪勇" userId="c61acc37-df11-4a3b-9efd-dde9ef084f5f" providerId="ADAL" clId="{B2612AA9-2C19-4FC1-9CB9-8376C1B2BAB3}" dt="2023-01-07T07:40:44.332" v="4734"/>
          <ac:spMkLst>
            <pc:docMk/>
            <pc:sldMk cId="550373099" sldId="286"/>
            <ac:spMk id="2" creationId="{4361EAED-739F-5BF7-6ED8-1C763ED01DF9}"/>
          </ac:spMkLst>
        </pc:spChg>
        <pc:spChg chg="mod">
          <ac:chgData name="贾洪勇" userId="c61acc37-df11-4a3b-9efd-dde9ef084f5f" providerId="ADAL" clId="{B2612AA9-2C19-4FC1-9CB9-8376C1B2BAB3}" dt="2023-01-06T14:29:48.165" v="3568"/>
          <ac:spMkLst>
            <pc:docMk/>
            <pc:sldMk cId="550373099" sldId="286"/>
            <ac:spMk id="4" creationId="{D05E0CF6-81A9-6E43-0BC2-D060C3F6F867}"/>
          </ac:spMkLst>
        </pc:spChg>
        <pc:spChg chg="mod">
          <ac:chgData name="贾洪勇" userId="c61acc37-df11-4a3b-9efd-dde9ef084f5f" providerId="ADAL" clId="{B2612AA9-2C19-4FC1-9CB9-8376C1B2BAB3}" dt="2023-01-06T14:34:20.795" v="3934"/>
          <ac:spMkLst>
            <pc:docMk/>
            <pc:sldMk cId="550373099" sldId="286"/>
            <ac:spMk id="12" creationId="{D29F6C0B-2E08-B46C-973C-7AEBA893E9E6}"/>
          </ac:spMkLst>
        </pc:spChg>
      </pc:sldChg>
      <pc:sldChg chg="modSp add mod">
        <pc:chgData name="贾洪勇" userId="c61acc37-df11-4a3b-9efd-dde9ef084f5f" providerId="ADAL" clId="{B2612AA9-2C19-4FC1-9CB9-8376C1B2BAB3}" dt="2023-01-07T07:44:07.985" v="4855"/>
        <pc:sldMkLst>
          <pc:docMk/>
          <pc:sldMk cId="2391423113" sldId="287"/>
        </pc:sldMkLst>
        <pc:spChg chg="mod">
          <ac:chgData name="贾洪勇" userId="c61acc37-df11-4a3b-9efd-dde9ef084f5f" providerId="ADAL" clId="{B2612AA9-2C19-4FC1-9CB9-8376C1B2BAB3}" dt="2023-01-07T07:44:07.985" v="4855"/>
          <ac:spMkLst>
            <pc:docMk/>
            <pc:sldMk cId="2391423113" sldId="287"/>
            <ac:spMk id="2" creationId="{4361EAED-739F-5BF7-6ED8-1C763ED01DF9}"/>
          </ac:spMkLst>
        </pc:spChg>
        <pc:spChg chg="mod">
          <ac:chgData name="贾洪勇" userId="c61acc37-df11-4a3b-9efd-dde9ef084f5f" providerId="ADAL" clId="{B2612AA9-2C19-4FC1-9CB9-8376C1B2BAB3}" dt="2023-01-07T04:42:25.416" v="4017"/>
          <ac:spMkLst>
            <pc:docMk/>
            <pc:sldMk cId="2391423113" sldId="287"/>
            <ac:spMk id="4" creationId="{D05E0CF6-81A9-6E43-0BC2-D060C3F6F867}"/>
          </ac:spMkLst>
        </pc:spChg>
        <pc:spChg chg="mod">
          <ac:chgData name="贾洪勇" userId="c61acc37-df11-4a3b-9efd-dde9ef084f5f" providerId="ADAL" clId="{B2612AA9-2C19-4FC1-9CB9-8376C1B2BAB3}" dt="2023-01-07T07:37:05.774" v="4709"/>
          <ac:spMkLst>
            <pc:docMk/>
            <pc:sldMk cId="2391423113" sldId="287"/>
            <ac:spMk id="12" creationId="{D29F6C0B-2E08-B46C-973C-7AEBA893E9E6}"/>
          </ac:spMkLst>
        </pc:spChg>
        <pc:grpChg chg="mod">
          <ac:chgData name="贾洪勇" userId="c61acc37-df11-4a3b-9efd-dde9ef084f5f" providerId="ADAL" clId="{B2612AA9-2C19-4FC1-9CB9-8376C1B2BAB3}" dt="2023-01-07T07:34:57.251" v="4655" actId="14100"/>
          <ac:grpSpMkLst>
            <pc:docMk/>
            <pc:sldMk cId="2391423113" sldId="287"/>
            <ac:grpSpMk id="5" creationId="{B626CE0A-0807-AE76-5938-F2BE95696CEE}"/>
          </ac:grpSpMkLst>
        </pc:grpChg>
      </pc:sldChg>
      <pc:sldChg chg="addSp modSp add mod modAnim">
        <pc:chgData name="贾洪勇" userId="c61acc37-df11-4a3b-9efd-dde9ef084f5f" providerId="ADAL" clId="{B2612AA9-2C19-4FC1-9CB9-8376C1B2BAB3}" dt="2023-01-07T08:45:21.990" v="5376" actId="6549"/>
        <pc:sldMkLst>
          <pc:docMk/>
          <pc:sldMk cId="452853014" sldId="288"/>
        </pc:sldMkLst>
        <pc:spChg chg="mod">
          <ac:chgData name="贾洪勇" userId="c61acc37-df11-4a3b-9efd-dde9ef084f5f" providerId="ADAL" clId="{B2612AA9-2C19-4FC1-9CB9-8376C1B2BAB3}" dt="2023-01-07T07:44:21.831" v="4866" actId="6549"/>
          <ac:spMkLst>
            <pc:docMk/>
            <pc:sldMk cId="452853014" sldId="288"/>
            <ac:spMk id="2" creationId="{4361EAED-739F-5BF7-6ED8-1C763ED01DF9}"/>
          </ac:spMkLst>
        </pc:spChg>
        <pc:spChg chg="mod">
          <ac:chgData name="贾洪勇" userId="c61acc37-df11-4a3b-9efd-dde9ef084f5f" providerId="ADAL" clId="{B2612AA9-2C19-4FC1-9CB9-8376C1B2BAB3}" dt="2023-01-07T08:45:21.990" v="5376" actId="6549"/>
          <ac:spMkLst>
            <pc:docMk/>
            <pc:sldMk cId="452853014" sldId="288"/>
            <ac:spMk id="4" creationId="{D05E0CF6-81A9-6E43-0BC2-D060C3F6F867}"/>
          </ac:spMkLst>
        </pc:spChg>
        <pc:spChg chg="mod">
          <ac:chgData name="贾洪勇" userId="c61acc37-df11-4a3b-9efd-dde9ef084f5f" providerId="ADAL" clId="{B2612AA9-2C19-4FC1-9CB9-8376C1B2BAB3}" dt="2023-01-07T08:34:33.009" v="5363" actId="207"/>
          <ac:spMkLst>
            <pc:docMk/>
            <pc:sldMk cId="452853014" sldId="288"/>
            <ac:spMk id="12" creationId="{D29F6C0B-2E08-B46C-973C-7AEBA893E9E6}"/>
          </ac:spMkLst>
        </pc:spChg>
        <pc:grpChg chg="mod">
          <ac:chgData name="贾洪勇" userId="c61acc37-df11-4a3b-9efd-dde9ef084f5f" providerId="ADAL" clId="{B2612AA9-2C19-4FC1-9CB9-8376C1B2BAB3}" dt="2023-01-07T08:35:05.436" v="5364" actId="164"/>
          <ac:grpSpMkLst>
            <pc:docMk/>
            <pc:sldMk cId="452853014" sldId="288"/>
            <ac:grpSpMk id="5" creationId="{B626CE0A-0807-AE76-5938-F2BE95696CEE}"/>
          </ac:grpSpMkLst>
        </pc:grpChg>
        <pc:grpChg chg="add mod">
          <ac:chgData name="贾洪勇" userId="c61acc37-df11-4a3b-9efd-dde9ef084f5f" providerId="ADAL" clId="{B2612AA9-2C19-4FC1-9CB9-8376C1B2BAB3}" dt="2023-01-07T08:35:05.436" v="5364" actId="164"/>
          <ac:grpSpMkLst>
            <pc:docMk/>
            <pc:sldMk cId="452853014" sldId="288"/>
            <ac:grpSpMk id="10" creationId="{3CE20F74-F99A-20CA-2A85-C07F023890FF}"/>
          </ac:grpSpMkLst>
        </pc:grpChg>
        <pc:picChg chg="add mod">
          <ac:chgData name="贾洪勇" userId="c61acc37-df11-4a3b-9efd-dde9ef084f5f" providerId="ADAL" clId="{B2612AA9-2C19-4FC1-9CB9-8376C1B2BAB3}" dt="2023-01-07T08:35:05.436" v="5364" actId="164"/>
          <ac:picMkLst>
            <pc:docMk/>
            <pc:sldMk cId="452853014" sldId="288"/>
            <ac:picMk id="8" creationId="{D27C2B64-B623-FF5B-6CB3-748089088270}"/>
          </ac:picMkLst>
        </pc:picChg>
      </pc:sldChg>
      <pc:sldChg chg="delSp modSp add mod delAnim modAnim">
        <pc:chgData name="贾洪勇" userId="c61acc37-df11-4a3b-9efd-dde9ef084f5f" providerId="ADAL" clId="{B2612AA9-2C19-4FC1-9CB9-8376C1B2BAB3}" dt="2023-01-07T09:10:40.800" v="6124"/>
        <pc:sldMkLst>
          <pc:docMk/>
          <pc:sldMk cId="1744690901" sldId="289"/>
        </pc:sldMkLst>
        <pc:spChg chg="mod">
          <ac:chgData name="贾洪勇" userId="c61acc37-df11-4a3b-9efd-dde9ef084f5f" providerId="ADAL" clId="{B2612AA9-2C19-4FC1-9CB9-8376C1B2BAB3}" dt="2023-01-07T08:52:17.007" v="5553" actId="6549"/>
          <ac:spMkLst>
            <pc:docMk/>
            <pc:sldMk cId="1744690901" sldId="289"/>
            <ac:spMk id="4" creationId="{D05E0CF6-81A9-6E43-0BC2-D060C3F6F867}"/>
          </ac:spMkLst>
        </pc:spChg>
        <pc:spChg chg="mod">
          <ac:chgData name="贾洪勇" userId="c61acc37-df11-4a3b-9efd-dde9ef084f5f" providerId="ADAL" clId="{B2612AA9-2C19-4FC1-9CB9-8376C1B2BAB3}" dt="2023-01-07T09:09:42.065" v="6123"/>
          <ac:spMkLst>
            <pc:docMk/>
            <pc:sldMk cId="1744690901" sldId="289"/>
            <ac:spMk id="12" creationId="{D29F6C0B-2E08-B46C-973C-7AEBA893E9E6}"/>
          </ac:spMkLst>
        </pc:spChg>
        <pc:grpChg chg="topLvl">
          <ac:chgData name="贾洪勇" userId="c61acc37-df11-4a3b-9efd-dde9ef084f5f" providerId="ADAL" clId="{B2612AA9-2C19-4FC1-9CB9-8376C1B2BAB3}" dt="2023-01-07T08:48:26.989" v="5449" actId="478"/>
          <ac:grpSpMkLst>
            <pc:docMk/>
            <pc:sldMk cId="1744690901" sldId="289"/>
            <ac:grpSpMk id="5" creationId="{B626CE0A-0807-AE76-5938-F2BE95696CEE}"/>
          </ac:grpSpMkLst>
        </pc:grpChg>
        <pc:grpChg chg="del">
          <ac:chgData name="贾洪勇" userId="c61acc37-df11-4a3b-9efd-dde9ef084f5f" providerId="ADAL" clId="{B2612AA9-2C19-4FC1-9CB9-8376C1B2BAB3}" dt="2023-01-07T08:48:26.989" v="5449" actId="478"/>
          <ac:grpSpMkLst>
            <pc:docMk/>
            <pc:sldMk cId="1744690901" sldId="289"/>
            <ac:grpSpMk id="10" creationId="{3CE20F74-F99A-20CA-2A85-C07F023890FF}"/>
          </ac:grpSpMkLst>
        </pc:grpChg>
        <pc:picChg chg="del topLvl">
          <ac:chgData name="贾洪勇" userId="c61acc37-df11-4a3b-9efd-dde9ef084f5f" providerId="ADAL" clId="{B2612AA9-2C19-4FC1-9CB9-8376C1B2BAB3}" dt="2023-01-07T08:48:26.989" v="5449" actId="478"/>
          <ac:picMkLst>
            <pc:docMk/>
            <pc:sldMk cId="1744690901" sldId="289"/>
            <ac:picMk id="8" creationId="{D27C2B64-B623-FF5B-6CB3-748089088270}"/>
          </ac:picMkLst>
        </pc:picChg>
      </pc:sldChg>
      <pc:sldChg chg="modSp add mod modAnim">
        <pc:chgData name="贾洪勇" userId="c61acc37-df11-4a3b-9efd-dde9ef084f5f" providerId="ADAL" clId="{B2612AA9-2C19-4FC1-9CB9-8376C1B2BAB3}" dt="2023-01-07T09:22:47.279" v="6966"/>
        <pc:sldMkLst>
          <pc:docMk/>
          <pc:sldMk cId="2958175020" sldId="290"/>
        </pc:sldMkLst>
        <pc:spChg chg="mod">
          <ac:chgData name="贾洪勇" userId="c61acc37-df11-4a3b-9efd-dde9ef084f5f" providerId="ADAL" clId="{B2612AA9-2C19-4FC1-9CB9-8376C1B2BAB3}" dt="2023-01-07T09:11:37.457" v="6134"/>
          <ac:spMkLst>
            <pc:docMk/>
            <pc:sldMk cId="2958175020" sldId="290"/>
            <ac:spMk id="2" creationId="{4361EAED-739F-5BF7-6ED8-1C763ED01DF9}"/>
          </ac:spMkLst>
        </pc:spChg>
        <pc:spChg chg="mod">
          <ac:chgData name="贾洪勇" userId="c61acc37-df11-4a3b-9efd-dde9ef084f5f" providerId="ADAL" clId="{B2612AA9-2C19-4FC1-9CB9-8376C1B2BAB3}" dt="2023-01-07T09:12:00.366" v="6167"/>
          <ac:spMkLst>
            <pc:docMk/>
            <pc:sldMk cId="2958175020" sldId="290"/>
            <ac:spMk id="4" creationId="{D05E0CF6-81A9-6E43-0BC2-D060C3F6F867}"/>
          </ac:spMkLst>
        </pc:spChg>
        <pc:spChg chg="mod">
          <ac:chgData name="贾洪勇" userId="c61acc37-df11-4a3b-9efd-dde9ef084f5f" providerId="ADAL" clId="{B2612AA9-2C19-4FC1-9CB9-8376C1B2BAB3}" dt="2023-01-07T09:21:39.236" v="6963" actId="14100"/>
          <ac:spMkLst>
            <pc:docMk/>
            <pc:sldMk cId="2958175020" sldId="290"/>
            <ac:spMk id="9" creationId="{D8A631ED-9DB5-B5E6-3439-2D1949C801D2}"/>
          </ac:spMkLst>
        </pc:spChg>
        <pc:spChg chg="mod">
          <ac:chgData name="贾洪勇" userId="c61acc37-df11-4a3b-9efd-dde9ef084f5f" providerId="ADAL" clId="{B2612AA9-2C19-4FC1-9CB9-8376C1B2BAB3}" dt="2023-01-07T09:22:04.418" v="6964" actId="207"/>
          <ac:spMkLst>
            <pc:docMk/>
            <pc:sldMk cId="2958175020" sldId="290"/>
            <ac:spMk id="12" creationId="{D29F6C0B-2E08-B46C-973C-7AEBA893E9E6}"/>
          </ac:spMkLst>
        </pc:spChg>
        <pc:grpChg chg="mod">
          <ac:chgData name="贾洪勇" userId="c61acc37-df11-4a3b-9efd-dde9ef084f5f" providerId="ADAL" clId="{B2612AA9-2C19-4FC1-9CB9-8376C1B2BAB3}" dt="2023-01-07T09:21:30.530" v="6962" actId="14100"/>
          <ac:grpSpMkLst>
            <pc:docMk/>
            <pc:sldMk cId="2958175020" sldId="290"/>
            <ac:grpSpMk id="5" creationId="{B626CE0A-0807-AE76-5938-F2BE95696CEE}"/>
          </ac:grpSpMkLst>
        </pc:grpChg>
      </pc:sldChg>
      <pc:sldChg chg="modSp add mod">
        <pc:chgData name="贾洪勇" userId="c61acc37-df11-4a3b-9efd-dde9ef084f5f" providerId="ADAL" clId="{B2612AA9-2C19-4FC1-9CB9-8376C1B2BAB3}" dt="2023-01-07T09:32:46.838" v="7461"/>
        <pc:sldMkLst>
          <pc:docMk/>
          <pc:sldMk cId="2442484651" sldId="291"/>
        </pc:sldMkLst>
        <pc:spChg chg="mod">
          <ac:chgData name="贾洪勇" userId="c61acc37-df11-4a3b-9efd-dde9ef084f5f" providerId="ADAL" clId="{B2612AA9-2C19-4FC1-9CB9-8376C1B2BAB3}" dt="2023-01-07T09:32:46.838" v="7461"/>
          <ac:spMkLst>
            <pc:docMk/>
            <pc:sldMk cId="2442484651" sldId="291"/>
            <ac:spMk id="4" creationId="{D05E0CF6-81A9-6E43-0BC2-D060C3F6F867}"/>
          </ac:spMkLst>
        </pc:spChg>
        <pc:spChg chg="mod">
          <ac:chgData name="贾洪勇" userId="c61acc37-df11-4a3b-9efd-dde9ef084f5f" providerId="ADAL" clId="{B2612AA9-2C19-4FC1-9CB9-8376C1B2BAB3}" dt="2023-01-07T09:31:07.937" v="7436" actId="207"/>
          <ac:spMkLst>
            <pc:docMk/>
            <pc:sldMk cId="2442484651" sldId="291"/>
            <ac:spMk id="12" creationId="{D29F6C0B-2E08-B46C-973C-7AEBA893E9E6}"/>
          </ac:spMkLst>
        </pc:spChg>
      </pc:sldChg>
      <pc:sldChg chg="modSp add mod">
        <pc:chgData name="贾洪勇" userId="c61acc37-df11-4a3b-9efd-dde9ef084f5f" providerId="ADAL" clId="{B2612AA9-2C19-4FC1-9CB9-8376C1B2BAB3}" dt="2023-01-07T09:38:31.738" v="8027" actId="6549"/>
        <pc:sldMkLst>
          <pc:docMk/>
          <pc:sldMk cId="3856985122" sldId="292"/>
        </pc:sldMkLst>
        <pc:spChg chg="mod">
          <ac:chgData name="贾洪勇" userId="c61acc37-df11-4a3b-9efd-dde9ef084f5f" providerId="ADAL" clId="{B2612AA9-2C19-4FC1-9CB9-8376C1B2BAB3}" dt="2023-01-07T09:38:31.738" v="8027" actId="6549"/>
          <ac:spMkLst>
            <pc:docMk/>
            <pc:sldMk cId="3856985122" sldId="292"/>
            <ac:spMk id="12" creationId="{D29F6C0B-2E08-B46C-973C-7AEBA893E9E6}"/>
          </ac:spMkLst>
        </pc:spChg>
      </pc:sldChg>
      <pc:sldChg chg="modSp add mod modAnim">
        <pc:chgData name="贾洪勇" userId="c61acc37-df11-4a3b-9efd-dde9ef084f5f" providerId="ADAL" clId="{B2612AA9-2C19-4FC1-9CB9-8376C1B2BAB3}" dt="2023-01-07T10:03:00.679" v="10280"/>
        <pc:sldMkLst>
          <pc:docMk/>
          <pc:sldMk cId="2538287403" sldId="293"/>
        </pc:sldMkLst>
        <pc:spChg chg="mod">
          <ac:chgData name="贾洪勇" userId="c61acc37-df11-4a3b-9efd-dde9ef084f5f" providerId="ADAL" clId="{B2612AA9-2C19-4FC1-9CB9-8376C1B2BAB3}" dt="2023-01-07T09:47:32.303" v="8823"/>
          <ac:spMkLst>
            <pc:docMk/>
            <pc:sldMk cId="2538287403" sldId="293"/>
            <ac:spMk id="12" creationId="{D29F6C0B-2E08-B46C-973C-7AEBA893E9E6}"/>
          </ac:spMkLst>
        </pc:spChg>
      </pc:sldChg>
      <pc:sldChg chg="modSp add mod modAnim">
        <pc:chgData name="贾洪勇" userId="c61acc37-df11-4a3b-9efd-dde9ef084f5f" providerId="ADAL" clId="{B2612AA9-2C19-4FC1-9CB9-8376C1B2BAB3}" dt="2023-01-07T10:03:12.576" v="10281"/>
        <pc:sldMkLst>
          <pc:docMk/>
          <pc:sldMk cId="2890341310" sldId="294"/>
        </pc:sldMkLst>
        <pc:spChg chg="mod">
          <ac:chgData name="贾洪勇" userId="c61acc37-df11-4a3b-9efd-dde9ef084f5f" providerId="ADAL" clId="{B2612AA9-2C19-4FC1-9CB9-8376C1B2BAB3}" dt="2023-01-07T09:47:45.743" v="8832"/>
          <ac:spMkLst>
            <pc:docMk/>
            <pc:sldMk cId="2890341310" sldId="294"/>
            <ac:spMk id="4" creationId="{D05E0CF6-81A9-6E43-0BC2-D060C3F6F867}"/>
          </ac:spMkLst>
        </pc:spChg>
        <pc:spChg chg="mod">
          <ac:chgData name="贾洪勇" userId="c61acc37-df11-4a3b-9efd-dde9ef084f5f" providerId="ADAL" clId="{B2612AA9-2C19-4FC1-9CB9-8376C1B2BAB3}" dt="2023-01-07T09:51:08.922" v="9294"/>
          <ac:spMkLst>
            <pc:docMk/>
            <pc:sldMk cId="2890341310" sldId="294"/>
            <ac:spMk id="12" creationId="{D29F6C0B-2E08-B46C-973C-7AEBA893E9E6}"/>
          </ac:spMkLst>
        </pc:spChg>
      </pc:sldChg>
      <pc:sldChg chg="modSp add mod">
        <pc:chgData name="贾洪勇" userId="c61acc37-df11-4a3b-9efd-dde9ef084f5f" providerId="ADAL" clId="{B2612AA9-2C19-4FC1-9CB9-8376C1B2BAB3}" dt="2023-01-07T09:53:55.734" v="9628" actId="1076"/>
        <pc:sldMkLst>
          <pc:docMk/>
          <pc:sldMk cId="3009069180" sldId="295"/>
        </pc:sldMkLst>
        <pc:spChg chg="mod">
          <ac:chgData name="贾洪勇" userId="c61acc37-df11-4a3b-9efd-dde9ef084f5f" providerId="ADAL" clId="{B2612AA9-2C19-4FC1-9CB9-8376C1B2BAB3}" dt="2023-01-07T09:53:52.063" v="9627" actId="1076"/>
          <ac:spMkLst>
            <pc:docMk/>
            <pc:sldMk cId="3009069180" sldId="295"/>
            <ac:spMk id="2" creationId="{4361EAED-739F-5BF7-6ED8-1C763ED01DF9}"/>
          </ac:spMkLst>
        </pc:spChg>
        <pc:spChg chg="mod">
          <ac:chgData name="贾洪勇" userId="c61acc37-df11-4a3b-9efd-dde9ef084f5f" providerId="ADAL" clId="{B2612AA9-2C19-4FC1-9CB9-8376C1B2BAB3}" dt="2023-01-07T09:51:24.778" v="9311"/>
          <ac:spMkLst>
            <pc:docMk/>
            <pc:sldMk cId="3009069180" sldId="295"/>
            <ac:spMk id="4" creationId="{D05E0CF6-81A9-6E43-0BC2-D060C3F6F867}"/>
          </ac:spMkLst>
        </pc:spChg>
        <pc:spChg chg="mod">
          <ac:chgData name="贾洪勇" userId="c61acc37-df11-4a3b-9efd-dde9ef084f5f" providerId="ADAL" clId="{B2612AA9-2C19-4FC1-9CB9-8376C1B2BAB3}" dt="2023-01-07T09:53:42.073" v="9624"/>
          <ac:spMkLst>
            <pc:docMk/>
            <pc:sldMk cId="3009069180" sldId="295"/>
            <ac:spMk id="12" creationId="{D29F6C0B-2E08-B46C-973C-7AEBA893E9E6}"/>
          </ac:spMkLst>
        </pc:spChg>
        <pc:grpChg chg="mod">
          <ac:chgData name="贾洪勇" userId="c61acc37-df11-4a3b-9efd-dde9ef084f5f" providerId="ADAL" clId="{B2612AA9-2C19-4FC1-9CB9-8376C1B2BAB3}" dt="2023-01-07T09:53:55.734" v="9628" actId="1076"/>
          <ac:grpSpMkLst>
            <pc:docMk/>
            <pc:sldMk cId="3009069180" sldId="295"/>
            <ac:grpSpMk id="5" creationId="{B626CE0A-0807-AE76-5938-F2BE95696CEE}"/>
          </ac:grpSpMkLst>
        </pc:grpChg>
      </pc:sldChg>
      <pc:sldChg chg="modSp add mod">
        <pc:chgData name="贾洪勇" userId="c61acc37-df11-4a3b-9efd-dde9ef084f5f" providerId="ADAL" clId="{B2612AA9-2C19-4FC1-9CB9-8376C1B2BAB3}" dt="2023-01-07T10:02:40.765" v="10279" actId="20577"/>
        <pc:sldMkLst>
          <pc:docMk/>
          <pc:sldMk cId="1402971226" sldId="296"/>
        </pc:sldMkLst>
        <pc:spChg chg="mod">
          <ac:chgData name="贾洪勇" userId="c61acc37-df11-4a3b-9efd-dde9ef084f5f" providerId="ADAL" clId="{B2612AA9-2C19-4FC1-9CB9-8376C1B2BAB3}" dt="2023-01-07T09:54:43.968" v="9663"/>
          <ac:spMkLst>
            <pc:docMk/>
            <pc:sldMk cId="1402971226" sldId="296"/>
            <ac:spMk id="4" creationId="{D05E0CF6-81A9-6E43-0BC2-D060C3F6F867}"/>
          </ac:spMkLst>
        </pc:spChg>
        <pc:spChg chg="mod">
          <ac:chgData name="贾洪勇" userId="c61acc37-df11-4a3b-9efd-dde9ef084f5f" providerId="ADAL" clId="{B2612AA9-2C19-4FC1-9CB9-8376C1B2BAB3}" dt="2023-01-07T10:02:40.765" v="10279" actId="20577"/>
          <ac:spMkLst>
            <pc:docMk/>
            <pc:sldMk cId="1402971226" sldId="296"/>
            <ac:spMk id="12" creationId="{D29F6C0B-2E08-B46C-973C-7AEBA893E9E6}"/>
          </ac:spMkLst>
        </pc:spChg>
      </pc:sldChg>
      <pc:sldChg chg="modSp new mod">
        <pc:chgData name="贾洪勇" userId="c61acc37-df11-4a3b-9efd-dde9ef084f5f" providerId="ADAL" clId="{B2612AA9-2C19-4FC1-9CB9-8376C1B2BAB3}" dt="2023-01-10T11:11:24.735" v="10316"/>
        <pc:sldMkLst>
          <pc:docMk/>
          <pc:sldMk cId="2734611360" sldId="297"/>
        </pc:sldMkLst>
        <pc:spChg chg="mod">
          <ac:chgData name="贾洪勇" userId="c61acc37-df11-4a3b-9efd-dde9ef084f5f" providerId="ADAL" clId="{B2612AA9-2C19-4FC1-9CB9-8376C1B2BAB3}" dt="2023-01-10T11:11:24.735" v="10316"/>
          <ac:spMkLst>
            <pc:docMk/>
            <pc:sldMk cId="2734611360" sldId="297"/>
            <ac:spMk id="2" creationId="{7E493D19-F4DD-D8AD-0F66-F6DD4B1B5323}"/>
          </ac:spMkLst>
        </pc:spChg>
      </pc:sldChg>
      <pc:sldChg chg="addSp delSp modSp add mod">
        <pc:chgData name="贾洪勇" userId="c61acc37-df11-4a3b-9efd-dde9ef084f5f" providerId="ADAL" clId="{B2612AA9-2C19-4FC1-9CB9-8376C1B2BAB3}" dt="2023-01-10T11:39:24.359" v="11732" actId="6549"/>
        <pc:sldMkLst>
          <pc:docMk/>
          <pc:sldMk cId="225757188" sldId="298"/>
        </pc:sldMkLst>
        <pc:spChg chg="mod">
          <ac:chgData name="贾洪勇" userId="c61acc37-df11-4a3b-9efd-dde9ef084f5f" providerId="ADAL" clId="{B2612AA9-2C19-4FC1-9CB9-8376C1B2BAB3}" dt="2023-01-10T11:12:10.408" v="10332" actId="6549"/>
          <ac:spMkLst>
            <pc:docMk/>
            <pc:sldMk cId="225757188" sldId="298"/>
            <ac:spMk id="2" creationId="{4361EAED-739F-5BF7-6ED8-1C763ED01DF9}"/>
          </ac:spMkLst>
        </pc:spChg>
        <pc:spChg chg="mod">
          <ac:chgData name="贾洪勇" userId="c61acc37-df11-4a3b-9efd-dde9ef084f5f" providerId="ADAL" clId="{B2612AA9-2C19-4FC1-9CB9-8376C1B2BAB3}" dt="2023-01-10T11:39:24.359" v="11732" actId="6549"/>
          <ac:spMkLst>
            <pc:docMk/>
            <pc:sldMk cId="225757188" sldId="298"/>
            <ac:spMk id="4" creationId="{D05E0CF6-81A9-6E43-0BC2-D060C3F6F867}"/>
          </ac:spMkLst>
        </pc:spChg>
        <pc:spChg chg="add del mod">
          <ac:chgData name="贾洪勇" userId="c61acc37-df11-4a3b-9efd-dde9ef084f5f" providerId="ADAL" clId="{B2612AA9-2C19-4FC1-9CB9-8376C1B2BAB3}" dt="2023-01-10T11:19:56.857" v="10690" actId="478"/>
          <ac:spMkLst>
            <pc:docMk/>
            <pc:sldMk cId="225757188" sldId="298"/>
            <ac:spMk id="6" creationId="{7FB17DB8-4077-0910-BCC2-D1E5102C51AB}"/>
          </ac:spMkLst>
        </pc:spChg>
        <pc:spChg chg="mod">
          <ac:chgData name="贾洪勇" userId="c61acc37-df11-4a3b-9efd-dde9ef084f5f" providerId="ADAL" clId="{B2612AA9-2C19-4FC1-9CB9-8376C1B2BAB3}" dt="2023-01-10T11:16:56.153" v="10684" actId="1076"/>
          <ac:spMkLst>
            <pc:docMk/>
            <pc:sldMk cId="225757188" sldId="298"/>
            <ac:spMk id="9" creationId="{D8A631ED-9DB5-B5E6-3439-2D1949C801D2}"/>
          </ac:spMkLst>
        </pc:spChg>
        <pc:spChg chg="mod">
          <ac:chgData name="贾洪勇" userId="c61acc37-df11-4a3b-9efd-dde9ef084f5f" providerId="ADAL" clId="{B2612AA9-2C19-4FC1-9CB9-8376C1B2BAB3}" dt="2023-01-10T11:16:55.555" v="10683" actId="207"/>
          <ac:spMkLst>
            <pc:docMk/>
            <pc:sldMk cId="225757188" sldId="298"/>
            <ac:spMk id="12" creationId="{D29F6C0B-2E08-B46C-973C-7AEBA893E9E6}"/>
          </ac:spMkLst>
        </pc:spChg>
        <pc:grpChg chg="mod">
          <ac:chgData name="贾洪勇" userId="c61acc37-df11-4a3b-9efd-dde9ef084f5f" providerId="ADAL" clId="{B2612AA9-2C19-4FC1-9CB9-8376C1B2BAB3}" dt="2023-01-10T11:38:05.697" v="11720" actId="14100"/>
          <ac:grpSpMkLst>
            <pc:docMk/>
            <pc:sldMk cId="225757188" sldId="298"/>
            <ac:grpSpMk id="5" creationId="{B626CE0A-0807-AE76-5938-F2BE95696CEE}"/>
          </ac:grpSpMkLst>
        </pc:grpChg>
      </pc:sldChg>
      <pc:sldChg chg="addSp delSp modSp add mod addAnim delAnim modAnim">
        <pc:chgData name="贾洪勇" userId="c61acc37-df11-4a3b-9efd-dde9ef084f5f" providerId="ADAL" clId="{B2612AA9-2C19-4FC1-9CB9-8376C1B2BAB3}" dt="2023-01-10T13:33:14.419" v="12893" actId="20577"/>
        <pc:sldMkLst>
          <pc:docMk/>
          <pc:sldMk cId="203248500" sldId="299"/>
        </pc:sldMkLst>
        <pc:spChg chg="mod">
          <ac:chgData name="贾洪勇" userId="c61acc37-df11-4a3b-9efd-dde9ef084f5f" providerId="ADAL" clId="{B2612AA9-2C19-4FC1-9CB9-8376C1B2BAB3}" dt="2023-01-10T11:39:36.155" v="11740"/>
          <ac:spMkLst>
            <pc:docMk/>
            <pc:sldMk cId="203248500" sldId="299"/>
            <ac:spMk id="4" creationId="{D05E0CF6-81A9-6E43-0BC2-D060C3F6F867}"/>
          </ac:spMkLst>
        </pc:spChg>
        <pc:spChg chg="mod">
          <ac:chgData name="贾洪勇" userId="c61acc37-df11-4a3b-9efd-dde9ef084f5f" providerId="ADAL" clId="{B2612AA9-2C19-4FC1-9CB9-8376C1B2BAB3}" dt="2023-01-10T11:21:38.655" v="10746"/>
          <ac:spMkLst>
            <pc:docMk/>
            <pc:sldMk cId="203248500" sldId="299"/>
            <ac:spMk id="10" creationId="{6E32C750-D2F5-E807-1300-92C6841B91CD}"/>
          </ac:spMkLst>
        </pc:spChg>
        <pc:spChg chg="del mod">
          <ac:chgData name="贾洪勇" userId="c61acc37-df11-4a3b-9efd-dde9ef084f5f" providerId="ADAL" clId="{B2612AA9-2C19-4FC1-9CB9-8376C1B2BAB3}" dt="2023-01-10T11:22:23.770" v="10752" actId="478"/>
          <ac:spMkLst>
            <pc:docMk/>
            <pc:sldMk cId="203248500" sldId="299"/>
            <ac:spMk id="11" creationId="{9939F54C-EC29-8013-BCD8-E5EDE0097428}"/>
          </ac:spMkLst>
        </pc:spChg>
        <pc:spChg chg="del">
          <ac:chgData name="贾洪勇" userId="c61acc37-df11-4a3b-9efd-dde9ef084f5f" providerId="ADAL" clId="{B2612AA9-2C19-4FC1-9CB9-8376C1B2BAB3}" dt="2023-01-10T11:21:01.088" v="10692" actId="478"/>
          <ac:spMkLst>
            <pc:docMk/>
            <pc:sldMk cId="203248500" sldId="299"/>
            <ac:spMk id="12" creationId="{D29F6C0B-2E08-B46C-973C-7AEBA893E9E6}"/>
          </ac:spMkLst>
        </pc:spChg>
        <pc:spChg chg="mod">
          <ac:chgData name="贾洪勇" userId="c61acc37-df11-4a3b-9efd-dde9ef084f5f" providerId="ADAL" clId="{B2612AA9-2C19-4FC1-9CB9-8376C1B2BAB3}" dt="2023-01-10T11:21:10.370" v="10695"/>
          <ac:spMkLst>
            <pc:docMk/>
            <pc:sldMk cId="203248500" sldId="299"/>
            <ac:spMk id="13" creationId="{3A98DDBA-B9D8-DBAB-A4E7-851D579886AB}"/>
          </ac:spMkLst>
        </pc:spChg>
        <pc:spChg chg="del mod">
          <ac:chgData name="贾洪勇" userId="c61acc37-df11-4a3b-9efd-dde9ef084f5f" providerId="ADAL" clId="{B2612AA9-2C19-4FC1-9CB9-8376C1B2BAB3}" dt="2023-01-10T11:21:51.655" v="10748" actId="478"/>
          <ac:spMkLst>
            <pc:docMk/>
            <pc:sldMk cId="203248500" sldId="299"/>
            <ac:spMk id="14" creationId="{14B54CF7-4B7B-A153-4BF9-CC5AF2FFAC1E}"/>
          </ac:spMkLst>
        </pc:spChg>
        <pc:spChg chg="add mod">
          <ac:chgData name="贾洪勇" userId="c61acc37-df11-4a3b-9efd-dde9ef084f5f" providerId="ADAL" clId="{B2612AA9-2C19-4FC1-9CB9-8376C1B2BAB3}" dt="2023-01-10T11:29:26.676" v="11127" actId="14100"/>
          <ac:spMkLst>
            <pc:docMk/>
            <pc:sldMk cId="203248500" sldId="299"/>
            <ac:spMk id="15" creationId="{505186BC-5892-A0AE-9836-D6007629C16F}"/>
          </ac:spMkLst>
        </pc:spChg>
        <pc:spChg chg="add mod">
          <ac:chgData name="贾洪勇" userId="c61acc37-df11-4a3b-9efd-dde9ef084f5f" providerId="ADAL" clId="{B2612AA9-2C19-4FC1-9CB9-8376C1B2BAB3}" dt="2023-01-10T13:33:14.419" v="12893" actId="20577"/>
          <ac:spMkLst>
            <pc:docMk/>
            <pc:sldMk cId="203248500" sldId="299"/>
            <ac:spMk id="16" creationId="{477DBE3A-AE87-967D-D890-5E1C8A3FD3E6}"/>
          </ac:spMkLst>
        </pc:spChg>
        <pc:spChg chg="add mod">
          <ac:chgData name="贾洪勇" userId="c61acc37-df11-4a3b-9efd-dde9ef084f5f" providerId="ADAL" clId="{B2612AA9-2C19-4FC1-9CB9-8376C1B2BAB3}" dt="2023-01-10T13:32:46.174" v="12889" actId="207"/>
          <ac:spMkLst>
            <pc:docMk/>
            <pc:sldMk cId="203248500" sldId="299"/>
            <ac:spMk id="17" creationId="{70D88861-F71C-CC28-78CB-853C7B6CBF28}"/>
          </ac:spMkLst>
        </pc:spChg>
        <pc:grpChg chg="add del mod">
          <ac:chgData name="贾洪勇" userId="c61acc37-df11-4a3b-9efd-dde9ef084f5f" providerId="ADAL" clId="{B2612AA9-2C19-4FC1-9CB9-8376C1B2BAB3}" dt="2023-01-10T11:29:53.283" v="11131" actId="14100"/>
          <ac:grpSpMkLst>
            <pc:docMk/>
            <pc:sldMk cId="203248500" sldId="299"/>
            <ac:grpSpMk id="5" creationId="{B626CE0A-0807-AE76-5938-F2BE95696CEE}"/>
          </ac:grpSpMkLst>
        </pc:grpChg>
        <pc:grpChg chg="add del mod">
          <ac:chgData name="贾洪勇" userId="c61acc37-df11-4a3b-9efd-dde9ef084f5f" providerId="ADAL" clId="{B2612AA9-2C19-4FC1-9CB9-8376C1B2BAB3}" dt="2023-01-10T11:22:26.715" v="10753" actId="478"/>
          <ac:grpSpMkLst>
            <pc:docMk/>
            <pc:sldMk cId="203248500" sldId="299"/>
            <ac:grpSpMk id="6" creationId="{1A41DAEA-B578-5BA3-C2CA-670F0FFB42AB}"/>
          </ac:grpSpMkLst>
        </pc:grpChg>
        <pc:grpChg chg="del">
          <ac:chgData name="贾洪勇" userId="c61acc37-df11-4a3b-9efd-dde9ef084f5f" providerId="ADAL" clId="{B2612AA9-2C19-4FC1-9CB9-8376C1B2BAB3}" dt="2023-01-10T11:21:01.088" v="10692" actId="478"/>
          <ac:grpSpMkLst>
            <pc:docMk/>
            <pc:sldMk cId="203248500" sldId="299"/>
            <ac:grpSpMk id="7" creationId="{CF3D9EE1-3E0B-4E3C-5AD9-C4F631BAEDDA}"/>
          </ac:grpSpMkLst>
        </pc:grpChg>
        <pc:grpChg chg="del mod">
          <ac:chgData name="贾洪勇" userId="c61acc37-df11-4a3b-9efd-dde9ef084f5f" providerId="ADAL" clId="{B2612AA9-2C19-4FC1-9CB9-8376C1B2BAB3}" dt="2023-01-10T11:22:23.770" v="10752" actId="478"/>
          <ac:grpSpMkLst>
            <pc:docMk/>
            <pc:sldMk cId="203248500" sldId="299"/>
            <ac:grpSpMk id="8" creationId="{A487C2C5-6CED-967E-A61E-72A755CC9EE6}"/>
          </ac:grpSpMkLst>
        </pc:grpChg>
      </pc:sldChg>
      <pc:sldChg chg="modSp add mod ord">
        <pc:chgData name="贾洪勇" userId="c61acc37-df11-4a3b-9efd-dde9ef084f5f" providerId="ADAL" clId="{B2612AA9-2C19-4FC1-9CB9-8376C1B2BAB3}" dt="2023-01-10T12:06:41.627" v="12536" actId="1076"/>
        <pc:sldMkLst>
          <pc:docMk/>
          <pc:sldMk cId="4024681234" sldId="300"/>
        </pc:sldMkLst>
        <pc:spChg chg="mod">
          <ac:chgData name="贾洪勇" userId="c61acc37-df11-4a3b-9efd-dde9ef084f5f" providerId="ADAL" clId="{B2612AA9-2C19-4FC1-9CB9-8376C1B2BAB3}" dt="2023-01-10T11:56:55.728" v="11763" actId="20577"/>
          <ac:spMkLst>
            <pc:docMk/>
            <pc:sldMk cId="4024681234" sldId="300"/>
            <ac:spMk id="4" creationId="{D05E0CF6-81A9-6E43-0BC2-D060C3F6F867}"/>
          </ac:spMkLst>
        </pc:spChg>
        <pc:spChg chg="mod">
          <ac:chgData name="贾洪勇" userId="c61acc37-df11-4a3b-9efd-dde9ef084f5f" providerId="ADAL" clId="{B2612AA9-2C19-4FC1-9CB9-8376C1B2BAB3}" dt="2023-01-10T12:06:06.301" v="12534"/>
          <ac:spMkLst>
            <pc:docMk/>
            <pc:sldMk cId="4024681234" sldId="300"/>
            <ac:spMk id="12" creationId="{D29F6C0B-2E08-B46C-973C-7AEBA893E9E6}"/>
          </ac:spMkLst>
        </pc:spChg>
        <pc:grpChg chg="mod">
          <ac:chgData name="贾洪勇" userId="c61acc37-df11-4a3b-9efd-dde9ef084f5f" providerId="ADAL" clId="{B2612AA9-2C19-4FC1-9CB9-8376C1B2BAB3}" dt="2023-01-10T12:06:41.627" v="12536" actId="1076"/>
          <ac:grpSpMkLst>
            <pc:docMk/>
            <pc:sldMk cId="4024681234" sldId="300"/>
            <ac:grpSpMk id="5" creationId="{B626CE0A-0807-AE76-5938-F2BE95696CEE}"/>
          </ac:grpSpMkLst>
        </pc:grpChg>
      </pc:sldChg>
      <pc:sldChg chg="addSp delSp modSp add mod delAnim modAnim">
        <pc:chgData name="贾洪勇" userId="c61acc37-df11-4a3b-9efd-dde9ef084f5f" providerId="ADAL" clId="{B2612AA9-2C19-4FC1-9CB9-8376C1B2BAB3}" dt="2023-01-10T13:42:23.066" v="12896" actId="478"/>
        <pc:sldMkLst>
          <pc:docMk/>
          <pc:sldMk cId="54060053" sldId="301"/>
        </pc:sldMkLst>
        <pc:spChg chg="mod">
          <ac:chgData name="贾洪勇" userId="c61acc37-df11-4a3b-9efd-dde9ef084f5f" providerId="ADAL" clId="{B2612AA9-2C19-4FC1-9CB9-8376C1B2BAB3}" dt="2023-01-10T13:28:06.940" v="12567"/>
          <ac:spMkLst>
            <pc:docMk/>
            <pc:sldMk cId="54060053" sldId="301"/>
            <ac:spMk id="4" creationId="{D05E0CF6-81A9-6E43-0BC2-D060C3F6F867}"/>
          </ac:spMkLst>
        </pc:spChg>
        <pc:spChg chg="add del mod">
          <ac:chgData name="贾洪勇" userId="c61acc37-df11-4a3b-9efd-dde9ef084f5f" providerId="ADAL" clId="{B2612AA9-2C19-4FC1-9CB9-8376C1B2BAB3}" dt="2023-01-10T13:42:23.066" v="12896" actId="478"/>
          <ac:spMkLst>
            <pc:docMk/>
            <pc:sldMk cId="54060053" sldId="301"/>
            <ac:spMk id="6" creationId="{178D088F-028A-C2B6-AA05-2223F97D678B}"/>
          </ac:spMkLst>
        </pc:spChg>
        <pc:spChg chg="mod">
          <ac:chgData name="贾洪勇" userId="c61acc37-df11-4a3b-9efd-dde9ef084f5f" providerId="ADAL" clId="{B2612AA9-2C19-4FC1-9CB9-8376C1B2BAB3}" dt="2023-01-10T13:31:27.480" v="12887"/>
          <ac:spMkLst>
            <pc:docMk/>
            <pc:sldMk cId="54060053" sldId="301"/>
            <ac:spMk id="12" creationId="{D29F6C0B-2E08-B46C-973C-7AEBA893E9E6}"/>
          </ac:spMkLst>
        </pc:spChg>
      </pc:sldChg>
      <pc:sldChg chg="modSp add mod">
        <pc:chgData name="贾洪勇" userId="c61acc37-df11-4a3b-9efd-dde9ef084f5f" providerId="ADAL" clId="{B2612AA9-2C19-4FC1-9CB9-8376C1B2BAB3}" dt="2023-01-10T14:17:24.327" v="13994" actId="14100"/>
        <pc:sldMkLst>
          <pc:docMk/>
          <pc:sldMk cId="2893856322" sldId="302"/>
        </pc:sldMkLst>
        <pc:spChg chg="mod">
          <ac:chgData name="贾洪勇" userId="c61acc37-df11-4a3b-9efd-dde9ef084f5f" providerId="ADAL" clId="{B2612AA9-2C19-4FC1-9CB9-8376C1B2BAB3}" dt="2023-01-10T13:47:22.971" v="12991"/>
          <ac:spMkLst>
            <pc:docMk/>
            <pc:sldMk cId="2893856322" sldId="302"/>
            <ac:spMk id="4" creationId="{D05E0CF6-81A9-6E43-0BC2-D060C3F6F867}"/>
          </ac:spMkLst>
        </pc:spChg>
        <pc:spChg chg="mod">
          <ac:chgData name="贾洪勇" userId="c61acc37-df11-4a3b-9efd-dde9ef084f5f" providerId="ADAL" clId="{B2612AA9-2C19-4FC1-9CB9-8376C1B2BAB3}" dt="2023-01-10T14:17:14.142" v="13993"/>
          <ac:spMkLst>
            <pc:docMk/>
            <pc:sldMk cId="2893856322" sldId="302"/>
            <ac:spMk id="12" creationId="{D29F6C0B-2E08-B46C-973C-7AEBA893E9E6}"/>
          </ac:spMkLst>
        </pc:spChg>
        <pc:grpChg chg="mod">
          <ac:chgData name="贾洪勇" userId="c61acc37-df11-4a3b-9efd-dde9ef084f5f" providerId="ADAL" clId="{B2612AA9-2C19-4FC1-9CB9-8376C1B2BAB3}" dt="2023-01-10T14:17:24.327" v="13994" actId="14100"/>
          <ac:grpSpMkLst>
            <pc:docMk/>
            <pc:sldMk cId="2893856322" sldId="302"/>
            <ac:grpSpMk id="5" creationId="{B626CE0A-0807-AE76-5938-F2BE95696CEE}"/>
          </ac:grpSpMkLst>
        </pc:grpChg>
      </pc:sldChg>
      <pc:sldChg chg="addSp delSp modSp add del mod addAnim delAnim modAnim">
        <pc:chgData name="贾洪勇" userId="c61acc37-df11-4a3b-9efd-dde9ef084f5f" providerId="ADAL" clId="{B2612AA9-2C19-4FC1-9CB9-8376C1B2BAB3}" dt="2023-01-10T13:46:54.218" v="12957" actId="47"/>
        <pc:sldMkLst>
          <pc:docMk/>
          <pc:sldMk cId="3628268303" sldId="302"/>
        </pc:sldMkLst>
        <pc:spChg chg="mod">
          <ac:chgData name="贾洪勇" userId="c61acc37-df11-4a3b-9efd-dde9ef084f5f" providerId="ADAL" clId="{B2612AA9-2C19-4FC1-9CB9-8376C1B2BAB3}" dt="2023-01-10T13:43:39.740" v="12909"/>
          <ac:spMkLst>
            <pc:docMk/>
            <pc:sldMk cId="3628268303" sldId="302"/>
            <ac:spMk id="4" creationId="{D05E0CF6-81A9-6E43-0BC2-D060C3F6F867}"/>
          </ac:spMkLst>
        </pc:spChg>
        <pc:spChg chg="add del mod">
          <ac:chgData name="贾洪勇" userId="c61acc37-df11-4a3b-9efd-dde9ef084f5f" providerId="ADAL" clId="{B2612AA9-2C19-4FC1-9CB9-8376C1B2BAB3}" dt="2023-01-10T13:46:34.820" v="12952"/>
          <ac:spMkLst>
            <pc:docMk/>
            <pc:sldMk cId="3628268303" sldId="302"/>
            <ac:spMk id="6" creationId="{40CFD4F1-2530-8B07-0A9B-BF8897EC5229}"/>
          </ac:spMkLst>
        </pc:spChg>
        <pc:spChg chg="mod">
          <ac:chgData name="贾洪勇" userId="c61acc37-df11-4a3b-9efd-dde9ef084f5f" providerId="ADAL" clId="{B2612AA9-2C19-4FC1-9CB9-8376C1B2BAB3}" dt="2023-01-10T13:46:42.022" v="12956" actId="20577"/>
          <ac:spMkLst>
            <pc:docMk/>
            <pc:sldMk cId="3628268303" sldId="302"/>
            <ac:spMk id="9" creationId="{D8A631ED-9DB5-B5E6-3439-2D1949C801D2}"/>
          </ac:spMkLst>
        </pc:spChg>
        <pc:spChg chg="del">
          <ac:chgData name="贾洪勇" userId="c61acc37-df11-4a3b-9efd-dde9ef084f5f" providerId="ADAL" clId="{B2612AA9-2C19-4FC1-9CB9-8376C1B2BAB3}" dt="2023-01-10T13:42:42.174" v="12898" actId="478"/>
          <ac:spMkLst>
            <pc:docMk/>
            <pc:sldMk cId="3628268303" sldId="302"/>
            <ac:spMk id="12" creationId="{D29F6C0B-2E08-B46C-973C-7AEBA893E9E6}"/>
          </ac:spMkLst>
        </pc:spChg>
        <pc:grpChg chg="del">
          <ac:chgData name="贾洪勇" userId="c61acc37-df11-4a3b-9efd-dde9ef084f5f" providerId="ADAL" clId="{B2612AA9-2C19-4FC1-9CB9-8376C1B2BAB3}" dt="2023-01-10T13:42:42.174" v="12898" actId="478"/>
          <ac:grpSpMkLst>
            <pc:docMk/>
            <pc:sldMk cId="3628268303" sldId="302"/>
            <ac:grpSpMk id="7" creationId="{CF3D9EE1-3E0B-4E3C-5AD9-C4F631BAEDDA}"/>
          </ac:grpSpMkLst>
        </pc:grpChg>
      </pc:sldChg>
      <pc:sldChg chg="modSp add mod modAnim">
        <pc:chgData name="贾洪勇" userId="c61acc37-df11-4a3b-9efd-dde9ef084f5f" providerId="ADAL" clId="{B2612AA9-2C19-4FC1-9CB9-8376C1B2BAB3}" dt="2023-01-10T14:33:55.325" v="15515" actId="6549"/>
        <pc:sldMkLst>
          <pc:docMk/>
          <pc:sldMk cId="2182874725" sldId="303"/>
        </pc:sldMkLst>
        <pc:spChg chg="mod">
          <ac:chgData name="贾洪勇" userId="c61acc37-df11-4a3b-9efd-dde9ef084f5f" providerId="ADAL" clId="{B2612AA9-2C19-4FC1-9CB9-8376C1B2BAB3}" dt="2023-01-10T14:17:52.849" v="14002" actId="6549"/>
          <ac:spMkLst>
            <pc:docMk/>
            <pc:sldMk cId="2182874725" sldId="303"/>
            <ac:spMk id="4" creationId="{D05E0CF6-81A9-6E43-0BC2-D060C3F6F867}"/>
          </ac:spMkLst>
        </pc:spChg>
        <pc:spChg chg="mod">
          <ac:chgData name="贾洪勇" userId="c61acc37-df11-4a3b-9efd-dde9ef084f5f" providerId="ADAL" clId="{B2612AA9-2C19-4FC1-9CB9-8376C1B2BAB3}" dt="2023-01-10T14:33:55.325" v="15515" actId="6549"/>
          <ac:spMkLst>
            <pc:docMk/>
            <pc:sldMk cId="2182874725" sldId="303"/>
            <ac:spMk id="12" creationId="{D29F6C0B-2E08-B46C-973C-7AEBA893E9E6}"/>
          </ac:spMkLst>
        </pc:spChg>
      </pc:sldChg>
      <pc:sldChg chg="modSp add mod">
        <pc:chgData name="贾洪勇" userId="c61acc37-df11-4a3b-9efd-dde9ef084f5f" providerId="ADAL" clId="{B2612AA9-2C19-4FC1-9CB9-8376C1B2BAB3}" dt="2023-01-10T14:32:24.645" v="15507" actId="207"/>
        <pc:sldMkLst>
          <pc:docMk/>
          <pc:sldMk cId="3618089451" sldId="304"/>
        </pc:sldMkLst>
        <pc:spChg chg="mod">
          <ac:chgData name="贾洪勇" userId="c61acc37-df11-4a3b-9efd-dde9ef084f5f" providerId="ADAL" clId="{B2612AA9-2C19-4FC1-9CB9-8376C1B2BAB3}" dt="2023-01-10T14:26:29.209" v="14774"/>
          <ac:spMkLst>
            <pc:docMk/>
            <pc:sldMk cId="3618089451" sldId="304"/>
            <ac:spMk id="4" creationId="{D05E0CF6-81A9-6E43-0BC2-D060C3F6F867}"/>
          </ac:spMkLst>
        </pc:spChg>
        <pc:spChg chg="mod">
          <ac:chgData name="贾洪勇" userId="c61acc37-df11-4a3b-9efd-dde9ef084f5f" providerId="ADAL" clId="{B2612AA9-2C19-4FC1-9CB9-8376C1B2BAB3}" dt="2023-01-10T14:32:24.645" v="15507" actId="207"/>
          <ac:spMkLst>
            <pc:docMk/>
            <pc:sldMk cId="3618089451" sldId="304"/>
            <ac:spMk id="12" creationId="{D29F6C0B-2E08-B46C-973C-7AEBA893E9E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2A3D24-6083-4546-8C6D-DEE86BAAAE49}" type="datetimeFigureOut">
              <a:rPr lang="zh-CN" altLang="en-US" smtClean="0"/>
              <a:t>2023/2/19</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ED8765-8EF3-408C-9341-152904E414ED}" type="slidenum">
              <a:rPr lang="zh-CN" altLang="en-US" smtClean="0"/>
              <a:t>‹#›</a:t>
            </a:fld>
            <a:endParaRPr lang="zh-CN" altLang="en-US"/>
          </a:p>
        </p:txBody>
      </p:sp>
    </p:spTree>
    <p:extLst>
      <p:ext uri="{BB962C8B-B14F-4D97-AF65-F5344CB8AC3E}">
        <p14:creationId xmlns:p14="http://schemas.microsoft.com/office/powerpoint/2010/main" val="1898542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CAC9FD8B-FA0C-B951-5E74-C724E5AFB5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fld id="{7B91568D-0257-4CB0-83A0-C232B24DA389}" type="slidenum">
              <a:rPr lang="en-US" altLang="zh-CN" sz="1200"/>
              <a:pPr eaLnBrk="1" hangingPunct="1"/>
              <a:t>2</a:t>
            </a:fld>
            <a:endParaRPr lang="en-US" altLang="zh-CN" sz="1200"/>
          </a:p>
        </p:txBody>
      </p:sp>
      <p:sp>
        <p:nvSpPr>
          <p:cNvPr id="59395" name="Rectangle 2">
            <a:extLst>
              <a:ext uri="{FF2B5EF4-FFF2-40B4-BE49-F238E27FC236}">
                <a16:creationId xmlns:a16="http://schemas.microsoft.com/office/drawing/2014/main" id="{0728585F-B49D-055B-4569-C7F755944F6E}"/>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D6A7F342-0CF0-BE76-51F6-FC2E9996A6B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9C03B4E6-5EFF-0A5C-8BFC-377CB9A52BD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fld id="{3984797D-C4E8-42F9-A49C-231EE67F1B77}" type="slidenum">
              <a:rPr lang="en-US" altLang="zh-CN" sz="1200"/>
              <a:pPr eaLnBrk="1" hangingPunct="1"/>
              <a:t>3</a:t>
            </a:fld>
            <a:endParaRPr lang="en-US" altLang="zh-CN" sz="1200"/>
          </a:p>
        </p:txBody>
      </p:sp>
      <p:sp>
        <p:nvSpPr>
          <p:cNvPr id="60419" name="Rectangle 2">
            <a:extLst>
              <a:ext uri="{FF2B5EF4-FFF2-40B4-BE49-F238E27FC236}">
                <a16:creationId xmlns:a16="http://schemas.microsoft.com/office/drawing/2014/main" id="{FE8831E1-3472-D9B8-9172-5B8F092D5200}"/>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C9807549-1443-BEA1-33E5-4172F22321A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5BFCE919-C782-E4D4-2501-4DDAE03A354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fld id="{7A35C1D2-ADD0-4ABC-ADF1-4378229D148C}" type="slidenum">
              <a:rPr lang="en-US" altLang="zh-CN" sz="1200"/>
              <a:pPr eaLnBrk="1" hangingPunct="1"/>
              <a:t>10</a:t>
            </a:fld>
            <a:endParaRPr lang="en-US" altLang="zh-CN" sz="1200"/>
          </a:p>
        </p:txBody>
      </p:sp>
      <p:sp>
        <p:nvSpPr>
          <p:cNvPr id="61443" name="Rectangle 2">
            <a:extLst>
              <a:ext uri="{FF2B5EF4-FFF2-40B4-BE49-F238E27FC236}">
                <a16:creationId xmlns:a16="http://schemas.microsoft.com/office/drawing/2014/main" id="{ED52E232-ABE6-3F80-4117-A5CBF27B73F4}"/>
              </a:ext>
            </a:extLst>
          </p:cNvPr>
          <p:cNvSpPr>
            <a:spLocks noGrp="1" noRot="1" noChangeAspect="1" noChangeArrowheads="1" noTextEdit="1"/>
          </p:cNvSpPr>
          <p:nvPr>
            <p:ph type="sldImg"/>
          </p:nvPr>
        </p:nvSpPr>
        <p:spPr>
          <a:xfrm>
            <a:off x="387350" y="687388"/>
            <a:ext cx="6088063" cy="3425825"/>
          </a:xfrm>
          <a:solidFill>
            <a:srgbClr val="FFFFFF"/>
          </a:solidFill>
          <a:ln/>
        </p:spPr>
      </p:sp>
      <p:sp>
        <p:nvSpPr>
          <p:cNvPr id="61444" name="Rectangle 3">
            <a:extLst>
              <a:ext uri="{FF2B5EF4-FFF2-40B4-BE49-F238E27FC236}">
                <a16:creationId xmlns:a16="http://schemas.microsoft.com/office/drawing/2014/main" id="{8EAE86AC-2046-CF77-BA51-43550962A4CA}"/>
              </a:ext>
            </a:extLst>
          </p:cNvPr>
          <p:cNvSpPr>
            <a:spLocks noGrp="1" noChangeArrowheads="1"/>
          </p:cNvSpPr>
          <p:nvPr>
            <p:ph type="body" idx="1"/>
          </p:nvPr>
        </p:nvSpPr>
        <p:spPr>
          <a:xfrm>
            <a:off x="912813" y="4343400"/>
            <a:ext cx="5032375" cy="4114800"/>
          </a:xfrm>
          <a:solidFill>
            <a:srgbClr val="FFFFFF"/>
          </a:solidFill>
          <a:ln>
            <a:solidFill>
              <a:srgbClr val="000000"/>
            </a:solidFill>
          </a:ln>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幻灯片图像占位符 1">
            <a:extLst>
              <a:ext uri="{FF2B5EF4-FFF2-40B4-BE49-F238E27FC236}">
                <a16:creationId xmlns:a16="http://schemas.microsoft.com/office/drawing/2014/main" id="{8D4F7835-696B-0A81-2DEF-259F93F3DFC4}"/>
              </a:ext>
            </a:extLst>
          </p:cNvPr>
          <p:cNvSpPr>
            <a:spLocks noGrp="1" noRot="1" noChangeAspect="1" noTextEdit="1"/>
          </p:cNvSpPr>
          <p:nvPr>
            <p:ph type="sldImg"/>
          </p:nvPr>
        </p:nvSpPr>
        <p:spPr>
          <a:ln/>
        </p:spPr>
      </p:sp>
      <p:sp>
        <p:nvSpPr>
          <p:cNvPr id="62467" name="备注占位符 2">
            <a:extLst>
              <a:ext uri="{FF2B5EF4-FFF2-40B4-BE49-F238E27FC236}">
                <a16:creationId xmlns:a16="http://schemas.microsoft.com/office/drawing/2014/main" id="{530E3F16-89CC-CDC7-6C69-A8B30986CA0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
        <p:nvSpPr>
          <p:cNvPr id="62468" name="灯片编号占位符 3">
            <a:extLst>
              <a:ext uri="{FF2B5EF4-FFF2-40B4-BE49-F238E27FC236}">
                <a16:creationId xmlns:a16="http://schemas.microsoft.com/office/drawing/2014/main" id="{7AF58880-319D-3102-E160-824BD3E07C8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fld id="{674A3B33-785E-4C75-A634-C070F822145C}" type="slidenum">
              <a:rPr lang="en-US" altLang="zh-CN" sz="1200"/>
              <a:pPr eaLnBrk="1" hangingPunct="1"/>
              <a:t>13</a:t>
            </a:fld>
            <a:endParaRPr lang="en-US" altLang="zh-CN"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958BB597-74B4-EF61-D773-22A1231063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fld id="{C92D7CFC-72BC-4C26-9C8D-8EF88290BA06}" type="slidenum">
              <a:rPr lang="en-US" altLang="zh-CN" sz="1200"/>
              <a:pPr eaLnBrk="1" hangingPunct="1"/>
              <a:t>14</a:t>
            </a:fld>
            <a:endParaRPr lang="en-US" altLang="zh-CN" sz="1200"/>
          </a:p>
        </p:txBody>
      </p:sp>
      <p:sp>
        <p:nvSpPr>
          <p:cNvPr id="63491" name="Rectangle 2">
            <a:extLst>
              <a:ext uri="{FF2B5EF4-FFF2-40B4-BE49-F238E27FC236}">
                <a16:creationId xmlns:a16="http://schemas.microsoft.com/office/drawing/2014/main" id="{957AF43F-A6FF-276D-E4C6-4ACD290F30FC}"/>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E0481177-A44B-05DE-F781-534F165AF0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A5126ECD-7DF0-64B4-F1C0-0A5574A5984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fld id="{31C6292F-E514-4AC8-8AB3-A5BB370E29BB}" type="slidenum">
              <a:rPr lang="en-US" altLang="zh-CN" sz="1200"/>
              <a:pPr eaLnBrk="1" hangingPunct="1"/>
              <a:t>23</a:t>
            </a:fld>
            <a:endParaRPr lang="en-US" altLang="zh-CN" sz="1200"/>
          </a:p>
        </p:txBody>
      </p:sp>
      <p:sp>
        <p:nvSpPr>
          <p:cNvPr id="64515" name="Rectangle 2">
            <a:extLst>
              <a:ext uri="{FF2B5EF4-FFF2-40B4-BE49-F238E27FC236}">
                <a16:creationId xmlns:a16="http://schemas.microsoft.com/office/drawing/2014/main" id="{4A31B829-B3B5-D0F9-DB79-13C280CA54BA}"/>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DB118EA6-7804-4C45-623C-E4323A4FE89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D9650468-27EA-0892-E892-09F461163A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fld id="{BD5A74DE-0CA6-4B78-9E5F-9DA390A5E313}" type="slidenum">
              <a:rPr lang="en-US" altLang="zh-CN" sz="1200"/>
              <a:pPr eaLnBrk="1" hangingPunct="1"/>
              <a:t>51</a:t>
            </a:fld>
            <a:endParaRPr lang="en-US" altLang="zh-CN" sz="1200"/>
          </a:p>
        </p:txBody>
      </p:sp>
      <p:sp>
        <p:nvSpPr>
          <p:cNvPr id="65539" name="Rectangle 2">
            <a:extLst>
              <a:ext uri="{FF2B5EF4-FFF2-40B4-BE49-F238E27FC236}">
                <a16:creationId xmlns:a16="http://schemas.microsoft.com/office/drawing/2014/main" id="{861EB62C-1C05-9091-F9A1-EFDB5EAF49FB}"/>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A96C22D1-49E1-8BE2-7A96-C3ADCF513B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3">
            <a:lumMod val="20000"/>
            <a:lumOff val="80000"/>
            <a:alpha val="40000"/>
          </a:schemeClr>
        </a:solidFill>
        <a:effectLst/>
      </p:bgPr>
    </p:bg>
    <p:spTree>
      <p:nvGrpSpPr>
        <p:cNvPr id="1" name=""/>
        <p:cNvGrpSpPr/>
        <p:nvPr/>
      </p:nvGrpSpPr>
      <p:grpSpPr>
        <a:xfrm>
          <a:off x="0" y="0"/>
          <a:ext cx="0" cy="0"/>
          <a:chOff x="0" y="0"/>
          <a:chExt cx="0" cy="0"/>
        </a:xfrm>
      </p:grpSpPr>
      <p:grpSp>
        <p:nvGrpSpPr>
          <p:cNvPr id="116" name="组合 115">
            <a:extLst>
              <a:ext uri="{FF2B5EF4-FFF2-40B4-BE49-F238E27FC236}">
                <a16:creationId xmlns:a16="http://schemas.microsoft.com/office/drawing/2014/main" id="{B9E91665-20EB-691C-08D4-FCD56B6E4418}"/>
              </a:ext>
            </a:extLst>
          </p:cNvPr>
          <p:cNvGrpSpPr/>
          <p:nvPr userDrawn="1"/>
        </p:nvGrpSpPr>
        <p:grpSpPr>
          <a:xfrm>
            <a:off x="2400430" y="-48533"/>
            <a:ext cx="9791570" cy="6975525"/>
            <a:chOff x="2400430" y="-48533"/>
            <a:chExt cx="9791570" cy="6975525"/>
          </a:xfrm>
        </p:grpSpPr>
        <p:pic>
          <p:nvPicPr>
            <p:cNvPr id="5" name="图形 4">
              <a:extLst>
                <a:ext uri="{FF2B5EF4-FFF2-40B4-BE49-F238E27FC236}">
                  <a16:creationId xmlns:a16="http://schemas.microsoft.com/office/drawing/2014/main" id="{C70A3608-AAE2-43F0-D1AD-7474C72C58A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400430" y="-48533"/>
              <a:ext cx="9791570" cy="6975525"/>
            </a:xfrm>
            <a:prstGeom prst="rect">
              <a:avLst/>
            </a:prstGeom>
          </p:spPr>
        </p:pic>
        <p:grpSp>
          <p:nvGrpSpPr>
            <p:cNvPr id="114" name="组合 113">
              <a:extLst>
                <a:ext uri="{FF2B5EF4-FFF2-40B4-BE49-F238E27FC236}">
                  <a16:creationId xmlns:a16="http://schemas.microsoft.com/office/drawing/2014/main" id="{5E8C1224-90A2-697B-E0E2-F4D53C2B28E0}"/>
                </a:ext>
              </a:extLst>
            </p:cNvPr>
            <p:cNvGrpSpPr/>
            <p:nvPr userDrawn="1"/>
          </p:nvGrpSpPr>
          <p:grpSpPr>
            <a:xfrm>
              <a:off x="5789651" y="1249363"/>
              <a:ext cx="5913437" cy="4986337"/>
              <a:chOff x="5605463" y="1249363"/>
              <a:chExt cx="5913437" cy="4986337"/>
            </a:xfrm>
          </p:grpSpPr>
          <p:sp>
            <p:nvSpPr>
              <p:cNvPr id="16" name="矩形 15">
                <a:extLst>
                  <a:ext uri="{FF2B5EF4-FFF2-40B4-BE49-F238E27FC236}">
                    <a16:creationId xmlns:a16="http://schemas.microsoft.com/office/drawing/2014/main" id="{0CD48564-46E3-4904-9BC4-A686CFFC065B}"/>
                  </a:ext>
                </a:extLst>
              </p:cNvPr>
              <p:cNvSpPr>
                <a:spLocks noChangeAspect="1" noChangeArrowheads="1" noTextEdit="1"/>
              </p:cNvSpPr>
              <p:nvPr userDrawn="1"/>
            </p:nvSpPr>
            <p:spPr bwMode="auto">
              <a:xfrm>
                <a:off x="5605463" y="1249363"/>
                <a:ext cx="5913437" cy="4986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椭圆 16">
                <a:extLst>
                  <a:ext uri="{FF2B5EF4-FFF2-40B4-BE49-F238E27FC236}">
                    <a16:creationId xmlns:a16="http://schemas.microsoft.com/office/drawing/2014/main" id="{9D38894B-3C40-2DF0-841E-E4A216DFC704}"/>
                  </a:ext>
                </a:extLst>
              </p:cNvPr>
              <p:cNvSpPr>
                <a:spLocks noChangeArrowheads="1"/>
              </p:cNvSpPr>
              <p:nvPr userDrawn="1"/>
            </p:nvSpPr>
            <p:spPr bwMode="auto">
              <a:xfrm>
                <a:off x="5608638" y="5535613"/>
                <a:ext cx="5910262" cy="696912"/>
              </a:xfrm>
              <a:prstGeom prst="ellipse">
                <a:avLst/>
              </a:prstGeom>
              <a:solidFill>
                <a:srgbClr val="164B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任意多边形: 形状 17">
                <a:extLst>
                  <a:ext uri="{FF2B5EF4-FFF2-40B4-BE49-F238E27FC236}">
                    <a16:creationId xmlns:a16="http://schemas.microsoft.com/office/drawing/2014/main" id="{1CC736E2-CEF5-E8C2-3174-135982B4A8B7}"/>
                  </a:ext>
                </a:extLst>
              </p:cNvPr>
              <p:cNvSpPr>
                <a:spLocks/>
              </p:cNvSpPr>
              <p:nvPr userDrawn="1"/>
            </p:nvSpPr>
            <p:spPr bwMode="auto">
              <a:xfrm>
                <a:off x="6194425" y="4333875"/>
                <a:ext cx="520700" cy="992187"/>
              </a:xfrm>
              <a:custGeom>
                <a:avLst/>
                <a:gdLst>
                  <a:gd name="T0" fmla="*/ 164 w 192"/>
                  <a:gd name="T1" fmla="*/ 365 h 365"/>
                  <a:gd name="T2" fmla="*/ 2 w 192"/>
                  <a:gd name="T3" fmla="*/ 0 h 365"/>
                  <a:gd name="T4" fmla="*/ 192 w 192"/>
                  <a:gd name="T5" fmla="*/ 193 h 365"/>
                  <a:gd name="T6" fmla="*/ 164 w 192"/>
                  <a:gd name="T7" fmla="*/ 365 h 365"/>
                </a:gdLst>
                <a:ahLst/>
                <a:cxnLst>
                  <a:cxn ang="0">
                    <a:pos x="T0" y="T1"/>
                  </a:cxn>
                  <a:cxn ang="0">
                    <a:pos x="T2" y="T3"/>
                  </a:cxn>
                  <a:cxn ang="0">
                    <a:pos x="T4" y="T5"/>
                  </a:cxn>
                  <a:cxn ang="0">
                    <a:pos x="T6" y="T7"/>
                  </a:cxn>
                </a:cxnLst>
                <a:rect l="0" t="0" r="r" b="b"/>
                <a:pathLst>
                  <a:path w="192" h="365">
                    <a:moveTo>
                      <a:pt x="164" y="365"/>
                    </a:moveTo>
                    <a:cubicBezTo>
                      <a:pt x="164" y="365"/>
                      <a:pt x="0" y="97"/>
                      <a:pt x="2" y="0"/>
                    </a:cubicBezTo>
                    <a:cubicBezTo>
                      <a:pt x="2" y="0"/>
                      <a:pt x="110" y="4"/>
                      <a:pt x="192" y="193"/>
                    </a:cubicBezTo>
                    <a:lnTo>
                      <a:pt x="164" y="365"/>
                    </a:lnTo>
                    <a:close/>
                  </a:path>
                </a:pathLst>
              </a:custGeom>
              <a:solidFill>
                <a:srgbClr val="124D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任意多边形: 形状 18">
                <a:extLst>
                  <a:ext uri="{FF2B5EF4-FFF2-40B4-BE49-F238E27FC236}">
                    <a16:creationId xmlns:a16="http://schemas.microsoft.com/office/drawing/2014/main" id="{AD297BF6-3033-741F-2719-1D8B1DCC0D33}"/>
                  </a:ext>
                </a:extLst>
              </p:cNvPr>
              <p:cNvSpPr>
                <a:spLocks/>
              </p:cNvSpPr>
              <p:nvPr userDrawn="1"/>
            </p:nvSpPr>
            <p:spPr bwMode="auto">
              <a:xfrm>
                <a:off x="5961063" y="4883150"/>
                <a:ext cx="725487" cy="587375"/>
              </a:xfrm>
              <a:custGeom>
                <a:avLst/>
                <a:gdLst>
                  <a:gd name="T0" fmla="*/ 183 w 267"/>
                  <a:gd name="T1" fmla="*/ 32 h 216"/>
                  <a:gd name="T2" fmla="*/ 0 w 267"/>
                  <a:gd name="T3" fmla="*/ 32 h 216"/>
                  <a:gd name="T4" fmla="*/ 267 w 267"/>
                  <a:gd name="T5" fmla="*/ 216 h 216"/>
                  <a:gd name="T6" fmla="*/ 245 w 267"/>
                  <a:gd name="T7" fmla="*/ 62 h 216"/>
                  <a:gd name="T8" fmla="*/ 183 w 267"/>
                  <a:gd name="T9" fmla="*/ 32 h 216"/>
                </a:gdLst>
                <a:ahLst/>
                <a:cxnLst>
                  <a:cxn ang="0">
                    <a:pos x="T0" y="T1"/>
                  </a:cxn>
                  <a:cxn ang="0">
                    <a:pos x="T2" y="T3"/>
                  </a:cxn>
                  <a:cxn ang="0">
                    <a:pos x="T4" y="T5"/>
                  </a:cxn>
                  <a:cxn ang="0">
                    <a:pos x="T6" y="T7"/>
                  </a:cxn>
                  <a:cxn ang="0">
                    <a:pos x="T8" y="T9"/>
                  </a:cxn>
                </a:cxnLst>
                <a:rect l="0" t="0" r="r" b="b"/>
                <a:pathLst>
                  <a:path w="267" h="216">
                    <a:moveTo>
                      <a:pt x="183" y="32"/>
                    </a:moveTo>
                    <a:cubicBezTo>
                      <a:pt x="183" y="32"/>
                      <a:pt x="79" y="0"/>
                      <a:pt x="0" y="32"/>
                    </a:cubicBezTo>
                    <a:cubicBezTo>
                      <a:pt x="0" y="32"/>
                      <a:pt x="114" y="162"/>
                      <a:pt x="267" y="216"/>
                    </a:cubicBezTo>
                    <a:cubicBezTo>
                      <a:pt x="245" y="62"/>
                      <a:pt x="245" y="62"/>
                      <a:pt x="245" y="62"/>
                    </a:cubicBezTo>
                    <a:lnTo>
                      <a:pt x="183" y="32"/>
                    </a:lnTo>
                    <a:close/>
                  </a:path>
                </a:pathLst>
              </a:custGeom>
              <a:solidFill>
                <a:srgbClr val="1E5D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矩形 19">
                <a:extLst>
                  <a:ext uri="{FF2B5EF4-FFF2-40B4-BE49-F238E27FC236}">
                    <a16:creationId xmlns:a16="http://schemas.microsoft.com/office/drawing/2014/main" id="{285B6EBC-2CE2-F019-5DEF-868E6A4A4055}"/>
                  </a:ext>
                </a:extLst>
              </p:cNvPr>
              <p:cNvSpPr>
                <a:spLocks noChangeArrowheads="1"/>
              </p:cNvSpPr>
              <p:nvPr userDrawn="1"/>
            </p:nvSpPr>
            <p:spPr bwMode="auto">
              <a:xfrm>
                <a:off x="6338888" y="1852613"/>
                <a:ext cx="1362075" cy="1449387"/>
              </a:xfrm>
              <a:prstGeom prst="rect">
                <a:avLst/>
              </a:prstGeom>
              <a:solidFill>
                <a:srgbClr val="3E7A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任意多边形: 形状 20">
                <a:extLst>
                  <a:ext uri="{FF2B5EF4-FFF2-40B4-BE49-F238E27FC236}">
                    <a16:creationId xmlns:a16="http://schemas.microsoft.com/office/drawing/2014/main" id="{8A87996B-BEEA-CC1F-96DB-33221AD1DA4D}"/>
                  </a:ext>
                </a:extLst>
              </p:cNvPr>
              <p:cNvSpPr>
                <a:spLocks/>
              </p:cNvSpPr>
              <p:nvPr userDrawn="1"/>
            </p:nvSpPr>
            <p:spPr bwMode="auto">
              <a:xfrm>
                <a:off x="6577013" y="4692650"/>
                <a:ext cx="1211262" cy="354012"/>
              </a:xfrm>
              <a:custGeom>
                <a:avLst/>
                <a:gdLst>
                  <a:gd name="T0" fmla="*/ 763 w 763"/>
                  <a:gd name="T1" fmla="*/ 223 h 223"/>
                  <a:gd name="T2" fmla="*/ 0 w 763"/>
                  <a:gd name="T3" fmla="*/ 223 h 223"/>
                  <a:gd name="T4" fmla="*/ 24 w 763"/>
                  <a:gd name="T5" fmla="*/ 0 h 223"/>
                  <a:gd name="T6" fmla="*/ 763 w 763"/>
                  <a:gd name="T7" fmla="*/ 0 h 223"/>
                  <a:gd name="T8" fmla="*/ 763 w 763"/>
                  <a:gd name="T9" fmla="*/ 223 h 223"/>
                </a:gdLst>
                <a:ahLst/>
                <a:cxnLst>
                  <a:cxn ang="0">
                    <a:pos x="T0" y="T1"/>
                  </a:cxn>
                  <a:cxn ang="0">
                    <a:pos x="T2" y="T3"/>
                  </a:cxn>
                  <a:cxn ang="0">
                    <a:pos x="T4" y="T5"/>
                  </a:cxn>
                  <a:cxn ang="0">
                    <a:pos x="T6" y="T7"/>
                  </a:cxn>
                  <a:cxn ang="0">
                    <a:pos x="T8" y="T9"/>
                  </a:cxn>
                </a:cxnLst>
                <a:rect l="0" t="0" r="r" b="b"/>
                <a:pathLst>
                  <a:path w="763" h="223">
                    <a:moveTo>
                      <a:pt x="763" y="223"/>
                    </a:moveTo>
                    <a:lnTo>
                      <a:pt x="0" y="223"/>
                    </a:lnTo>
                    <a:lnTo>
                      <a:pt x="24" y="0"/>
                    </a:lnTo>
                    <a:lnTo>
                      <a:pt x="763" y="0"/>
                    </a:lnTo>
                    <a:lnTo>
                      <a:pt x="763" y="223"/>
                    </a:lnTo>
                    <a:close/>
                  </a:path>
                </a:pathLst>
              </a:custGeom>
              <a:solidFill>
                <a:srgbClr val="BDF4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矩形 21">
                <a:extLst>
                  <a:ext uri="{FF2B5EF4-FFF2-40B4-BE49-F238E27FC236}">
                    <a16:creationId xmlns:a16="http://schemas.microsoft.com/office/drawing/2014/main" id="{63D702A7-F0DB-B306-9ADA-94E02B394EB2}"/>
                  </a:ext>
                </a:extLst>
              </p:cNvPr>
              <p:cNvSpPr>
                <a:spLocks noChangeArrowheads="1"/>
              </p:cNvSpPr>
              <p:nvPr userDrawn="1"/>
            </p:nvSpPr>
            <p:spPr bwMode="auto">
              <a:xfrm>
                <a:off x="6650038" y="5046663"/>
                <a:ext cx="1138237" cy="654050"/>
              </a:xfrm>
              <a:prstGeom prst="rect">
                <a:avLst/>
              </a:prstGeom>
              <a:solidFill>
                <a:srgbClr val="95E1B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任意多边形: 形状 22">
                <a:extLst>
                  <a:ext uri="{FF2B5EF4-FFF2-40B4-BE49-F238E27FC236}">
                    <a16:creationId xmlns:a16="http://schemas.microsoft.com/office/drawing/2014/main" id="{220F2B2B-0B74-498A-5FF5-7C12B90FA932}"/>
                  </a:ext>
                </a:extLst>
              </p:cNvPr>
              <p:cNvSpPr>
                <a:spLocks/>
              </p:cNvSpPr>
              <p:nvPr userDrawn="1"/>
            </p:nvSpPr>
            <p:spPr bwMode="auto">
              <a:xfrm>
                <a:off x="7288213" y="5472113"/>
                <a:ext cx="296862" cy="68262"/>
              </a:xfrm>
              <a:custGeom>
                <a:avLst/>
                <a:gdLst>
                  <a:gd name="T0" fmla="*/ 97 w 109"/>
                  <a:gd name="T1" fmla="*/ 25 h 25"/>
                  <a:gd name="T2" fmla="*/ 12 w 109"/>
                  <a:gd name="T3" fmla="*/ 25 h 25"/>
                  <a:gd name="T4" fmla="*/ 0 w 109"/>
                  <a:gd name="T5" fmla="*/ 13 h 25"/>
                  <a:gd name="T6" fmla="*/ 0 w 109"/>
                  <a:gd name="T7" fmla="*/ 13 h 25"/>
                  <a:gd name="T8" fmla="*/ 12 w 109"/>
                  <a:gd name="T9" fmla="*/ 0 h 25"/>
                  <a:gd name="T10" fmla="*/ 97 w 109"/>
                  <a:gd name="T11" fmla="*/ 0 h 25"/>
                  <a:gd name="T12" fmla="*/ 109 w 109"/>
                  <a:gd name="T13" fmla="*/ 13 h 25"/>
                  <a:gd name="T14" fmla="*/ 109 w 109"/>
                  <a:gd name="T15" fmla="*/ 13 h 25"/>
                  <a:gd name="T16" fmla="*/ 97 w 109"/>
                  <a:gd name="T17"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9" h="25">
                    <a:moveTo>
                      <a:pt x="97" y="25"/>
                    </a:moveTo>
                    <a:cubicBezTo>
                      <a:pt x="12" y="25"/>
                      <a:pt x="12" y="25"/>
                      <a:pt x="12" y="25"/>
                    </a:cubicBezTo>
                    <a:cubicBezTo>
                      <a:pt x="5" y="25"/>
                      <a:pt x="0" y="19"/>
                      <a:pt x="0" y="13"/>
                    </a:cubicBezTo>
                    <a:cubicBezTo>
                      <a:pt x="0" y="13"/>
                      <a:pt x="0" y="13"/>
                      <a:pt x="0" y="13"/>
                    </a:cubicBezTo>
                    <a:cubicBezTo>
                      <a:pt x="0" y="6"/>
                      <a:pt x="5" y="0"/>
                      <a:pt x="12" y="0"/>
                    </a:cubicBezTo>
                    <a:cubicBezTo>
                      <a:pt x="97" y="0"/>
                      <a:pt x="97" y="0"/>
                      <a:pt x="97" y="0"/>
                    </a:cubicBezTo>
                    <a:cubicBezTo>
                      <a:pt x="104" y="0"/>
                      <a:pt x="109" y="6"/>
                      <a:pt x="109" y="13"/>
                    </a:cubicBezTo>
                    <a:cubicBezTo>
                      <a:pt x="109" y="13"/>
                      <a:pt x="109" y="13"/>
                      <a:pt x="109" y="13"/>
                    </a:cubicBezTo>
                    <a:cubicBezTo>
                      <a:pt x="109" y="19"/>
                      <a:pt x="104" y="25"/>
                      <a:pt x="97" y="25"/>
                    </a:cubicBezTo>
                    <a:close/>
                  </a:path>
                </a:pathLst>
              </a:custGeom>
              <a:solidFill>
                <a:srgbClr val="B5F6D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任意多边形: 形状 23">
                <a:extLst>
                  <a:ext uri="{FF2B5EF4-FFF2-40B4-BE49-F238E27FC236}">
                    <a16:creationId xmlns:a16="http://schemas.microsoft.com/office/drawing/2014/main" id="{13CF41DF-B401-3C55-57FE-195E1BD07DE4}"/>
                  </a:ext>
                </a:extLst>
              </p:cNvPr>
              <p:cNvSpPr>
                <a:spLocks/>
              </p:cNvSpPr>
              <p:nvPr userDrawn="1"/>
            </p:nvSpPr>
            <p:spPr bwMode="auto">
              <a:xfrm>
                <a:off x="7183438" y="5575300"/>
                <a:ext cx="401637" cy="65087"/>
              </a:xfrm>
              <a:custGeom>
                <a:avLst/>
                <a:gdLst>
                  <a:gd name="T0" fmla="*/ 136 w 148"/>
                  <a:gd name="T1" fmla="*/ 24 h 24"/>
                  <a:gd name="T2" fmla="*/ 12 w 148"/>
                  <a:gd name="T3" fmla="*/ 24 h 24"/>
                  <a:gd name="T4" fmla="*/ 0 w 148"/>
                  <a:gd name="T5" fmla="*/ 12 h 24"/>
                  <a:gd name="T6" fmla="*/ 0 w 148"/>
                  <a:gd name="T7" fmla="*/ 12 h 24"/>
                  <a:gd name="T8" fmla="*/ 12 w 148"/>
                  <a:gd name="T9" fmla="*/ 0 h 24"/>
                  <a:gd name="T10" fmla="*/ 136 w 148"/>
                  <a:gd name="T11" fmla="*/ 0 h 24"/>
                  <a:gd name="T12" fmla="*/ 148 w 148"/>
                  <a:gd name="T13" fmla="*/ 12 h 24"/>
                  <a:gd name="T14" fmla="*/ 148 w 148"/>
                  <a:gd name="T15" fmla="*/ 12 h 24"/>
                  <a:gd name="T16" fmla="*/ 136 w 148"/>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8" h="24">
                    <a:moveTo>
                      <a:pt x="136" y="24"/>
                    </a:moveTo>
                    <a:cubicBezTo>
                      <a:pt x="12" y="24"/>
                      <a:pt x="12" y="24"/>
                      <a:pt x="12" y="24"/>
                    </a:cubicBezTo>
                    <a:cubicBezTo>
                      <a:pt x="6" y="24"/>
                      <a:pt x="0" y="19"/>
                      <a:pt x="0" y="12"/>
                    </a:cubicBezTo>
                    <a:cubicBezTo>
                      <a:pt x="0" y="12"/>
                      <a:pt x="0" y="12"/>
                      <a:pt x="0" y="12"/>
                    </a:cubicBezTo>
                    <a:cubicBezTo>
                      <a:pt x="0" y="5"/>
                      <a:pt x="6" y="0"/>
                      <a:pt x="12" y="0"/>
                    </a:cubicBezTo>
                    <a:cubicBezTo>
                      <a:pt x="136" y="0"/>
                      <a:pt x="136" y="0"/>
                      <a:pt x="136" y="0"/>
                    </a:cubicBezTo>
                    <a:cubicBezTo>
                      <a:pt x="143" y="0"/>
                      <a:pt x="148" y="5"/>
                      <a:pt x="148" y="12"/>
                    </a:cubicBezTo>
                    <a:cubicBezTo>
                      <a:pt x="148" y="12"/>
                      <a:pt x="148" y="12"/>
                      <a:pt x="148" y="12"/>
                    </a:cubicBezTo>
                    <a:cubicBezTo>
                      <a:pt x="148" y="19"/>
                      <a:pt x="143" y="24"/>
                      <a:pt x="136" y="24"/>
                    </a:cubicBezTo>
                    <a:close/>
                  </a:path>
                </a:pathLst>
              </a:custGeom>
              <a:solidFill>
                <a:srgbClr val="B5F6D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任意多边形: 形状 24">
                <a:extLst>
                  <a:ext uri="{FF2B5EF4-FFF2-40B4-BE49-F238E27FC236}">
                    <a16:creationId xmlns:a16="http://schemas.microsoft.com/office/drawing/2014/main" id="{D3CC8E6E-1769-9CAA-91F2-EFB4E2C7AE14}"/>
                  </a:ext>
                </a:extLst>
              </p:cNvPr>
              <p:cNvSpPr>
                <a:spLocks/>
              </p:cNvSpPr>
              <p:nvPr userDrawn="1"/>
            </p:nvSpPr>
            <p:spPr bwMode="auto">
              <a:xfrm>
                <a:off x="6492875" y="4691063"/>
                <a:ext cx="147637" cy="341312"/>
              </a:xfrm>
              <a:custGeom>
                <a:avLst/>
                <a:gdLst>
                  <a:gd name="T0" fmla="*/ 7 w 54"/>
                  <a:gd name="T1" fmla="*/ 126 h 126"/>
                  <a:gd name="T2" fmla="*/ 5 w 54"/>
                  <a:gd name="T3" fmla="*/ 126 h 126"/>
                  <a:gd name="T4" fmla="*/ 1 w 54"/>
                  <a:gd name="T5" fmla="*/ 118 h 126"/>
                  <a:gd name="T6" fmla="*/ 41 w 54"/>
                  <a:gd name="T7" fmla="*/ 4 h 126"/>
                  <a:gd name="T8" fmla="*/ 49 w 54"/>
                  <a:gd name="T9" fmla="*/ 1 h 126"/>
                  <a:gd name="T10" fmla="*/ 53 w 54"/>
                  <a:gd name="T11" fmla="*/ 8 h 126"/>
                  <a:gd name="T12" fmla="*/ 13 w 54"/>
                  <a:gd name="T13" fmla="*/ 122 h 126"/>
                  <a:gd name="T14" fmla="*/ 7 w 54"/>
                  <a:gd name="T15" fmla="*/ 126 h 12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 h="126">
                    <a:moveTo>
                      <a:pt x="7" y="126"/>
                    </a:moveTo>
                    <a:cubicBezTo>
                      <a:pt x="6" y="126"/>
                      <a:pt x="6" y="126"/>
                      <a:pt x="5" y="126"/>
                    </a:cubicBezTo>
                    <a:cubicBezTo>
                      <a:pt x="2" y="125"/>
                      <a:pt x="0" y="121"/>
                      <a:pt x="1" y="118"/>
                    </a:cubicBezTo>
                    <a:cubicBezTo>
                      <a:pt x="41" y="4"/>
                      <a:pt x="41" y="4"/>
                      <a:pt x="41" y="4"/>
                    </a:cubicBezTo>
                    <a:cubicBezTo>
                      <a:pt x="42" y="1"/>
                      <a:pt x="46" y="0"/>
                      <a:pt x="49" y="1"/>
                    </a:cubicBezTo>
                    <a:cubicBezTo>
                      <a:pt x="52" y="2"/>
                      <a:pt x="54" y="5"/>
                      <a:pt x="53" y="8"/>
                    </a:cubicBezTo>
                    <a:cubicBezTo>
                      <a:pt x="13" y="122"/>
                      <a:pt x="13" y="122"/>
                      <a:pt x="13" y="122"/>
                    </a:cubicBezTo>
                    <a:cubicBezTo>
                      <a:pt x="12" y="125"/>
                      <a:pt x="10" y="126"/>
                      <a:pt x="7" y="126"/>
                    </a:cubicBezTo>
                    <a:close/>
                  </a:path>
                </a:pathLst>
              </a:custGeom>
              <a:solidFill>
                <a:srgbClr val="BDF4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矩形 25">
                <a:extLst>
                  <a:ext uri="{FF2B5EF4-FFF2-40B4-BE49-F238E27FC236}">
                    <a16:creationId xmlns:a16="http://schemas.microsoft.com/office/drawing/2014/main" id="{340D29A6-8B0A-3426-AD5C-A702DFC9CB9F}"/>
                  </a:ext>
                </a:extLst>
              </p:cNvPr>
              <p:cNvSpPr>
                <a:spLocks noChangeArrowheads="1"/>
              </p:cNvSpPr>
              <p:nvPr userDrawn="1"/>
            </p:nvSpPr>
            <p:spPr bwMode="auto">
              <a:xfrm>
                <a:off x="6805613" y="5318125"/>
                <a:ext cx="222250" cy="385762"/>
              </a:xfrm>
              <a:prstGeom prst="rect">
                <a:avLst/>
              </a:prstGeom>
              <a:solidFill>
                <a:srgbClr val="77D0A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矩形 26">
                <a:extLst>
                  <a:ext uri="{FF2B5EF4-FFF2-40B4-BE49-F238E27FC236}">
                    <a16:creationId xmlns:a16="http://schemas.microsoft.com/office/drawing/2014/main" id="{C6DB6323-3500-948E-3F18-08A4D00F8E43}"/>
                  </a:ext>
                </a:extLst>
              </p:cNvPr>
              <p:cNvSpPr>
                <a:spLocks noChangeArrowheads="1"/>
              </p:cNvSpPr>
              <p:nvPr userDrawn="1"/>
            </p:nvSpPr>
            <p:spPr bwMode="auto">
              <a:xfrm>
                <a:off x="6650038" y="5046663"/>
                <a:ext cx="1138237" cy="58737"/>
              </a:xfrm>
              <a:prstGeom prst="rect">
                <a:avLst/>
              </a:prstGeom>
              <a:solidFill>
                <a:srgbClr val="77D0A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 name="矩形 27">
                <a:extLst>
                  <a:ext uri="{FF2B5EF4-FFF2-40B4-BE49-F238E27FC236}">
                    <a16:creationId xmlns:a16="http://schemas.microsoft.com/office/drawing/2014/main" id="{F781059E-DEB6-6A02-C9B9-8A62CA0192F1}"/>
                  </a:ext>
                </a:extLst>
              </p:cNvPr>
              <p:cNvSpPr>
                <a:spLocks noChangeArrowheads="1"/>
              </p:cNvSpPr>
              <p:nvPr userDrawn="1"/>
            </p:nvSpPr>
            <p:spPr bwMode="auto">
              <a:xfrm>
                <a:off x="6316663" y="5307013"/>
                <a:ext cx="615950" cy="168275"/>
              </a:xfrm>
              <a:prstGeom prst="rect">
                <a:avLst/>
              </a:prstGeom>
              <a:solidFill>
                <a:srgbClr val="8CB2F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矩形 28">
                <a:extLst>
                  <a:ext uri="{FF2B5EF4-FFF2-40B4-BE49-F238E27FC236}">
                    <a16:creationId xmlns:a16="http://schemas.microsoft.com/office/drawing/2014/main" id="{89D24144-BDDF-3423-1CDF-9B7F08289BE4}"/>
                  </a:ext>
                </a:extLst>
              </p:cNvPr>
              <p:cNvSpPr>
                <a:spLocks noChangeArrowheads="1"/>
              </p:cNvSpPr>
              <p:nvPr userDrawn="1"/>
            </p:nvSpPr>
            <p:spPr bwMode="auto">
              <a:xfrm>
                <a:off x="6338888" y="5472113"/>
                <a:ext cx="574675" cy="271462"/>
              </a:xfrm>
              <a:prstGeom prst="rect">
                <a:avLst/>
              </a:prstGeom>
              <a:solidFill>
                <a:srgbClr val="73A0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 name="矩形 29">
                <a:extLst>
                  <a:ext uri="{FF2B5EF4-FFF2-40B4-BE49-F238E27FC236}">
                    <a16:creationId xmlns:a16="http://schemas.microsoft.com/office/drawing/2014/main" id="{2575ACC9-B971-2CC3-80DE-F4DBB0F4EE07}"/>
                  </a:ext>
                </a:extLst>
              </p:cNvPr>
              <p:cNvSpPr>
                <a:spLocks noChangeArrowheads="1"/>
              </p:cNvSpPr>
              <p:nvPr userDrawn="1"/>
            </p:nvSpPr>
            <p:spPr bwMode="auto">
              <a:xfrm>
                <a:off x="6338888" y="5472113"/>
                <a:ext cx="574675" cy="49212"/>
              </a:xfrm>
              <a:prstGeom prst="rect">
                <a:avLst/>
              </a:prstGeom>
              <a:solidFill>
                <a:srgbClr val="6994F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矩形 30">
                <a:extLst>
                  <a:ext uri="{FF2B5EF4-FFF2-40B4-BE49-F238E27FC236}">
                    <a16:creationId xmlns:a16="http://schemas.microsoft.com/office/drawing/2014/main" id="{6DDDD5CF-62D1-4CC9-AC34-0CD265A9F3E1}"/>
                  </a:ext>
                </a:extLst>
              </p:cNvPr>
              <p:cNvSpPr>
                <a:spLocks noChangeArrowheads="1"/>
              </p:cNvSpPr>
              <p:nvPr userDrawn="1"/>
            </p:nvSpPr>
            <p:spPr bwMode="auto">
              <a:xfrm>
                <a:off x="7943850" y="1460500"/>
                <a:ext cx="795337" cy="1046162"/>
              </a:xfrm>
              <a:prstGeom prst="rect">
                <a:avLst/>
              </a:prstGeom>
              <a:solidFill>
                <a:srgbClr val="3E7A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2" name="任意多边形: 形状 31">
                <a:extLst>
                  <a:ext uri="{FF2B5EF4-FFF2-40B4-BE49-F238E27FC236}">
                    <a16:creationId xmlns:a16="http://schemas.microsoft.com/office/drawing/2014/main" id="{855682A6-056C-DE7A-DA95-FAE1FC0892B7}"/>
                  </a:ext>
                </a:extLst>
              </p:cNvPr>
              <p:cNvSpPr>
                <a:spLocks/>
              </p:cNvSpPr>
              <p:nvPr userDrawn="1"/>
            </p:nvSpPr>
            <p:spPr bwMode="auto">
              <a:xfrm>
                <a:off x="7718425" y="3957638"/>
                <a:ext cx="2847975" cy="1824037"/>
              </a:xfrm>
              <a:custGeom>
                <a:avLst/>
                <a:gdLst>
                  <a:gd name="T0" fmla="*/ 1031 w 1049"/>
                  <a:gd name="T1" fmla="*/ 672 h 672"/>
                  <a:gd name="T2" fmla="*/ 18 w 1049"/>
                  <a:gd name="T3" fmla="*/ 672 h 672"/>
                  <a:gd name="T4" fmla="*/ 0 w 1049"/>
                  <a:gd name="T5" fmla="*/ 654 h 672"/>
                  <a:gd name="T6" fmla="*/ 0 w 1049"/>
                  <a:gd name="T7" fmla="*/ 18 h 672"/>
                  <a:gd name="T8" fmla="*/ 18 w 1049"/>
                  <a:gd name="T9" fmla="*/ 0 h 672"/>
                  <a:gd name="T10" fmla="*/ 1031 w 1049"/>
                  <a:gd name="T11" fmla="*/ 0 h 672"/>
                  <a:gd name="T12" fmla="*/ 1049 w 1049"/>
                  <a:gd name="T13" fmla="*/ 18 h 672"/>
                  <a:gd name="T14" fmla="*/ 1049 w 1049"/>
                  <a:gd name="T15" fmla="*/ 654 h 672"/>
                  <a:gd name="T16" fmla="*/ 1031 w 1049"/>
                  <a:gd name="T17" fmla="*/ 672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49" h="672">
                    <a:moveTo>
                      <a:pt x="1031" y="672"/>
                    </a:moveTo>
                    <a:cubicBezTo>
                      <a:pt x="18" y="672"/>
                      <a:pt x="18" y="672"/>
                      <a:pt x="18" y="672"/>
                    </a:cubicBezTo>
                    <a:cubicBezTo>
                      <a:pt x="8" y="672"/>
                      <a:pt x="0" y="664"/>
                      <a:pt x="0" y="654"/>
                    </a:cubicBezTo>
                    <a:cubicBezTo>
                      <a:pt x="0" y="18"/>
                      <a:pt x="0" y="18"/>
                      <a:pt x="0" y="18"/>
                    </a:cubicBezTo>
                    <a:cubicBezTo>
                      <a:pt x="0" y="8"/>
                      <a:pt x="8" y="0"/>
                      <a:pt x="18" y="0"/>
                    </a:cubicBezTo>
                    <a:cubicBezTo>
                      <a:pt x="1031" y="0"/>
                      <a:pt x="1031" y="0"/>
                      <a:pt x="1031" y="0"/>
                    </a:cubicBezTo>
                    <a:cubicBezTo>
                      <a:pt x="1041" y="0"/>
                      <a:pt x="1049" y="8"/>
                      <a:pt x="1049" y="18"/>
                    </a:cubicBezTo>
                    <a:cubicBezTo>
                      <a:pt x="1049" y="654"/>
                      <a:pt x="1049" y="654"/>
                      <a:pt x="1049" y="654"/>
                    </a:cubicBezTo>
                    <a:cubicBezTo>
                      <a:pt x="1049" y="664"/>
                      <a:pt x="1041" y="672"/>
                      <a:pt x="1031" y="672"/>
                    </a:cubicBezTo>
                    <a:close/>
                  </a:path>
                </a:pathLst>
              </a:custGeom>
              <a:solidFill>
                <a:srgbClr val="77A3F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矩形 32">
                <a:extLst>
                  <a:ext uri="{FF2B5EF4-FFF2-40B4-BE49-F238E27FC236}">
                    <a16:creationId xmlns:a16="http://schemas.microsoft.com/office/drawing/2014/main" id="{14FBC6FD-6ECC-90D6-01C0-078DB96E429A}"/>
                  </a:ext>
                </a:extLst>
              </p:cNvPr>
              <p:cNvSpPr>
                <a:spLocks noChangeArrowheads="1"/>
              </p:cNvSpPr>
              <p:nvPr userDrawn="1"/>
            </p:nvSpPr>
            <p:spPr bwMode="auto">
              <a:xfrm>
                <a:off x="7867650" y="4071938"/>
                <a:ext cx="1392237" cy="433387"/>
              </a:xfrm>
              <a:prstGeom prst="rect">
                <a:avLst/>
              </a:prstGeom>
              <a:solidFill>
                <a:srgbClr val="8EB4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任意多边形: 形状 33">
                <a:extLst>
                  <a:ext uri="{FF2B5EF4-FFF2-40B4-BE49-F238E27FC236}">
                    <a16:creationId xmlns:a16="http://schemas.microsoft.com/office/drawing/2014/main" id="{E5824137-779E-8E26-9E41-8F234CCBFC14}"/>
                  </a:ext>
                </a:extLst>
              </p:cNvPr>
              <p:cNvSpPr>
                <a:spLocks/>
              </p:cNvSpPr>
              <p:nvPr userDrawn="1"/>
            </p:nvSpPr>
            <p:spPr bwMode="auto">
              <a:xfrm>
                <a:off x="8350250" y="4248150"/>
                <a:ext cx="427037" cy="77787"/>
              </a:xfrm>
              <a:custGeom>
                <a:avLst/>
                <a:gdLst>
                  <a:gd name="T0" fmla="*/ 142 w 157"/>
                  <a:gd name="T1" fmla="*/ 29 h 29"/>
                  <a:gd name="T2" fmla="*/ 15 w 157"/>
                  <a:gd name="T3" fmla="*/ 29 h 29"/>
                  <a:gd name="T4" fmla="*/ 0 w 157"/>
                  <a:gd name="T5" fmla="*/ 15 h 29"/>
                  <a:gd name="T6" fmla="*/ 0 w 157"/>
                  <a:gd name="T7" fmla="*/ 15 h 29"/>
                  <a:gd name="T8" fmla="*/ 15 w 157"/>
                  <a:gd name="T9" fmla="*/ 0 h 29"/>
                  <a:gd name="T10" fmla="*/ 142 w 157"/>
                  <a:gd name="T11" fmla="*/ 0 h 29"/>
                  <a:gd name="T12" fmla="*/ 157 w 157"/>
                  <a:gd name="T13" fmla="*/ 15 h 29"/>
                  <a:gd name="T14" fmla="*/ 157 w 157"/>
                  <a:gd name="T15" fmla="*/ 15 h 29"/>
                  <a:gd name="T16" fmla="*/ 142 w 157"/>
                  <a:gd name="T17"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29">
                    <a:moveTo>
                      <a:pt x="142" y="29"/>
                    </a:moveTo>
                    <a:cubicBezTo>
                      <a:pt x="15" y="29"/>
                      <a:pt x="15" y="29"/>
                      <a:pt x="15" y="29"/>
                    </a:cubicBezTo>
                    <a:cubicBezTo>
                      <a:pt x="7" y="29"/>
                      <a:pt x="0" y="23"/>
                      <a:pt x="0" y="15"/>
                    </a:cubicBezTo>
                    <a:cubicBezTo>
                      <a:pt x="0" y="15"/>
                      <a:pt x="0" y="15"/>
                      <a:pt x="0" y="15"/>
                    </a:cubicBezTo>
                    <a:cubicBezTo>
                      <a:pt x="0" y="6"/>
                      <a:pt x="7" y="0"/>
                      <a:pt x="15" y="0"/>
                    </a:cubicBezTo>
                    <a:cubicBezTo>
                      <a:pt x="142" y="0"/>
                      <a:pt x="142" y="0"/>
                      <a:pt x="142" y="0"/>
                    </a:cubicBezTo>
                    <a:cubicBezTo>
                      <a:pt x="150" y="0"/>
                      <a:pt x="157" y="6"/>
                      <a:pt x="157" y="15"/>
                    </a:cubicBezTo>
                    <a:cubicBezTo>
                      <a:pt x="157" y="15"/>
                      <a:pt x="157" y="15"/>
                      <a:pt x="157" y="15"/>
                    </a:cubicBezTo>
                    <a:cubicBezTo>
                      <a:pt x="157" y="23"/>
                      <a:pt x="150" y="29"/>
                      <a:pt x="142" y="29"/>
                    </a:cubicBezTo>
                    <a:close/>
                  </a:path>
                </a:pathLst>
              </a:custGeom>
              <a:solidFill>
                <a:srgbClr val="538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矩形 34">
                <a:extLst>
                  <a:ext uri="{FF2B5EF4-FFF2-40B4-BE49-F238E27FC236}">
                    <a16:creationId xmlns:a16="http://schemas.microsoft.com/office/drawing/2014/main" id="{3F01AA60-11B6-96F1-4559-864CEEB0C74D}"/>
                  </a:ext>
                </a:extLst>
              </p:cNvPr>
              <p:cNvSpPr>
                <a:spLocks noChangeArrowheads="1"/>
              </p:cNvSpPr>
              <p:nvPr userDrawn="1"/>
            </p:nvSpPr>
            <p:spPr bwMode="auto">
              <a:xfrm>
                <a:off x="7867650" y="4638675"/>
                <a:ext cx="1392237" cy="434975"/>
              </a:xfrm>
              <a:prstGeom prst="rect">
                <a:avLst/>
              </a:prstGeom>
              <a:solidFill>
                <a:srgbClr val="8EB4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任意多边形: 形状 35">
                <a:extLst>
                  <a:ext uri="{FF2B5EF4-FFF2-40B4-BE49-F238E27FC236}">
                    <a16:creationId xmlns:a16="http://schemas.microsoft.com/office/drawing/2014/main" id="{A3DE99B0-A0DB-BADC-22C0-E32EEA409C2B}"/>
                  </a:ext>
                </a:extLst>
              </p:cNvPr>
              <p:cNvSpPr>
                <a:spLocks/>
              </p:cNvSpPr>
              <p:nvPr userDrawn="1"/>
            </p:nvSpPr>
            <p:spPr bwMode="auto">
              <a:xfrm>
                <a:off x="8350250" y="4814888"/>
                <a:ext cx="427037" cy="82550"/>
              </a:xfrm>
              <a:custGeom>
                <a:avLst/>
                <a:gdLst>
                  <a:gd name="T0" fmla="*/ 142 w 157"/>
                  <a:gd name="T1" fmla="*/ 30 h 30"/>
                  <a:gd name="T2" fmla="*/ 15 w 157"/>
                  <a:gd name="T3" fmla="*/ 30 h 30"/>
                  <a:gd name="T4" fmla="*/ 0 w 157"/>
                  <a:gd name="T5" fmla="*/ 15 h 30"/>
                  <a:gd name="T6" fmla="*/ 0 w 157"/>
                  <a:gd name="T7" fmla="*/ 15 h 30"/>
                  <a:gd name="T8" fmla="*/ 15 w 157"/>
                  <a:gd name="T9" fmla="*/ 0 h 30"/>
                  <a:gd name="T10" fmla="*/ 142 w 157"/>
                  <a:gd name="T11" fmla="*/ 0 h 30"/>
                  <a:gd name="T12" fmla="*/ 157 w 157"/>
                  <a:gd name="T13" fmla="*/ 15 h 30"/>
                  <a:gd name="T14" fmla="*/ 157 w 157"/>
                  <a:gd name="T15" fmla="*/ 15 h 30"/>
                  <a:gd name="T16" fmla="*/ 142 w 157"/>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30">
                    <a:moveTo>
                      <a:pt x="142" y="30"/>
                    </a:moveTo>
                    <a:cubicBezTo>
                      <a:pt x="15" y="30"/>
                      <a:pt x="15" y="30"/>
                      <a:pt x="15" y="30"/>
                    </a:cubicBezTo>
                    <a:cubicBezTo>
                      <a:pt x="7" y="30"/>
                      <a:pt x="0" y="24"/>
                      <a:pt x="0" y="15"/>
                    </a:cubicBezTo>
                    <a:cubicBezTo>
                      <a:pt x="0" y="15"/>
                      <a:pt x="0" y="15"/>
                      <a:pt x="0" y="15"/>
                    </a:cubicBezTo>
                    <a:cubicBezTo>
                      <a:pt x="0" y="7"/>
                      <a:pt x="7" y="0"/>
                      <a:pt x="15" y="0"/>
                    </a:cubicBezTo>
                    <a:cubicBezTo>
                      <a:pt x="142" y="0"/>
                      <a:pt x="142" y="0"/>
                      <a:pt x="142" y="0"/>
                    </a:cubicBezTo>
                    <a:cubicBezTo>
                      <a:pt x="150" y="0"/>
                      <a:pt x="157" y="7"/>
                      <a:pt x="157" y="15"/>
                    </a:cubicBezTo>
                    <a:cubicBezTo>
                      <a:pt x="157" y="15"/>
                      <a:pt x="157" y="15"/>
                      <a:pt x="157" y="15"/>
                    </a:cubicBezTo>
                    <a:cubicBezTo>
                      <a:pt x="157" y="24"/>
                      <a:pt x="150" y="30"/>
                      <a:pt x="142" y="30"/>
                    </a:cubicBezTo>
                    <a:close/>
                  </a:path>
                </a:pathLst>
              </a:custGeom>
              <a:solidFill>
                <a:srgbClr val="538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矩形 36">
                <a:extLst>
                  <a:ext uri="{FF2B5EF4-FFF2-40B4-BE49-F238E27FC236}">
                    <a16:creationId xmlns:a16="http://schemas.microsoft.com/office/drawing/2014/main" id="{552AB7D0-546B-9972-986C-D2E265EB2A7C}"/>
                  </a:ext>
                </a:extLst>
              </p:cNvPr>
              <p:cNvSpPr>
                <a:spLocks noChangeArrowheads="1"/>
              </p:cNvSpPr>
              <p:nvPr userDrawn="1"/>
            </p:nvSpPr>
            <p:spPr bwMode="auto">
              <a:xfrm>
                <a:off x="7867650" y="5211763"/>
                <a:ext cx="1392237" cy="434975"/>
              </a:xfrm>
              <a:prstGeom prst="rect">
                <a:avLst/>
              </a:prstGeom>
              <a:solidFill>
                <a:srgbClr val="8EB4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任意多边形: 形状 37">
                <a:extLst>
                  <a:ext uri="{FF2B5EF4-FFF2-40B4-BE49-F238E27FC236}">
                    <a16:creationId xmlns:a16="http://schemas.microsoft.com/office/drawing/2014/main" id="{3E40CB8E-CFF5-77B8-4B89-04DA62F70896}"/>
                  </a:ext>
                </a:extLst>
              </p:cNvPr>
              <p:cNvSpPr>
                <a:spLocks/>
              </p:cNvSpPr>
              <p:nvPr userDrawn="1"/>
            </p:nvSpPr>
            <p:spPr bwMode="auto">
              <a:xfrm>
                <a:off x="8350250" y="5387975"/>
                <a:ext cx="427037" cy="82550"/>
              </a:xfrm>
              <a:custGeom>
                <a:avLst/>
                <a:gdLst>
                  <a:gd name="T0" fmla="*/ 142 w 157"/>
                  <a:gd name="T1" fmla="*/ 30 h 30"/>
                  <a:gd name="T2" fmla="*/ 15 w 157"/>
                  <a:gd name="T3" fmla="*/ 30 h 30"/>
                  <a:gd name="T4" fmla="*/ 0 w 157"/>
                  <a:gd name="T5" fmla="*/ 15 h 30"/>
                  <a:gd name="T6" fmla="*/ 0 w 157"/>
                  <a:gd name="T7" fmla="*/ 15 h 30"/>
                  <a:gd name="T8" fmla="*/ 15 w 157"/>
                  <a:gd name="T9" fmla="*/ 0 h 30"/>
                  <a:gd name="T10" fmla="*/ 142 w 157"/>
                  <a:gd name="T11" fmla="*/ 0 h 30"/>
                  <a:gd name="T12" fmla="*/ 157 w 157"/>
                  <a:gd name="T13" fmla="*/ 15 h 30"/>
                  <a:gd name="T14" fmla="*/ 157 w 157"/>
                  <a:gd name="T15" fmla="*/ 15 h 30"/>
                  <a:gd name="T16" fmla="*/ 142 w 157"/>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30">
                    <a:moveTo>
                      <a:pt x="142" y="30"/>
                    </a:moveTo>
                    <a:cubicBezTo>
                      <a:pt x="15" y="30"/>
                      <a:pt x="15" y="30"/>
                      <a:pt x="15" y="30"/>
                    </a:cubicBezTo>
                    <a:cubicBezTo>
                      <a:pt x="7" y="30"/>
                      <a:pt x="0" y="23"/>
                      <a:pt x="0" y="15"/>
                    </a:cubicBezTo>
                    <a:cubicBezTo>
                      <a:pt x="0" y="15"/>
                      <a:pt x="0" y="15"/>
                      <a:pt x="0" y="15"/>
                    </a:cubicBezTo>
                    <a:cubicBezTo>
                      <a:pt x="0" y="7"/>
                      <a:pt x="7" y="0"/>
                      <a:pt x="15" y="0"/>
                    </a:cubicBezTo>
                    <a:cubicBezTo>
                      <a:pt x="142" y="0"/>
                      <a:pt x="142" y="0"/>
                      <a:pt x="142" y="0"/>
                    </a:cubicBezTo>
                    <a:cubicBezTo>
                      <a:pt x="150" y="0"/>
                      <a:pt x="157" y="7"/>
                      <a:pt x="157" y="15"/>
                    </a:cubicBezTo>
                    <a:cubicBezTo>
                      <a:pt x="157" y="15"/>
                      <a:pt x="157" y="15"/>
                      <a:pt x="157" y="15"/>
                    </a:cubicBezTo>
                    <a:cubicBezTo>
                      <a:pt x="157" y="23"/>
                      <a:pt x="150" y="30"/>
                      <a:pt x="142" y="30"/>
                    </a:cubicBezTo>
                    <a:close/>
                  </a:path>
                </a:pathLst>
              </a:custGeom>
              <a:solidFill>
                <a:srgbClr val="538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 name="矩形 38">
                <a:extLst>
                  <a:ext uri="{FF2B5EF4-FFF2-40B4-BE49-F238E27FC236}">
                    <a16:creationId xmlns:a16="http://schemas.microsoft.com/office/drawing/2014/main" id="{5EE186B1-710C-9227-6511-5CB1888BE3D2}"/>
                  </a:ext>
                </a:extLst>
              </p:cNvPr>
              <p:cNvSpPr>
                <a:spLocks noChangeArrowheads="1"/>
              </p:cNvSpPr>
              <p:nvPr userDrawn="1"/>
            </p:nvSpPr>
            <p:spPr bwMode="auto">
              <a:xfrm>
                <a:off x="9366250" y="4087813"/>
                <a:ext cx="1047750" cy="1541462"/>
              </a:xfrm>
              <a:prstGeom prst="rect">
                <a:avLst/>
              </a:prstGeom>
              <a:solidFill>
                <a:srgbClr val="8EB4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0" name="任意多边形: 形状 39">
                <a:extLst>
                  <a:ext uri="{FF2B5EF4-FFF2-40B4-BE49-F238E27FC236}">
                    <a16:creationId xmlns:a16="http://schemas.microsoft.com/office/drawing/2014/main" id="{2B5C7535-884B-FD97-5751-BA0CA2173B69}"/>
                  </a:ext>
                </a:extLst>
              </p:cNvPr>
              <p:cNvSpPr>
                <a:spLocks/>
              </p:cNvSpPr>
              <p:nvPr userDrawn="1"/>
            </p:nvSpPr>
            <p:spPr bwMode="auto">
              <a:xfrm>
                <a:off x="9471025" y="4692650"/>
                <a:ext cx="76200" cy="317500"/>
              </a:xfrm>
              <a:custGeom>
                <a:avLst/>
                <a:gdLst>
                  <a:gd name="T0" fmla="*/ 14 w 28"/>
                  <a:gd name="T1" fmla="*/ 117 h 117"/>
                  <a:gd name="T2" fmla="*/ 14 w 28"/>
                  <a:gd name="T3" fmla="*/ 117 h 117"/>
                  <a:gd name="T4" fmla="*/ 0 w 28"/>
                  <a:gd name="T5" fmla="*/ 103 h 117"/>
                  <a:gd name="T6" fmla="*/ 0 w 28"/>
                  <a:gd name="T7" fmla="*/ 13 h 117"/>
                  <a:gd name="T8" fmla="*/ 14 w 28"/>
                  <a:gd name="T9" fmla="*/ 0 h 117"/>
                  <a:gd name="T10" fmla="*/ 14 w 28"/>
                  <a:gd name="T11" fmla="*/ 0 h 117"/>
                  <a:gd name="T12" fmla="*/ 28 w 28"/>
                  <a:gd name="T13" fmla="*/ 13 h 117"/>
                  <a:gd name="T14" fmla="*/ 28 w 28"/>
                  <a:gd name="T15" fmla="*/ 103 h 117"/>
                  <a:gd name="T16" fmla="*/ 14 w 28"/>
                  <a:gd name="T1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117">
                    <a:moveTo>
                      <a:pt x="14" y="117"/>
                    </a:moveTo>
                    <a:cubicBezTo>
                      <a:pt x="14" y="117"/>
                      <a:pt x="14" y="117"/>
                      <a:pt x="14" y="117"/>
                    </a:cubicBezTo>
                    <a:cubicBezTo>
                      <a:pt x="7" y="117"/>
                      <a:pt x="0" y="110"/>
                      <a:pt x="0" y="103"/>
                    </a:cubicBezTo>
                    <a:cubicBezTo>
                      <a:pt x="0" y="13"/>
                      <a:pt x="0" y="13"/>
                      <a:pt x="0" y="13"/>
                    </a:cubicBezTo>
                    <a:cubicBezTo>
                      <a:pt x="0" y="6"/>
                      <a:pt x="7" y="0"/>
                      <a:pt x="14" y="0"/>
                    </a:cubicBezTo>
                    <a:cubicBezTo>
                      <a:pt x="14" y="0"/>
                      <a:pt x="14" y="0"/>
                      <a:pt x="14" y="0"/>
                    </a:cubicBezTo>
                    <a:cubicBezTo>
                      <a:pt x="21" y="0"/>
                      <a:pt x="28" y="6"/>
                      <a:pt x="28" y="13"/>
                    </a:cubicBezTo>
                    <a:cubicBezTo>
                      <a:pt x="28" y="103"/>
                      <a:pt x="28" y="103"/>
                      <a:pt x="28" y="103"/>
                    </a:cubicBezTo>
                    <a:cubicBezTo>
                      <a:pt x="28" y="110"/>
                      <a:pt x="21" y="117"/>
                      <a:pt x="14" y="117"/>
                    </a:cubicBezTo>
                    <a:close/>
                  </a:path>
                </a:pathLst>
              </a:custGeom>
              <a:solidFill>
                <a:srgbClr val="538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任意多边形: 形状 40">
                <a:extLst>
                  <a:ext uri="{FF2B5EF4-FFF2-40B4-BE49-F238E27FC236}">
                    <a16:creationId xmlns:a16="http://schemas.microsoft.com/office/drawing/2014/main" id="{FC3661DE-E920-24CE-23E9-CEBD76FA38C9}"/>
                  </a:ext>
                </a:extLst>
              </p:cNvPr>
              <p:cNvSpPr>
                <a:spLocks/>
              </p:cNvSpPr>
              <p:nvPr userDrawn="1"/>
            </p:nvSpPr>
            <p:spPr bwMode="auto">
              <a:xfrm>
                <a:off x="9645650" y="3405188"/>
                <a:ext cx="806450" cy="552450"/>
              </a:xfrm>
              <a:custGeom>
                <a:avLst/>
                <a:gdLst>
                  <a:gd name="T0" fmla="*/ 397 w 508"/>
                  <a:gd name="T1" fmla="*/ 0 h 348"/>
                  <a:gd name="T2" fmla="*/ 301 w 508"/>
                  <a:gd name="T3" fmla="*/ 115 h 348"/>
                  <a:gd name="T4" fmla="*/ 0 w 508"/>
                  <a:gd name="T5" fmla="*/ 115 h 348"/>
                  <a:gd name="T6" fmla="*/ 0 w 508"/>
                  <a:gd name="T7" fmla="*/ 348 h 348"/>
                  <a:gd name="T8" fmla="*/ 508 w 508"/>
                  <a:gd name="T9" fmla="*/ 348 h 348"/>
                  <a:gd name="T10" fmla="*/ 508 w 508"/>
                  <a:gd name="T11" fmla="*/ 142 h 348"/>
                  <a:gd name="T12" fmla="*/ 508 w 508"/>
                  <a:gd name="T13" fmla="*/ 115 h 348"/>
                  <a:gd name="T14" fmla="*/ 508 w 508"/>
                  <a:gd name="T15" fmla="*/ 0 h 348"/>
                  <a:gd name="T16" fmla="*/ 397 w 508"/>
                  <a:gd name="T17" fmla="*/ 0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8" h="348">
                    <a:moveTo>
                      <a:pt x="397" y="0"/>
                    </a:moveTo>
                    <a:lnTo>
                      <a:pt x="301" y="115"/>
                    </a:lnTo>
                    <a:lnTo>
                      <a:pt x="0" y="115"/>
                    </a:lnTo>
                    <a:lnTo>
                      <a:pt x="0" y="348"/>
                    </a:lnTo>
                    <a:lnTo>
                      <a:pt x="508" y="348"/>
                    </a:lnTo>
                    <a:lnTo>
                      <a:pt x="508" y="142"/>
                    </a:lnTo>
                    <a:lnTo>
                      <a:pt x="508" y="115"/>
                    </a:lnTo>
                    <a:lnTo>
                      <a:pt x="508" y="0"/>
                    </a:lnTo>
                    <a:lnTo>
                      <a:pt x="397" y="0"/>
                    </a:lnTo>
                    <a:close/>
                  </a:path>
                </a:pathLst>
              </a:custGeom>
              <a:solidFill>
                <a:srgbClr val="97DF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矩形 41">
                <a:extLst>
                  <a:ext uri="{FF2B5EF4-FFF2-40B4-BE49-F238E27FC236}">
                    <a16:creationId xmlns:a16="http://schemas.microsoft.com/office/drawing/2014/main" id="{F7DD580D-9155-59DB-A77C-7DAF99563969}"/>
                  </a:ext>
                </a:extLst>
              </p:cNvPr>
              <p:cNvSpPr>
                <a:spLocks noChangeArrowheads="1"/>
              </p:cNvSpPr>
              <p:nvPr userDrawn="1"/>
            </p:nvSpPr>
            <p:spPr bwMode="auto">
              <a:xfrm>
                <a:off x="9707563" y="3321050"/>
                <a:ext cx="101600" cy="266700"/>
              </a:xfrm>
              <a:prstGeom prst="rect">
                <a:avLst/>
              </a:prstGeom>
              <a:solidFill>
                <a:srgbClr val="A6CA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3" name="矩形 42">
                <a:extLst>
                  <a:ext uri="{FF2B5EF4-FFF2-40B4-BE49-F238E27FC236}">
                    <a16:creationId xmlns:a16="http://schemas.microsoft.com/office/drawing/2014/main" id="{DF5A877D-CFBB-8ABF-58DD-3F98A2F03B36}"/>
                  </a:ext>
                </a:extLst>
              </p:cNvPr>
              <p:cNvSpPr>
                <a:spLocks noChangeArrowheads="1"/>
              </p:cNvSpPr>
              <p:nvPr userDrawn="1"/>
            </p:nvSpPr>
            <p:spPr bwMode="auto">
              <a:xfrm>
                <a:off x="9809163" y="3321050"/>
                <a:ext cx="100012" cy="266700"/>
              </a:xfrm>
              <a:prstGeom prst="rect">
                <a:avLst/>
              </a:prstGeom>
              <a:solidFill>
                <a:srgbClr val="FFD17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任意多边形: 形状 43">
                <a:extLst>
                  <a:ext uri="{FF2B5EF4-FFF2-40B4-BE49-F238E27FC236}">
                    <a16:creationId xmlns:a16="http://schemas.microsoft.com/office/drawing/2014/main" id="{886721F4-9363-9949-DC2A-AAE88749109A}"/>
                  </a:ext>
                </a:extLst>
              </p:cNvPr>
              <p:cNvSpPr>
                <a:spLocks/>
              </p:cNvSpPr>
              <p:nvPr userDrawn="1"/>
            </p:nvSpPr>
            <p:spPr bwMode="auto">
              <a:xfrm>
                <a:off x="9909175" y="3321050"/>
                <a:ext cx="203200" cy="266700"/>
              </a:xfrm>
              <a:custGeom>
                <a:avLst/>
                <a:gdLst>
                  <a:gd name="T0" fmla="*/ 128 w 128"/>
                  <a:gd name="T1" fmla="*/ 168 h 168"/>
                  <a:gd name="T2" fmla="*/ 66 w 128"/>
                  <a:gd name="T3" fmla="*/ 168 h 168"/>
                  <a:gd name="T4" fmla="*/ 0 w 128"/>
                  <a:gd name="T5" fmla="*/ 0 h 168"/>
                  <a:gd name="T6" fmla="*/ 61 w 128"/>
                  <a:gd name="T7" fmla="*/ 0 h 168"/>
                  <a:gd name="T8" fmla="*/ 128 w 128"/>
                  <a:gd name="T9" fmla="*/ 168 h 168"/>
                </a:gdLst>
                <a:ahLst/>
                <a:cxnLst>
                  <a:cxn ang="0">
                    <a:pos x="T0" y="T1"/>
                  </a:cxn>
                  <a:cxn ang="0">
                    <a:pos x="T2" y="T3"/>
                  </a:cxn>
                  <a:cxn ang="0">
                    <a:pos x="T4" y="T5"/>
                  </a:cxn>
                  <a:cxn ang="0">
                    <a:pos x="T6" y="T7"/>
                  </a:cxn>
                  <a:cxn ang="0">
                    <a:pos x="T8" y="T9"/>
                  </a:cxn>
                </a:cxnLst>
                <a:rect l="0" t="0" r="r" b="b"/>
                <a:pathLst>
                  <a:path w="128" h="168">
                    <a:moveTo>
                      <a:pt x="128" y="168"/>
                    </a:moveTo>
                    <a:lnTo>
                      <a:pt x="66" y="168"/>
                    </a:lnTo>
                    <a:lnTo>
                      <a:pt x="0" y="0"/>
                    </a:lnTo>
                    <a:lnTo>
                      <a:pt x="61" y="0"/>
                    </a:lnTo>
                    <a:lnTo>
                      <a:pt x="128" y="168"/>
                    </a:lnTo>
                    <a:close/>
                  </a:path>
                </a:pathLst>
              </a:custGeom>
              <a:solidFill>
                <a:srgbClr val="FF76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 name="任意多边形: 形状 44">
                <a:extLst>
                  <a:ext uri="{FF2B5EF4-FFF2-40B4-BE49-F238E27FC236}">
                    <a16:creationId xmlns:a16="http://schemas.microsoft.com/office/drawing/2014/main" id="{2A97F916-62BD-A392-D7F2-9AF6A0C5AE84}"/>
                  </a:ext>
                </a:extLst>
              </p:cNvPr>
              <p:cNvSpPr>
                <a:spLocks/>
              </p:cNvSpPr>
              <p:nvPr userDrawn="1"/>
            </p:nvSpPr>
            <p:spPr bwMode="auto">
              <a:xfrm>
                <a:off x="9577388" y="2108200"/>
                <a:ext cx="904875" cy="608012"/>
              </a:xfrm>
              <a:custGeom>
                <a:avLst/>
                <a:gdLst>
                  <a:gd name="T0" fmla="*/ 327 w 333"/>
                  <a:gd name="T1" fmla="*/ 224 h 224"/>
                  <a:gd name="T2" fmla="*/ 6 w 333"/>
                  <a:gd name="T3" fmla="*/ 224 h 224"/>
                  <a:gd name="T4" fmla="*/ 0 w 333"/>
                  <a:gd name="T5" fmla="*/ 218 h 224"/>
                  <a:gd name="T6" fmla="*/ 0 w 333"/>
                  <a:gd name="T7" fmla="*/ 6 h 224"/>
                  <a:gd name="T8" fmla="*/ 6 w 333"/>
                  <a:gd name="T9" fmla="*/ 0 h 224"/>
                  <a:gd name="T10" fmla="*/ 327 w 333"/>
                  <a:gd name="T11" fmla="*/ 0 h 224"/>
                  <a:gd name="T12" fmla="*/ 333 w 333"/>
                  <a:gd name="T13" fmla="*/ 6 h 224"/>
                  <a:gd name="T14" fmla="*/ 333 w 333"/>
                  <a:gd name="T15" fmla="*/ 218 h 224"/>
                  <a:gd name="T16" fmla="*/ 327 w 333"/>
                  <a:gd name="T17" fmla="*/ 22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3" h="224">
                    <a:moveTo>
                      <a:pt x="327" y="224"/>
                    </a:moveTo>
                    <a:cubicBezTo>
                      <a:pt x="6" y="224"/>
                      <a:pt x="6" y="224"/>
                      <a:pt x="6" y="224"/>
                    </a:cubicBezTo>
                    <a:cubicBezTo>
                      <a:pt x="2" y="224"/>
                      <a:pt x="0" y="221"/>
                      <a:pt x="0" y="218"/>
                    </a:cubicBezTo>
                    <a:cubicBezTo>
                      <a:pt x="0" y="6"/>
                      <a:pt x="0" y="6"/>
                      <a:pt x="0" y="6"/>
                    </a:cubicBezTo>
                    <a:cubicBezTo>
                      <a:pt x="0" y="3"/>
                      <a:pt x="2" y="0"/>
                      <a:pt x="6" y="0"/>
                    </a:cubicBezTo>
                    <a:cubicBezTo>
                      <a:pt x="327" y="0"/>
                      <a:pt x="327" y="0"/>
                      <a:pt x="327" y="0"/>
                    </a:cubicBezTo>
                    <a:cubicBezTo>
                      <a:pt x="330" y="0"/>
                      <a:pt x="333" y="3"/>
                      <a:pt x="333" y="6"/>
                    </a:cubicBezTo>
                    <a:cubicBezTo>
                      <a:pt x="333" y="218"/>
                      <a:pt x="333" y="218"/>
                      <a:pt x="333" y="218"/>
                    </a:cubicBezTo>
                    <a:cubicBezTo>
                      <a:pt x="333" y="221"/>
                      <a:pt x="330" y="224"/>
                      <a:pt x="327" y="224"/>
                    </a:cubicBezTo>
                    <a:close/>
                  </a:path>
                </a:pathLst>
              </a:custGeom>
              <a:solidFill>
                <a:srgbClr val="1F55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 name="矩形 45">
                <a:extLst>
                  <a:ext uri="{FF2B5EF4-FFF2-40B4-BE49-F238E27FC236}">
                    <a16:creationId xmlns:a16="http://schemas.microsoft.com/office/drawing/2014/main" id="{A8DEC9FE-410F-6E53-C830-8299C3203018}"/>
                  </a:ext>
                </a:extLst>
              </p:cNvPr>
              <p:cNvSpPr>
                <a:spLocks noChangeArrowheads="1"/>
              </p:cNvSpPr>
              <p:nvPr userDrawn="1"/>
            </p:nvSpPr>
            <p:spPr bwMode="auto">
              <a:xfrm>
                <a:off x="10112375" y="3846513"/>
                <a:ext cx="260350" cy="65087"/>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 name="任意多边形: 形状 46">
                <a:extLst>
                  <a:ext uri="{FF2B5EF4-FFF2-40B4-BE49-F238E27FC236}">
                    <a16:creationId xmlns:a16="http://schemas.microsoft.com/office/drawing/2014/main" id="{32EEEC08-AC16-55B3-4CB1-6AE8CEB665F0}"/>
                  </a:ext>
                </a:extLst>
              </p:cNvPr>
              <p:cNvSpPr>
                <a:spLocks/>
              </p:cNvSpPr>
              <p:nvPr userDrawn="1"/>
            </p:nvSpPr>
            <p:spPr bwMode="auto">
              <a:xfrm>
                <a:off x="8494713" y="5540375"/>
                <a:ext cx="157162" cy="198437"/>
              </a:xfrm>
              <a:custGeom>
                <a:avLst/>
                <a:gdLst>
                  <a:gd name="T0" fmla="*/ 2 w 58"/>
                  <a:gd name="T1" fmla="*/ 5 h 73"/>
                  <a:gd name="T2" fmla="*/ 3 w 58"/>
                  <a:gd name="T3" fmla="*/ 62 h 73"/>
                  <a:gd name="T4" fmla="*/ 31 w 58"/>
                  <a:gd name="T5" fmla="*/ 72 h 73"/>
                  <a:gd name="T6" fmla="*/ 55 w 58"/>
                  <a:gd name="T7" fmla="*/ 66 h 73"/>
                  <a:gd name="T8" fmla="*/ 58 w 58"/>
                  <a:gd name="T9" fmla="*/ 0 h 73"/>
                  <a:gd name="T10" fmla="*/ 2 w 58"/>
                  <a:gd name="T11" fmla="*/ 5 h 73"/>
                </a:gdLst>
                <a:ahLst/>
                <a:cxnLst>
                  <a:cxn ang="0">
                    <a:pos x="T0" y="T1"/>
                  </a:cxn>
                  <a:cxn ang="0">
                    <a:pos x="T2" y="T3"/>
                  </a:cxn>
                  <a:cxn ang="0">
                    <a:pos x="T4" y="T5"/>
                  </a:cxn>
                  <a:cxn ang="0">
                    <a:pos x="T6" y="T7"/>
                  </a:cxn>
                  <a:cxn ang="0">
                    <a:pos x="T8" y="T9"/>
                  </a:cxn>
                  <a:cxn ang="0">
                    <a:pos x="T10" y="T11"/>
                  </a:cxn>
                </a:cxnLst>
                <a:rect l="0" t="0" r="r" b="b"/>
                <a:pathLst>
                  <a:path w="58" h="73">
                    <a:moveTo>
                      <a:pt x="2" y="5"/>
                    </a:moveTo>
                    <a:cubicBezTo>
                      <a:pt x="3" y="62"/>
                      <a:pt x="3" y="62"/>
                      <a:pt x="3" y="62"/>
                    </a:cubicBezTo>
                    <a:cubicBezTo>
                      <a:pt x="3" y="62"/>
                      <a:pt x="0" y="72"/>
                      <a:pt x="31" y="72"/>
                    </a:cubicBezTo>
                    <a:cubicBezTo>
                      <a:pt x="31" y="72"/>
                      <a:pt x="43" y="73"/>
                      <a:pt x="55" y="66"/>
                    </a:cubicBezTo>
                    <a:cubicBezTo>
                      <a:pt x="58" y="0"/>
                      <a:pt x="58" y="0"/>
                      <a:pt x="58" y="0"/>
                    </a:cubicBezTo>
                    <a:lnTo>
                      <a:pt x="2" y="5"/>
                    </a:ln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 name="任意多边形: 形状 47">
                <a:extLst>
                  <a:ext uri="{FF2B5EF4-FFF2-40B4-BE49-F238E27FC236}">
                    <a16:creationId xmlns:a16="http://schemas.microsoft.com/office/drawing/2014/main" id="{32169DBD-CB4E-C4D7-BFCB-4C18FBAFC720}"/>
                  </a:ext>
                </a:extLst>
              </p:cNvPr>
              <p:cNvSpPr>
                <a:spLocks/>
              </p:cNvSpPr>
              <p:nvPr userDrawn="1"/>
            </p:nvSpPr>
            <p:spPr bwMode="auto">
              <a:xfrm>
                <a:off x="9290050" y="5518150"/>
                <a:ext cx="157162" cy="223837"/>
              </a:xfrm>
              <a:custGeom>
                <a:avLst/>
                <a:gdLst>
                  <a:gd name="T0" fmla="*/ 56 w 58"/>
                  <a:gd name="T1" fmla="*/ 0 h 82"/>
                  <a:gd name="T2" fmla="*/ 56 w 58"/>
                  <a:gd name="T3" fmla="*/ 70 h 82"/>
                  <a:gd name="T4" fmla="*/ 27 w 58"/>
                  <a:gd name="T5" fmla="*/ 81 h 82"/>
                  <a:gd name="T6" fmla="*/ 4 w 58"/>
                  <a:gd name="T7" fmla="*/ 74 h 82"/>
                  <a:gd name="T8" fmla="*/ 0 w 58"/>
                  <a:gd name="T9" fmla="*/ 8 h 82"/>
                  <a:gd name="T10" fmla="*/ 56 w 58"/>
                  <a:gd name="T11" fmla="*/ 0 h 82"/>
                </a:gdLst>
                <a:ahLst/>
                <a:cxnLst>
                  <a:cxn ang="0">
                    <a:pos x="T0" y="T1"/>
                  </a:cxn>
                  <a:cxn ang="0">
                    <a:pos x="T2" y="T3"/>
                  </a:cxn>
                  <a:cxn ang="0">
                    <a:pos x="T4" y="T5"/>
                  </a:cxn>
                  <a:cxn ang="0">
                    <a:pos x="T6" y="T7"/>
                  </a:cxn>
                  <a:cxn ang="0">
                    <a:pos x="T8" y="T9"/>
                  </a:cxn>
                  <a:cxn ang="0">
                    <a:pos x="T10" y="T11"/>
                  </a:cxn>
                </a:cxnLst>
                <a:rect l="0" t="0" r="r" b="b"/>
                <a:pathLst>
                  <a:path w="58" h="82">
                    <a:moveTo>
                      <a:pt x="56" y="0"/>
                    </a:moveTo>
                    <a:cubicBezTo>
                      <a:pt x="56" y="70"/>
                      <a:pt x="56" y="70"/>
                      <a:pt x="56" y="70"/>
                    </a:cubicBezTo>
                    <a:cubicBezTo>
                      <a:pt x="56" y="70"/>
                      <a:pt x="58" y="81"/>
                      <a:pt x="27" y="81"/>
                    </a:cubicBezTo>
                    <a:cubicBezTo>
                      <a:pt x="27" y="81"/>
                      <a:pt x="16" y="82"/>
                      <a:pt x="4" y="74"/>
                    </a:cubicBezTo>
                    <a:cubicBezTo>
                      <a:pt x="0" y="8"/>
                      <a:pt x="0" y="8"/>
                      <a:pt x="0" y="8"/>
                    </a:cubicBezTo>
                    <a:lnTo>
                      <a:pt x="56" y="0"/>
                    </a:ln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任意多边形: 形状 48">
                <a:extLst>
                  <a:ext uri="{FF2B5EF4-FFF2-40B4-BE49-F238E27FC236}">
                    <a16:creationId xmlns:a16="http://schemas.microsoft.com/office/drawing/2014/main" id="{13D1EC7A-EFCC-14CE-DDBA-13DA9167373F}"/>
                  </a:ext>
                </a:extLst>
              </p:cNvPr>
              <p:cNvSpPr>
                <a:spLocks/>
              </p:cNvSpPr>
              <p:nvPr userDrawn="1"/>
            </p:nvSpPr>
            <p:spPr bwMode="auto">
              <a:xfrm>
                <a:off x="8480425" y="3817938"/>
                <a:ext cx="990600" cy="1676400"/>
              </a:xfrm>
              <a:custGeom>
                <a:avLst/>
                <a:gdLst>
                  <a:gd name="T0" fmla="*/ 19 w 365"/>
                  <a:gd name="T1" fmla="*/ 24 h 617"/>
                  <a:gd name="T2" fmla="*/ 0 w 365"/>
                  <a:gd name="T3" fmla="*/ 341 h 617"/>
                  <a:gd name="T4" fmla="*/ 0 w 365"/>
                  <a:gd name="T5" fmla="*/ 617 h 617"/>
                  <a:gd name="T6" fmla="*/ 78 w 365"/>
                  <a:gd name="T7" fmla="*/ 617 h 617"/>
                  <a:gd name="T8" fmla="*/ 98 w 365"/>
                  <a:gd name="T9" fmla="*/ 367 h 617"/>
                  <a:gd name="T10" fmla="*/ 137 w 365"/>
                  <a:gd name="T11" fmla="*/ 124 h 617"/>
                  <a:gd name="T12" fmla="*/ 150 w 365"/>
                  <a:gd name="T13" fmla="*/ 127 h 617"/>
                  <a:gd name="T14" fmla="*/ 270 w 365"/>
                  <a:gd name="T15" fmla="*/ 609 h 617"/>
                  <a:gd name="T16" fmla="*/ 365 w 365"/>
                  <a:gd name="T17" fmla="*/ 608 h 617"/>
                  <a:gd name="T18" fmla="*/ 254 w 365"/>
                  <a:gd name="T19" fmla="*/ 0 h 617"/>
                  <a:gd name="T20" fmla="*/ 19 w 365"/>
                  <a:gd name="T21" fmla="*/ 24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5" h="617">
                    <a:moveTo>
                      <a:pt x="19" y="24"/>
                    </a:moveTo>
                    <a:cubicBezTo>
                      <a:pt x="0" y="341"/>
                      <a:pt x="0" y="341"/>
                      <a:pt x="0" y="341"/>
                    </a:cubicBezTo>
                    <a:cubicBezTo>
                      <a:pt x="0" y="617"/>
                      <a:pt x="0" y="617"/>
                      <a:pt x="0" y="617"/>
                    </a:cubicBezTo>
                    <a:cubicBezTo>
                      <a:pt x="78" y="617"/>
                      <a:pt x="78" y="617"/>
                      <a:pt x="78" y="617"/>
                    </a:cubicBezTo>
                    <a:cubicBezTo>
                      <a:pt x="98" y="367"/>
                      <a:pt x="98" y="367"/>
                      <a:pt x="98" y="367"/>
                    </a:cubicBezTo>
                    <a:cubicBezTo>
                      <a:pt x="137" y="124"/>
                      <a:pt x="137" y="124"/>
                      <a:pt x="137" y="124"/>
                    </a:cubicBezTo>
                    <a:cubicBezTo>
                      <a:pt x="137" y="124"/>
                      <a:pt x="141" y="111"/>
                      <a:pt x="150" y="127"/>
                    </a:cubicBezTo>
                    <a:cubicBezTo>
                      <a:pt x="270" y="609"/>
                      <a:pt x="270" y="609"/>
                      <a:pt x="270" y="609"/>
                    </a:cubicBezTo>
                    <a:cubicBezTo>
                      <a:pt x="365" y="608"/>
                      <a:pt x="365" y="608"/>
                      <a:pt x="365" y="608"/>
                    </a:cubicBezTo>
                    <a:cubicBezTo>
                      <a:pt x="254" y="0"/>
                      <a:pt x="254" y="0"/>
                      <a:pt x="254" y="0"/>
                    </a:cubicBezTo>
                    <a:lnTo>
                      <a:pt x="19" y="24"/>
                    </a:lnTo>
                    <a:close/>
                  </a:path>
                </a:pathLst>
              </a:custGeom>
              <a:solidFill>
                <a:srgbClr val="2339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 name="任意多边形: 形状 49">
                <a:extLst>
                  <a:ext uri="{FF2B5EF4-FFF2-40B4-BE49-F238E27FC236}">
                    <a16:creationId xmlns:a16="http://schemas.microsoft.com/office/drawing/2014/main" id="{131C144F-156A-8CAD-365B-EEC57C6BA323}"/>
                  </a:ext>
                </a:extLst>
              </p:cNvPr>
              <p:cNvSpPr>
                <a:spLocks/>
              </p:cNvSpPr>
              <p:nvPr userDrawn="1"/>
            </p:nvSpPr>
            <p:spPr bwMode="auto">
              <a:xfrm>
                <a:off x="8578850" y="3817938"/>
                <a:ext cx="892175" cy="1652587"/>
              </a:xfrm>
              <a:custGeom>
                <a:avLst/>
                <a:gdLst>
                  <a:gd name="T0" fmla="*/ 192 w 329"/>
                  <a:gd name="T1" fmla="*/ 68 h 608"/>
                  <a:gd name="T2" fmla="*/ 306 w 329"/>
                  <a:gd name="T3" fmla="*/ 608 h 608"/>
                  <a:gd name="T4" fmla="*/ 329 w 329"/>
                  <a:gd name="T5" fmla="*/ 608 h 608"/>
                  <a:gd name="T6" fmla="*/ 218 w 329"/>
                  <a:gd name="T7" fmla="*/ 0 h 608"/>
                  <a:gd name="T8" fmla="*/ 0 w 329"/>
                  <a:gd name="T9" fmla="*/ 34 h 608"/>
                  <a:gd name="T10" fmla="*/ 192 w 329"/>
                  <a:gd name="T11" fmla="*/ 68 h 608"/>
                </a:gdLst>
                <a:ahLst/>
                <a:cxnLst>
                  <a:cxn ang="0">
                    <a:pos x="T0" y="T1"/>
                  </a:cxn>
                  <a:cxn ang="0">
                    <a:pos x="T2" y="T3"/>
                  </a:cxn>
                  <a:cxn ang="0">
                    <a:pos x="T4" y="T5"/>
                  </a:cxn>
                  <a:cxn ang="0">
                    <a:pos x="T6" y="T7"/>
                  </a:cxn>
                  <a:cxn ang="0">
                    <a:pos x="T8" y="T9"/>
                  </a:cxn>
                  <a:cxn ang="0">
                    <a:pos x="T10" y="T11"/>
                  </a:cxn>
                </a:cxnLst>
                <a:rect l="0" t="0" r="r" b="b"/>
                <a:pathLst>
                  <a:path w="329" h="608">
                    <a:moveTo>
                      <a:pt x="192" y="68"/>
                    </a:moveTo>
                    <a:cubicBezTo>
                      <a:pt x="306" y="608"/>
                      <a:pt x="306" y="608"/>
                      <a:pt x="306" y="608"/>
                    </a:cubicBezTo>
                    <a:cubicBezTo>
                      <a:pt x="329" y="608"/>
                      <a:pt x="329" y="608"/>
                      <a:pt x="329" y="608"/>
                    </a:cubicBezTo>
                    <a:cubicBezTo>
                      <a:pt x="218" y="0"/>
                      <a:pt x="218" y="0"/>
                      <a:pt x="218" y="0"/>
                    </a:cubicBezTo>
                    <a:cubicBezTo>
                      <a:pt x="0" y="34"/>
                      <a:pt x="0" y="34"/>
                      <a:pt x="0" y="34"/>
                    </a:cubicBezTo>
                    <a:cubicBezTo>
                      <a:pt x="0" y="34"/>
                      <a:pt x="81" y="89"/>
                      <a:pt x="192" y="68"/>
                    </a:cubicBezTo>
                    <a:close/>
                  </a:path>
                </a:pathLst>
              </a:custGeom>
              <a:solidFill>
                <a:srgbClr val="1E16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 name="任意多边形: 形状 50">
                <a:extLst>
                  <a:ext uri="{FF2B5EF4-FFF2-40B4-BE49-F238E27FC236}">
                    <a16:creationId xmlns:a16="http://schemas.microsoft.com/office/drawing/2014/main" id="{BECEA61A-CB0A-BD5D-9129-375FD8FD4A1A}"/>
                  </a:ext>
                </a:extLst>
              </p:cNvPr>
              <p:cNvSpPr>
                <a:spLocks/>
              </p:cNvSpPr>
              <p:nvPr userDrawn="1"/>
            </p:nvSpPr>
            <p:spPr bwMode="auto">
              <a:xfrm>
                <a:off x="9336088" y="2911475"/>
                <a:ext cx="773112" cy="673100"/>
              </a:xfrm>
              <a:custGeom>
                <a:avLst/>
                <a:gdLst>
                  <a:gd name="T0" fmla="*/ 0 w 285"/>
                  <a:gd name="T1" fmla="*/ 208 h 248"/>
                  <a:gd name="T2" fmla="*/ 24 w 285"/>
                  <a:gd name="T3" fmla="*/ 232 h 248"/>
                  <a:gd name="T4" fmla="*/ 64 w 285"/>
                  <a:gd name="T5" fmla="*/ 220 h 248"/>
                  <a:gd name="T6" fmla="*/ 228 w 285"/>
                  <a:gd name="T7" fmla="*/ 28 h 248"/>
                  <a:gd name="T8" fmla="*/ 274 w 285"/>
                  <a:gd name="T9" fmla="*/ 24 h 248"/>
                  <a:gd name="T10" fmla="*/ 285 w 285"/>
                  <a:gd name="T11" fmla="*/ 15 h 248"/>
                  <a:gd name="T12" fmla="*/ 270 w 285"/>
                  <a:gd name="T13" fmla="*/ 0 h 248"/>
                  <a:gd name="T14" fmla="*/ 266 w 285"/>
                  <a:gd name="T15" fmla="*/ 0 h 248"/>
                  <a:gd name="T16" fmla="*/ 208 w 285"/>
                  <a:gd name="T17" fmla="*/ 0 h 248"/>
                  <a:gd name="T18" fmla="*/ 180 w 285"/>
                  <a:gd name="T19" fmla="*/ 8 h 248"/>
                  <a:gd name="T20" fmla="*/ 48 w 285"/>
                  <a:gd name="T21" fmla="*/ 164 h 248"/>
                  <a:gd name="T22" fmla="*/ 28 w 285"/>
                  <a:gd name="T23" fmla="*/ 148 h 248"/>
                  <a:gd name="T24" fmla="*/ 0 w 285"/>
                  <a:gd name="T25" fmla="*/ 208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5" h="248">
                    <a:moveTo>
                      <a:pt x="0" y="208"/>
                    </a:moveTo>
                    <a:cubicBezTo>
                      <a:pt x="24" y="232"/>
                      <a:pt x="24" y="232"/>
                      <a:pt x="24" y="232"/>
                    </a:cubicBezTo>
                    <a:cubicBezTo>
                      <a:pt x="24" y="232"/>
                      <a:pt x="44" y="248"/>
                      <a:pt x="64" y="220"/>
                    </a:cubicBezTo>
                    <a:cubicBezTo>
                      <a:pt x="228" y="28"/>
                      <a:pt x="228" y="28"/>
                      <a:pt x="228" y="28"/>
                    </a:cubicBezTo>
                    <a:cubicBezTo>
                      <a:pt x="274" y="24"/>
                      <a:pt x="274" y="24"/>
                      <a:pt x="274" y="24"/>
                    </a:cubicBezTo>
                    <a:cubicBezTo>
                      <a:pt x="279" y="24"/>
                      <a:pt x="284" y="20"/>
                      <a:pt x="285" y="15"/>
                    </a:cubicBezTo>
                    <a:cubicBezTo>
                      <a:pt x="285" y="10"/>
                      <a:pt x="282" y="4"/>
                      <a:pt x="270" y="0"/>
                    </a:cubicBezTo>
                    <a:cubicBezTo>
                      <a:pt x="269" y="0"/>
                      <a:pt x="267" y="0"/>
                      <a:pt x="266" y="0"/>
                    </a:cubicBezTo>
                    <a:cubicBezTo>
                      <a:pt x="208" y="0"/>
                      <a:pt x="208" y="0"/>
                      <a:pt x="208" y="0"/>
                    </a:cubicBezTo>
                    <a:cubicBezTo>
                      <a:pt x="208" y="0"/>
                      <a:pt x="188" y="0"/>
                      <a:pt x="180" y="8"/>
                    </a:cubicBezTo>
                    <a:cubicBezTo>
                      <a:pt x="48" y="164"/>
                      <a:pt x="48" y="164"/>
                      <a:pt x="48" y="164"/>
                    </a:cubicBezTo>
                    <a:cubicBezTo>
                      <a:pt x="28" y="148"/>
                      <a:pt x="28" y="148"/>
                      <a:pt x="28" y="148"/>
                    </a:cubicBezTo>
                    <a:lnTo>
                      <a:pt x="0" y="208"/>
                    </a:ln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 name="任意多边形: 形状 51">
                <a:extLst>
                  <a:ext uri="{FF2B5EF4-FFF2-40B4-BE49-F238E27FC236}">
                    <a16:creationId xmlns:a16="http://schemas.microsoft.com/office/drawing/2014/main" id="{3ADC7F4B-AE7D-7635-791F-6BAB095B19DB}"/>
                  </a:ext>
                </a:extLst>
              </p:cNvPr>
              <p:cNvSpPr>
                <a:spLocks/>
              </p:cNvSpPr>
              <p:nvPr userDrawn="1"/>
            </p:nvSpPr>
            <p:spPr bwMode="auto">
              <a:xfrm>
                <a:off x="9336088" y="2952750"/>
                <a:ext cx="773112" cy="631825"/>
              </a:xfrm>
              <a:custGeom>
                <a:avLst/>
                <a:gdLst>
                  <a:gd name="T0" fmla="*/ 0 w 285"/>
                  <a:gd name="T1" fmla="*/ 193 h 233"/>
                  <a:gd name="T2" fmla="*/ 24 w 285"/>
                  <a:gd name="T3" fmla="*/ 217 h 233"/>
                  <a:gd name="T4" fmla="*/ 64 w 285"/>
                  <a:gd name="T5" fmla="*/ 205 h 233"/>
                  <a:gd name="T6" fmla="*/ 228 w 285"/>
                  <a:gd name="T7" fmla="*/ 13 h 233"/>
                  <a:gd name="T8" fmla="*/ 274 w 285"/>
                  <a:gd name="T9" fmla="*/ 9 h 233"/>
                  <a:gd name="T10" fmla="*/ 285 w 285"/>
                  <a:gd name="T11" fmla="*/ 0 h 233"/>
                  <a:gd name="T12" fmla="*/ 224 w 285"/>
                  <a:gd name="T13" fmla="*/ 7 h 233"/>
                  <a:gd name="T14" fmla="*/ 54 w 285"/>
                  <a:gd name="T15" fmla="*/ 205 h 233"/>
                  <a:gd name="T16" fmla="*/ 32 w 285"/>
                  <a:gd name="T17" fmla="*/ 206 h 233"/>
                  <a:gd name="T18" fmla="*/ 8 w 285"/>
                  <a:gd name="T19" fmla="*/ 184 h 233"/>
                  <a:gd name="T20" fmla="*/ 0 w 285"/>
                  <a:gd name="T21" fmla="*/ 193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 h="233">
                    <a:moveTo>
                      <a:pt x="0" y="193"/>
                    </a:moveTo>
                    <a:cubicBezTo>
                      <a:pt x="24" y="217"/>
                      <a:pt x="24" y="217"/>
                      <a:pt x="24" y="217"/>
                    </a:cubicBezTo>
                    <a:cubicBezTo>
                      <a:pt x="24" y="217"/>
                      <a:pt x="44" y="233"/>
                      <a:pt x="64" y="205"/>
                    </a:cubicBezTo>
                    <a:cubicBezTo>
                      <a:pt x="228" y="13"/>
                      <a:pt x="228" y="13"/>
                      <a:pt x="228" y="13"/>
                    </a:cubicBezTo>
                    <a:cubicBezTo>
                      <a:pt x="274" y="9"/>
                      <a:pt x="274" y="9"/>
                      <a:pt x="274" y="9"/>
                    </a:cubicBezTo>
                    <a:cubicBezTo>
                      <a:pt x="279" y="9"/>
                      <a:pt x="284" y="5"/>
                      <a:pt x="285" y="0"/>
                    </a:cubicBezTo>
                    <a:cubicBezTo>
                      <a:pt x="224" y="7"/>
                      <a:pt x="224" y="7"/>
                      <a:pt x="224" y="7"/>
                    </a:cubicBezTo>
                    <a:cubicBezTo>
                      <a:pt x="54" y="205"/>
                      <a:pt x="54" y="205"/>
                      <a:pt x="54" y="205"/>
                    </a:cubicBezTo>
                    <a:cubicBezTo>
                      <a:pt x="48" y="211"/>
                      <a:pt x="38" y="212"/>
                      <a:pt x="32" y="206"/>
                    </a:cubicBezTo>
                    <a:cubicBezTo>
                      <a:pt x="8" y="184"/>
                      <a:pt x="8" y="184"/>
                      <a:pt x="8" y="184"/>
                    </a:cubicBezTo>
                    <a:lnTo>
                      <a:pt x="0" y="193"/>
                    </a:lnTo>
                    <a:close/>
                  </a:path>
                </a:pathLst>
              </a:custGeom>
              <a:solidFill>
                <a:srgbClr val="EFB1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 name="任意多边形: 形状 52">
                <a:extLst>
                  <a:ext uri="{FF2B5EF4-FFF2-40B4-BE49-F238E27FC236}">
                    <a16:creationId xmlns:a16="http://schemas.microsoft.com/office/drawing/2014/main" id="{20435823-6316-D378-CFBE-A1800F6B323C}"/>
                  </a:ext>
                </a:extLst>
              </p:cNvPr>
              <p:cNvSpPr>
                <a:spLocks/>
              </p:cNvSpPr>
              <p:nvPr userDrawn="1"/>
            </p:nvSpPr>
            <p:spPr bwMode="auto">
              <a:xfrm>
                <a:off x="7785100" y="2017713"/>
                <a:ext cx="587375" cy="785812"/>
              </a:xfrm>
              <a:custGeom>
                <a:avLst/>
                <a:gdLst>
                  <a:gd name="T0" fmla="*/ 171 w 216"/>
                  <a:gd name="T1" fmla="*/ 289 h 289"/>
                  <a:gd name="T2" fmla="*/ 63 w 216"/>
                  <a:gd name="T3" fmla="*/ 113 h 289"/>
                  <a:gd name="T4" fmla="*/ 23 w 216"/>
                  <a:gd name="T5" fmla="*/ 73 h 289"/>
                  <a:gd name="T6" fmla="*/ 35 w 216"/>
                  <a:gd name="T7" fmla="*/ 57 h 289"/>
                  <a:gd name="T8" fmla="*/ 8 w 216"/>
                  <a:gd name="T9" fmla="*/ 19 h 289"/>
                  <a:gd name="T10" fmla="*/ 27 w 216"/>
                  <a:gd name="T11" fmla="*/ 13 h 289"/>
                  <a:gd name="T12" fmla="*/ 61 w 216"/>
                  <a:gd name="T13" fmla="*/ 41 h 289"/>
                  <a:gd name="T14" fmla="*/ 97 w 216"/>
                  <a:gd name="T15" fmla="*/ 97 h 289"/>
                  <a:gd name="T16" fmla="*/ 216 w 216"/>
                  <a:gd name="T17" fmla="*/ 247 h 289"/>
                  <a:gd name="T18" fmla="*/ 171 w 216"/>
                  <a:gd name="T19" fmla="*/ 289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6" h="289">
                    <a:moveTo>
                      <a:pt x="171" y="289"/>
                    </a:moveTo>
                    <a:cubicBezTo>
                      <a:pt x="171" y="289"/>
                      <a:pt x="75" y="149"/>
                      <a:pt x="63" y="113"/>
                    </a:cubicBezTo>
                    <a:cubicBezTo>
                      <a:pt x="63" y="113"/>
                      <a:pt x="15" y="109"/>
                      <a:pt x="23" y="73"/>
                    </a:cubicBezTo>
                    <a:cubicBezTo>
                      <a:pt x="23" y="73"/>
                      <a:pt x="23" y="57"/>
                      <a:pt x="35" y="57"/>
                    </a:cubicBezTo>
                    <a:cubicBezTo>
                      <a:pt x="8" y="19"/>
                      <a:pt x="8" y="19"/>
                      <a:pt x="8" y="19"/>
                    </a:cubicBezTo>
                    <a:cubicBezTo>
                      <a:pt x="8" y="19"/>
                      <a:pt x="0" y="0"/>
                      <a:pt x="27" y="13"/>
                    </a:cubicBezTo>
                    <a:cubicBezTo>
                      <a:pt x="61" y="41"/>
                      <a:pt x="61" y="41"/>
                      <a:pt x="61" y="41"/>
                    </a:cubicBezTo>
                    <a:cubicBezTo>
                      <a:pt x="61" y="41"/>
                      <a:pt x="103" y="41"/>
                      <a:pt x="97" y="97"/>
                    </a:cubicBezTo>
                    <a:cubicBezTo>
                      <a:pt x="97" y="97"/>
                      <a:pt x="169" y="209"/>
                      <a:pt x="216" y="247"/>
                    </a:cubicBezTo>
                    <a:lnTo>
                      <a:pt x="171" y="289"/>
                    </a:ln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 name="任意多边形: 形状 53">
                <a:extLst>
                  <a:ext uri="{FF2B5EF4-FFF2-40B4-BE49-F238E27FC236}">
                    <a16:creationId xmlns:a16="http://schemas.microsoft.com/office/drawing/2014/main" id="{8911CA1C-6410-3C5D-C24C-F6C5D2A23289}"/>
                  </a:ext>
                </a:extLst>
              </p:cNvPr>
              <p:cNvSpPr>
                <a:spLocks/>
              </p:cNvSpPr>
              <p:nvPr userDrawn="1"/>
            </p:nvSpPr>
            <p:spPr bwMode="auto">
              <a:xfrm>
                <a:off x="7804150" y="2070100"/>
                <a:ext cx="488950" cy="733425"/>
              </a:xfrm>
              <a:custGeom>
                <a:avLst/>
                <a:gdLst>
                  <a:gd name="T0" fmla="*/ 0 w 180"/>
                  <a:gd name="T1" fmla="*/ 0 h 270"/>
                  <a:gd name="T2" fmla="*/ 27 w 180"/>
                  <a:gd name="T3" fmla="*/ 38 h 270"/>
                  <a:gd name="T4" fmla="*/ 15 w 180"/>
                  <a:gd name="T5" fmla="*/ 54 h 270"/>
                  <a:gd name="T6" fmla="*/ 55 w 180"/>
                  <a:gd name="T7" fmla="*/ 94 h 270"/>
                  <a:gd name="T8" fmla="*/ 163 w 180"/>
                  <a:gd name="T9" fmla="*/ 270 h 270"/>
                  <a:gd name="T10" fmla="*/ 180 w 180"/>
                  <a:gd name="T11" fmla="*/ 259 h 270"/>
                  <a:gd name="T12" fmla="*/ 60 w 180"/>
                  <a:gd name="T13" fmla="*/ 89 h 270"/>
                  <a:gd name="T14" fmla="*/ 20 w 180"/>
                  <a:gd name="T15" fmla="*/ 50 h 270"/>
                  <a:gd name="T16" fmla="*/ 37 w 180"/>
                  <a:gd name="T17" fmla="*/ 39 h 270"/>
                  <a:gd name="T18" fmla="*/ 0 w 180"/>
                  <a:gd name="T19" fmla="*/ 0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0" h="270">
                    <a:moveTo>
                      <a:pt x="0" y="0"/>
                    </a:moveTo>
                    <a:cubicBezTo>
                      <a:pt x="27" y="38"/>
                      <a:pt x="27" y="38"/>
                      <a:pt x="27" y="38"/>
                    </a:cubicBezTo>
                    <a:cubicBezTo>
                      <a:pt x="15" y="38"/>
                      <a:pt x="15" y="54"/>
                      <a:pt x="15" y="54"/>
                    </a:cubicBezTo>
                    <a:cubicBezTo>
                      <a:pt x="7" y="90"/>
                      <a:pt x="55" y="94"/>
                      <a:pt x="55" y="94"/>
                    </a:cubicBezTo>
                    <a:cubicBezTo>
                      <a:pt x="67" y="130"/>
                      <a:pt x="163" y="270"/>
                      <a:pt x="163" y="270"/>
                    </a:cubicBezTo>
                    <a:cubicBezTo>
                      <a:pt x="180" y="259"/>
                      <a:pt x="180" y="259"/>
                      <a:pt x="180" y="259"/>
                    </a:cubicBezTo>
                    <a:cubicBezTo>
                      <a:pt x="60" y="89"/>
                      <a:pt x="60" y="89"/>
                      <a:pt x="60" y="89"/>
                    </a:cubicBezTo>
                    <a:cubicBezTo>
                      <a:pt x="60" y="89"/>
                      <a:pt x="13" y="76"/>
                      <a:pt x="20" y="50"/>
                    </a:cubicBezTo>
                    <a:cubicBezTo>
                      <a:pt x="20" y="50"/>
                      <a:pt x="23" y="40"/>
                      <a:pt x="37" y="39"/>
                    </a:cubicBezTo>
                    <a:lnTo>
                      <a:pt x="0" y="0"/>
                    </a:lnTo>
                    <a:close/>
                  </a:path>
                </a:pathLst>
              </a:custGeom>
              <a:solidFill>
                <a:srgbClr val="EFB1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 name="任意多边形: 形状 54">
                <a:extLst>
                  <a:ext uri="{FF2B5EF4-FFF2-40B4-BE49-F238E27FC236}">
                    <a16:creationId xmlns:a16="http://schemas.microsoft.com/office/drawing/2014/main" id="{88F946FE-3069-C11C-451C-547BCD4BA682}"/>
                  </a:ext>
                </a:extLst>
              </p:cNvPr>
              <p:cNvSpPr>
                <a:spLocks/>
              </p:cNvSpPr>
              <p:nvPr userDrawn="1"/>
            </p:nvSpPr>
            <p:spPr bwMode="auto">
              <a:xfrm>
                <a:off x="8683625" y="2738438"/>
                <a:ext cx="271462" cy="280987"/>
              </a:xfrm>
              <a:custGeom>
                <a:avLst/>
                <a:gdLst>
                  <a:gd name="T0" fmla="*/ 32 w 100"/>
                  <a:gd name="T1" fmla="*/ 16 h 104"/>
                  <a:gd name="T2" fmla="*/ 32 w 100"/>
                  <a:gd name="T3" fmla="*/ 56 h 104"/>
                  <a:gd name="T4" fmla="*/ 8 w 100"/>
                  <a:gd name="T5" fmla="*/ 64 h 104"/>
                  <a:gd name="T6" fmla="*/ 0 w 100"/>
                  <a:gd name="T7" fmla="*/ 80 h 104"/>
                  <a:gd name="T8" fmla="*/ 40 w 100"/>
                  <a:gd name="T9" fmla="*/ 96 h 104"/>
                  <a:gd name="T10" fmla="*/ 96 w 100"/>
                  <a:gd name="T11" fmla="*/ 104 h 104"/>
                  <a:gd name="T12" fmla="*/ 100 w 100"/>
                  <a:gd name="T13" fmla="*/ 68 h 104"/>
                  <a:gd name="T14" fmla="*/ 80 w 100"/>
                  <a:gd name="T15" fmla="*/ 60 h 104"/>
                  <a:gd name="T16" fmla="*/ 84 w 100"/>
                  <a:gd name="T17" fmla="*/ 0 h 104"/>
                  <a:gd name="T18" fmla="*/ 32 w 100"/>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4">
                    <a:moveTo>
                      <a:pt x="32" y="16"/>
                    </a:moveTo>
                    <a:cubicBezTo>
                      <a:pt x="32" y="56"/>
                      <a:pt x="32" y="56"/>
                      <a:pt x="32" y="56"/>
                    </a:cubicBezTo>
                    <a:cubicBezTo>
                      <a:pt x="8" y="64"/>
                      <a:pt x="8" y="64"/>
                      <a:pt x="8" y="64"/>
                    </a:cubicBezTo>
                    <a:cubicBezTo>
                      <a:pt x="0" y="80"/>
                      <a:pt x="0" y="80"/>
                      <a:pt x="0" y="80"/>
                    </a:cubicBezTo>
                    <a:cubicBezTo>
                      <a:pt x="0" y="80"/>
                      <a:pt x="36" y="92"/>
                      <a:pt x="40" y="96"/>
                    </a:cubicBezTo>
                    <a:cubicBezTo>
                      <a:pt x="44" y="100"/>
                      <a:pt x="96" y="104"/>
                      <a:pt x="96" y="104"/>
                    </a:cubicBezTo>
                    <a:cubicBezTo>
                      <a:pt x="100" y="68"/>
                      <a:pt x="100" y="68"/>
                      <a:pt x="100" y="68"/>
                    </a:cubicBezTo>
                    <a:cubicBezTo>
                      <a:pt x="80" y="60"/>
                      <a:pt x="80" y="60"/>
                      <a:pt x="80" y="60"/>
                    </a:cubicBezTo>
                    <a:cubicBezTo>
                      <a:pt x="84" y="0"/>
                      <a:pt x="84" y="0"/>
                      <a:pt x="84" y="0"/>
                    </a:cubicBezTo>
                    <a:lnTo>
                      <a:pt x="32" y="16"/>
                    </a:ln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6" name="任意多边形: 形状 55">
                <a:extLst>
                  <a:ext uri="{FF2B5EF4-FFF2-40B4-BE49-F238E27FC236}">
                    <a16:creationId xmlns:a16="http://schemas.microsoft.com/office/drawing/2014/main" id="{55A07455-2F15-963A-93F8-7A2EC3D6599C}"/>
                  </a:ext>
                </a:extLst>
              </p:cNvPr>
              <p:cNvSpPr>
                <a:spLocks/>
              </p:cNvSpPr>
              <p:nvPr userDrawn="1"/>
            </p:nvSpPr>
            <p:spPr bwMode="auto">
              <a:xfrm>
                <a:off x="8637588" y="2270125"/>
                <a:ext cx="458787" cy="369887"/>
              </a:xfrm>
              <a:custGeom>
                <a:avLst/>
                <a:gdLst>
                  <a:gd name="T0" fmla="*/ 33 w 169"/>
                  <a:gd name="T1" fmla="*/ 99 h 136"/>
                  <a:gd name="T2" fmla="*/ 32 w 169"/>
                  <a:gd name="T3" fmla="*/ 100 h 136"/>
                  <a:gd name="T4" fmla="*/ 25 w 169"/>
                  <a:gd name="T5" fmla="*/ 40 h 136"/>
                  <a:gd name="T6" fmla="*/ 49 w 169"/>
                  <a:gd name="T7" fmla="*/ 0 h 136"/>
                  <a:gd name="T8" fmla="*/ 77 w 169"/>
                  <a:gd name="T9" fmla="*/ 32 h 136"/>
                  <a:gd name="T10" fmla="*/ 145 w 169"/>
                  <a:gd name="T11" fmla="*/ 100 h 136"/>
                  <a:gd name="T12" fmla="*/ 133 w 169"/>
                  <a:gd name="T13" fmla="*/ 136 h 136"/>
                  <a:gd name="T14" fmla="*/ 109 w 169"/>
                  <a:gd name="T15" fmla="*/ 136 h 136"/>
                  <a:gd name="T16" fmla="*/ 116 w 169"/>
                  <a:gd name="T17" fmla="*/ 105 h 136"/>
                  <a:gd name="T18" fmla="*/ 99 w 169"/>
                  <a:gd name="T19" fmla="*/ 81 h 136"/>
                  <a:gd name="T20" fmla="*/ 60 w 169"/>
                  <a:gd name="T21" fmla="*/ 77 h 136"/>
                  <a:gd name="T22" fmla="*/ 38 w 169"/>
                  <a:gd name="T23" fmla="*/ 89 h 136"/>
                  <a:gd name="T24" fmla="*/ 33 w 169"/>
                  <a:gd name="T25" fmla="*/ 99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9" h="136">
                    <a:moveTo>
                      <a:pt x="33" y="99"/>
                    </a:moveTo>
                    <a:cubicBezTo>
                      <a:pt x="33" y="99"/>
                      <a:pt x="33" y="100"/>
                      <a:pt x="32" y="100"/>
                    </a:cubicBezTo>
                    <a:cubicBezTo>
                      <a:pt x="27" y="98"/>
                      <a:pt x="0" y="87"/>
                      <a:pt x="25" y="40"/>
                    </a:cubicBezTo>
                    <a:cubicBezTo>
                      <a:pt x="49" y="0"/>
                      <a:pt x="49" y="0"/>
                      <a:pt x="49" y="0"/>
                    </a:cubicBezTo>
                    <a:cubicBezTo>
                      <a:pt x="49" y="0"/>
                      <a:pt x="41" y="24"/>
                      <a:pt x="77" y="32"/>
                    </a:cubicBezTo>
                    <a:cubicBezTo>
                      <a:pt x="77" y="32"/>
                      <a:pt x="169" y="48"/>
                      <a:pt x="145" y="100"/>
                    </a:cubicBezTo>
                    <a:cubicBezTo>
                      <a:pt x="133" y="136"/>
                      <a:pt x="133" y="136"/>
                      <a:pt x="133" y="136"/>
                    </a:cubicBezTo>
                    <a:cubicBezTo>
                      <a:pt x="133" y="136"/>
                      <a:pt x="117" y="124"/>
                      <a:pt x="109" y="136"/>
                    </a:cubicBezTo>
                    <a:cubicBezTo>
                      <a:pt x="116" y="105"/>
                      <a:pt x="116" y="105"/>
                      <a:pt x="116" y="105"/>
                    </a:cubicBezTo>
                    <a:cubicBezTo>
                      <a:pt x="119" y="94"/>
                      <a:pt x="111" y="83"/>
                      <a:pt x="99" y="81"/>
                    </a:cubicBezTo>
                    <a:cubicBezTo>
                      <a:pt x="60" y="77"/>
                      <a:pt x="60" y="77"/>
                      <a:pt x="60" y="77"/>
                    </a:cubicBezTo>
                    <a:cubicBezTo>
                      <a:pt x="51" y="76"/>
                      <a:pt x="42" y="81"/>
                      <a:pt x="38" y="89"/>
                    </a:cubicBezTo>
                    <a:lnTo>
                      <a:pt x="33" y="99"/>
                    </a:lnTo>
                    <a:close/>
                  </a:path>
                </a:pathLst>
              </a:custGeom>
              <a:solidFill>
                <a:srgbClr val="0F1E8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7" name="任意多边形: 形状 56">
                <a:extLst>
                  <a:ext uri="{FF2B5EF4-FFF2-40B4-BE49-F238E27FC236}">
                    <a16:creationId xmlns:a16="http://schemas.microsoft.com/office/drawing/2014/main" id="{0EF61032-3323-C162-12FA-6EBD257511D7}"/>
                  </a:ext>
                </a:extLst>
              </p:cNvPr>
              <p:cNvSpPr>
                <a:spLocks/>
              </p:cNvSpPr>
              <p:nvPr userDrawn="1"/>
            </p:nvSpPr>
            <p:spPr bwMode="auto">
              <a:xfrm>
                <a:off x="8675688" y="2444750"/>
                <a:ext cx="358775" cy="358775"/>
              </a:xfrm>
              <a:custGeom>
                <a:avLst/>
                <a:gdLst>
                  <a:gd name="T0" fmla="*/ 23 w 132"/>
                  <a:gd name="T1" fmla="*/ 20 h 132"/>
                  <a:gd name="T2" fmla="*/ 5 w 132"/>
                  <a:gd name="T3" fmla="*/ 117 h 132"/>
                  <a:gd name="T4" fmla="*/ 17 w 132"/>
                  <a:gd name="T5" fmla="*/ 129 h 132"/>
                  <a:gd name="T6" fmla="*/ 95 w 132"/>
                  <a:gd name="T7" fmla="*/ 104 h 132"/>
                  <a:gd name="T8" fmla="*/ 123 w 132"/>
                  <a:gd name="T9" fmla="*/ 68 h 132"/>
                  <a:gd name="T10" fmla="*/ 108 w 132"/>
                  <a:gd name="T11" fmla="*/ 56 h 132"/>
                  <a:gd name="T12" fmla="*/ 99 w 132"/>
                  <a:gd name="T13" fmla="*/ 60 h 132"/>
                  <a:gd name="T14" fmla="*/ 103 w 132"/>
                  <a:gd name="T15" fmla="*/ 36 h 132"/>
                  <a:gd name="T16" fmla="*/ 63 w 132"/>
                  <a:gd name="T17" fmla="*/ 8 h 132"/>
                  <a:gd name="T18" fmla="*/ 23 w 132"/>
                  <a:gd name="T19" fmla="*/ 2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2" h="132">
                    <a:moveTo>
                      <a:pt x="23" y="20"/>
                    </a:moveTo>
                    <a:cubicBezTo>
                      <a:pt x="23" y="20"/>
                      <a:pt x="0" y="80"/>
                      <a:pt x="5" y="117"/>
                    </a:cubicBezTo>
                    <a:cubicBezTo>
                      <a:pt x="6" y="124"/>
                      <a:pt x="11" y="128"/>
                      <a:pt x="17" y="129"/>
                    </a:cubicBezTo>
                    <a:cubicBezTo>
                      <a:pt x="39" y="131"/>
                      <a:pt x="89" y="132"/>
                      <a:pt x="95" y="104"/>
                    </a:cubicBezTo>
                    <a:cubicBezTo>
                      <a:pt x="95" y="104"/>
                      <a:pt x="132" y="97"/>
                      <a:pt x="123" y="68"/>
                    </a:cubicBezTo>
                    <a:cubicBezTo>
                      <a:pt x="120" y="61"/>
                      <a:pt x="115" y="56"/>
                      <a:pt x="108" y="56"/>
                    </a:cubicBezTo>
                    <a:cubicBezTo>
                      <a:pt x="105" y="56"/>
                      <a:pt x="102" y="57"/>
                      <a:pt x="99" y="60"/>
                    </a:cubicBezTo>
                    <a:cubicBezTo>
                      <a:pt x="103" y="36"/>
                      <a:pt x="103" y="36"/>
                      <a:pt x="103" y="36"/>
                    </a:cubicBezTo>
                    <a:cubicBezTo>
                      <a:pt x="103" y="36"/>
                      <a:pt x="111" y="12"/>
                      <a:pt x="63" y="8"/>
                    </a:cubicBezTo>
                    <a:cubicBezTo>
                      <a:pt x="63" y="8"/>
                      <a:pt x="31" y="0"/>
                      <a:pt x="23" y="20"/>
                    </a:cubicBez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8" name="任意多边形: 形状 57">
                <a:extLst>
                  <a:ext uri="{FF2B5EF4-FFF2-40B4-BE49-F238E27FC236}">
                    <a16:creationId xmlns:a16="http://schemas.microsoft.com/office/drawing/2014/main" id="{F14C6F03-368E-D58D-5135-3B8DADA785FF}"/>
                  </a:ext>
                </a:extLst>
              </p:cNvPr>
              <p:cNvSpPr>
                <a:spLocks/>
              </p:cNvSpPr>
              <p:nvPr userDrawn="1"/>
            </p:nvSpPr>
            <p:spPr bwMode="auto">
              <a:xfrm>
                <a:off x="8140700" y="2682875"/>
                <a:ext cx="1314450" cy="1325562"/>
              </a:xfrm>
              <a:custGeom>
                <a:avLst/>
                <a:gdLst>
                  <a:gd name="T0" fmla="*/ 228 w 484"/>
                  <a:gd name="T1" fmla="*/ 76 h 488"/>
                  <a:gd name="T2" fmla="*/ 99 w 484"/>
                  <a:gd name="T3" fmla="*/ 6 h 488"/>
                  <a:gd name="T4" fmla="*/ 76 w 484"/>
                  <a:gd name="T5" fmla="*/ 6 h 488"/>
                  <a:gd name="T6" fmla="*/ 4 w 484"/>
                  <a:gd name="T7" fmla="*/ 68 h 488"/>
                  <a:gd name="T8" fmla="*/ 12 w 484"/>
                  <a:gd name="T9" fmla="*/ 88 h 488"/>
                  <a:gd name="T10" fmla="*/ 136 w 484"/>
                  <a:gd name="T11" fmla="*/ 184 h 488"/>
                  <a:gd name="T12" fmla="*/ 124 w 484"/>
                  <a:gd name="T13" fmla="*/ 436 h 488"/>
                  <a:gd name="T14" fmla="*/ 144 w 484"/>
                  <a:gd name="T15" fmla="*/ 460 h 488"/>
                  <a:gd name="T16" fmla="*/ 392 w 484"/>
                  <a:gd name="T17" fmla="*/ 444 h 488"/>
                  <a:gd name="T18" fmla="*/ 396 w 484"/>
                  <a:gd name="T19" fmla="*/ 424 h 488"/>
                  <a:gd name="T20" fmla="*/ 372 w 484"/>
                  <a:gd name="T21" fmla="*/ 276 h 488"/>
                  <a:gd name="T22" fmla="*/ 404 w 484"/>
                  <a:gd name="T23" fmla="*/ 308 h 488"/>
                  <a:gd name="T24" fmla="*/ 428 w 484"/>
                  <a:gd name="T25" fmla="*/ 312 h 488"/>
                  <a:gd name="T26" fmla="*/ 480 w 484"/>
                  <a:gd name="T27" fmla="*/ 236 h 488"/>
                  <a:gd name="T28" fmla="*/ 472 w 484"/>
                  <a:gd name="T29" fmla="*/ 212 h 488"/>
                  <a:gd name="T30" fmla="*/ 408 w 484"/>
                  <a:gd name="T31" fmla="*/ 136 h 488"/>
                  <a:gd name="T32" fmla="*/ 352 w 484"/>
                  <a:gd name="T33" fmla="*/ 100 h 488"/>
                  <a:gd name="T34" fmla="*/ 298 w 484"/>
                  <a:gd name="T35" fmla="*/ 87 h 488"/>
                  <a:gd name="T36" fmla="*/ 252 w 484"/>
                  <a:gd name="T37" fmla="*/ 116 h 488"/>
                  <a:gd name="T38" fmla="*/ 228 w 484"/>
                  <a:gd name="T39" fmla="*/ 7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4" h="488">
                    <a:moveTo>
                      <a:pt x="228" y="76"/>
                    </a:moveTo>
                    <a:cubicBezTo>
                      <a:pt x="228" y="76"/>
                      <a:pt x="151" y="48"/>
                      <a:pt x="99" y="6"/>
                    </a:cubicBezTo>
                    <a:cubicBezTo>
                      <a:pt x="93" y="0"/>
                      <a:pt x="83" y="0"/>
                      <a:pt x="76" y="6"/>
                    </a:cubicBezTo>
                    <a:cubicBezTo>
                      <a:pt x="4" y="68"/>
                      <a:pt x="4" y="68"/>
                      <a:pt x="4" y="68"/>
                    </a:cubicBezTo>
                    <a:cubicBezTo>
                      <a:pt x="4" y="68"/>
                      <a:pt x="0" y="76"/>
                      <a:pt x="12" y="88"/>
                    </a:cubicBezTo>
                    <a:cubicBezTo>
                      <a:pt x="12" y="88"/>
                      <a:pt x="96" y="168"/>
                      <a:pt x="136" y="184"/>
                    </a:cubicBezTo>
                    <a:cubicBezTo>
                      <a:pt x="124" y="436"/>
                      <a:pt x="124" y="436"/>
                      <a:pt x="124" y="436"/>
                    </a:cubicBezTo>
                    <a:cubicBezTo>
                      <a:pt x="124" y="436"/>
                      <a:pt x="116" y="456"/>
                      <a:pt x="144" y="460"/>
                    </a:cubicBezTo>
                    <a:cubicBezTo>
                      <a:pt x="144" y="460"/>
                      <a:pt x="304" y="488"/>
                      <a:pt x="392" y="444"/>
                    </a:cubicBezTo>
                    <a:cubicBezTo>
                      <a:pt x="392" y="444"/>
                      <a:pt x="400" y="440"/>
                      <a:pt x="396" y="424"/>
                    </a:cubicBezTo>
                    <a:cubicBezTo>
                      <a:pt x="372" y="276"/>
                      <a:pt x="372" y="276"/>
                      <a:pt x="372" y="276"/>
                    </a:cubicBezTo>
                    <a:cubicBezTo>
                      <a:pt x="404" y="308"/>
                      <a:pt x="404" y="308"/>
                      <a:pt x="404" y="308"/>
                    </a:cubicBezTo>
                    <a:cubicBezTo>
                      <a:pt x="404" y="308"/>
                      <a:pt x="412" y="324"/>
                      <a:pt x="428" y="312"/>
                    </a:cubicBezTo>
                    <a:cubicBezTo>
                      <a:pt x="480" y="236"/>
                      <a:pt x="480" y="236"/>
                      <a:pt x="480" y="236"/>
                    </a:cubicBezTo>
                    <a:cubicBezTo>
                      <a:pt x="480" y="236"/>
                      <a:pt x="484" y="228"/>
                      <a:pt x="472" y="212"/>
                    </a:cubicBezTo>
                    <a:cubicBezTo>
                      <a:pt x="408" y="136"/>
                      <a:pt x="408" y="136"/>
                      <a:pt x="408" y="136"/>
                    </a:cubicBezTo>
                    <a:cubicBezTo>
                      <a:pt x="408" y="136"/>
                      <a:pt x="396" y="108"/>
                      <a:pt x="352" y="100"/>
                    </a:cubicBezTo>
                    <a:cubicBezTo>
                      <a:pt x="308" y="92"/>
                      <a:pt x="298" y="87"/>
                      <a:pt x="298" y="87"/>
                    </a:cubicBezTo>
                    <a:cubicBezTo>
                      <a:pt x="298" y="87"/>
                      <a:pt x="292" y="124"/>
                      <a:pt x="252" y="116"/>
                    </a:cubicBezTo>
                    <a:cubicBezTo>
                      <a:pt x="252" y="116"/>
                      <a:pt x="200" y="104"/>
                      <a:pt x="228" y="76"/>
                    </a:cubicBezTo>
                    <a:close/>
                  </a:path>
                </a:pathLst>
              </a:custGeom>
              <a:solidFill>
                <a:srgbClr val="C6F9F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9" name="任意多边形: 形状 58">
                <a:extLst>
                  <a:ext uri="{FF2B5EF4-FFF2-40B4-BE49-F238E27FC236}">
                    <a16:creationId xmlns:a16="http://schemas.microsoft.com/office/drawing/2014/main" id="{0308BA98-3A37-427D-2619-757064429003}"/>
                  </a:ext>
                </a:extLst>
              </p:cNvPr>
              <p:cNvSpPr>
                <a:spLocks/>
              </p:cNvSpPr>
              <p:nvPr userDrawn="1"/>
            </p:nvSpPr>
            <p:spPr bwMode="auto">
              <a:xfrm>
                <a:off x="9123363" y="3405188"/>
                <a:ext cx="188912" cy="506412"/>
              </a:xfrm>
              <a:custGeom>
                <a:avLst/>
                <a:gdLst>
                  <a:gd name="T0" fmla="*/ 0 w 69"/>
                  <a:gd name="T1" fmla="*/ 0 h 186"/>
                  <a:gd name="T2" fmla="*/ 10 w 69"/>
                  <a:gd name="T3" fmla="*/ 186 h 186"/>
                  <a:gd name="T4" fmla="*/ 30 w 69"/>
                  <a:gd name="T5" fmla="*/ 178 h 186"/>
                  <a:gd name="T6" fmla="*/ 34 w 69"/>
                  <a:gd name="T7" fmla="*/ 158 h 186"/>
                  <a:gd name="T8" fmla="*/ 10 w 69"/>
                  <a:gd name="T9" fmla="*/ 10 h 186"/>
                  <a:gd name="T10" fmla="*/ 42 w 69"/>
                  <a:gd name="T11" fmla="*/ 42 h 186"/>
                  <a:gd name="T12" fmla="*/ 66 w 69"/>
                  <a:gd name="T13" fmla="*/ 46 h 186"/>
                  <a:gd name="T14" fmla="*/ 69 w 69"/>
                  <a:gd name="T15" fmla="*/ 41 h 186"/>
                  <a:gd name="T16" fmla="*/ 0 w 69"/>
                  <a:gd name="T17"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9" h="186">
                    <a:moveTo>
                      <a:pt x="0" y="0"/>
                    </a:moveTo>
                    <a:cubicBezTo>
                      <a:pt x="10" y="186"/>
                      <a:pt x="10" y="186"/>
                      <a:pt x="10" y="186"/>
                    </a:cubicBezTo>
                    <a:cubicBezTo>
                      <a:pt x="17" y="184"/>
                      <a:pt x="24" y="181"/>
                      <a:pt x="30" y="178"/>
                    </a:cubicBezTo>
                    <a:cubicBezTo>
                      <a:pt x="30" y="178"/>
                      <a:pt x="38" y="174"/>
                      <a:pt x="34" y="158"/>
                    </a:cubicBezTo>
                    <a:cubicBezTo>
                      <a:pt x="10" y="10"/>
                      <a:pt x="10" y="10"/>
                      <a:pt x="10" y="10"/>
                    </a:cubicBezTo>
                    <a:cubicBezTo>
                      <a:pt x="42" y="42"/>
                      <a:pt x="42" y="42"/>
                      <a:pt x="42" y="42"/>
                    </a:cubicBezTo>
                    <a:cubicBezTo>
                      <a:pt x="42" y="42"/>
                      <a:pt x="50" y="58"/>
                      <a:pt x="66" y="46"/>
                    </a:cubicBezTo>
                    <a:cubicBezTo>
                      <a:pt x="69" y="41"/>
                      <a:pt x="69" y="41"/>
                      <a:pt x="69" y="41"/>
                    </a:cubicBezTo>
                    <a:lnTo>
                      <a:pt x="0" y="0"/>
                    </a:lnTo>
                    <a:close/>
                  </a:path>
                </a:pathLst>
              </a:custGeom>
              <a:solidFill>
                <a:srgbClr val="A6E2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0" name="任意多边形: 形状 59">
                <a:extLst>
                  <a:ext uri="{FF2B5EF4-FFF2-40B4-BE49-F238E27FC236}">
                    <a16:creationId xmlns:a16="http://schemas.microsoft.com/office/drawing/2014/main" id="{2D621CA0-177E-8312-D7B7-0A212FEBA123}"/>
                  </a:ext>
                </a:extLst>
              </p:cNvPr>
              <p:cNvSpPr>
                <a:spLocks/>
              </p:cNvSpPr>
              <p:nvPr userDrawn="1"/>
            </p:nvSpPr>
            <p:spPr bwMode="auto">
              <a:xfrm>
                <a:off x="8621713" y="4156075"/>
                <a:ext cx="230187" cy="1349375"/>
              </a:xfrm>
              <a:custGeom>
                <a:avLst/>
                <a:gdLst>
                  <a:gd name="T0" fmla="*/ 145 w 145"/>
                  <a:gd name="T1" fmla="*/ 0 h 850"/>
                  <a:gd name="T2" fmla="*/ 111 w 145"/>
                  <a:gd name="T3" fmla="*/ 25 h 850"/>
                  <a:gd name="T4" fmla="*/ 0 w 145"/>
                  <a:gd name="T5" fmla="*/ 850 h 850"/>
                  <a:gd name="T6" fmla="*/ 45 w 145"/>
                  <a:gd name="T7" fmla="*/ 843 h 850"/>
                  <a:gd name="T8" fmla="*/ 145 w 145"/>
                  <a:gd name="T9" fmla="*/ 0 h 850"/>
                </a:gdLst>
                <a:ahLst/>
                <a:cxnLst>
                  <a:cxn ang="0">
                    <a:pos x="T0" y="T1"/>
                  </a:cxn>
                  <a:cxn ang="0">
                    <a:pos x="T2" y="T3"/>
                  </a:cxn>
                  <a:cxn ang="0">
                    <a:pos x="T4" y="T5"/>
                  </a:cxn>
                  <a:cxn ang="0">
                    <a:pos x="T6" y="T7"/>
                  </a:cxn>
                  <a:cxn ang="0">
                    <a:pos x="T8" y="T9"/>
                  </a:cxn>
                </a:cxnLst>
                <a:rect l="0" t="0" r="r" b="b"/>
                <a:pathLst>
                  <a:path w="145" h="850">
                    <a:moveTo>
                      <a:pt x="145" y="0"/>
                    </a:moveTo>
                    <a:lnTo>
                      <a:pt x="111" y="25"/>
                    </a:lnTo>
                    <a:lnTo>
                      <a:pt x="0" y="850"/>
                    </a:lnTo>
                    <a:lnTo>
                      <a:pt x="45" y="843"/>
                    </a:lnTo>
                    <a:lnTo>
                      <a:pt x="145" y="0"/>
                    </a:lnTo>
                    <a:close/>
                  </a:path>
                </a:pathLst>
              </a:custGeom>
              <a:solidFill>
                <a:srgbClr val="1E16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1" name="任意多边形: 形状 60">
                <a:extLst>
                  <a:ext uri="{FF2B5EF4-FFF2-40B4-BE49-F238E27FC236}">
                    <a16:creationId xmlns:a16="http://schemas.microsoft.com/office/drawing/2014/main" id="{406C7056-D5EE-A509-387B-15416B464933}"/>
                  </a:ext>
                </a:extLst>
              </p:cNvPr>
              <p:cNvSpPr>
                <a:spLocks/>
              </p:cNvSpPr>
              <p:nvPr userDrawn="1"/>
            </p:nvSpPr>
            <p:spPr bwMode="auto">
              <a:xfrm>
                <a:off x="8140700" y="2857500"/>
                <a:ext cx="392112" cy="806450"/>
              </a:xfrm>
              <a:custGeom>
                <a:avLst/>
                <a:gdLst>
                  <a:gd name="T0" fmla="*/ 144 w 144"/>
                  <a:gd name="T1" fmla="*/ 107 h 297"/>
                  <a:gd name="T2" fmla="*/ 9 w 144"/>
                  <a:gd name="T3" fmla="*/ 0 h 297"/>
                  <a:gd name="T4" fmla="*/ 4 w 144"/>
                  <a:gd name="T5" fmla="*/ 4 h 297"/>
                  <a:gd name="T6" fmla="*/ 12 w 144"/>
                  <a:gd name="T7" fmla="*/ 24 h 297"/>
                  <a:gd name="T8" fmla="*/ 136 w 144"/>
                  <a:gd name="T9" fmla="*/ 120 h 297"/>
                  <a:gd name="T10" fmla="*/ 128 w 144"/>
                  <a:gd name="T11" fmla="*/ 297 h 297"/>
                  <a:gd name="T12" fmla="*/ 144 w 144"/>
                  <a:gd name="T13" fmla="*/ 107 h 297"/>
                </a:gdLst>
                <a:ahLst/>
                <a:cxnLst>
                  <a:cxn ang="0">
                    <a:pos x="T0" y="T1"/>
                  </a:cxn>
                  <a:cxn ang="0">
                    <a:pos x="T2" y="T3"/>
                  </a:cxn>
                  <a:cxn ang="0">
                    <a:pos x="T4" y="T5"/>
                  </a:cxn>
                  <a:cxn ang="0">
                    <a:pos x="T6" y="T7"/>
                  </a:cxn>
                  <a:cxn ang="0">
                    <a:pos x="T8" y="T9"/>
                  </a:cxn>
                  <a:cxn ang="0">
                    <a:pos x="T10" y="T11"/>
                  </a:cxn>
                  <a:cxn ang="0">
                    <a:pos x="T12" y="T13"/>
                  </a:cxn>
                </a:cxnLst>
                <a:rect l="0" t="0" r="r" b="b"/>
                <a:pathLst>
                  <a:path w="144" h="297">
                    <a:moveTo>
                      <a:pt x="144" y="107"/>
                    </a:moveTo>
                    <a:cubicBezTo>
                      <a:pt x="96" y="87"/>
                      <a:pt x="28" y="20"/>
                      <a:pt x="9" y="0"/>
                    </a:cubicBezTo>
                    <a:cubicBezTo>
                      <a:pt x="4" y="4"/>
                      <a:pt x="4" y="4"/>
                      <a:pt x="4" y="4"/>
                    </a:cubicBezTo>
                    <a:cubicBezTo>
                      <a:pt x="4" y="4"/>
                      <a:pt x="0" y="12"/>
                      <a:pt x="12" y="24"/>
                    </a:cubicBezTo>
                    <a:cubicBezTo>
                      <a:pt x="12" y="24"/>
                      <a:pt x="96" y="104"/>
                      <a:pt x="136" y="120"/>
                    </a:cubicBezTo>
                    <a:cubicBezTo>
                      <a:pt x="128" y="297"/>
                      <a:pt x="128" y="297"/>
                      <a:pt x="128" y="297"/>
                    </a:cubicBezTo>
                    <a:lnTo>
                      <a:pt x="144" y="107"/>
                    </a:lnTo>
                    <a:close/>
                  </a:path>
                </a:pathLst>
              </a:custGeom>
              <a:solidFill>
                <a:srgbClr val="A6E2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任意多边形: 形状 61">
                <a:extLst>
                  <a:ext uri="{FF2B5EF4-FFF2-40B4-BE49-F238E27FC236}">
                    <a16:creationId xmlns:a16="http://schemas.microsoft.com/office/drawing/2014/main" id="{B17C98E5-BF43-6747-9471-0EBA12F672A6}"/>
                  </a:ext>
                </a:extLst>
              </p:cNvPr>
              <p:cNvSpPr>
                <a:spLocks/>
              </p:cNvSpPr>
              <p:nvPr userDrawn="1"/>
            </p:nvSpPr>
            <p:spPr bwMode="auto">
              <a:xfrm>
                <a:off x="8675688" y="3063875"/>
                <a:ext cx="185737" cy="477837"/>
              </a:xfrm>
              <a:custGeom>
                <a:avLst/>
                <a:gdLst>
                  <a:gd name="T0" fmla="*/ 0 w 68"/>
                  <a:gd name="T1" fmla="*/ 0 h 176"/>
                  <a:gd name="T2" fmla="*/ 68 w 68"/>
                  <a:gd name="T3" fmla="*/ 176 h 176"/>
                  <a:gd name="T4" fmla="*/ 0 w 68"/>
                  <a:gd name="T5" fmla="*/ 0 h 176"/>
                </a:gdLst>
                <a:ahLst/>
                <a:cxnLst>
                  <a:cxn ang="0">
                    <a:pos x="T0" y="T1"/>
                  </a:cxn>
                  <a:cxn ang="0">
                    <a:pos x="T2" y="T3"/>
                  </a:cxn>
                  <a:cxn ang="0">
                    <a:pos x="T4" y="T5"/>
                  </a:cxn>
                </a:cxnLst>
                <a:rect l="0" t="0" r="r" b="b"/>
                <a:pathLst>
                  <a:path w="68" h="176">
                    <a:moveTo>
                      <a:pt x="0" y="0"/>
                    </a:moveTo>
                    <a:cubicBezTo>
                      <a:pt x="0" y="0"/>
                      <a:pt x="23" y="122"/>
                      <a:pt x="68" y="176"/>
                    </a:cubicBezTo>
                    <a:cubicBezTo>
                      <a:pt x="68" y="176"/>
                      <a:pt x="10" y="131"/>
                      <a:pt x="0" y="0"/>
                    </a:cubicBezTo>
                    <a:close/>
                  </a:path>
                </a:pathLst>
              </a:custGeom>
              <a:solidFill>
                <a:srgbClr val="A6E2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任意多边形: 形状 62">
                <a:extLst>
                  <a:ext uri="{FF2B5EF4-FFF2-40B4-BE49-F238E27FC236}">
                    <a16:creationId xmlns:a16="http://schemas.microsoft.com/office/drawing/2014/main" id="{5553B896-2F4F-786B-6603-8F3C811A9DD8}"/>
                  </a:ext>
                </a:extLst>
              </p:cNvPr>
              <p:cNvSpPr>
                <a:spLocks/>
              </p:cNvSpPr>
              <p:nvPr userDrawn="1"/>
            </p:nvSpPr>
            <p:spPr bwMode="auto">
              <a:xfrm>
                <a:off x="8545513" y="5548313"/>
                <a:ext cx="106362" cy="182562"/>
              </a:xfrm>
              <a:custGeom>
                <a:avLst/>
                <a:gdLst>
                  <a:gd name="T0" fmla="*/ 39 w 39"/>
                  <a:gd name="T1" fmla="*/ 0 h 67"/>
                  <a:gd name="T2" fmla="*/ 0 w 39"/>
                  <a:gd name="T3" fmla="*/ 3 h 67"/>
                  <a:gd name="T4" fmla="*/ 28 w 39"/>
                  <a:gd name="T5" fmla="*/ 12 h 67"/>
                  <a:gd name="T6" fmla="*/ 28 w 39"/>
                  <a:gd name="T7" fmla="*/ 67 h 67"/>
                  <a:gd name="T8" fmla="*/ 36 w 39"/>
                  <a:gd name="T9" fmla="*/ 63 h 67"/>
                  <a:gd name="T10" fmla="*/ 39 w 39"/>
                  <a:gd name="T11" fmla="*/ 0 h 67"/>
                </a:gdLst>
                <a:ahLst/>
                <a:cxnLst>
                  <a:cxn ang="0">
                    <a:pos x="T0" y="T1"/>
                  </a:cxn>
                  <a:cxn ang="0">
                    <a:pos x="T2" y="T3"/>
                  </a:cxn>
                  <a:cxn ang="0">
                    <a:pos x="T4" y="T5"/>
                  </a:cxn>
                  <a:cxn ang="0">
                    <a:pos x="T6" y="T7"/>
                  </a:cxn>
                  <a:cxn ang="0">
                    <a:pos x="T8" y="T9"/>
                  </a:cxn>
                  <a:cxn ang="0">
                    <a:pos x="T10" y="T11"/>
                  </a:cxn>
                </a:cxnLst>
                <a:rect l="0" t="0" r="r" b="b"/>
                <a:pathLst>
                  <a:path w="39" h="67">
                    <a:moveTo>
                      <a:pt x="39" y="0"/>
                    </a:moveTo>
                    <a:cubicBezTo>
                      <a:pt x="0" y="3"/>
                      <a:pt x="0" y="3"/>
                      <a:pt x="0" y="3"/>
                    </a:cubicBezTo>
                    <a:cubicBezTo>
                      <a:pt x="28" y="12"/>
                      <a:pt x="28" y="12"/>
                      <a:pt x="28" y="12"/>
                    </a:cubicBezTo>
                    <a:cubicBezTo>
                      <a:pt x="28" y="12"/>
                      <a:pt x="27" y="49"/>
                      <a:pt x="28" y="67"/>
                    </a:cubicBezTo>
                    <a:cubicBezTo>
                      <a:pt x="30" y="66"/>
                      <a:pt x="33" y="65"/>
                      <a:pt x="36" y="63"/>
                    </a:cubicBezTo>
                    <a:lnTo>
                      <a:pt x="39" y="0"/>
                    </a:lnTo>
                    <a:close/>
                  </a:path>
                </a:pathLst>
              </a:custGeom>
              <a:solidFill>
                <a:srgbClr val="EFB1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任意多边形: 形状 63">
                <a:extLst>
                  <a:ext uri="{FF2B5EF4-FFF2-40B4-BE49-F238E27FC236}">
                    <a16:creationId xmlns:a16="http://schemas.microsoft.com/office/drawing/2014/main" id="{4245CF2D-9FB3-DD51-7440-DD1FBA0043E9}"/>
                  </a:ext>
                </a:extLst>
              </p:cNvPr>
              <p:cNvSpPr>
                <a:spLocks/>
              </p:cNvSpPr>
              <p:nvPr userDrawn="1"/>
            </p:nvSpPr>
            <p:spPr bwMode="auto">
              <a:xfrm>
                <a:off x="8439150" y="5472113"/>
                <a:ext cx="277812" cy="95250"/>
              </a:xfrm>
              <a:custGeom>
                <a:avLst/>
                <a:gdLst>
                  <a:gd name="T0" fmla="*/ 0 w 102"/>
                  <a:gd name="T1" fmla="*/ 10 h 35"/>
                  <a:gd name="T2" fmla="*/ 0 w 102"/>
                  <a:gd name="T3" fmla="*/ 32 h 35"/>
                  <a:gd name="T4" fmla="*/ 2 w 102"/>
                  <a:gd name="T5" fmla="*/ 35 h 35"/>
                  <a:gd name="T6" fmla="*/ 97 w 102"/>
                  <a:gd name="T7" fmla="*/ 33 h 35"/>
                  <a:gd name="T8" fmla="*/ 99 w 102"/>
                  <a:gd name="T9" fmla="*/ 30 h 35"/>
                  <a:gd name="T10" fmla="*/ 102 w 102"/>
                  <a:gd name="T11" fmla="*/ 3 h 35"/>
                  <a:gd name="T12" fmla="*/ 99 w 102"/>
                  <a:gd name="T13" fmla="*/ 0 h 35"/>
                  <a:gd name="T14" fmla="*/ 2 w 102"/>
                  <a:gd name="T15" fmla="*/ 8 h 35"/>
                  <a:gd name="T16" fmla="*/ 0 w 102"/>
                  <a:gd name="T17" fmla="*/ 1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 h="35">
                    <a:moveTo>
                      <a:pt x="0" y="10"/>
                    </a:moveTo>
                    <a:cubicBezTo>
                      <a:pt x="0" y="32"/>
                      <a:pt x="0" y="32"/>
                      <a:pt x="0" y="32"/>
                    </a:cubicBezTo>
                    <a:cubicBezTo>
                      <a:pt x="0" y="33"/>
                      <a:pt x="1" y="35"/>
                      <a:pt x="2" y="35"/>
                    </a:cubicBezTo>
                    <a:cubicBezTo>
                      <a:pt x="97" y="33"/>
                      <a:pt x="97" y="33"/>
                      <a:pt x="97" y="33"/>
                    </a:cubicBezTo>
                    <a:cubicBezTo>
                      <a:pt x="98" y="33"/>
                      <a:pt x="99" y="31"/>
                      <a:pt x="99" y="30"/>
                    </a:cubicBezTo>
                    <a:cubicBezTo>
                      <a:pt x="102" y="3"/>
                      <a:pt x="102" y="3"/>
                      <a:pt x="102" y="3"/>
                    </a:cubicBezTo>
                    <a:cubicBezTo>
                      <a:pt x="102" y="2"/>
                      <a:pt x="101" y="0"/>
                      <a:pt x="99" y="0"/>
                    </a:cubicBezTo>
                    <a:cubicBezTo>
                      <a:pt x="2" y="8"/>
                      <a:pt x="2" y="8"/>
                      <a:pt x="2" y="8"/>
                    </a:cubicBezTo>
                    <a:cubicBezTo>
                      <a:pt x="1" y="8"/>
                      <a:pt x="0" y="9"/>
                      <a:pt x="0" y="10"/>
                    </a:cubicBezTo>
                    <a:close/>
                  </a:path>
                </a:pathLst>
              </a:custGeom>
              <a:solidFill>
                <a:srgbClr val="3953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任意多边形: 形状 64">
                <a:extLst>
                  <a:ext uri="{FF2B5EF4-FFF2-40B4-BE49-F238E27FC236}">
                    <a16:creationId xmlns:a16="http://schemas.microsoft.com/office/drawing/2014/main" id="{150F8EC2-F464-574D-9B52-06E610E5E36D}"/>
                  </a:ext>
                </a:extLst>
              </p:cNvPr>
              <p:cNvSpPr>
                <a:spLocks/>
              </p:cNvSpPr>
              <p:nvPr userDrawn="1"/>
            </p:nvSpPr>
            <p:spPr bwMode="auto">
              <a:xfrm>
                <a:off x="8113713" y="5681663"/>
                <a:ext cx="598487" cy="201612"/>
              </a:xfrm>
              <a:custGeom>
                <a:avLst/>
                <a:gdLst>
                  <a:gd name="T0" fmla="*/ 142 w 220"/>
                  <a:gd name="T1" fmla="*/ 0 h 74"/>
                  <a:gd name="T2" fmla="*/ 4 w 220"/>
                  <a:gd name="T3" fmla="*/ 52 h 74"/>
                  <a:gd name="T4" fmla="*/ 0 w 220"/>
                  <a:gd name="T5" fmla="*/ 60 h 74"/>
                  <a:gd name="T6" fmla="*/ 0 w 220"/>
                  <a:gd name="T7" fmla="*/ 71 h 74"/>
                  <a:gd name="T8" fmla="*/ 3 w 220"/>
                  <a:gd name="T9" fmla="*/ 74 h 74"/>
                  <a:gd name="T10" fmla="*/ 214 w 220"/>
                  <a:gd name="T11" fmla="*/ 74 h 74"/>
                  <a:gd name="T12" fmla="*/ 217 w 220"/>
                  <a:gd name="T13" fmla="*/ 72 h 74"/>
                  <a:gd name="T14" fmla="*/ 219 w 220"/>
                  <a:gd name="T15" fmla="*/ 51 h 74"/>
                  <a:gd name="T16" fmla="*/ 212 w 220"/>
                  <a:gd name="T17" fmla="*/ 18 h 74"/>
                  <a:gd name="T18" fmla="*/ 206 w 220"/>
                  <a:gd name="T19" fmla="*/ 10 h 74"/>
                  <a:gd name="T20" fmla="*/ 194 w 220"/>
                  <a:gd name="T21" fmla="*/ 6 h 74"/>
                  <a:gd name="T22" fmla="*/ 170 w 220"/>
                  <a:gd name="T23" fmla="*/ 17 h 74"/>
                  <a:gd name="T24" fmla="*/ 142 w 220"/>
                  <a:gd name="T25"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0" h="74">
                    <a:moveTo>
                      <a:pt x="142" y="0"/>
                    </a:moveTo>
                    <a:cubicBezTo>
                      <a:pt x="142" y="0"/>
                      <a:pt x="44" y="22"/>
                      <a:pt x="4" y="52"/>
                    </a:cubicBezTo>
                    <a:cubicBezTo>
                      <a:pt x="1" y="54"/>
                      <a:pt x="0" y="57"/>
                      <a:pt x="0" y="60"/>
                    </a:cubicBezTo>
                    <a:cubicBezTo>
                      <a:pt x="0" y="71"/>
                      <a:pt x="0" y="71"/>
                      <a:pt x="0" y="71"/>
                    </a:cubicBezTo>
                    <a:cubicBezTo>
                      <a:pt x="0" y="73"/>
                      <a:pt x="1" y="74"/>
                      <a:pt x="3" y="74"/>
                    </a:cubicBezTo>
                    <a:cubicBezTo>
                      <a:pt x="214" y="74"/>
                      <a:pt x="214" y="74"/>
                      <a:pt x="214" y="74"/>
                    </a:cubicBezTo>
                    <a:cubicBezTo>
                      <a:pt x="216" y="74"/>
                      <a:pt x="217" y="73"/>
                      <a:pt x="217" y="72"/>
                    </a:cubicBezTo>
                    <a:cubicBezTo>
                      <a:pt x="218" y="67"/>
                      <a:pt x="220" y="57"/>
                      <a:pt x="219" y="51"/>
                    </a:cubicBezTo>
                    <a:cubicBezTo>
                      <a:pt x="212" y="18"/>
                      <a:pt x="212" y="18"/>
                      <a:pt x="212" y="18"/>
                    </a:cubicBezTo>
                    <a:cubicBezTo>
                      <a:pt x="212" y="14"/>
                      <a:pt x="209" y="11"/>
                      <a:pt x="206" y="10"/>
                    </a:cubicBezTo>
                    <a:cubicBezTo>
                      <a:pt x="194" y="6"/>
                      <a:pt x="194" y="6"/>
                      <a:pt x="194" y="6"/>
                    </a:cubicBezTo>
                    <a:cubicBezTo>
                      <a:pt x="194" y="6"/>
                      <a:pt x="191" y="14"/>
                      <a:pt x="170" y="17"/>
                    </a:cubicBezTo>
                    <a:cubicBezTo>
                      <a:pt x="170" y="17"/>
                      <a:pt x="142" y="20"/>
                      <a:pt x="142" y="0"/>
                    </a:cubicBezTo>
                    <a:close/>
                  </a:path>
                </a:pathLst>
              </a:custGeom>
              <a:solidFill>
                <a:srgbClr val="FFCD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任意多边形: 形状 65">
                <a:extLst>
                  <a:ext uri="{FF2B5EF4-FFF2-40B4-BE49-F238E27FC236}">
                    <a16:creationId xmlns:a16="http://schemas.microsoft.com/office/drawing/2014/main" id="{AA7ABC56-F894-1F2B-67CA-B0007CE90CEF}"/>
                  </a:ext>
                </a:extLst>
              </p:cNvPr>
              <p:cNvSpPr>
                <a:spLocks/>
              </p:cNvSpPr>
              <p:nvPr userDrawn="1"/>
            </p:nvSpPr>
            <p:spPr bwMode="auto">
              <a:xfrm>
                <a:off x="9290050" y="5526088"/>
                <a:ext cx="106362" cy="198437"/>
              </a:xfrm>
              <a:custGeom>
                <a:avLst/>
                <a:gdLst>
                  <a:gd name="T0" fmla="*/ 0 w 39"/>
                  <a:gd name="T1" fmla="*/ 5 h 73"/>
                  <a:gd name="T2" fmla="*/ 4 w 39"/>
                  <a:gd name="T3" fmla="*/ 71 h 73"/>
                  <a:gd name="T4" fmla="*/ 7 w 39"/>
                  <a:gd name="T5" fmla="*/ 73 h 73"/>
                  <a:gd name="T6" fmla="*/ 13 w 39"/>
                  <a:gd name="T7" fmla="*/ 11 h 73"/>
                  <a:gd name="T8" fmla="*/ 39 w 39"/>
                  <a:gd name="T9" fmla="*/ 0 h 73"/>
                  <a:gd name="T10" fmla="*/ 0 w 39"/>
                  <a:gd name="T11" fmla="*/ 5 h 73"/>
                </a:gdLst>
                <a:ahLst/>
                <a:cxnLst>
                  <a:cxn ang="0">
                    <a:pos x="T0" y="T1"/>
                  </a:cxn>
                  <a:cxn ang="0">
                    <a:pos x="T2" y="T3"/>
                  </a:cxn>
                  <a:cxn ang="0">
                    <a:pos x="T4" y="T5"/>
                  </a:cxn>
                  <a:cxn ang="0">
                    <a:pos x="T6" y="T7"/>
                  </a:cxn>
                  <a:cxn ang="0">
                    <a:pos x="T8" y="T9"/>
                  </a:cxn>
                  <a:cxn ang="0">
                    <a:pos x="T10" y="T11"/>
                  </a:cxn>
                </a:cxnLst>
                <a:rect l="0" t="0" r="r" b="b"/>
                <a:pathLst>
                  <a:path w="39" h="73">
                    <a:moveTo>
                      <a:pt x="0" y="5"/>
                    </a:moveTo>
                    <a:cubicBezTo>
                      <a:pt x="4" y="71"/>
                      <a:pt x="4" y="71"/>
                      <a:pt x="4" y="71"/>
                    </a:cubicBezTo>
                    <a:cubicBezTo>
                      <a:pt x="5" y="72"/>
                      <a:pt x="6" y="73"/>
                      <a:pt x="7" y="73"/>
                    </a:cubicBezTo>
                    <a:cubicBezTo>
                      <a:pt x="13" y="11"/>
                      <a:pt x="13" y="11"/>
                      <a:pt x="13" y="11"/>
                    </a:cubicBezTo>
                    <a:cubicBezTo>
                      <a:pt x="39" y="0"/>
                      <a:pt x="39" y="0"/>
                      <a:pt x="39" y="0"/>
                    </a:cubicBezTo>
                    <a:lnTo>
                      <a:pt x="0" y="5"/>
                    </a:lnTo>
                    <a:close/>
                  </a:path>
                </a:pathLst>
              </a:custGeom>
              <a:solidFill>
                <a:srgbClr val="EFB1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任意多边形: 形状 66">
                <a:extLst>
                  <a:ext uri="{FF2B5EF4-FFF2-40B4-BE49-F238E27FC236}">
                    <a16:creationId xmlns:a16="http://schemas.microsoft.com/office/drawing/2014/main" id="{916BD73F-5907-5C44-BED0-149D08B2B1CD}"/>
                  </a:ext>
                </a:extLst>
              </p:cNvPr>
              <p:cNvSpPr>
                <a:spLocks/>
              </p:cNvSpPr>
              <p:nvPr userDrawn="1"/>
            </p:nvSpPr>
            <p:spPr bwMode="auto">
              <a:xfrm>
                <a:off x="9229725" y="5681663"/>
                <a:ext cx="600075" cy="203200"/>
              </a:xfrm>
              <a:custGeom>
                <a:avLst/>
                <a:gdLst>
                  <a:gd name="T0" fmla="*/ 78 w 221"/>
                  <a:gd name="T1" fmla="*/ 0 h 75"/>
                  <a:gd name="T2" fmla="*/ 217 w 221"/>
                  <a:gd name="T3" fmla="*/ 52 h 75"/>
                  <a:gd name="T4" fmla="*/ 221 w 221"/>
                  <a:gd name="T5" fmla="*/ 60 h 75"/>
                  <a:gd name="T6" fmla="*/ 221 w 221"/>
                  <a:gd name="T7" fmla="*/ 71 h 75"/>
                  <a:gd name="T8" fmla="*/ 217 w 221"/>
                  <a:gd name="T9" fmla="*/ 75 h 75"/>
                  <a:gd name="T10" fmla="*/ 6 w 221"/>
                  <a:gd name="T11" fmla="*/ 75 h 75"/>
                  <a:gd name="T12" fmla="*/ 3 w 221"/>
                  <a:gd name="T13" fmla="*/ 72 h 75"/>
                  <a:gd name="T14" fmla="*/ 2 w 221"/>
                  <a:gd name="T15" fmla="*/ 52 h 75"/>
                  <a:gd name="T16" fmla="*/ 8 w 221"/>
                  <a:gd name="T17" fmla="*/ 18 h 75"/>
                  <a:gd name="T18" fmla="*/ 14 w 221"/>
                  <a:gd name="T19" fmla="*/ 10 h 75"/>
                  <a:gd name="T20" fmla="*/ 26 w 221"/>
                  <a:gd name="T21" fmla="*/ 6 h 75"/>
                  <a:gd name="T22" fmla="*/ 50 w 221"/>
                  <a:gd name="T23" fmla="*/ 17 h 75"/>
                  <a:gd name="T24" fmla="*/ 78 w 221"/>
                  <a:gd name="T25"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1" h="75">
                    <a:moveTo>
                      <a:pt x="78" y="0"/>
                    </a:moveTo>
                    <a:cubicBezTo>
                      <a:pt x="78" y="0"/>
                      <a:pt x="177" y="22"/>
                      <a:pt x="217" y="52"/>
                    </a:cubicBezTo>
                    <a:cubicBezTo>
                      <a:pt x="219" y="54"/>
                      <a:pt x="221" y="57"/>
                      <a:pt x="221" y="60"/>
                    </a:cubicBezTo>
                    <a:cubicBezTo>
                      <a:pt x="221" y="71"/>
                      <a:pt x="221" y="71"/>
                      <a:pt x="221" y="71"/>
                    </a:cubicBezTo>
                    <a:cubicBezTo>
                      <a:pt x="221" y="73"/>
                      <a:pt x="219" y="75"/>
                      <a:pt x="217" y="75"/>
                    </a:cubicBezTo>
                    <a:cubicBezTo>
                      <a:pt x="6" y="75"/>
                      <a:pt x="6" y="75"/>
                      <a:pt x="6" y="75"/>
                    </a:cubicBezTo>
                    <a:cubicBezTo>
                      <a:pt x="5" y="75"/>
                      <a:pt x="3" y="74"/>
                      <a:pt x="3" y="72"/>
                    </a:cubicBezTo>
                    <a:cubicBezTo>
                      <a:pt x="2" y="68"/>
                      <a:pt x="0" y="58"/>
                      <a:pt x="2" y="52"/>
                    </a:cubicBezTo>
                    <a:cubicBezTo>
                      <a:pt x="8" y="18"/>
                      <a:pt x="8" y="18"/>
                      <a:pt x="8" y="18"/>
                    </a:cubicBezTo>
                    <a:cubicBezTo>
                      <a:pt x="8" y="14"/>
                      <a:pt x="11" y="11"/>
                      <a:pt x="14" y="10"/>
                    </a:cubicBezTo>
                    <a:cubicBezTo>
                      <a:pt x="26" y="6"/>
                      <a:pt x="26" y="6"/>
                      <a:pt x="26" y="6"/>
                    </a:cubicBezTo>
                    <a:cubicBezTo>
                      <a:pt x="26" y="6"/>
                      <a:pt x="29" y="14"/>
                      <a:pt x="50" y="17"/>
                    </a:cubicBezTo>
                    <a:cubicBezTo>
                      <a:pt x="50" y="17"/>
                      <a:pt x="78" y="21"/>
                      <a:pt x="78" y="0"/>
                    </a:cubicBezTo>
                    <a:close/>
                  </a:path>
                </a:pathLst>
              </a:custGeom>
              <a:solidFill>
                <a:srgbClr val="FFCD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任意多边形: 形状 67">
                <a:extLst>
                  <a:ext uri="{FF2B5EF4-FFF2-40B4-BE49-F238E27FC236}">
                    <a16:creationId xmlns:a16="http://schemas.microsoft.com/office/drawing/2014/main" id="{D79C07D4-161D-C876-45E3-3FBFE1A83A60}"/>
                  </a:ext>
                </a:extLst>
              </p:cNvPr>
              <p:cNvSpPr>
                <a:spLocks/>
              </p:cNvSpPr>
              <p:nvPr userDrawn="1"/>
            </p:nvSpPr>
            <p:spPr bwMode="auto">
              <a:xfrm>
                <a:off x="9205913" y="5448300"/>
                <a:ext cx="279400" cy="92075"/>
              </a:xfrm>
              <a:custGeom>
                <a:avLst/>
                <a:gdLst>
                  <a:gd name="T0" fmla="*/ 0 w 103"/>
                  <a:gd name="T1" fmla="*/ 10 h 34"/>
                  <a:gd name="T2" fmla="*/ 0 w 103"/>
                  <a:gd name="T3" fmla="*/ 31 h 34"/>
                  <a:gd name="T4" fmla="*/ 3 w 103"/>
                  <a:gd name="T5" fmla="*/ 34 h 34"/>
                  <a:gd name="T6" fmla="*/ 98 w 103"/>
                  <a:gd name="T7" fmla="*/ 32 h 34"/>
                  <a:gd name="T8" fmla="*/ 100 w 103"/>
                  <a:gd name="T9" fmla="*/ 30 h 34"/>
                  <a:gd name="T10" fmla="*/ 103 w 103"/>
                  <a:gd name="T11" fmla="*/ 3 h 34"/>
                  <a:gd name="T12" fmla="*/ 100 w 103"/>
                  <a:gd name="T13" fmla="*/ 0 h 34"/>
                  <a:gd name="T14" fmla="*/ 3 w 103"/>
                  <a:gd name="T15" fmla="*/ 7 h 34"/>
                  <a:gd name="T16" fmla="*/ 0 w 103"/>
                  <a:gd name="T17" fmla="*/ 1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34">
                    <a:moveTo>
                      <a:pt x="0" y="10"/>
                    </a:moveTo>
                    <a:cubicBezTo>
                      <a:pt x="0" y="31"/>
                      <a:pt x="0" y="31"/>
                      <a:pt x="0" y="31"/>
                    </a:cubicBezTo>
                    <a:cubicBezTo>
                      <a:pt x="0" y="33"/>
                      <a:pt x="2" y="34"/>
                      <a:pt x="3" y="34"/>
                    </a:cubicBezTo>
                    <a:cubicBezTo>
                      <a:pt x="98" y="32"/>
                      <a:pt x="98" y="32"/>
                      <a:pt x="98" y="32"/>
                    </a:cubicBezTo>
                    <a:cubicBezTo>
                      <a:pt x="99" y="32"/>
                      <a:pt x="100" y="31"/>
                      <a:pt x="100" y="30"/>
                    </a:cubicBezTo>
                    <a:cubicBezTo>
                      <a:pt x="103" y="3"/>
                      <a:pt x="103" y="3"/>
                      <a:pt x="103" y="3"/>
                    </a:cubicBezTo>
                    <a:cubicBezTo>
                      <a:pt x="103" y="1"/>
                      <a:pt x="102" y="0"/>
                      <a:pt x="100" y="0"/>
                    </a:cubicBezTo>
                    <a:cubicBezTo>
                      <a:pt x="3" y="7"/>
                      <a:pt x="3" y="7"/>
                      <a:pt x="3" y="7"/>
                    </a:cubicBezTo>
                    <a:cubicBezTo>
                      <a:pt x="2" y="7"/>
                      <a:pt x="0" y="9"/>
                      <a:pt x="0" y="10"/>
                    </a:cubicBezTo>
                    <a:close/>
                  </a:path>
                </a:pathLst>
              </a:custGeom>
              <a:solidFill>
                <a:srgbClr val="3953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9" name="任意多边形: 形状 68">
                <a:extLst>
                  <a:ext uri="{FF2B5EF4-FFF2-40B4-BE49-F238E27FC236}">
                    <a16:creationId xmlns:a16="http://schemas.microsoft.com/office/drawing/2014/main" id="{98F4FA7F-A815-444E-72F2-7235462B1A5F}"/>
                  </a:ext>
                </a:extLst>
              </p:cNvPr>
              <p:cNvSpPr>
                <a:spLocks/>
              </p:cNvSpPr>
              <p:nvPr userDrawn="1"/>
            </p:nvSpPr>
            <p:spPr bwMode="auto">
              <a:xfrm>
                <a:off x="8196263" y="5697538"/>
                <a:ext cx="234950" cy="92075"/>
              </a:xfrm>
              <a:custGeom>
                <a:avLst/>
                <a:gdLst>
                  <a:gd name="T0" fmla="*/ 14 w 87"/>
                  <a:gd name="T1" fmla="*/ 34 h 34"/>
                  <a:gd name="T2" fmla="*/ 10 w 87"/>
                  <a:gd name="T3" fmla="*/ 34 h 34"/>
                  <a:gd name="T4" fmla="*/ 1 w 87"/>
                  <a:gd name="T5" fmla="*/ 32 h 34"/>
                  <a:gd name="T6" fmla="*/ 0 w 87"/>
                  <a:gd name="T7" fmla="*/ 31 h 34"/>
                  <a:gd name="T8" fmla="*/ 1 w 87"/>
                  <a:gd name="T9" fmla="*/ 30 h 34"/>
                  <a:gd name="T10" fmla="*/ 10 w 87"/>
                  <a:gd name="T11" fmla="*/ 32 h 34"/>
                  <a:gd name="T12" fmla="*/ 21 w 87"/>
                  <a:gd name="T13" fmla="*/ 31 h 34"/>
                  <a:gd name="T14" fmla="*/ 80 w 87"/>
                  <a:gd name="T15" fmla="*/ 13 h 34"/>
                  <a:gd name="T16" fmla="*/ 83 w 87"/>
                  <a:gd name="T17" fmla="*/ 10 h 34"/>
                  <a:gd name="T18" fmla="*/ 85 w 87"/>
                  <a:gd name="T19" fmla="*/ 1 h 34"/>
                  <a:gd name="T20" fmla="*/ 86 w 87"/>
                  <a:gd name="T21" fmla="*/ 0 h 34"/>
                  <a:gd name="T22" fmla="*/ 87 w 87"/>
                  <a:gd name="T23" fmla="*/ 1 h 34"/>
                  <a:gd name="T24" fmla="*/ 85 w 87"/>
                  <a:gd name="T25" fmla="*/ 11 h 34"/>
                  <a:gd name="T26" fmla="*/ 81 w 87"/>
                  <a:gd name="T27" fmla="*/ 15 h 34"/>
                  <a:gd name="T28" fmla="*/ 21 w 87"/>
                  <a:gd name="T29" fmla="*/ 33 h 34"/>
                  <a:gd name="T30" fmla="*/ 14 w 87"/>
                  <a:gd name="T3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7" h="34">
                    <a:moveTo>
                      <a:pt x="14" y="34"/>
                    </a:moveTo>
                    <a:cubicBezTo>
                      <a:pt x="13" y="34"/>
                      <a:pt x="11" y="34"/>
                      <a:pt x="10" y="34"/>
                    </a:cubicBezTo>
                    <a:cubicBezTo>
                      <a:pt x="1" y="32"/>
                      <a:pt x="1" y="32"/>
                      <a:pt x="1" y="32"/>
                    </a:cubicBezTo>
                    <a:cubicBezTo>
                      <a:pt x="0" y="32"/>
                      <a:pt x="0" y="31"/>
                      <a:pt x="0" y="31"/>
                    </a:cubicBezTo>
                    <a:cubicBezTo>
                      <a:pt x="0" y="30"/>
                      <a:pt x="1" y="30"/>
                      <a:pt x="1" y="30"/>
                    </a:cubicBezTo>
                    <a:cubicBezTo>
                      <a:pt x="10" y="32"/>
                      <a:pt x="10" y="32"/>
                      <a:pt x="10" y="32"/>
                    </a:cubicBezTo>
                    <a:cubicBezTo>
                      <a:pt x="14" y="33"/>
                      <a:pt x="17" y="32"/>
                      <a:pt x="21" y="31"/>
                    </a:cubicBezTo>
                    <a:cubicBezTo>
                      <a:pt x="26" y="30"/>
                      <a:pt x="69" y="17"/>
                      <a:pt x="80" y="13"/>
                    </a:cubicBezTo>
                    <a:cubicBezTo>
                      <a:pt x="82" y="13"/>
                      <a:pt x="83" y="12"/>
                      <a:pt x="83" y="10"/>
                    </a:cubicBezTo>
                    <a:cubicBezTo>
                      <a:pt x="85" y="1"/>
                      <a:pt x="85" y="1"/>
                      <a:pt x="85" y="1"/>
                    </a:cubicBezTo>
                    <a:cubicBezTo>
                      <a:pt x="85" y="0"/>
                      <a:pt x="86" y="0"/>
                      <a:pt x="86" y="0"/>
                    </a:cubicBezTo>
                    <a:cubicBezTo>
                      <a:pt x="87" y="0"/>
                      <a:pt x="87" y="1"/>
                      <a:pt x="87" y="1"/>
                    </a:cubicBezTo>
                    <a:cubicBezTo>
                      <a:pt x="85" y="11"/>
                      <a:pt x="85" y="11"/>
                      <a:pt x="85" y="11"/>
                    </a:cubicBezTo>
                    <a:cubicBezTo>
                      <a:pt x="84" y="13"/>
                      <a:pt x="83" y="14"/>
                      <a:pt x="81" y="15"/>
                    </a:cubicBezTo>
                    <a:cubicBezTo>
                      <a:pt x="69" y="19"/>
                      <a:pt x="26" y="32"/>
                      <a:pt x="21" y="33"/>
                    </a:cubicBezTo>
                    <a:cubicBezTo>
                      <a:pt x="19" y="34"/>
                      <a:pt x="17" y="34"/>
                      <a:pt x="14" y="34"/>
                    </a:cubicBezTo>
                    <a:close/>
                  </a:path>
                </a:pathLst>
              </a:custGeom>
              <a:solidFill>
                <a:srgbClr val="DEA6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0" name="任意多边形: 形状 69">
                <a:extLst>
                  <a:ext uri="{FF2B5EF4-FFF2-40B4-BE49-F238E27FC236}">
                    <a16:creationId xmlns:a16="http://schemas.microsoft.com/office/drawing/2014/main" id="{D01E3BF7-1F22-5D1C-E883-93BA085CEEDA}"/>
                  </a:ext>
                </a:extLst>
              </p:cNvPr>
              <p:cNvSpPr>
                <a:spLocks/>
              </p:cNvSpPr>
              <p:nvPr userDrawn="1"/>
            </p:nvSpPr>
            <p:spPr bwMode="auto">
              <a:xfrm>
                <a:off x="8296275" y="5799138"/>
                <a:ext cx="409575" cy="85725"/>
              </a:xfrm>
              <a:custGeom>
                <a:avLst/>
                <a:gdLst>
                  <a:gd name="T0" fmla="*/ 1 w 151"/>
                  <a:gd name="T1" fmla="*/ 32 h 32"/>
                  <a:gd name="T2" fmla="*/ 0 w 151"/>
                  <a:gd name="T3" fmla="*/ 32 h 32"/>
                  <a:gd name="T4" fmla="*/ 0 w 151"/>
                  <a:gd name="T5" fmla="*/ 31 h 32"/>
                  <a:gd name="T6" fmla="*/ 26 w 151"/>
                  <a:gd name="T7" fmla="*/ 15 h 32"/>
                  <a:gd name="T8" fmla="*/ 124 w 151"/>
                  <a:gd name="T9" fmla="*/ 14 h 32"/>
                  <a:gd name="T10" fmla="*/ 142 w 151"/>
                  <a:gd name="T11" fmla="*/ 7 h 32"/>
                  <a:gd name="T12" fmla="*/ 150 w 151"/>
                  <a:gd name="T13" fmla="*/ 0 h 32"/>
                  <a:gd name="T14" fmla="*/ 151 w 151"/>
                  <a:gd name="T15" fmla="*/ 0 h 32"/>
                  <a:gd name="T16" fmla="*/ 151 w 151"/>
                  <a:gd name="T17" fmla="*/ 2 h 32"/>
                  <a:gd name="T18" fmla="*/ 144 w 151"/>
                  <a:gd name="T19" fmla="*/ 8 h 32"/>
                  <a:gd name="T20" fmla="*/ 124 w 151"/>
                  <a:gd name="T21" fmla="*/ 16 h 32"/>
                  <a:gd name="T22" fmla="*/ 26 w 151"/>
                  <a:gd name="T23" fmla="*/ 17 h 32"/>
                  <a:gd name="T24" fmla="*/ 2 w 151"/>
                  <a:gd name="T25" fmla="*/ 32 h 32"/>
                  <a:gd name="T26" fmla="*/ 1 w 151"/>
                  <a:gd name="T27"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1" h="32">
                    <a:moveTo>
                      <a:pt x="1" y="32"/>
                    </a:moveTo>
                    <a:cubicBezTo>
                      <a:pt x="1" y="32"/>
                      <a:pt x="1" y="32"/>
                      <a:pt x="0" y="32"/>
                    </a:cubicBezTo>
                    <a:cubicBezTo>
                      <a:pt x="0" y="32"/>
                      <a:pt x="0" y="31"/>
                      <a:pt x="0" y="31"/>
                    </a:cubicBezTo>
                    <a:cubicBezTo>
                      <a:pt x="5" y="21"/>
                      <a:pt x="15" y="15"/>
                      <a:pt x="26" y="15"/>
                    </a:cubicBezTo>
                    <a:cubicBezTo>
                      <a:pt x="124" y="14"/>
                      <a:pt x="124" y="14"/>
                      <a:pt x="124" y="14"/>
                    </a:cubicBezTo>
                    <a:cubicBezTo>
                      <a:pt x="131" y="14"/>
                      <a:pt x="137" y="11"/>
                      <a:pt x="142" y="7"/>
                    </a:cubicBezTo>
                    <a:cubicBezTo>
                      <a:pt x="150" y="0"/>
                      <a:pt x="150" y="0"/>
                      <a:pt x="150" y="0"/>
                    </a:cubicBezTo>
                    <a:cubicBezTo>
                      <a:pt x="150" y="0"/>
                      <a:pt x="151" y="0"/>
                      <a:pt x="151" y="0"/>
                    </a:cubicBezTo>
                    <a:cubicBezTo>
                      <a:pt x="151" y="1"/>
                      <a:pt x="151" y="1"/>
                      <a:pt x="151" y="2"/>
                    </a:cubicBezTo>
                    <a:cubicBezTo>
                      <a:pt x="144" y="8"/>
                      <a:pt x="144" y="8"/>
                      <a:pt x="144" y="8"/>
                    </a:cubicBezTo>
                    <a:cubicBezTo>
                      <a:pt x="138" y="13"/>
                      <a:pt x="131" y="16"/>
                      <a:pt x="124" y="16"/>
                    </a:cubicBezTo>
                    <a:cubicBezTo>
                      <a:pt x="26" y="17"/>
                      <a:pt x="26" y="17"/>
                      <a:pt x="26" y="17"/>
                    </a:cubicBezTo>
                    <a:cubicBezTo>
                      <a:pt x="16" y="17"/>
                      <a:pt x="7" y="23"/>
                      <a:pt x="2" y="32"/>
                    </a:cubicBezTo>
                    <a:cubicBezTo>
                      <a:pt x="2" y="32"/>
                      <a:pt x="1" y="32"/>
                      <a:pt x="1" y="32"/>
                    </a:cubicBezTo>
                    <a:close/>
                  </a:path>
                </a:pathLst>
              </a:custGeom>
              <a:solidFill>
                <a:srgbClr val="DEA6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任意多边形: 形状 70">
                <a:extLst>
                  <a:ext uri="{FF2B5EF4-FFF2-40B4-BE49-F238E27FC236}">
                    <a16:creationId xmlns:a16="http://schemas.microsoft.com/office/drawing/2014/main" id="{245B68F8-BB28-F629-FCBF-299B3178952C}"/>
                  </a:ext>
                </a:extLst>
              </p:cNvPr>
              <p:cNvSpPr>
                <a:spLocks/>
              </p:cNvSpPr>
              <p:nvPr userDrawn="1"/>
            </p:nvSpPr>
            <p:spPr bwMode="auto">
              <a:xfrm>
                <a:off x="9509125" y="5697538"/>
                <a:ext cx="236537" cy="92075"/>
              </a:xfrm>
              <a:custGeom>
                <a:avLst/>
                <a:gdLst>
                  <a:gd name="T0" fmla="*/ 73 w 87"/>
                  <a:gd name="T1" fmla="*/ 34 h 34"/>
                  <a:gd name="T2" fmla="*/ 66 w 87"/>
                  <a:gd name="T3" fmla="*/ 33 h 34"/>
                  <a:gd name="T4" fmla="*/ 6 w 87"/>
                  <a:gd name="T5" fmla="*/ 15 h 34"/>
                  <a:gd name="T6" fmla="*/ 2 w 87"/>
                  <a:gd name="T7" fmla="*/ 11 h 34"/>
                  <a:gd name="T8" fmla="*/ 0 w 87"/>
                  <a:gd name="T9" fmla="*/ 1 h 34"/>
                  <a:gd name="T10" fmla="*/ 1 w 87"/>
                  <a:gd name="T11" fmla="*/ 0 h 34"/>
                  <a:gd name="T12" fmla="*/ 2 w 87"/>
                  <a:gd name="T13" fmla="*/ 1 h 34"/>
                  <a:gd name="T14" fmla="*/ 4 w 87"/>
                  <a:gd name="T15" fmla="*/ 10 h 34"/>
                  <a:gd name="T16" fmla="*/ 7 w 87"/>
                  <a:gd name="T17" fmla="*/ 13 h 34"/>
                  <a:gd name="T18" fmla="*/ 67 w 87"/>
                  <a:gd name="T19" fmla="*/ 31 h 34"/>
                  <a:gd name="T20" fmla="*/ 77 w 87"/>
                  <a:gd name="T21" fmla="*/ 32 h 34"/>
                  <a:gd name="T22" fmla="*/ 86 w 87"/>
                  <a:gd name="T23" fmla="*/ 30 h 34"/>
                  <a:gd name="T24" fmla="*/ 87 w 87"/>
                  <a:gd name="T25" fmla="*/ 31 h 34"/>
                  <a:gd name="T26" fmla="*/ 86 w 87"/>
                  <a:gd name="T27" fmla="*/ 32 h 34"/>
                  <a:gd name="T28" fmla="*/ 78 w 87"/>
                  <a:gd name="T29" fmla="*/ 34 h 34"/>
                  <a:gd name="T30" fmla="*/ 73 w 87"/>
                  <a:gd name="T3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7" h="34">
                    <a:moveTo>
                      <a:pt x="73" y="34"/>
                    </a:moveTo>
                    <a:cubicBezTo>
                      <a:pt x="71" y="34"/>
                      <a:pt x="68" y="34"/>
                      <a:pt x="66" y="33"/>
                    </a:cubicBezTo>
                    <a:cubicBezTo>
                      <a:pt x="61" y="32"/>
                      <a:pt x="18" y="19"/>
                      <a:pt x="6" y="15"/>
                    </a:cubicBezTo>
                    <a:cubicBezTo>
                      <a:pt x="4" y="14"/>
                      <a:pt x="3" y="13"/>
                      <a:pt x="2" y="11"/>
                    </a:cubicBezTo>
                    <a:cubicBezTo>
                      <a:pt x="0" y="1"/>
                      <a:pt x="0" y="1"/>
                      <a:pt x="0" y="1"/>
                    </a:cubicBezTo>
                    <a:cubicBezTo>
                      <a:pt x="0" y="1"/>
                      <a:pt x="0" y="0"/>
                      <a:pt x="1" y="0"/>
                    </a:cubicBezTo>
                    <a:cubicBezTo>
                      <a:pt x="1" y="0"/>
                      <a:pt x="2" y="0"/>
                      <a:pt x="2" y="1"/>
                    </a:cubicBezTo>
                    <a:cubicBezTo>
                      <a:pt x="4" y="10"/>
                      <a:pt x="4" y="10"/>
                      <a:pt x="4" y="10"/>
                    </a:cubicBezTo>
                    <a:cubicBezTo>
                      <a:pt x="5" y="12"/>
                      <a:pt x="6" y="13"/>
                      <a:pt x="7" y="13"/>
                    </a:cubicBezTo>
                    <a:cubicBezTo>
                      <a:pt x="18" y="17"/>
                      <a:pt x="62" y="30"/>
                      <a:pt x="67" y="31"/>
                    </a:cubicBezTo>
                    <a:cubicBezTo>
                      <a:pt x="70" y="32"/>
                      <a:pt x="74" y="33"/>
                      <a:pt x="77" y="32"/>
                    </a:cubicBezTo>
                    <a:cubicBezTo>
                      <a:pt x="86" y="30"/>
                      <a:pt x="86" y="30"/>
                      <a:pt x="86" y="30"/>
                    </a:cubicBezTo>
                    <a:cubicBezTo>
                      <a:pt x="87" y="30"/>
                      <a:pt x="87" y="30"/>
                      <a:pt x="87" y="31"/>
                    </a:cubicBezTo>
                    <a:cubicBezTo>
                      <a:pt x="87" y="31"/>
                      <a:pt x="87" y="32"/>
                      <a:pt x="86" y="32"/>
                    </a:cubicBezTo>
                    <a:cubicBezTo>
                      <a:pt x="78" y="34"/>
                      <a:pt x="78" y="34"/>
                      <a:pt x="78" y="34"/>
                    </a:cubicBezTo>
                    <a:cubicBezTo>
                      <a:pt x="76" y="34"/>
                      <a:pt x="75" y="34"/>
                      <a:pt x="73" y="34"/>
                    </a:cubicBezTo>
                    <a:close/>
                  </a:path>
                </a:pathLst>
              </a:custGeom>
              <a:solidFill>
                <a:srgbClr val="DEA6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任意多边形: 形状 71">
                <a:extLst>
                  <a:ext uri="{FF2B5EF4-FFF2-40B4-BE49-F238E27FC236}">
                    <a16:creationId xmlns:a16="http://schemas.microsoft.com/office/drawing/2014/main" id="{A904F3A0-3DB4-0F47-70FF-8B8A1D08581C}"/>
                  </a:ext>
                </a:extLst>
              </p:cNvPr>
              <p:cNvSpPr>
                <a:spLocks/>
              </p:cNvSpPr>
              <p:nvPr userDrawn="1"/>
            </p:nvSpPr>
            <p:spPr bwMode="auto">
              <a:xfrm>
                <a:off x="9236075" y="5799138"/>
                <a:ext cx="409575" cy="85725"/>
              </a:xfrm>
              <a:custGeom>
                <a:avLst/>
                <a:gdLst>
                  <a:gd name="T0" fmla="*/ 150 w 151"/>
                  <a:gd name="T1" fmla="*/ 32 h 32"/>
                  <a:gd name="T2" fmla="*/ 149 w 151"/>
                  <a:gd name="T3" fmla="*/ 32 h 32"/>
                  <a:gd name="T4" fmla="*/ 125 w 151"/>
                  <a:gd name="T5" fmla="*/ 17 h 32"/>
                  <a:gd name="T6" fmla="*/ 27 w 151"/>
                  <a:gd name="T7" fmla="*/ 16 h 32"/>
                  <a:gd name="T8" fmla="*/ 7 w 151"/>
                  <a:gd name="T9" fmla="*/ 8 h 32"/>
                  <a:gd name="T10" fmla="*/ 0 w 151"/>
                  <a:gd name="T11" fmla="*/ 2 h 32"/>
                  <a:gd name="T12" fmla="*/ 0 w 151"/>
                  <a:gd name="T13" fmla="*/ 0 h 32"/>
                  <a:gd name="T14" fmla="*/ 2 w 151"/>
                  <a:gd name="T15" fmla="*/ 0 h 32"/>
                  <a:gd name="T16" fmla="*/ 9 w 151"/>
                  <a:gd name="T17" fmla="*/ 7 h 32"/>
                  <a:gd name="T18" fmla="*/ 27 w 151"/>
                  <a:gd name="T19" fmla="*/ 14 h 32"/>
                  <a:gd name="T20" fmla="*/ 125 w 151"/>
                  <a:gd name="T21" fmla="*/ 15 h 32"/>
                  <a:gd name="T22" fmla="*/ 151 w 151"/>
                  <a:gd name="T23" fmla="*/ 31 h 32"/>
                  <a:gd name="T24" fmla="*/ 151 w 151"/>
                  <a:gd name="T25" fmla="*/ 32 h 32"/>
                  <a:gd name="T26" fmla="*/ 150 w 151"/>
                  <a:gd name="T27"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1" h="32">
                    <a:moveTo>
                      <a:pt x="150" y="32"/>
                    </a:moveTo>
                    <a:cubicBezTo>
                      <a:pt x="150" y="32"/>
                      <a:pt x="150" y="32"/>
                      <a:pt x="149" y="32"/>
                    </a:cubicBezTo>
                    <a:cubicBezTo>
                      <a:pt x="145" y="23"/>
                      <a:pt x="135" y="17"/>
                      <a:pt x="125" y="17"/>
                    </a:cubicBezTo>
                    <a:cubicBezTo>
                      <a:pt x="27" y="16"/>
                      <a:pt x="27" y="16"/>
                      <a:pt x="27" y="16"/>
                    </a:cubicBezTo>
                    <a:cubicBezTo>
                      <a:pt x="20" y="16"/>
                      <a:pt x="13" y="13"/>
                      <a:pt x="7" y="8"/>
                    </a:cubicBezTo>
                    <a:cubicBezTo>
                      <a:pt x="0" y="2"/>
                      <a:pt x="0" y="2"/>
                      <a:pt x="0" y="2"/>
                    </a:cubicBezTo>
                    <a:cubicBezTo>
                      <a:pt x="0" y="1"/>
                      <a:pt x="0" y="1"/>
                      <a:pt x="0" y="0"/>
                    </a:cubicBezTo>
                    <a:cubicBezTo>
                      <a:pt x="1" y="0"/>
                      <a:pt x="1" y="0"/>
                      <a:pt x="2" y="0"/>
                    </a:cubicBezTo>
                    <a:cubicBezTo>
                      <a:pt x="9" y="7"/>
                      <a:pt x="9" y="7"/>
                      <a:pt x="9" y="7"/>
                    </a:cubicBezTo>
                    <a:cubicBezTo>
                      <a:pt x="14" y="11"/>
                      <a:pt x="20" y="14"/>
                      <a:pt x="27" y="14"/>
                    </a:cubicBezTo>
                    <a:cubicBezTo>
                      <a:pt x="125" y="15"/>
                      <a:pt x="125" y="15"/>
                      <a:pt x="125" y="15"/>
                    </a:cubicBezTo>
                    <a:cubicBezTo>
                      <a:pt x="136" y="15"/>
                      <a:pt x="146" y="21"/>
                      <a:pt x="151" y="31"/>
                    </a:cubicBezTo>
                    <a:cubicBezTo>
                      <a:pt x="151" y="31"/>
                      <a:pt x="151" y="32"/>
                      <a:pt x="151" y="32"/>
                    </a:cubicBezTo>
                    <a:cubicBezTo>
                      <a:pt x="151" y="32"/>
                      <a:pt x="150" y="32"/>
                      <a:pt x="150" y="32"/>
                    </a:cubicBezTo>
                    <a:close/>
                  </a:path>
                </a:pathLst>
              </a:custGeom>
              <a:solidFill>
                <a:srgbClr val="DEA6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3" name="直接连接符 72">
                <a:extLst>
                  <a:ext uri="{FF2B5EF4-FFF2-40B4-BE49-F238E27FC236}">
                    <a16:creationId xmlns:a16="http://schemas.microsoft.com/office/drawing/2014/main" id="{94C03223-3F09-3C24-8C4A-073F9F945F7D}"/>
                  </a:ext>
                </a:extLst>
              </p:cNvPr>
              <p:cNvSpPr>
                <a:spLocks noChangeShapeType="1"/>
              </p:cNvSpPr>
              <p:nvPr userDrawn="1"/>
            </p:nvSpPr>
            <p:spPr bwMode="auto">
              <a:xfrm>
                <a:off x="9721850" y="235743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直接连接符 73">
                <a:extLst>
                  <a:ext uri="{FF2B5EF4-FFF2-40B4-BE49-F238E27FC236}">
                    <a16:creationId xmlns:a16="http://schemas.microsoft.com/office/drawing/2014/main" id="{7F8B87FB-FBBE-AE68-32C7-B40B27889809}"/>
                  </a:ext>
                </a:extLst>
              </p:cNvPr>
              <p:cNvSpPr>
                <a:spLocks noChangeShapeType="1"/>
              </p:cNvSpPr>
              <p:nvPr userDrawn="1"/>
            </p:nvSpPr>
            <p:spPr bwMode="auto">
              <a:xfrm>
                <a:off x="9721850" y="235743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任意多边形: 形状 74">
                <a:extLst>
                  <a:ext uri="{FF2B5EF4-FFF2-40B4-BE49-F238E27FC236}">
                    <a16:creationId xmlns:a16="http://schemas.microsoft.com/office/drawing/2014/main" id="{8485E059-E350-48B2-5472-7C39A040FEC8}"/>
                  </a:ext>
                </a:extLst>
              </p:cNvPr>
              <p:cNvSpPr>
                <a:spLocks/>
              </p:cNvSpPr>
              <p:nvPr userDrawn="1"/>
            </p:nvSpPr>
            <p:spPr bwMode="auto">
              <a:xfrm>
                <a:off x="9432925" y="2227263"/>
                <a:ext cx="923925" cy="622300"/>
              </a:xfrm>
              <a:custGeom>
                <a:avLst/>
                <a:gdLst>
                  <a:gd name="T0" fmla="*/ 334 w 340"/>
                  <a:gd name="T1" fmla="*/ 229 h 229"/>
                  <a:gd name="T2" fmla="*/ 6 w 340"/>
                  <a:gd name="T3" fmla="*/ 229 h 229"/>
                  <a:gd name="T4" fmla="*/ 0 w 340"/>
                  <a:gd name="T5" fmla="*/ 223 h 229"/>
                  <a:gd name="T6" fmla="*/ 0 w 340"/>
                  <a:gd name="T7" fmla="*/ 7 h 229"/>
                  <a:gd name="T8" fmla="*/ 6 w 340"/>
                  <a:gd name="T9" fmla="*/ 0 h 229"/>
                  <a:gd name="T10" fmla="*/ 334 w 340"/>
                  <a:gd name="T11" fmla="*/ 0 h 229"/>
                  <a:gd name="T12" fmla="*/ 340 w 340"/>
                  <a:gd name="T13" fmla="*/ 7 h 229"/>
                  <a:gd name="T14" fmla="*/ 340 w 340"/>
                  <a:gd name="T15" fmla="*/ 223 h 229"/>
                  <a:gd name="T16" fmla="*/ 334 w 340"/>
                  <a:gd name="T17" fmla="*/ 229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0" h="229">
                    <a:moveTo>
                      <a:pt x="334" y="229"/>
                    </a:moveTo>
                    <a:cubicBezTo>
                      <a:pt x="6" y="229"/>
                      <a:pt x="6" y="229"/>
                      <a:pt x="6" y="229"/>
                    </a:cubicBezTo>
                    <a:cubicBezTo>
                      <a:pt x="3" y="229"/>
                      <a:pt x="0" y="226"/>
                      <a:pt x="0" y="223"/>
                    </a:cubicBezTo>
                    <a:cubicBezTo>
                      <a:pt x="0" y="7"/>
                      <a:pt x="0" y="7"/>
                      <a:pt x="0" y="7"/>
                    </a:cubicBezTo>
                    <a:cubicBezTo>
                      <a:pt x="0" y="3"/>
                      <a:pt x="3" y="0"/>
                      <a:pt x="6" y="0"/>
                    </a:cubicBezTo>
                    <a:cubicBezTo>
                      <a:pt x="334" y="0"/>
                      <a:pt x="334" y="0"/>
                      <a:pt x="334" y="0"/>
                    </a:cubicBezTo>
                    <a:cubicBezTo>
                      <a:pt x="337" y="0"/>
                      <a:pt x="340" y="3"/>
                      <a:pt x="340" y="7"/>
                    </a:cubicBezTo>
                    <a:cubicBezTo>
                      <a:pt x="340" y="223"/>
                      <a:pt x="340" y="223"/>
                      <a:pt x="340" y="223"/>
                    </a:cubicBezTo>
                    <a:cubicBezTo>
                      <a:pt x="340" y="226"/>
                      <a:pt x="337" y="229"/>
                      <a:pt x="334" y="229"/>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任意多边形: 形状 75">
                <a:extLst>
                  <a:ext uri="{FF2B5EF4-FFF2-40B4-BE49-F238E27FC236}">
                    <a16:creationId xmlns:a16="http://schemas.microsoft.com/office/drawing/2014/main" id="{0508D6F1-358E-0626-8974-9BF36B8513A1}"/>
                  </a:ext>
                </a:extLst>
              </p:cNvPr>
              <p:cNvSpPr>
                <a:spLocks/>
              </p:cNvSpPr>
              <p:nvPr userDrawn="1"/>
            </p:nvSpPr>
            <p:spPr bwMode="auto">
              <a:xfrm>
                <a:off x="9761538" y="2335213"/>
                <a:ext cx="168275" cy="168275"/>
              </a:xfrm>
              <a:custGeom>
                <a:avLst/>
                <a:gdLst>
                  <a:gd name="T0" fmla="*/ 62 w 62"/>
                  <a:gd name="T1" fmla="*/ 62 h 62"/>
                  <a:gd name="T2" fmla="*/ 0 w 62"/>
                  <a:gd name="T3" fmla="*/ 0 h 62"/>
                  <a:gd name="T4" fmla="*/ 0 w 62"/>
                  <a:gd name="T5" fmla="*/ 62 h 62"/>
                  <a:gd name="T6" fmla="*/ 62 w 62"/>
                  <a:gd name="T7" fmla="*/ 62 h 62"/>
                </a:gdLst>
                <a:ahLst/>
                <a:cxnLst>
                  <a:cxn ang="0">
                    <a:pos x="T0" y="T1"/>
                  </a:cxn>
                  <a:cxn ang="0">
                    <a:pos x="T2" y="T3"/>
                  </a:cxn>
                  <a:cxn ang="0">
                    <a:pos x="T4" y="T5"/>
                  </a:cxn>
                  <a:cxn ang="0">
                    <a:pos x="T6" y="T7"/>
                  </a:cxn>
                </a:cxnLst>
                <a:rect l="0" t="0" r="r" b="b"/>
                <a:pathLst>
                  <a:path w="62" h="62">
                    <a:moveTo>
                      <a:pt x="62" y="62"/>
                    </a:moveTo>
                    <a:cubicBezTo>
                      <a:pt x="62" y="28"/>
                      <a:pt x="34" y="0"/>
                      <a:pt x="0" y="0"/>
                    </a:cubicBezTo>
                    <a:cubicBezTo>
                      <a:pt x="0" y="62"/>
                      <a:pt x="0" y="62"/>
                      <a:pt x="0" y="62"/>
                    </a:cubicBezTo>
                    <a:lnTo>
                      <a:pt x="62" y="62"/>
                    </a:lnTo>
                    <a:close/>
                  </a:path>
                </a:pathLst>
              </a:custGeom>
              <a:solidFill>
                <a:srgbClr val="1A58E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7" name="任意多边形: 形状 76">
                <a:extLst>
                  <a:ext uri="{FF2B5EF4-FFF2-40B4-BE49-F238E27FC236}">
                    <a16:creationId xmlns:a16="http://schemas.microsoft.com/office/drawing/2014/main" id="{1C11C28C-5290-B07D-B96B-043D5884021C}"/>
                  </a:ext>
                </a:extLst>
              </p:cNvPr>
              <p:cNvSpPr>
                <a:spLocks/>
              </p:cNvSpPr>
              <p:nvPr userDrawn="1"/>
            </p:nvSpPr>
            <p:spPr bwMode="auto">
              <a:xfrm>
                <a:off x="9553575" y="2390775"/>
                <a:ext cx="339725" cy="341312"/>
              </a:xfrm>
              <a:custGeom>
                <a:avLst/>
                <a:gdLst>
                  <a:gd name="T0" fmla="*/ 62 w 125"/>
                  <a:gd name="T1" fmla="*/ 0 h 126"/>
                  <a:gd name="T2" fmla="*/ 62 w 125"/>
                  <a:gd name="T3" fmla="*/ 63 h 126"/>
                  <a:gd name="T4" fmla="*/ 125 w 125"/>
                  <a:gd name="T5" fmla="*/ 63 h 126"/>
                  <a:gd name="T6" fmla="*/ 62 w 125"/>
                  <a:gd name="T7" fmla="*/ 126 h 126"/>
                  <a:gd name="T8" fmla="*/ 0 w 125"/>
                  <a:gd name="T9" fmla="*/ 63 h 126"/>
                  <a:gd name="T10" fmla="*/ 62 w 125"/>
                  <a:gd name="T11" fmla="*/ 0 h 126"/>
                </a:gdLst>
                <a:ahLst/>
                <a:cxnLst>
                  <a:cxn ang="0">
                    <a:pos x="T0" y="T1"/>
                  </a:cxn>
                  <a:cxn ang="0">
                    <a:pos x="T2" y="T3"/>
                  </a:cxn>
                  <a:cxn ang="0">
                    <a:pos x="T4" y="T5"/>
                  </a:cxn>
                  <a:cxn ang="0">
                    <a:pos x="T6" y="T7"/>
                  </a:cxn>
                  <a:cxn ang="0">
                    <a:pos x="T8" y="T9"/>
                  </a:cxn>
                  <a:cxn ang="0">
                    <a:pos x="T10" y="T11"/>
                  </a:cxn>
                </a:cxnLst>
                <a:rect l="0" t="0" r="r" b="b"/>
                <a:pathLst>
                  <a:path w="125" h="126">
                    <a:moveTo>
                      <a:pt x="62" y="0"/>
                    </a:moveTo>
                    <a:cubicBezTo>
                      <a:pt x="62" y="63"/>
                      <a:pt x="62" y="63"/>
                      <a:pt x="62" y="63"/>
                    </a:cubicBezTo>
                    <a:cubicBezTo>
                      <a:pt x="125" y="63"/>
                      <a:pt x="125" y="63"/>
                      <a:pt x="125" y="63"/>
                    </a:cubicBezTo>
                    <a:cubicBezTo>
                      <a:pt x="125" y="98"/>
                      <a:pt x="97" y="126"/>
                      <a:pt x="62" y="126"/>
                    </a:cubicBezTo>
                    <a:cubicBezTo>
                      <a:pt x="28" y="126"/>
                      <a:pt x="0" y="98"/>
                      <a:pt x="0" y="63"/>
                    </a:cubicBezTo>
                    <a:cubicBezTo>
                      <a:pt x="0" y="28"/>
                      <a:pt x="28" y="0"/>
                      <a:pt x="62" y="0"/>
                    </a:cubicBezTo>
                  </a:path>
                </a:pathLst>
              </a:custGeom>
              <a:solidFill>
                <a:srgbClr val="F16AB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8" name="矩形 77">
                <a:extLst>
                  <a:ext uri="{FF2B5EF4-FFF2-40B4-BE49-F238E27FC236}">
                    <a16:creationId xmlns:a16="http://schemas.microsoft.com/office/drawing/2014/main" id="{1B49431A-DD91-2E69-709A-60EA6A12FDC9}"/>
                  </a:ext>
                </a:extLst>
              </p:cNvPr>
              <p:cNvSpPr>
                <a:spLocks noChangeArrowheads="1"/>
              </p:cNvSpPr>
              <p:nvPr userDrawn="1"/>
            </p:nvSpPr>
            <p:spPr bwMode="auto">
              <a:xfrm>
                <a:off x="10013950" y="2398713"/>
                <a:ext cx="247650" cy="65087"/>
              </a:xfrm>
              <a:prstGeom prst="rect">
                <a:avLst/>
              </a:prstGeom>
              <a:solidFill>
                <a:srgbClr val="DCEA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9" name="矩形 78">
                <a:extLst>
                  <a:ext uri="{FF2B5EF4-FFF2-40B4-BE49-F238E27FC236}">
                    <a16:creationId xmlns:a16="http://schemas.microsoft.com/office/drawing/2014/main" id="{E68EDC07-3CB7-6D28-EF80-CB5C9BDAA607}"/>
                  </a:ext>
                </a:extLst>
              </p:cNvPr>
              <p:cNvSpPr>
                <a:spLocks noChangeArrowheads="1"/>
              </p:cNvSpPr>
              <p:nvPr userDrawn="1"/>
            </p:nvSpPr>
            <p:spPr bwMode="auto">
              <a:xfrm>
                <a:off x="10013950" y="2506663"/>
                <a:ext cx="247650" cy="65087"/>
              </a:xfrm>
              <a:prstGeom prst="rect">
                <a:avLst/>
              </a:prstGeom>
              <a:solidFill>
                <a:srgbClr val="DCEA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0" name="矩形 79">
                <a:extLst>
                  <a:ext uri="{FF2B5EF4-FFF2-40B4-BE49-F238E27FC236}">
                    <a16:creationId xmlns:a16="http://schemas.microsoft.com/office/drawing/2014/main" id="{4CCD38AD-9772-F913-46FC-113A87270C41}"/>
                  </a:ext>
                </a:extLst>
              </p:cNvPr>
              <p:cNvSpPr>
                <a:spLocks noChangeArrowheads="1"/>
              </p:cNvSpPr>
              <p:nvPr userDrawn="1"/>
            </p:nvSpPr>
            <p:spPr bwMode="auto">
              <a:xfrm>
                <a:off x="10013950" y="2616200"/>
                <a:ext cx="166687" cy="61912"/>
              </a:xfrm>
              <a:prstGeom prst="rect">
                <a:avLst/>
              </a:prstGeom>
              <a:solidFill>
                <a:srgbClr val="DCEA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1" name="矩形 80">
                <a:extLst>
                  <a:ext uri="{FF2B5EF4-FFF2-40B4-BE49-F238E27FC236}">
                    <a16:creationId xmlns:a16="http://schemas.microsoft.com/office/drawing/2014/main" id="{D9A49516-4AB4-B075-7F4D-AE65C207835E}"/>
                  </a:ext>
                </a:extLst>
              </p:cNvPr>
              <p:cNvSpPr>
                <a:spLocks noChangeArrowheads="1"/>
              </p:cNvSpPr>
              <p:nvPr userDrawn="1"/>
            </p:nvSpPr>
            <p:spPr bwMode="auto">
              <a:xfrm>
                <a:off x="8885238" y="1651000"/>
                <a:ext cx="608012" cy="255587"/>
              </a:xfrm>
              <a:prstGeom prst="rect">
                <a:avLst/>
              </a:prstGeom>
              <a:solidFill>
                <a:srgbClr val="FDD18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2" name="任意多边形: 形状 81">
                <a:extLst>
                  <a:ext uri="{FF2B5EF4-FFF2-40B4-BE49-F238E27FC236}">
                    <a16:creationId xmlns:a16="http://schemas.microsoft.com/office/drawing/2014/main" id="{66C896F7-0111-F0A2-D2E2-2FF9E3D0EC89}"/>
                  </a:ext>
                </a:extLst>
              </p:cNvPr>
              <p:cNvSpPr>
                <a:spLocks/>
              </p:cNvSpPr>
              <p:nvPr userDrawn="1"/>
            </p:nvSpPr>
            <p:spPr bwMode="auto">
              <a:xfrm>
                <a:off x="8966200" y="1714500"/>
                <a:ext cx="446087" cy="42862"/>
              </a:xfrm>
              <a:custGeom>
                <a:avLst/>
                <a:gdLst>
                  <a:gd name="T0" fmla="*/ 156 w 164"/>
                  <a:gd name="T1" fmla="*/ 16 h 16"/>
                  <a:gd name="T2" fmla="*/ 8 w 164"/>
                  <a:gd name="T3" fmla="*/ 16 h 16"/>
                  <a:gd name="T4" fmla="*/ 0 w 164"/>
                  <a:gd name="T5" fmla="*/ 8 h 16"/>
                  <a:gd name="T6" fmla="*/ 0 w 164"/>
                  <a:gd name="T7" fmla="*/ 8 h 16"/>
                  <a:gd name="T8" fmla="*/ 8 w 164"/>
                  <a:gd name="T9" fmla="*/ 0 h 16"/>
                  <a:gd name="T10" fmla="*/ 156 w 164"/>
                  <a:gd name="T11" fmla="*/ 0 h 16"/>
                  <a:gd name="T12" fmla="*/ 164 w 164"/>
                  <a:gd name="T13" fmla="*/ 8 h 16"/>
                  <a:gd name="T14" fmla="*/ 164 w 164"/>
                  <a:gd name="T15" fmla="*/ 8 h 16"/>
                  <a:gd name="T16" fmla="*/ 156 w 164"/>
                  <a:gd name="T17"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4" h="16">
                    <a:moveTo>
                      <a:pt x="156" y="16"/>
                    </a:moveTo>
                    <a:cubicBezTo>
                      <a:pt x="8" y="16"/>
                      <a:pt x="8" y="16"/>
                      <a:pt x="8" y="16"/>
                    </a:cubicBezTo>
                    <a:cubicBezTo>
                      <a:pt x="3" y="16"/>
                      <a:pt x="0" y="12"/>
                      <a:pt x="0" y="8"/>
                    </a:cubicBezTo>
                    <a:cubicBezTo>
                      <a:pt x="0" y="8"/>
                      <a:pt x="0" y="8"/>
                      <a:pt x="0" y="8"/>
                    </a:cubicBezTo>
                    <a:cubicBezTo>
                      <a:pt x="0" y="4"/>
                      <a:pt x="3" y="0"/>
                      <a:pt x="8" y="0"/>
                    </a:cubicBezTo>
                    <a:cubicBezTo>
                      <a:pt x="156" y="0"/>
                      <a:pt x="156" y="0"/>
                      <a:pt x="156" y="0"/>
                    </a:cubicBezTo>
                    <a:cubicBezTo>
                      <a:pt x="160" y="0"/>
                      <a:pt x="164" y="4"/>
                      <a:pt x="164" y="8"/>
                    </a:cubicBezTo>
                    <a:cubicBezTo>
                      <a:pt x="164" y="8"/>
                      <a:pt x="164" y="8"/>
                      <a:pt x="164" y="8"/>
                    </a:cubicBezTo>
                    <a:cubicBezTo>
                      <a:pt x="164" y="12"/>
                      <a:pt x="160" y="16"/>
                      <a:pt x="156" y="16"/>
                    </a:cubicBezTo>
                    <a:close/>
                  </a:path>
                </a:pathLst>
              </a:custGeom>
              <a:solidFill>
                <a:srgbClr val="FFF0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3" name="任意多边形: 形状 82">
                <a:extLst>
                  <a:ext uri="{FF2B5EF4-FFF2-40B4-BE49-F238E27FC236}">
                    <a16:creationId xmlns:a16="http://schemas.microsoft.com/office/drawing/2014/main" id="{3BB3D72E-F0FD-8052-4303-BC4DE8F73746}"/>
                  </a:ext>
                </a:extLst>
              </p:cNvPr>
              <p:cNvSpPr>
                <a:spLocks/>
              </p:cNvSpPr>
              <p:nvPr userDrawn="1"/>
            </p:nvSpPr>
            <p:spPr bwMode="auto">
              <a:xfrm>
                <a:off x="8966200" y="1800225"/>
                <a:ext cx="328612" cy="41275"/>
              </a:xfrm>
              <a:custGeom>
                <a:avLst/>
                <a:gdLst>
                  <a:gd name="T0" fmla="*/ 114 w 121"/>
                  <a:gd name="T1" fmla="*/ 15 h 15"/>
                  <a:gd name="T2" fmla="*/ 7 w 121"/>
                  <a:gd name="T3" fmla="*/ 15 h 15"/>
                  <a:gd name="T4" fmla="*/ 0 w 121"/>
                  <a:gd name="T5" fmla="*/ 9 h 15"/>
                  <a:gd name="T6" fmla="*/ 0 w 121"/>
                  <a:gd name="T7" fmla="*/ 6 h 15"/>
                  <a:gd name="T8" fmla="*/ 7 w 121"/>
                  <a:gd name="T9" fmla="*/ 0 h 15"/>
                  <a:gd name="T10" fmla="*/ 114 w 121"/>
                  <a:gd name="T11" fmla="*/ 0 h 15"/>
                  <a:gd name="T12" fmla="*/ 121 w 121"/>
                  <a:gd name="T13" fmla="*/ 6 h 15"/>
                  <a:gd name="T14" fmla="*/ 121 w 121"/>
                  <a:gd name="T15" fmla="*/ 9 h 15"/>
                  <a:gd name="T16" fmla="*/ 114 w 121"/>
                  <a:gd name="T17"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1" h="15">
                    <a:moveTo>
                      <a:pt x="114" y="15"/>
                    </a:moveTo>
                    <a:cubicBezTo>
                      <a:pt x="7" y="15"/>
                      <a:pt x="7" y="15"/>
                      <a:pt x="7" y="15"/>
                    </a:cubicBezTo>
                    <a:cubicBezTo>
                      <a:pt x="3" y="15"/>
                      <a:pt x="0" y="12"/>
                      <a:pt x="0" y="9"/>
                    </a:cubicBezTo>
                    <a:cubicBezTo>
                      <a:pt x="0" y="6"/>
                      <a:pt x="0" y="6"/>
                      <a:pt x="0" y="6"/>
                    </a:cubicBezTo>
                    <a:cubicBezTo>
                      <a:pt x="0" y="3"/>
                      <a:pt x="3" y="0"/>
                      <a:pt x="7" y="0"/>
                    </a:cubicBezTo>
                    <a:cubicBezTo>
                      <a:pt x="114" y="0"/>
                      <a:pt x="114" y="0"/>
                      <a:pt x="114" y="0"/>
                    </a:cubicBezTo>
                    <a:cubicBezTo>
                      <a:pt x="118" y="0"/>
                      <a:pt x="121" y="3"/>
                      <a:pt x="121" y="6"/>
                    </a:cubicBezTo>
                    <a:cubicBezTo>
                      <a:pt x="121" y="9"/>
                      <a:pt x="121" y="9"/>
                      <a:pt x="121" y="9"/>
                    </a:cubicBezTo>
                    <a:cubicBezTo>
                      <a:pt x="121" y="12"/>
                      <a:pt x="118" y="15"/>
                      <a:pt x="114" y="15"/>
                    </a:cubicBezTo>
                    <a:close/>
                  </a:path>
                </a:pathLst>
              </a:custGeom>
              <a:solidFill>
                <a:srgbClr val="FFF0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4" name="矩形 83">
                <a:extLst>
                  <a:ext uri="{FF2B5EF4-FFF2-40B4-BE49-F238E27FC236}">
                    <a16:creationId xmlns:a16="http://schemas.microsoft.com/office/drawing/2014/main" id="{7F8E874C-0DBE-C72B-D0F8-02C4F9220A05}"/>
                  </a:ext>
                </a:extLst>
              </p:cNvPr>
              <p:cNvSpPr>
                <a:spLocks noChangeArrowheads="1"/>
              </p:cNvSpPr>
              <p:nvPr userDrawn="1"/>
            </p:nvSpPr>
            <p:spPr bwMode="auto">
              <a:xfrm>
                <a:off x="10242550" y="1298575"/>
                <a:ext cx="461962" cy="608012"/>
              </a:xfrm>
              <a:prstGeom prst="rect">
                <a:avLst/>
              </a:prstGeom>
              <a:solidFill>
                <a:srgbClr val="3E7A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5" name="椭圆 84">
                <a:extLst>
                  <a:ext uri="{FF2B5EF4-FFF2-40B4-BE49-F238E27FC236}">
                    <a16:creationId xmlns:a16="http://schemas.microsoft.com/office/drawing/2014/main" id="{43C9537F-D99B-9083-9100-216F10DC6C80}"/>
                  </a:ext>
                </a:extLst>
              </p:cNvPr>
              <p:cNvSpPr>
                <a:spLocks noChangeArrowheads="1"/>
              </p:cNvSpPr>
              <p:nvPr userDrawn="1"/>
            </p:nvSpPr>
            <p:spPr bwMode="auto">
              <a:xfrm>
                <a:off x="10644188" y="2273300"/>
                <a:ext cx="263525" cy="263525"/>
              </a:xfrm>
              <a:prstGeom prst="ellipse">
                <a:avLst/>
              </a:prstGeom>
              <a:solidFill>
                <a:srgbClr val="8BB2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6" name="任意多边形: 形状 85">
                <a:extLst>
                  <a:ext uri="{FF2B5EF4-FFF2-40B4-BE49-F238E27FC236}">
                    <a16:creationId xmlns:a16="http://schemas.microsoft.com/office/drawing/2014/main" id="{74A4A922-AB33-CE81-EE6E-A952AFF3188D}"/>
                  </a:ext>
                </a:extLst>
              </p:cNvPr>
              <p:cNvSpPr>
                <a:spLocks/>
              </p:cNvSpPr>
              <p:nvPr userDrawn="1"/>
            </p:nvSpPr>
            <p:spPr bwMode="auto">
              <a:xfrm>
                <a:off x="10685463" y="2346325"/>
                <a:ext cx="182562" cy="114300"/>
              </a:xfrm>
              <a:custGeom>
                <a:avLst/>
                <a:gdLst>
                  <a:gd name="T0" fmla="*/ 24 w 67"/>
                  <a:gd name="T1" fmla="*/ 42 h 42"/>
                  <a:gd name="T2" fmla="*/ 19 w 67"/>
                  <a:gd name="T3" fmla="*/ 41 h 42"/>
                  <a:gd name="T4" fmla="*/ 2 w 67"/>
                  <a:gd name="T5" fmla="*/ 29 h 42"/>
                  <a:gd name="T6" fmla="*/ 1 w 67"/>
                  <a:gd name="T7" fmla="*/ 26 h 42"/>
                  <a:gd name="T8" fmla="*/ 4 w 67"/>
                  <a:gd name="T9" fmla="*/ 26 h 42"/>
                  <a:gd name="T10" fmla="*/ 21 w 67"/>
                  <a:gd name="T11" fmla="*/ 37 h 42"/>
                  <a:gd name="T12" fmla="*/ 28 w 67"/>
                  <a:gd name="T13" fmla="*/ 37 h 42"/>
                  <a:gd name="T14" fmla="*/ 64 w 67"/>
                  <a:gd name="T15" fmla="*/ 0 h 42"/>
                  <a:gd name="T16" fmla="*/ 67 w 67"/>
                  <a:gd name="T17" fmla="*/ 0 h 42"/>
                  <a:gd name="T18" fmla="*/ 67 w 67"/>
                  <a:gd name="T19" fmla="*/ 3 h 42"/>
                  <a:gd name="T20" fmla="*/ 31 w 67"/>
                  <a:gd name="T21" fmla="*/ 40 h 42"/>
                  <a:gd name="T22" fmla="*/ 24 w 67"/>
                  <a:gd name="T23"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 h="42">
                    <a:moveTo>
                      <a:pt x="24" y="42"/>
                    </a:moveTo>
                    <a:cubicBezTo>
                      <a:pt x="23" y="42"/>
                      <a:pt x="21" y="42"/>
                      <a:pt x="19" y="41"/>
                    </a:cubicBezTo>
                    <a:cubicBezTo>
                      <a:pt x="2" y="29"/>
                      <a:pt x="2" y="29"/>
                      <a:pt x="2" y="29"/>
                    </a:cubicBezTo>
                    <a:cubicBezTo>
                      <a:pt x="1" y="29"/>
                      <a:pt x="0" y="27"/>
                      <a:pt x="1" y="26"/>
                    </a:cubicBezTo>
                    <a:cubicBezTo>
                      <a:pt x="2" y="26"/>
                      <a:pt x="3" y="25"/>
                      <a:pt x="4" y="26"/>
                    </a:cubicBezTo>
                    <a:cubicBezTo>
                      <a:pt x="21" y="37"/>
                      <a:pt x="21" y="37"/>
                      <a:pt x="21" y="37"/>
                    </a:cubicBezTo>
                    <a:cubicBezTo>
                      <a:pt x="24" y="39"/>
                      <a:pt x="26" y="39"/>
                      <a:pt x="28" y="37"/>
                    </a:cubicBezTo>
                    <a:cubicBezTo>
                      <a:pt x="64" y="0"/>
                      <a:pt x="64" y="0"/>
                      <a:pt x="64" y="0"/>
                    </a:cubicBezTo>
                    <a:cubicBezTo>
                      <a:pt x="65" y="0"/>
                      <a:pt x="66" y="0"/>
                      <a:pt x="67" y="0"/>
                    </a:cubicBezTo>
                    <a:cubicBezTo>
                      <a:pt x="67" y="1"/>
                      <a:pt x="67" y="2"/>
                      <a:pt x="67" y="3"/>
                    </a:cubicBezTo>
                    <a:cubicBezTo>
                      <a:pt x="31" y="40"/>
                      <a:pt x="31" y="40"/>
                      <a:pt x="31" y="40"/>
                    </a:cubicBezTo>
                    <a:cubicBezTo>
                      <a:pt x="29" y="41"/>
                      <a:pt x="27" y="42"/>
                      <a:pt x="24" y="42"/>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7" name="椭圆 86">
                <a:extLst>
                  <a:ext uri="{FF2B5EF4-FFF2-40B4-BE49-F238E27FC236}">
                    <a16:creationId xmlns:a16="http://schemas.microsoft.com/office/drawing/2014/main" id="{4E75D79D-BF4D-A6C7-F6AB-CAF493F1D78A}"/>
                  </a:ext>
                </a:extLst>
              </p:cNvPr>
              <p:cNvSpPr>
                <a:spLocks noChangeArrowheads="1"/>
              </p:cNvSpPr>
              <p:nvPr userDrawn="1"/>
            </p:nvSpPr>
            <p:spPr bwMode="auto">
              <a:xfrm>
                <a:off x="7108825" y="1252538"/>
                <a:ext cx="263525" cy="263525"/>
              </a:xfrm>
              <a:prstGeom prst="ellipse">
                <a:avLst/>
              </a:prstGeom>
              <a:solidFill>
                <a:srgbClr val="8BB2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8" name="任意多边形: 形状 87">
                <a:extLst>
                  <a:ext uri="{FF2B5EF4-FFF2-40B4-BE49-F238E27FC236}">
                    <a16:creationId xmlns:a16="http://schemas.microsoft.com/office/drawing/2014/main" id="{0CEC10D9-AD8E-424E-FD9B-5D72FDCE72E8}"/>
                  </a:ext>
                </a:extLst>
              </p:cNvPr>
              <p:cNvSpPr>
                <a:spLocks/>
              </p:cNvSpPr>
              <p:nvPr userDrawn="1"/>
            </p:nvSpPr>
            <p:spPr bwMode="auto">
              <a:xfrm>
                <a:off x="7150100" y="1325563"/>
                <a:ext cx="182562" cy="115887"/>
              </a:xfrm>
              <a:custGeom>
                <a:avLst/>
                <a:gdLst>
                  <a:gd name="T0" fmla="*/ 24 w 67"/>
                  <a:gd name="T1" fmla="*/ 43 h 43"/>
                  <a:gd name="T2" fmla="*/ 18 w 67"/>
                  <a:gd name="T3" fmla="*/ 42 h 43"/>
                  <a:gd name="T4" fmla="*/ 1 w 67"/>
                  <a:gd name="T5" fmla="*/ 30 h 43"/>
                  <a:gd name="T6" fmla="*/ 0 w 67"/>
                  <a:gd name="T7" fmla="*/ 27 h 43"/>
                  <a:gd name="T8" fmla="*/ 3 w 67"/>
                  <a:gd name="T9" fmla="*/ 27 h 43"/>
                  <a:gd name="T10" fmla="*/ 21 w 67"/>
                  <a:gd name="T11" fmla="*/ 38 h 43"/>
                  <a:gd name="T12" fmla="*/ 27 w 67"/>
                  <a:gd name="T13" fmla="*/ 38 h 43"/>
                  <a:gd name="T14" fmla="*/ 63 w 67"/>
                  <a:gd name="T15" fmla="*/ 1 h 43"/>
                  <a:gd name="T16" fmla="*/ 66 w 67"/>
                  <a:gd name="T17" fmla="*/ 1 h 43"/>
                  <a:gd name="T18" fmla="*/ 66 w 67"/>
                  <a:gd name="T19" fmla="*/ 4 h 43"/>
                  <a:gd name="T20" fmla="*/ 30 w 67"/>
                  <a:gd name="T21" fmla="*/ 40 h 43"/>
                  <a:gd name="T22" fmla="*/ 24 w 67"/>
                  <a:gd name="T23"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 h="43">
                    <a:moveTo>
                      <a:pt x="24" y="43"/>
                    </a:moveTo>
                    <a:cubicBezTo>
                      <a:pt x="22" y="43"/>
                      <a:pt x="20" y="43"/>
                      <a:pt x="18" y="42"/>
                    </a:cubicBezTo>
                    <a:cubicBezTo>
                      <a:pt x="1" y="30"/>
                      <a:pt x="1" y="30"/>
                      <a:pt x="1" y="30"/>
                    </a:cubicBezTo>
                    <a:cubicBezTo>
                      <a:pt x="0" y="30"/>
                      <a:pt x="0" y="28"/>
                      <a:pt x="0" y="27"/>
                    </a:cubicBezTo>
                    <a:cubicBezTo>
                      <a:pt x="1" y="26"/>
                      <a:pt x="2" y="26"/>
                      <a:pt x="3" y="27"/>
                    </a:cubicBezTo>
                    <a:cubicBezTo>
                      <a:pt x="21" y="38"/>
                      <a:pt x="21" y="38"/>
                      <a:pt x="21" y="38"/>
                    </a:cubicBezTo>
                    <a:cubicBezTo>
                      <a:pt x="23" y="40"/>
                      <a:pt x="26" y="39"/>
                      <a:pt x="27" y="38"/>
                    </a:cubicBezTo>
                    <a:cubicBezTo>
                      <a:pt x="63" y="1"/>
                      <a:pt x="63" y="1"/>
                      <a:pt x="63" y="1"/>
                    </a:cubicBezTo>
                    <a:cubicBezTo>
                      <a:pt x="64" y="0"/>
                      <a:pt x="65" y="0"/>
                      <a:pt x="66" y="1"/>
                    </a:cubicBezTo>
                    <a:cubicBezTo>
                      <a:pt x="67" y="2"/>
                      <a:pt x="67" y="3"/>
                      <a:pt x="66" y="4"/>
                    </a:cubicBezTo>
                    <a:cubicBezTo>
                      <a:pt x="30" y="40"/>
                      <a:pt x="30" y="40"/>
                      <a:pt x="30" y="40"/>
                    </a:cubicBezTo>
                    <a:cubicBezTo>
                      <a:pt x="28" y="42"/>
                      <a:pt x="26" y="43"/>
                      <a:pt x="24" y="43"/>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9" name="任意多边形: 形状 88">
                <a:extLst>
                  <a:ext uri="{FF2B5EF4-FFF2-40B4-BE49-F238E27FC236}">
                    <a16:creationId xmlns:a16="http://schemas.microsoft.com/office/drawing/2014/main" id="{A68823E4-395E-C416-19C1-0645AA0BA6CD}"/>
                  </a:ext>
                </a:extLst>
              </p:cNvPr>
              <p:cNvSpPr>
                <a:spLocks noEditPoints="1"/>
              </p:cNvSpPr>
              <p:nvPr userDrawn="1"/>
            </p:nvSpPr>
            <p:spPr bwMode="auto">
              <a:xfrm>
                <a:off x="10174288" y="2862263"/>
                <a:ext cx="579437" cy="1000125"/>
              </a:xfrm>
              <a:custGeom>
                <a:avLst/>
                <a:gdLst>
                  <a:gd name="T0" fmla="*/ 154 w 213"/>
                  <a:gd name="T1" fmla="*/ 366 h 368"/>
                  <a:gd name="T2" fmla="*/ 174 w 213"/>
                  <a:gd name="T3" fmla="*/ 366 h 368"/>
                  <a:gd name="T4" fmla="*/ 124 w 213"/>
                  <a:gd name="T5" fmla="*/ 368 h 368"/>
                  <a:gd name="T6" fmla="*/ 140 w 213"/>
                  <a:gd name="T7" fmla="*/ 364 h 368"/>
                  <a:gd name="T8" fmla="*/ 188 w 213"/>
                  <a:gd name="T9" fmla="*/ 367 h 368"/>
                  <a:gd name="T10" fmla="*/ 201 w 213"/>
                  <a:gd name="T11" fmla="*/ 357 h 368"/>
                  <a:gd name="T12" fmla="*/ 188 w 213"/>
                  <a:gd name="T13" fmla="*/ 367 h 368"/>
                  <a:gd name="T14" fmla="*/ 210 w 213"/>
                  <a:gd name="T15" fmla="*/ 347 h 368"/>
                  <a:gd name="T16" fmla="*/ 209 w 213"/>
                  <a:gd name="T17" fmla="*/ 329 h 368"/>
                  <a:gd name="T18" fmla="*/ 213 w 213"/>
                  <a:gd name="T19" fmla="*/ 338 h 368"/>
                  <a:gd name="T20" fmla="*/ 211 w 213"/>
                  <a:gd name="T21" fmla="*/ 315 h 368"/>
                  <a:gd name="T22" fmla="*/ 211 w 213"/>
                  <a:gd name="T23" fmla="*/ 295 h 368"/>
                  <a:gd name="T24" fmla="*/ 211 w 213"/>
                  <a:gd name="T25" fmla="*/ 315 h 368"/>
                  <a:gd name="T26" fmla="*/ 209 w 213"/>
                  <a:gd name="T27" fmla="*/ 265 h 368"/>
                  <a:gd name="T28" fmla="*/ 213 w 213"/>
                  <a:gd name="T29" fmla="*/ 281 h 368"/>
                  <a:gd name="T30" fmla="*/ 209 w 213"/>
                  <a:gd name="T31" fmla="*/ 249 h 368"/>
                  <a:gd name="T32" fmla="*/ 213 w 213"/>
                  <a:gd name="T33" fmla="*/ 233 h 368"/>
                  <a:gd name="T34" fmla="*/ 211 w 213"/>
                  <a:gd name="T35" fmla="*/ 219 h 368"/>
                  <a:gd name="T36" fmla="*/ 211 w 213"/>
                  <a:gd name="T37" fmla="*/ 199 h 368"/>
                  <a:gd name="T38" fmla="*/ 211 w 213"/>
                  <a:gd name="T39" fmla="*/ 219 h 368"/>
                  <a:gd name="T40" fmla="*/ 209 w 213"/>
                  <a:gd name="T41" fmla="*/ 169 h 368"/>
                  <a:gd name="T42" fmla="*/ 213 w 213"/>
                  <a:gd name="T43" fmla="*/ 185 h 368"/>
                  <a:gd name="T44" fmla="*/ 209 w 213"/>
                  <a:gd name="T45" fmla="*/ 153 h 368"/>
                  <a:gd name="T46" fmla="*/ 213 w 213"/>
                  <a:gd name="T47" fmla="*/ 137 h 368"/>
                  <a:gd name="T48" fmla="*/ 211 w 213"/>
                  <a:gd name="T49" fmla="*/ 123 h 368"/>
                  <a:gd name="T50" fmla="*/ 208 w 213"/>
                  <a:gd name="T51" fmla="*/ 105 h 368"/>
                  <a:gd name="T52" fmla="*/ 213 w 213"/>
                  <a:gd name="T53" fmla="*/ 112 h 368"/>
                  <a:gd name="T54" fmla="*/ 202 w 213"/>
                  <a:gd name="T55" fmla="*/ 93 h 368"/>
                  <a:gd name="T56" fmla="*/ 186 w 213"/>
                  <a:gd name="T57" fmla="*/ 84 h 368"/>
                  <a:gd name="T58" fmla="*/ 203 w 213"/>
                  <a:gd name="T59" fmla="*/ 93 h 368"/>
                  <a:gd name="T60" fmla="*/ 27 w 213"/>
                  <a:gd name="T61" fmla="*/ 86 h 368"/>
                  <a:gd name="T62" fmla="*/ 30 w 213"/>
                  <a:gd name="T63" fmla="*/ 82 h 368"/>
                  <a:gd name="T64" fmla="*/ 44 w 213"/>
                  <a:gd name="T65" fmla="*/ 86 h 368"/>
                  <a:gd name="T66" fmla="*/ 172 w 213"/>
                  <a:gd name="T67" fmla="*/ 86 h 368"/>
                  <a:gd name="T68" fmla="*/ 156 w 213"/>
                  <a:gd name="T69" fmla="*/ 82 h 368"/>
                  <a:gd name="T70" fmla="*/ 172 w 213"/>
                  <a:gd name="T71" fmla="*/ 86 h 368"/>
                  <a:gd name="T72" fmla="*/ 122 w 213"/>
                  <a:gd name="T73" fmla="*/ 84 h 368"/>
                  <a:gd name="T74" fmla="*/ 142 w 213"/>
                  <a:gd name="T75" fmla="*/ 84 h 368"/>
                  <a:gd name="T76" fmla="*/ 92 w 213"/>
                  <a:gd name="T77" fmla="*/ 86 h 368"/>
                  <a:gd name="T78" fmla="*/ 108 w 213"/>
                  <a:gd name="T79" fmla="*/ 82 h 368"/>
                  <a:gd name="T80" fmla="*/ 76 w 213"/>
                  <a:gd name="T81" fmla="*/ 86 h 368"/>
                  <a:gd name="T82" fmla="*/ 60 w 213"/>
                  <a:gd name="T83" fmla="*/ 82 h 368"/>
                  <a:gd name="T84" fmla="*/ 76 w 213"/>
                  <a:gd name="T85" fmla="*/ 86 h 368"/>
                  <a:gd name="T86" fmla="*/ 2 w 213"/>
                  <a:gd name="T87" fmla="*/ 66 h 368"/>
                  <a:gd name="T88" fmla="*/ 14 w 213"/>
                  <a:gd name="T89" fmla="*/ 77 h 368"/>
                  <a:gd name="T90" fmla="*/ 2 w 213"/>
                  <a:gd name="T91" fmla="*/ 52 h 368"/>
                  <a:gd name="T92" fmla="*/ 2 w 213"/>
                  <a:gd name="T93" fmla="*/ 32 h 368"/>
                  <a:gd name="T94" fmla="*/ 2 w 213"/>
                  <a:gd name="T95" fmla="*/ 52 h 368"/>
                  <a:gd name="T96" fmla="*/ 0 w 213"/>
                  <a:gd name="T97" fmla="*/ 2 h 368"/>
                  <a:gd name="T98" fmla="*/ 4 w 213"/>
                  <a:gd name="T99" fmla="*/ 18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13" h="368">
                    <a:moveTo>
                      <a:pt x="172" y="368"/>
                    </a:moveTo>
                    <a:cubicBezTo>
                      <a:pt x="156" y="368"/>
                      <a:pt x="156" y="368"/>
                      <a:pt x="156" y="368"/>
                    </a:cubicBezTo>
                    <a:cubicBezTo>
                      <a:pt x="155" y="368"/>
                      <a:pt x="154" y="367"/>
                      <a:pt x="154" y="366"/>
                    </a:cubicBezTo>
                    <a:cubicBezTo>
                      <a:pt x="154" y="365"/>
                      <a:pt x="155" y="364"/>
                      <a:pt x="156" y="364"/>
                    </a:cubicBezTo>
                    <a:cubicBezTo>
                      <a:pt x="172" y="364"/>
                      <a:pt x="172" y="364"/>
                      <a:pt x="172" y="364"/>
                    </a:cubicBezTo>
                    <a:cubicBezTo>
                      <a:pt x="173" y="364"/>
                      <a:pt x="174" y="365"/>
                      <a:pt x="174" y="366"/>
                    </a:cubicBezTo>
                    <a:cubicBezTo>
                      <a:pt x="174" y="367"/>
                      <a:pt x="173" y="368"/>
                      <a:pt x="172" y="368"/>
                    </a:cubicBezTo>
                    <a:close/>
                    <a:moveTo>
                      <a:pt x="140" y="368"/>
                    </a:moveTo>
                    <a:cubicBezTo>
                      <a:pt x="124" y="368"/>
                      <a:pt x="124" y="368"/>
                      <a:pt x="124" y="368"/>
                    </a:cubicBezTo>
                    <a:cubicBezTo>
                      <a:pt x="123" y="368"/>
                      <a:pt x="122" y="367"/>
                      <a:pt x="122" y="366"/>
                    </a:cubicBezTo>
                    <a:cubicBezTo>
                      <a:pt x="122" y="365"/>
                      <a:pt x="123" y="364"/>
                      <a:pt x="124" y="364"/>
                    </a:cubicBezTo>
                    <a:cubicBezTo>
                      <a:pt x="140" y="364"/>
                      <a:pt x="140" y="364"/>
                      <a:pt x="140" y="364"/>
                    </a:cubicBezTo>
                    <a:cubicBezTo>
                      <a:pt x="141" y="364"/>
                      <a:pt x="142" y="365"/>
                      <a:pt x="142" y="366"/>
                    </a:cubicBezTo>
                    <a:cubicBezTo>
                      <a:pt x="142" y="367"/>
                      <a:pt x="141" y="368"/>
                      <a:pt x="140" y="368"/>
                    </a:cubicBezTo>
                    <a:close/>
                    <a:moveTo>
                      <a:pt x="188" y="367"/>
                    </a:moveTo>
                    <a:cubicBezTo>
                      <a:pt x="187" y="367"/>
                      <a:pt x="186" y="367"/>
                      <a:pt x="186" y="366"/>
                    </a:cubicBezTo>
                    <a:cubicBezTo>
                      <a:pt x="186" y="365"/>
                      <a:pt x="187" y="364"/>
                      <a:pt x="188" y="363"/>
                    </a:cubicBezTo>
                    <a:cubicBezTo>
                      <a:pt x="193" y="362"/>
                      <a:pt x="197" y="360"/>
                      <a:pt x="201" y="357"/>
                    </a:cubicBezTo>
                    <a:cubicBezTo>
                      <a:pt x="202" y="356"/>
                      <a:pt x="203" y="356"/>
                      <a:pt x="204" y="357"/>
                    </a:cubicBezTo>
                    <a:cubicBezTo>
                      <a:pt x="204" y="358"/>
                      <a:pt x="204" y="359"/>
                      <a:pt x="203" y="360"/>
                    </a:cubicBezTo>
                    <a:cubicBezTo>
                      <a:pt x="199" y="364"/>
                      <a:pt x="194" y="366"/>
                      <a:pt x="188" y="367"/>
                    </a:cubicBezTo>
                    <a:cubicBezTo>
                      <a:pt x="188" y="367"/>
                      <a:pt x="188" y="367"/>
                      <a:pt x="188" y="367"/>
                    </a:cubicBezTo>
                    <a:close/>
                    <a:moveTo>
                      <a:pt x="210" y="347"/>
                    </a:moveTo>
                    <a:cubicBezTo>
                      <a:pt x="210" y="347"/>
                      <a:pt x="210" y="347"/>
                      <a:pt x="210" y="347"/>
                    </a:cubicBezTo>
                    <a:cubicBezTo>
                      <a:pt x="209" y="346"/>
                      <a:pt x="208" y="345"/>
                      <a:pt x="208" y="344"/>
                    </a:cubicBezTo>
                    <a:cubicBezTo>
                      <a:pt x="209" y="342"/>
                      <a:pt x="209" y="340"/>
                      <a:pt x="209" y="338"/>
                    </a:cubicBezTo>
                    <a:cubicBezTo>
                      <a:pt x="209" y="329"/>
                      <a:pt x="209" y="329"/>
                      <a:pt x="209" y="329"/>
                    </a:cubicBezTo>
                    <a:cubicBezTo>
                      <a:pt x="209" y="328"/>
                      <a:pt x="210" y="327"/>
                      <a:pt x="211" y="327"/>
                    </a:cubicBezTo>
                    <a:cubicBezTo>
                      <a:pt x="212" y="327"/>
                      <a:pt x="213" y="328"/>
                      <a:pt x="213" y="329"/>
                    </a:cubicBezTo>
                    <a:cubicBezTo>
                      <a:pt x="213" y="338"/>
                      <a:pt x="213" y="338"/>
                      <a:pt x="213" y="338"/>
                    </a:cubicBezTo>
                    <a:cubicBezTo>
                      <a:pt x="213" y="340"/>
                      <a:pt x="213" y="343"/>
                      <a:pt x="212" y="345"/>
                    </a:cubicBezTo>
                    <a:cubicBezTo>
                      <a:pt x="212" y="346"/>
                      <a:pt x="211" y="347"/>
                      <a:pt x="210" y="347"/>
                    </a:cubicBezTo>
                    <a:close/>
                    <a:moveTo>
                      <a:pt x="211" y="315"/>
                    </a:moveTo>
                    <a:cubicBezTo>
                      <a:pt x="210" y="315"/>
                      <a:pt x="209" y="314"/>
                      <a:pt x="209" y="313"/>
                    </a:cubicBezTo>
                    <a:cubicBezTo>
                      <a:pt x="209" y="297"/>
                      <a:pt x="209" y="297"/>
                      <a:pt x="209" y="297"/>
                    </a:cubicBezTo>
                    <a:cubicBezTo>
                      <a:pt x="209" y="296"/>
                      <a:pt x="210" y="295"/>
                      <a:pt x="211" y="295"/>
                    </a:cubicBezTo>
                    <a:cubicBezTo>
                      <a:pt x="212" y="295"/>
                      <a:pt x="213" y="296"/>
                      <a:pt x="213" y="297"/>
                    </a:cubicBezTo>
                    <a:cubicBezTo>
                      <a:pt x="213" y="313"/>
                      <a:pt x="213" y="313"/>
                      <a:pt x="213" y="313"/>
                    </a:cubicBezTo>
                    <a:cubicBezTo>
                      <a:pt x="213" y="314"/>
                      <a:pt x="212" y="315"/>
                      <a:pt x="211" y="315"/>
                    </a:cubicBezTo>
                    <a:close/>
                    <a:moveTo>
                      <a:pt x="211" y="283"/>
                    </a:moveTo>
                    <a:cubicBezTo>
                      <a:pt x="210" y="283"/>
                      <a:pt x="209" y="282"/>
                      <a:pt x="209" y="281"/>
                    </a:cubicBezTo>
                    <a:cubicBezTo>
                      <a:pt x="209" y="265"/>
                      <a:pt x="209" y="265"/>
                      <a:pt x="209" y="265"/>
                    </a:cubicBezTo>
                    <a:cubicBezTo>
                      <a:pt x="209" y="264"/>
                      <a:pt x="210" y="263"/>
                      <a:pt x="211" y="263"/>
                    </a:cubicBezTo>
                    <a:cubicBezTo>
                      <a:pt x="212" y="263"/>
                      <a:pt x="213" y="264"/>
                      <a:pt x="213" y="265"/>
                    </a:cubicBezTo>
                    <a:cubicBezTo>
                      <a:pt x="213" y="281"/>
                      <a:pt x="213" y="281"/>
                      <a:pt x="213" y="281"/>
                    </a:cubicBezTo>
                    <a:cubicBezTo>
                      <a:pt x="213" y="282"/>
                      <a:pt x="212" y="283"/>
                      <a:pt x="211" y="283"/>
                    </a:cubicBezTo>
                    <a:close/>
                    <a:moveTo>
                      <a:pt x="211" y="251"/>
                    </a:moveTo>
                    <a:cubicBezTo>
                      <a:pt x="210" y="251"/>
                      <a:pt x="209" y="250"/>
                      <a:pt x="209" y="249"/>
                    </a:cubicBezTo>
                    <a:cubicBezTo>
                      <a:pt x="209" y="233"/>
                      <a:pt x="209" y="233"/>
                      <a:pt x="209" y="233"/>
                    </a:cubicBezTo>
                    <a:cubicBezTo>
                      <a:pt x="209" y="232"/>
                      <a:pt x="210" y="231"/>
                      <a:pt x="211" y="231"/>
                    </a:cubicBezTo>
                    <a:cubicBezTo>
                      <a:pt x="212" y="231"/>
                      <a:pt x="213" y="232"/>
                      <a:pt x="213" y="233"/>
                    </a:cubicBezTo>
                    <a:cubicBezTo>
                      <a:pt x="213" y="249"/>
                      <a:pt x="213" y="249"/>
                      <a:pt x="213" y="249"/>
                    </a:cubicBezTo>
                    <a:cubicBezTo>
                      <a:pt x="213" y="250"/>
                      <a:pt x="212" y="251"/>
                      <a:pt x="211" y="251"/>
                    </a:cubicBezTo>
                    <a:close/>
                    <a:moveTo>
                      <a:pt x="211" y="219"/>
                    </a:moveTo>
                    <a:cubicBezTo>
                      <a:pt x="210" y="219"/>
                      <a:pt x="209" y="218"/>
                      <a:pt x="209" y="217"/>
                    </a:cubicBezTo>
                    <a:cubicBezTo>
                      <a:pt x="209" y="201"/>
                      <a:pt x="209" y="201"/>
                      <a:pt x="209" y="201"/>
                    </a:cubicBezTo>
                    <a:cubicBezTo>
                      <a:pt x="209" y="200"/>
                      <a:pt x="210" y="199"/>
                      <a:pt x="211" y="199"/>
                    </a:cubicBezTo>
                    <a:cubicBezTo>
                      <a:pt x="212" y="199"/>
                      <a:pt x="213" y="200"/>
                      <a:pt x="213" y="201"/>
                    </a:cubicBezTo>
                    <a:cubicBezTo>
                      <a:pt x="213" y="217"/>
                      <a:pt x="213" y="217"/>
                      <a:pt x="213" y="217"/>
                    </a:cubicBezTo>
                    <a:cubicBezTo>
                      <a:pt x="213" y="218"/>
                      <a:pt x="212" y="219"/>
                      <a:pt x="211" y="219"/>
                    </a:cubicBezTo>
                    <a:close/>
                    <a:moveTo>
                      <a:pt x="211" y="187"/>
                    </a:moveTo>
                    <a:cubicBezTo>
                      <a:pt x="210" y="187"/>
                      <a:pt x="209" y="186"/>
                      <a:pt x="209" y="185"/>
                    </a:cubicBezTo>
                    <a:cubicBezTo>
                      <a:pt x="209" y="169"/>
                      <a:pt x="209" y="169"/>
                      <a:pt x="209" y="169"/>
                    </a:cubicBezTo>
                    <a:cubicBezTo>
                      <a:pt x="209" y="168"/>
                      <a:pt x="210" y="167"/>
                      <a:pt x="211" y="167"/>
                    </a:cubicBezTo>
                    <a:cubicBezTo>
                      <a:pt x="212" y="167"/>
                      <a:pt x="213" y="168"/>
                      <a:pt x="213" y="169"/>
                    </a:cubicBezTo>
                    <a:cubicBezTo>
                      <a:pt x="213" y="185"/>
                      <a:pt x="213" y="185"/>
                      <a:pt x="213" y="185"/>
                    </a:cubicBezTo>
                    <a:cubicBezTo>
                      <a:pt x="213" y="186"/>
                      <a:pt x="212" y="187"/>
                      <a:pt x="211" y="187"/>
                    </a:cubicBezTo>
                    <a:close/>
                    <a:moveTo>
                      <a:pt x="211" y="155"/>
                    </a:moveTo>
                    <a:cubicBezTo>
                      <a:pt x="210" y="155"/>
                      <a:pt x="209" y="154"/>
                      <a:pt x="209" y="153"/>
                    </a:cubicBezTo>
                    <a:cubicBezTo>
                      <a:pt x="209" y="137"/>
                      <a:pt x="209" y="137"/>
                      <a:pt x="209" y="137"/>
                    </a:cubicBezTo>
                    <a:cubicBezTo>
                      <a:pt x="209" y="136"/>
                      <a:pt x="210" y="135"/>
                      <a:pt x="211" y="135"/>
                    </a:cubicBezTo>
                    <a:cubicBezTo>
                      <a:pt x="212" y="135"/>
                      <a:pt x="213" y="136"/>
                      <a:pt x="213" y="137"/>
                    </a:cubicBezTo>
                    <a:cubicBezTo>
                      <a:pt x="213" y="153"/>
                      <a:pt x="213" y="153"/>
                      <a:pt x="213" y="153"/>
                    </a:cubicBezTo>
                    <a:cubicBezTo>
                      <a:pt x="213" y="154"/>
                      <a:pt x="212" y="155"/>
                      <a:pt x="211" y="155"/>
                    </a:cubicBezTo>
                    <a:close/>
                    <a:moveTo>
                      <a:pt x="211" y="123"/>
                    </a:moveTo>
                    <a:cubicBezTo>
                      <a:pt x="210" y="123"/>
                      <a:pt x="209" y="122"/>
                      <a:pt x="209" y="121"/>
                    </a:cubicBezTo>
                    <a:cubicBezTo>
                      <a:pt x="209" y="112"/>
                      <a:pt x="209" y="112"/>
                      <a:pt x="209" y="112"/>
                    </a:cubicBezTo>
                    <a:cubicBezTo>
                      <a:pt x="209" y="110"/>
                      <a:pt x="209" y="108"/>
                      <a:pt x="208" y="105"/>
                    </a:cubicBezTo>
                    <a:cubicBezTo>
                      <a:pt x="208" y="104"/>
                      <a:pt x="208" y="103"/>
                      <a:pt x="209" y="103"/>
                    </a:cubicBezTo>
                    <a:cubicBezTo>
                      <a:pt x="211" y="103"/>
                      <a:pt x="212" y="103"/>
                      <a:pt x="212" y="104"/>
                    </a:cubicBezTo>
                    <a:cubicBezTo>
                      <a:pt x="213" y="107"/>
                      <a:pt x="213" y="110"/>
                      <a:pt x="213" y="112"/>
                    </a:cubicBezTo>
                    <a:cubicBezTo>
                      <a:pt x="213" y="121"/>
                      <a:pt x="213" y="121"/>
                      <a:pt x="213" y="121"/>
                    </a:cubicBezTo>
                    <a:cubicBezTo>
                      <a:pt x="213" y="122"/>
                      <a:pt x="212" y="123"/>
                      <a:pt x="211" y="123"/>
                    </a:cubicBezTo>
                    <a:close/>
                    <a:moveTo>
                      <a:pt x="202" y="93"/>
                    </a:moveTo>
                    <a:cubicBezTo>
                      <a:pt x="201" y="93"/>
                      <a:pt x="201" y="93"/>
                      <a:pt x="200" y="93"/>
                    </a:cubicBezTo>
                    <a:cubicBezTo>
                      <a:pt x="197" y="89"/>
                      <a:pt x="192" y="87"/>
                      <a:pt x="187" y="86"/>
                    </a:cubicBezTo>
                    <a:cubicBezTo>
                      <a:pt x="186" y="86"/>
                      <a:pt x="185" y="85"/>
                      <a:pt x="186" y="84"/>
                    </a:cubicBezTo>
                    <a:cubicBezTo>
                      <a:pt x="186" y="83"/>
                      <a:pt x="187" y="82"/>
                      <a:pt x="188" y="83"/>
                    </a:cubicBezTo>
                    <a:cubicBezTo>
                      <a:pt x="194" y="83"/>
                      <a:pt x="199" y="86"/>
                      <a:pt x="203" y="90"/>
                    </a:cubicBezTo>
                    <a:cubicBezTo>
                      <a:pt x="204" y="91"/>
                      <a:pt x="204" y="92"/>
                      <a:pt x="203" y="93"/>
                    </a:cubicBezTo>
                    <a:cubicBezTo>
                      <a:pt x="203" y="93"/>
                      <a:pt x="202" y="93"/>
                      <a:pt x="202" y="93"/>
                    </a:cubicBezTo>
                    <a:close/>
                    <a:moveTo>
                      <a:pt x="30" y="86"/>
                    </a:moveTo>
                    <a:cubicBezTo>
                      <a:pt x="29" y="86"/>
                      <a:pt x="28" y="86"/>
                      <a:pt x="27" y="86"/>
                    </a:cubicBezTo>
                    <a:cubicBezTo>
                      <a:pt x="26" y="86"/>
                      <a:pt x="25" y="85"/>
                      <a:pt x="26" y="84"/>
                    </a:cubicBezTo>
                    <a:cubicBezTo>
                      <a:pt x="26" y="83"/>
                      <a:pt x="27" y="82"/>
                      <a:pt x="28" y="82"/>
                    </a:cubicBezTo>
                    <a:cubicBezTo>
                      <a:pt x="29" y="82"/>
                      <a:pt x="29" y="82"/>
                      <a:pt x="30" y="82"/>
                    </a:cubicBezTo>
                    <a:cubicBezTo>
                      <a:pt x="44" y="82"/>
                      <a:pt x="44" y="82"/>
                      <a:pt x="44" y="82"/>
                    </a:cubicBezTo>
                    <a:cubicBezTo>
                      <a:pt x="45" y="82"/>
                      <a:pt x="46" y="83"/>
                      <a:pt x="46" y="84"/>
                    </a:cubicBezTo>
                    <a:cubicBezTo>
                      <a:pt x="46" y="85"/>
                      <a:pt x="45" y="86"/>
                      <a:pt x="44" y="86"/>
                    </a:cubicBezTo>
                    <a:cubicBezTo>
                      <a:pt x="30" y="86"/>
                      <a:pt x="30" y="86"/>
                      <a:pt x="30" y="86"/>
                    </a:cubicBezTo>
                    <a:cubicBezTo>
                      <a:pt x="30" y="86"/>
                      <a:pt x="30" y="86"/>
                      <a:pt x="30" y="86"/>
                    </a:cubicBezTo>
                    <a:close/>
                    <a:moveTo>
                      <a:pt x="172" y="86"/>
                    </a:moveTo>
                    <a:cubicBezTo>
                      <a:pt x="156" y="86"/>
                      <a:pt x="156" y="86"/>
                      <a:pt x="156" y="86"/>
                    </a:cubicBezTo>
                    <a:cubicBezTo>
                      <a:pt x="154" y="86"/>
                      <a:pt x="154" y="85"/>
                      <a:pt x="154" y="84"/>
                    </a:cubicBezTo>
                    <a:cubicBezTo>
                      <a:pt x="154" y="83"/>
                      <a:pt x="154" y="82"/>
                      <a:pt x="156" y="82"/>
                    </a:cubicBezTo>
                    <a:cubicBezTo>
                      <a:pt x="172" y="82"/>
                      <a:pt x="172" y="82"/>
                      <a:pt x="172" y="82"/>
                    </a:cubicBezTo>
                    <a:cubicBezTo>
                      <a:pt x="173" y="82"/>
                      <a:pt x="174" y="83"/>
                      <a:pt x="174" y="84"/>
                    </a:cubicBezTo>
                    <a:cubicBezTo>
                      <a:pt x="174" y="85"/>
                      <a:pt x="173" y="86"/>
                      <a:pt x="172" y="86"/>
                    </a:cubicBezTo>
                    <a:close/>
                    <a:moveTo>
                      <a:pt x="140" y="86"/>
                    </a:moveTo>
                    <a:cubicBezTo>
                      <a:pt x="124" y="86"/>
                      <a:pt x="124" y="86"/>
                      <a:pt x="124" y="86"/>
                    </a:cubicBezTo>
                    <a:cubicBezTo>
                      <a:pt x="122" y="86"/>
                      <a:pt x="122" y="85"/>
                      <a:pt x="122" y="84"/>
                    </a:cubicBezTo>
                    <a:cubicBezTo>
                      <a:pt x="122" y="83"/>
                      <a:pt x="122" y="82"/>
                      <a:pt x="124" y="82"/>
                    </a:cubicBezTo>
                    <a:cubicBezTo>
                      <a:pt x="140" y="82"/>
                      <a:pt x="140" y="82"/>
                      <a:pt x="140" y="82"/>
                    </a:cubicBezTo>
                    <a:cubicBezTo>
                      <a:pt x="141" y="82"/>
                      <a:pt x="142" y="83"/>
                      <a:pt x="142" y="84"/>
                    </a:cubicBezTo>
                    <a:cubicBezTo>
                      <a:pt x="142" y="85"/>
                      <a:pt x="141" y="86"/>
                      <a:pt x="140" y="86"/>
                    </a:cubicBezTo>
                    <a:close/>
                    <a:moveTo>
                      <a:pt x="108" y="86"/>
                    </a:moveTo>
                    <a:cubicBezTo>
                      <a:pt x="92" y="86"/>
                      <a:pt x="92" y="86"/>
                      <a:pt x="92" y="86"/>
                    </a:cubicBezTo>
                    <a:cubicBezTo>
                      <a:pt x="90" y="86"/>
                      <a:pt x="90" y="85"/>
                      <a:pt x="90" y="84"/>
                    </a:cubicBezTo>
                    <a:cubicBezTo>
                      <a:pt x="90" y="83"/>
                      <a:pt x="90" y="82"/>
                      <a:pt x="92" y="82"/>
                    </a:cubicBezTo>
                    <a:cubicBezTo>
                      <a:pt x="108" y="82"/>
                      <a:pt x="108" y="82"/>
                      <a:pt x="108" y="82"/>
                    </a:cubicBezTo>
                    <a:cubicBezTo>
                      <a:pt x="109" y="82"/>
                      <a:pt x="110" y="83"/>
                      <a:pt x="110" y="84"/>
                    </a:cubicBezTo>
                    <a:cubicBezTo>
                      <a:pt x="110" y="85"/>
                      <a:pt x="109" y="86"/>
                      <a:pt x="108" y="86"/>
                    </a:cubicBezTo>
                    <a:close/>
                    <a:moveTo>
                      <a:pt x="76" y="86"/>
                    </a:moveTo>
                    <a:cubicBezTo>
                      <a:pt x="60" y="86"/>
                      <a:pt x="60" y="86"/>
                      <a:pt x="60" y="86"/>
                    </a:cubicBezTo>
                    <a:cubicBezTo>
                      <a:pt x="58" y="86"/>
                      <a:pt x="58" y="85"/>
                      <a:pt x="58" y="84"/>
                    </a:cubicBezTo>
                    <a:cubicBezTo>
                      <a:pt x="58" y="83"/>
                      <a:pt x="58" y="82"/>
                      <a:pt x="60" y="82"/>
                    </a:cubicBezTo>
                    <a:cubicBezTo>
                      <a:pt x="76" y="82"/>
                      <a:pt x="76" y="82"/>
                      <a:pt x="76" y="82"/>
                    </a:cubicBezTo>
                    <a:cubicBezTo>
                      <a:pt x="77" y="82"/>
                      <a:pt x="78" y="83"/>
                      <a:pt x="78" y="84"/>
                    </a:cubicBezTo>
                    <a:cubicBezTo>
                      <a:pt x="78" y="85"/>
                      <a:pt x="77" y="86"/>
                      <a:pt x="76" y="86"/>
                    </a:cubicBezTo>
                    <a:close/>
                    <a:moveTo>
                      <a:pt x="13" y="80"/>
                    </a:moveTo>
                    <a:cubicBezTo>
                      <a:pt x="12" y="80"/>
                      <a:pt x="12" y="80"/>
                      <a:pt x="12" y="80"/>
                    </a:cubicBezTo>
                    <a:cubicBezTo>
                      <a:pt x="7" y="76"/>
                      <a:pt x="4" y="72"/>
                      <a:pt x="2" y="66"/>
                    </a:cubicBezTo>
                    <a:cubicBezTo>
                      <a:pt x="1" y="65"/>
                      <a:pt x="2" y="64"/>
                      <a:pt x="3" y="64"/>
                    </a:cubicBezTo>
                    <a:cubicBezTo>
                      <a:pt x="4" y="63"/>
                      <a:pt x="5" y="64"/>
                      <a:pt x="5" y="65"/>
                    </a:cubicBezTo>
                    <a:cubicBezTo>
                      <a:pt x="7" y="69"/>
                      <a:pt x="10" y="74"/>
                      <a:pt x="14" y="77"/>
                    </a:cubicBezTo>
                    <a:cubicBezTo>
                      <a:pt x="15" y="77"/>
                      <a:pt x="15" y="79"/>
                      <a:pt x="14" y="79"/>
                    </a:cubicBezTo>
                    <a:cubicBezTo>
                      <a:pt x="14" y="80"/>
                      <a:pt x="13" y="80"/>
                      <a:pt x="13" y="80"/>
                    </a:cubicBezTo>
                    <a:close/>
                    <a:moveTo>
                      <a:pt x="2" y="52"/>
                    </a:moveTo>
                    <a:cubicBezTo>
                      <a:pt x="1" y="52"/>
                      <a:pt x="0" y="51"/>
                      <a:pt x="0" y="50"/>
                    </a:cubicBezTo>
                    <a:cubicBezTo>
                      <a:pt x="0" y="34"/>
                      <a:pt x="0" y="34"/>
                      <a:pt x="0" y="34"/>
                    </a:cubicBezTo>
                    <a:cubicBezTo>
                      <a:pt x="0" y="33"/>
                      <a:pt x="1" y="32"/>
                      <a:pt x="2" y="32"/>
                    </a:cubicBezTo>
                    <a:cubicBezTo>
                      <a:pt x="3" y="32"/>
                      <a:pt x="4" y="33"/>
                      <a:pt x="4" y="34"/>
                    </a:cubicBezTo>
                    <a:cubicBezTo>
                      <a:pt x="4" y="50"/>
                      <a:pt x="4" y="50"/>
                      <a:pt x="4" y="50"/>
                    </a:cubicBezTo>
                    <a:cubicBezTo>
                      <a:pt x="4" y="51"/>
                      <a:pt x="3" y="52"/>
                      <a:pt x="2" y="52"/>
                    </a:cubicBezTo>
                    <a:close/>
                    <a:moveTo>
                      <a:pt x="2" y="20"/>
                    </a:moveTo>
                    <a:cubicBezTo>
                      <a:pt x="1" y="20"/>
                      <a:pt x="0" y="19"/>
                      <a:pt x="0" y="18"/>
                    </a:cubicBezTo>
                    <a:cubicBezTo>
                      <a:pt x="0" y="2"/>
                      <a:pt x="0" y="2"/>
                      <a:pt x="0" y="2"/>
                    </a:cubicBezTo>
                    <a:cubicBezTo>
                      <a:pt x="0" y="1"/>
                      <a:pt x="1" y="0"/>
                      <a:pt x="2" y="0"/>
                    </a:cubicBezTo>
                    <a:cubicBezTo>
                      <a:pt x="3" y="0"/>
                      <a:pt x="4" y="1"/>
                      <a:pt x="4" y="2"/>
                    </a:cubicBezTo>
                    <a:cubicBezTo>
                      <a:pt x="4" y="18"/>
                      <a:pt x="4" y="18"/>
                      <a:pt x="4" y="18"/>
                    </a:cubicBezTo>
                    <a:cubicBezTo>
                      <a:pt x="4" y="19"/>
                      <a:pt x="3" y="20"/>
                      <a:pt x="2" y="20"/>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0" name="任意多边形: 形状 89">
                <a:extLst>
                  <a:ext uri="{FF2B5EF4-FFF2-40B4-BE49-F238E27FC236}">
                    <a16:creationId xmlns:a16="http://schemas.microsoft.com/office/drawing/2014/main" id="{F354D680-215A-41A1-D5CB-41A6FA2E1C34}"/>
                  </a:ext>
                </a:extLst>
              </p:cNvPr>
              <p:cNvSpPr>
                <a:spLocks noEditPoints="1"/>
              </p:cNvSpPr>
              <p:nvPr userDrawn="1"/>
            </p:nvSpPr>
            <p:spPr bwMode="auto">
              <a:xfrm>
                <a:off x="9507538" y="1773238"/>
                <a:ext cx="525462" cy="323850"/>
              </a:xfrm>
              <a:custGeom>
                <a:avLst/>
                <a:gdLst>
                  <a:gd name="T0" fmla="*/ 190 w 194"/>
                  <a:gd name="T1" fmla="*/ 117 h 119"/>
                  <a:gd name="T2" fmla="*/ 192 w 194"/>
                  <a:gd name="T3" fmla="*/ 109 h 119"/>
                  <a:gd name="T4" fmla="*/ 194 w 194"/>
                  <a:gd name="T5" fmla="*/ 117 h 119"/>
                  <a:gd name="T6" fmla="*/ 192 w 194"/>
                  <a:gd name="T7" fmla="*/ 97 h 119"/>
                  <a:gd name="T8" fmla="*/ 190 w 194"/>
                  <a:gd name="T9" fmla="*/ 79 h 119"/>
                  <a:gd name="T10" fmla="*/ 194 w 194"/>
                  <a:gd name="T11" fmla="*/ 79 h 119"/>
                  <a:gd name="T12" fmla="*/ 192 w 194"/>
                  <a:gd name="T13" fmla="*/ 97 h 119"/>
                  <a:gd name="T14" fmla="*/ 190 w 194"/>
                  <a:gd name="T15" fmla="*/ 63 h 119"/>
                  <a:gd name="T16" fmla="*/ 192 w 194"/>
                  <a:gd name="T17" fmla="*/ 45 h 119"/>
                  <a:gd name="T18" fmla="*/ 194 w 194"/>
                  <a:gd name="T19" fmla="*/ 63 h 119"/>
                  <a:gd name="T20" fmla="*/ 192 w 194"/>
                  <a:gd name="T21" fmla="*/ 33 h 119"/>
                  <a:gd name="T22" fmla="*/ 190 w 194"/>
                  <a:gd name="T23" fmla="*/ 29 h 119"/>
                  <a:gd name="T24" fmla="*/ 188 w 194"/>
                  <a:gd name="T25" fmla="*/ 14 h 119"/>
                  <a:gd name="T26" fmla="*/ 194 w 194"/>
                  <a:gd name="T27" fmla="*/ 29 h 119"/>
                  <a:gd name="T28" fmla="*/ 192 w 194"/>
                  <a:gd name="T29" fmla="*/ 33 h 119"/>
                  <a:gd name="T30" fmla="*/ 177 w 194"/>
                  <a:gd name="T31" fmla="*/ 6 h 119"/>
                  <a:gd name="T32" fmla="*/ 162 w 194"/>
                  <a:gd name="T33" fmla="*/ 4 h 119"/>
                  <a:gd name="T34" fmla="*/ 162 w 194"/>
                  <a:gd name="T35" fmla="*/ 0 h 119"/>
                  <a:gd name="T36" fmla="*/ 178 w 194"/>
                  <a:gd name="T37" fmla="*/ 3 h 119"/>
                  <a:gd name="T38" fmla="*/ 178 w 194"/>
                  <a:gd name="T39" fmla="*/ 7 h 119"/>
                  <a:gd name="T40" fmla="*/ 130 w 194"/>
                  <a:gd name="T41" fmla="*/ 4 h 119"/>
                  <a:gd name="T42" fmla="*/ 130 w 194"/>
                  <a:gd name="T43" fmla="*/ 0 h 119"/>
                  <a:gd name="T44" fmla="*/ 148 w 194"/>
                  <a:gd name="T45" fmla="*/ 2 h 119"/>
                  <a:gd name="T46" fmla="*/ 114 w 194"/>
                  <a:gd name="T47" fmla="*/ 4 h 119"/>
                  <a:gd name="T48" fmla="*/ 96 w 194"/>
                  <a:gd name="T49" fmla="*/ 2 h 119"/>
                  <a:gd name="T50" fmla="*/ 114 w 194"/>
                  <a:gd name="T51" fmla="*/ 0 h 119"/>
                  <a:gd name="T52" fmla="*/ 114 w 194"/>
                  <a:gd name="T53" fmla="*/ 4 h 119"/>
                  <a:gd name="T54" fmla="*/ 66 w 194"/>
                  <a:gd name="T55" fmla="*/ 4 h 119"/>
                  <a:gd name="T56" fmla="*/ 66 w 194"/>
                  <a:gd name="T57" fmla="*/ 0 h 119"/>
                  <a:gd name="T58" fmla="*/ 84 w 194"/>
                  <a:gd name="T59" fmla="*/ 2 h 119"/>
                  <a:gd name="T60" fmla="*/ 50 w 194"/>
                  <a:gd name="T61" fmla="*/ 4 h 119"/>
                  <a:gd name="T62" fmla="*/ 32 w 194"/>
                  <a:gd name="T63" fmla="*/ 2 h 119"/>
                  <a:gd name="T64" fmla="*/ 50 w 194"/>
                  <a:gd name="T65" fmla="*/ 0 h 119"/>
                  <a:gd name="T66" fmla="*/ 50 w 194"/>
                  <a:gd name="T67" fmla="*/ 4 h 119"/>
                  <a:gd name="T68" fmla="*/ 2 w 194"/>
                  <a:gd name="T69" fmla="*/ 4 h 119"/>
                  <a:gd name="T70" fmla="*/ 2 w 194"/>
                  <a:gd name="T71" fmla="*/ 0 h 119"/>
                  <a:gd name="T72" fmla="*/ 20 w 194"/>
                  <a:gd name="T73"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94" h="119">
                    <a:moveTo>
                      <a:pt x="192" y="119"/>
                    </a:moveTo>
                    <a:cubicBezTo>
                      <a:pt x="191" y="119"/>
                      <a:pt x="190" y="118"/>
                      <a:pt x="190" y="117"/>
                    </a:cubicBezTo>
                    <a:cubicBezTo>
                      <a:pt x="190" y="111"/>
                      <a:pt x="190" y="111"/>
                      <a:pt x="190" y="111"/>
                    </a:cubicBezTo>
                    <a:cubicBezTo>
                      <a:pt x="190" y="110"/>
                      <a:pt x="191" y="109"/>
                      <a:pt x="192" y="109"/>
                    </a:cubicBezTo>
                    <a:cubicBezTo>
                      <a:pt x="193" y="109"/>
                      <a:pt x="194" y="110"/>
                      <a:pt x="194" y="111"/>
                    </a:cubicBezTo>
                    <a:cubicBezTo>
                      <a:pt x="194" y="117"/>
                      <a:pt x="194" y="117"/>
                      <a:pt x="194" y="117"/>
                    </a:cubicBezTo>
                    <a:cubicBezTo>
                      <a:pt x="194" y="118"/>
                      <a:pt x="193" y="119"/>
                      <a:pt x="192" y="119"/>
                    </a:cubicBezTo>
                    <a:close/>
                    <a:moveTo>
                      <a:pt x="192" y="97"/>
                    </a:moveTo>
                    <a:cubicBezTo>
                      <a:pt x="191" y="97"/>
                      <a:pt x="190" y="96"/>
                      <a:pt x="190" y="95"/>
                    </a:cubicBezTo>
                    <a:cubicBezTo>
                      <a:pt x="190" y="79"/>
                      <a:pt x="190" y="79"/>
                      <a:pt x="190" y="79"/>
                    </a:cubicBezTo>
                    <a:cubicBezTo>
                      <a:pt x="190" y="78"/>
                      <a:pt x="191" y="77"/>
                      <a:pt x="192" y="77"/>
                    </a:cubicBezTo>
                    <a:cubicBezTo>
                      <a:pt x="193" y="77"/>
                      <a:pt x="194" y="78"/>
                      <a:pt x="194" y="79"/>
                    </a:cubicBezTo>
                    <a:cubicBezTo>
                      <a:pt x="194" y="95"/>
                      <a:pt x="194" y="95"/>
                      <a:pt x="194" y="95"/>
                    </a:cubicBezTo>
                    <a:cubicBezTo>
                      <a:pt x="194" y="96"/>
                      <a:pt x="193" y="97"/>
                      <a:pt x="192" y="97"/>
                    </a:cubicBezTo>
                    <a:close/>
                    <a:moveTo>
                      <a:pt x="192" y="65"/>
                    </a:moveTo>
                    <a:cubicBezTo>
                      <a:pt x="191" y="65"/>
                      <a:pt x="190" y="64"/>
                      <a:pt x="190" y="63"/>
                    </a:cubicBezTo>
                    <a:cubicBezTo>
                      <a:pt x="190" y="47"/>
                      <a:pt x="190" y="47"/>
                      <a:pt x="190" y="47"/>
                    </a:cubicBezTo>
                    <a:cubicBezTo>
                      <a:pt x="190" y="46"/>
                      <a:pt x="191" y="45"/>
                      <a:pt x="192" y="45"/>
                    </a:cubicBezTo>
                    <a:cubicBezTo>
                      <a:pt x="193" y="45"/>
                      <a:pt x="194" y="46"/>
                      <a:pt x="194" y="47"/>
                    </a:cubicBezTo>
                    <a:cubicBezTo>
                      <a:pt x="194" y="63"/>
                      <a:pt x="194" y="63"/>
                      <a:pt x="194" y="63"/>
                    </a:cubicBezTo>
                    <a:cubicBezTo>
                      <a:pt x="194" y="64"/>
                      <a:pt x="193" y="65"/>
                      <a:pt x="192" y="65"/>
                    </a:cubicBezTo>
                    <a:close/>
                    <a:moveTo>
                      <a:pt x="192" y="33"/>
                    </a:moveTo>
                    <a:cubicBezTo>
                      <a:pt x="191" y="33"/>
                      <a:pt x="190" y="32"/>
                      <a:pt x="190" y="31"/>
                    </a:cubicBezTo>
                    <a:cubicBezTo>
                      <a:pt x="190" y="29"/>
                      <a:pt x="190" y="29"/>
                      <a:pt x="190" y="29"/>
                    </a:cubicBezTo>
                    <a:cubicBezTo>
                      <a:pt x="190" y="24"/>
                      <a:pt x="189" y="20"/>
                      <a:pt x="187" y="17"/>
                    </a:cubicBezTo>
                    <a:cubicBezTo>
                      <a:pt x="187" y="16"/>
                      <a:pt x="187" y="14"/>
                      <a:pt x="188" y="14"/>
                    </a:cubicBezTo>
                    <a:cubicBezTo>
                      <a:pt x="189" y="13"/>
                      <a:pt x="190" y="14"/>
                      <a:pt x="191" y="15"/>
                    </a:cubicBezTo>
                    <a:cubicBezTo>
                      <a:pt x="193" y="19"/>
                      <a:pt x="194" y="24"/>
                      <a:pt x="194" y="29"/>
                    </a:cubicBezTo>
                    <a:cubicBezTo>
                      <a:pt x="194" y="31"/>
                      <a:pt x="194" y="31"/>
                      <a:pt x="194" y="31"/>
                    </a:cubicBezTo>
                    <a:cubicBezTo>
                      <a:pt x="194" y="32"/>
                      <a:pt x="193" y="33"/>
                      <a:pt x="192" y="33"/>
                    </a:cubicBezTo>
                    <a:close/>
                    <a:moveTo>
                      <a:pt x="178" y="7"/>
                    </a:moveTo>
                    <a:cubicBezTo>
                      <a:pt x="177" y="7"/>
                      <a:pt x="177" y="7"/>
                      <a:pt x="177" y="6"/>
                    </a:cubicBezTo>
                    <a:cubicBezTo>
                      <a:pt x="173" y="5"/>
                      <a:pt x="169" y="4"/>
                      <a:pt x="165" y="4"/>
                    </a:cubicBezTo>
                    <a:cubicBezTo>
                      <a:pt x="162" y="4"/>
                      <a:pt x="162" y="4"/>
                      <a:pt x="162" y="4"/>
                    </a:cubicBezTo>
                    <a:cubicBezTo>
                      <a:pt x="161" y="4"/>
                      <a:pt x="160" y="3"/>
                      <a:pt x="160" y="2"/>
                    </a:cubicBezTo>
                    <a:cubicBezTo>
                      <a:pt x="160" y="1"/>
                      <a:pt x="161" y="0"/>
                      <a:pt x="162" y="0"/>
                    </a:cubicBezTo>
                    <a:cubicBezTo>
                      <a:pt x="165" y="0"/>
                      <a:pt x="165" y="0"/>
                      <a:pt x="165" y="0"/>
                    </a:cubicBezTo>
                    <a:cubicBezTo>
                      <a:pt x="170" y="0"/>
                      <a:pt x="174" y="1"/>
                      <a:pt x="178" y="3"/>
                    </a:cubicBezTo>
                    <a:cubicBezTo>
                      <a:pt x="179" y="3"/>
                      <a:pt x="180" y="5"/>
                      <a:pt x="179" y="6"/>
                    </a:cubicBezTo>
                    <a:cubicBezTo>
                      <a:pt x="179" y="6"/>
                      <a:pt x="178" y="7"/>
                      <a:pt x="178" y="7"/>
                    </a:cubicBezTo>
                    <a:close/>
                    <a:moveTo>
                      <a:pt x="146" y="4"/>
                    </a:moveTo>
                    <a:cubicBezTo>
                      <a:pt x="130" y="4"/>
                      <a:pt x="130" y="4"/>
                      <a:pt x="130" y="4"/>
                    </a:cubicBezTo>
                    <a:cubicBezTo>
                      <a:pt x="129" y="4"/>
                      <a:pt x="128" y="3"/>
                      <a:pt x="128" y="2"/>
                    </a:cubicBezTo>
                    <a:cubicBezTo>
                      <a:pt x="128" y="1"/>
                      <a:pt x="129" y="0"/>
                      <a:pt x="130" y="0"/>
                    </a:cubicBezTo>
                    <a:cubicBezTo>
                      <a:pt x="146" y="0"/>
                      <a:pt x="146" y="0"/>
                      <a:pt x="146" y="0"/>
                    </a:cubicBezTo>
                    <a:cubicBezTo>
                      <a:pt x="147" y="0"/>
                      <a:pt x="148" y="1"/>
                      <a:pt x="148" y="2"/>
                    </a:cubicBezTo>
                    <a:cubicBezTo>
                      <a:pt x="148" y="3"/>
                      <a:pt x="147" y="4"/>
                      <a:pt x="146" y="4"/>
                    </a:cubicBezTo>
                    <a:close/>
                    <a:moveTo>
                      <a:pt x="114" y="4"/>
                    </a:moveTo>
                    <a:cubicBezTo>
                      <a:pt x="98" y="4"/>
                      <a:pt x="98" y="4"/>
                      <a:pt x="98" y="4"/>
                    </a:cubicBezTo>
                    <a:cubicBezTo>
                      <a:pt x="97" y="4"/>
                      <a:pt x="96" y="3"/>
                      <a:pt x="96" y="2"/>
                    </a:cubicBezTo>
                    <a:cubicBezTo>
                      <a:pt x="96" y="1"/>
                      <a:pt x="97" y="0"/>
                      <a:pt x="98" y="0"/>
                    </a:cubicBezTo>
                    <a:cubicBezTo>
                      <a:pt x="114" y="0"/>
                      <a:pt x="114" y="0"/>
                      <a:pt x="114" y="0"/>
                    </a:cubicBezTo>
                    <a:cubicBezTo>
                      <a:pt x="115" y="0"/>
                      <a:pt x="116" y="1"/>
                      <a:pt x="116" y="2"/>
                    </a:cubicBezTo>
                    <a:cubicBezTo>
                      <a:pt x="116" y="3"/>
                      <a:pt x="115" y="4"/>
                      <a:pt x="114" y="4"/>
                    </a:cubicBezTo>
                    <a:close/>
                    <a:moveTo>
                      <a:pt x="82" y="4"/>
                    </a:moveTo>
                    <a:cubicBezTo>
                      <a:pt x="66" y="4"/>
                      <a:pt x="66" y="4"/>
                      <a:pt x="66" y="4"/>
                    </a:cubicBezTo>
                    <a:cubicBezTo>
                      <a:pt x="65" y="4"/>
                      <a:pt x="64" y="3"/>
                      <a:pt x="64" y="2"/>
                    </a:cubicBezTo>
                    <a:cubicBezTo>
                      <a:pt x="64" y="1"/>
                      <a:pt x="65" y="0"/>
                      <a:pt x="66" y="0"/>
                    </a:cubicBezTo>
                    <a:cubicBezTo>
                      <a:pt x="82" y="0"/>
                      <a:pt x="82" y="0"/>
                      <a:pt x="82" y="0"/>
                    </a:cubicBezTo>
                    <a:cubicBezTo>
                      <a:pt x="83" y="0"/>
                      <a:pt x="84" y="1"/>
                      <a:pt x="84" y="2"/>
                    </a:cubicBezTo>
                    <a:cubicBezTo>
                      <a:pt x="84" y="3"/>
                      <a:pt x="83" y="4"/>
                      <a:pt x="82" y="4"/>
                    </a:cubicBezTo>
                    <a:close/>
                    <a:moveTo>
                      <a:pt x="50" y="4"/>
                    </a:moveTo>
                    <a:cubicBezTo>
                      <a:pt x="34" y="4"/>
                      <a:pt x="34" y="4"/>
                      <a:pt x="34" y="4"/>
                    </a:cubicBezTo>
                    <a:cubicBezTo>
                      <a:pt x="33" y="4"/>
                      <a:pt x="32" y="3"/>
                      <a:pt x="32" y="2"/>
                    </a:cubicBezTo>
                    <a:cubicBezTo>
                      <a:pt x="32" y="1"/>
                      <a:pt x="33" y="0"/>
                      <a:pt x="34" y="0"/>
                    </a:cubicBezTo>
                    <a:cubicBezTo>
                      <a:pt x="50" y="0"/>
                      <a:pt x="50" y="0"/>
                      <a:pt x="50" y="0"/>
                    </a:cubicBezTo>
                    <a:cubicBezTo>
                      <a:pt x="51" y="0"/>
                      <a:pt x="52" y="1"/>
                      <a:pt x="52" y="2"/>
                    </a:cubicBezTo>
                    <a:cubicBezTo>
                      <a:pt x="52" y="3"/>
                      <a:pt x="51" y="4"/>
                      <a:pt x="50" y="4"/>
                    </a:cubicBezTo>
                    <a:close/>
                    <a:moveTo>
                      <a:pt x="18" y="4"/>
                    </a:moveTo>
                    <a:cubicBezTo>
                      <a:pt x="2" y="4"/>
                      <a:pt x="2" y="4"/>
                      <a:pt x="2" y="4"/>
                    </a:cubicBezTo>
                    <a:cubicBezTo>
                      <a:pt x="1" y="4"/>
                      <a:pt x="0" y="3"/>
                      <a:pt x="0" y="2"/>
                    </a:cubicBezTo>
                    <a:cubicBezTo>
                      <a:pt x="0" y="1"/>
                      <a:pt x="1" y="0"/>
                      <a:pt x="2" y="0"/>
                    </a:cubicBezTo>
                    <a:cubicBezTo>
                      <a:pt x="18" y="0"/>
                      <a:pt x="18" y="0"/>
                      <a:pt x="18" y="0"/>
                    </a:cubicBezTo>
                    <a:cubicBezTo>
                      <a:pt x="19" y="0"/>
                      <a:pt x="20" y="1"/>
                      <a:pt x="20" y="2"/>
                    </a:cubicBezTo>
                    <a:cubicBezTo>
                      <a:pt x="20" y="3"/>
                      <a:pt x="19" y="4"/>
                      <a:pt x="18" y="4"/>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1" name="任意多边形: 形状 90">
                <a:extLst>
                  <a:ext uri="{FF2B5EF4-FFF2-40B4-BE49-F238E27FC236}">
                    <a16:creationId xmlns:a16="http://schemas.microsoft.com/office/drawing/2014/main" id="{A3B741DF-F739-5268-9716-8950602B03A2}"/>
                  </a:ext>
                </a:extLst>
              </p:cNvPr>
              <p:cNvSpPr>
                <a:spLocks/>
              </p:cNvSpPr>
              <p:nvPr userDrawn="1"/>
            </p:nvSpPr>
            <p:spPr bwMode="auto">
              <a:xfrm>
                <a:off x="10566400" y="4306888"/>
                <a:ext cx="290512" cy="1042987"/>
              </a:xfrm>
              <a:custGeom>
                <a:avLst/>
                <a:gdLst>
                  <a:gd name="T0" fmla="*/ 0 w 107"/>
                  <a:gd name="T1" fmla="*/ 122 h 384"/>
                  <a:gd name="T2" fmla="*/ 107 w 107"/>
                  <a:gd name="T3" fmla="*/ 0 h 384"/>
                  <a:gd name="T4" fmla="*/ 0 w 107"/>
                  <a:gd name="T5" fmla="*/ 384 h 384"/>
                  <a:gd name="T6" fmla="*/ 0 w 107"/>
                  <a:gd name="T7" fmla="*/ 122 h 384"/>
                </a:gdLst>
                <a:ahLst/>
                <a:cxnLst>
                  <a:cxn ang="0">
                    <a:pos x="T0" y="T1"/>
                  </a:cxn>
                  <a:cxn ang="0">
                    <a:pos x="T2" y="T3"/>
                  </a:cxn>
                  <a:cxn ang="0">
                    <a:pos x="T4" y="T5"/>
                  </a:cxn>
                  <a:cxn ang="0">
                    <a:pos x="T6" y="T7"/>
                  </a:cxn>
                </a:cxnLst>
                <a:rect l="0" t="0" r="r" b="b"/>
                <a:pathLst>
                  <a:path w="107" h="384">
                    <a:moveTo>
                      <a:pt x="0" y="122"/>
                    </a:moveTo>
                    <a:cubicBezTo>
                      <a:pt x="0" y="122"/>
                      <a:pt x="49" y="3"/>
                      <a:pt x="107" y="0"/>
                    </a:cubicBezTo>
                    <a:cubicBezTo>
                      <a:pt x="107" y="0"/>
                      <a:pt x="70" y="318"/>
                      <a:pt x="0" y="384"/>
                    </a:cubicBezTo>
                    <a:lnTo>
                      <a:pt x="0" y="122"/>
                    </a:lnTo>
                    <a:close/>
                  </a:path>
                </a:pathLst>
              </a:custGeom>
              <a:solidFill>
                <a:srgbClr val="1D5C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2" name="任意多边形: 形状 91">
                <a:extLst>
                  <a:ext uri="{FF2B5EF4-FFF2-40B4-BE49-F238E27FC236}">
                    <a16:creationId xmlns:a16="http://schemas.microsoft.com/office/drawing/2014/main" id="{C56F305B-BA0E-5A97-E3C7-BA9963C174A6}"/>
                  </a:ext>
                </a:extLst>
              </p:cNvPr>
              <p:cNvSpPr>
                <a:spLocks/>
              </p:cNvSpPr>
              <p:nvPr userDrawn="1"/>
            </p:nvSpPr>
            <p:spPr bwMode="auto">
              <a:xfrm>
                <a:off x="10566400" y="5157788"/>
                <a:ext cx="382587" cy="382587"/>
              </a:xfrm>
              <a:custGeom>
                <a:avLst/>
                <a:gdLst>
                  <a:gd name="T0" fmla="*/ 141 w 141"/>
                  <a:gd name="T1" fmla="*/ 4 h 141"/>
                  <a:gd name="T2" fmla="*/ 0 w 141"/>
                  <a:gd name="T3" fmla="*/ 141 h 141"/>
                  <a:gd name="T4" fmla="*/ 0 w 141"/>
                  <a:gd name="T5" fmla="*/ 52 h 141"/>
                  <a:gd name="T6" fmla="*/ 141 w 141"/>
                  <a:gd name="T7" fmla="*/ 4 h 141"/>
                </a:gdLst>
                <a:ahLst/>
                <a:cxnLst>
                  <a:cxn ang="0">
                    <a:pos x="T0" y="T1"/>
                  </a:cxn>
                  <a:cxn ang="0">
                    <a:pos x="T2" y="T3"/>
                  </a:cxn>
                  <a:cxn ang="0">
                    <a:pos x="T4" y="T5"/>
                  </a:cxn>
                  <a:cxn ang="0">
                    <a:pos x="T6" y="T7"/>
                  </a:cxn>
                </a:cxnLst>
                <a:rect l="0" t="0" r="r" b="b"/>
                <a:pathLst>
                  <a:path w="141" h="141">
                    <a:moveTo>
                      <a:pt x="141" y="4"/>
                    </a:moveTo>
                    <a:cubicBezTo>
                      <a:pt x="141" y="4"/>
                      <a:pt x="69" y="117"/>
                      <a:pt x="0" y="141"/>
                    </a:cubicBezTo>
                    <a:cubicBezTo>
                      <a:pt x="0" y="52"/>
                      <a:pt x="0" y="52"/>
                      <a:pt x="0" y="52"/>
                    </a:cubicBezTo>
                    <a:cubicBezTo>
                      <a:pt x="0" y="52"/>
                      <a:pt x="70" y="0"/>
                      <a:pt x="141" y="4"/>
                    </a:cubicBezTo>
                    <a:close/>
                  </a:path>
                </a:pathLst>
              </a:custGeom>
              <a:solidFill>
                <a:srgbClr val="1D5C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3" name="任意多边形: 形状 92">
                <a:extLst>
                  <a:ext uri="{FF2B5EF4-FFF2-40B4-BE49-F238E27FC236}">
                    <a16:creationId xmlns:a16="http://schemas.microsoft.com/office/drawing/2014/main" id="{6763A889-A93A-1147-409E-3C8372FC10C1}"/>
                  </a:ext>
                </a:extLst>
              </p:cNvPr>
              <p:cNvSpPr>
                <a:spLocks/>
              </p:cNvSpPr>
              <p:nvPr userDrawn="1"/>
            </p:nvSpPr>
            <p:spPr bwMode="auto">
              <a:xfrm>
                <a:off x="10566400" y="5391150"/>
                <a:ext cx="382587" cy="238125"/>
              </a:xfrm>
              <a:custGeom>
                <a:avLst/>
                <a:gdLst>
                  <a:gd name="T0" fmla="*/ 0 w 141"/>
                  <a:gd name="T1" fmla="*/ 47 h 88"/>
                  <a:gd name="T2" fmla="*/ 141 w 141"/>
                  <a:gd name="T3" fmla="*/ 14 h 88"/>
                  <a:gd name="T4" fmla="*/ 82 w 141"/>
                  <a:gd name="T5" fmla="*/ 38 h 88"/>
                  <a:gd name="T6" fmla="*/ 0 w 141"/>
                  <a:gd name="T7" fmla="*/ 88 h 88"/>
                  <a:gd name="T8" fmla="*/ 0 w 141"/>
                  <a:gd name="T9" fmla="*/ 47 h 88"/>
                </a:gdLst>
                <a:ahLst/>
                <a:cxnLst>
                  <a:cxn ang="0">
                    <a:pos x="T0" y="T1"/>
                  </a:cxn>
                  <a:cxn ang="0">
                    <a:pos x="T2" y="T3"/>
                  </a:cxn>
                  <a:cxn ang="0">
                    <a:pos x="T4" y="T5"/>
                  </a:cxn>
                  <a:cxn ang="0">
                    <a:pos x="T6" y="T7"/>
                  </a:cxn>
                  <a:cxn ang="0">
                    <a:pos x="T8" y="T9"/>
                  </a:cxn>
                </a:cxnLst>
                <a:rect l="0" t="0" r="r" b="b"/>
                <a:pathLst>
                  <a:path w="141" h="88">
                    <a:moveTo>
                      <a:pt x="0" y="47"/>
                    </a:moveTo>
                    <a:cubicBezTo>
                      <a:pt x="0" y="47"/>
                      <a:pt x="56" y="0"/>
                      <a:pt x="141" y="14"/>
                    </a:cubicBezTo>
                    <a:cubicBezTo>
                      <a:pt x="141" y="14"/>
                      <a:pt x="96" y="25"/>
                      <a:pt x="82" y="38"/>
                    </a:cubicBezTo>
                    <a:cubicBezTo>
                      <a:pt x="82" y="38"/>
                      <a:pt x="24" y="88"/>
                      <a:pt x="0" y="88"/>
                    </a:cubicBezTo>
                    <a:lnTo>
                      <a:pt x="0" y="47"/>
                    </a:lnTo>
                    <a:close/>
                  </a:path>
                </a:pathLst>
              </a:custGeom>
              <a:solidFill>
                <a:srgbClr val="1D5C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4" name="矩形 93">
                <a:extLst>
                  <a:ext uri="{FF2B5EF4-FFF2-40B4-BE49-F238E27FC236}">
                    <a16:creationId xmlns:a16="http://schemas.microsoft.com/office/drawing/2014/main" id="{A4D0E60C-DB3B-81E4-FEAD-5B7598D30864}"/>
                  </a:ext>
                </a:extLst>
              </p:cNvPr>
              <p:cNvSpPr>
                <a:spLocks noChangeArrowheads="1"/>
              </p:cNvSpPr>
              <p:nvPr userDrawn="1"/>
            </p:nvSpPr>
            <p:spPr bwMode="auto">
              <a:xfrm>
                <a:off x="7069138" y="3606800"/>
                <a:ext cx="857250" cy="760412"/>
              </a:xfrm>
              <a:prstGeom prst="rect">
                <a:avLst/>
              </a:prstGeom>
              <a:solidFill>
                <a:srgbClr val="1F55E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5" name="矩形 94">
                <a:extLst>
                  <a:ext uri="{FF2B5EF4-FFF2-40B4-BE49-F238E27FC236}">
                    <a16:creationId xmlns:a16="http://schemas.microsoft.com/office/drawing/2014/main" id="{DCA7188B-6105-FF53-1B86-D23228D1B7B0}"/>
                  </a:ext>
                </a:extLst>
              </p:cNvPr>
              <p:cNvSpPr>
                <a:spLocks noChangeArrowheads="1"/>
              </p:cNvSpPr>
              <p:nvPr userDrawn="1"/>
            </p:nvSpPr>
            <p:spPr bwMode="auto">
              <a:xfrm>
                <a:off x="7138988" y="3541713"/>
                <a:ext cx="1009650" cy="7635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6" name="矩形 95">
                <a:extLst>
                  <a:ext uri="{FF2B5EF4-FFF2-40B4-BE49-F238E27FC236}">
                    <a16:creationId xmlns:a16="http://schemas.microsoft.com/office/drawing/2014/main" id="{A8A7CFAF-7B42-03FB-5D81-538774ABE400}"/>
                  </a:ext>
                </a:extLst>
              </p:cNvPr>
              <p:cNvSpPr>
                <a:spLocks noChangeArrowheads="1"/>
              </p:cNvSpPr>
              <p:nvPr userDrawn="1"/>
            </p:nvSpPr>
            <p:spPr bwMode="auto">
              <a:xfrm>
                <a:off x="7240588" y="3986213"/>
                <a:ext cx="123825" cy="206375"/>
              </a:xfrm>
              <a:prstGeom prst="rect">
                <a:avLst/>
              </a:prstGeom>
              <a:solidFill>
                <a:srgbClr val="FF6C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7" name="矩形 96">
                <a:extLst>
                  <a:ext uri="{FF2B5EF4-FFF2-40B4-BE49-F238E27FC236}">
                    <a16:creationId xmlns:a16="http://schemas.microsoft.com/office/drawing/2014/main" id="{03C9CE2A-EAF1-DDAD-133D-76B76C0F3038}"/>
                  </a:ext>
                </a:extLst>
              </p:cNvPr>
              <p:cNvSpPr>
                <a:spLocks noChangeArrowheads="1"/>
              </p:cNvSpPr>
              <p:nvPr userDrawn="1"/>
            </p:nvSpPr>
            <p:spPr bwMode="auto">
              <a:xfrm>
                <a:off x="7475538" y="4024313"/>
                <a:ext cx="125412" cy="168275"/>
              </a:xfrm>
              <a:prstGeom prst="rect">
                <a:avLst/>
              </a:prstGeom>
              <a:solidFill>
                <a:srgbClr val="FF6C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8" name="矩形 97">
                <a:extLst>
                  <a:ext uri="{FF2B5EF4-FFF2-40B4-BE49-F238E27FC236}">
                    <a16:creationId xmlns:a16="http://schemas.microsoft.com/office/drawing/2014/main" id="{C6FB2B12-08EF-6CEF-D3E4-99D27AD0A928}"/>
                  </a:ext>
                </a:extLst>
              </p:cNvPr>
              <p:cNvSpPr>
                <a:spLocks noChangeArrowheads="1"/>
              </p:cNvSpPr>
              <p:nvPr userDrawn="1"/>
            </p:nvSpPr>
            <p:spPr bwMode="auto">
              <a:xfrm>
                <a:off x="7700963" y="3821113"/>
                <a:ext cx="125412" cy="371475"/>
              </a:xfrm>
              <a:prstGeom prst="rect">
                <a:avLst/>
              </a:prstGeom>
              <a:solidFill>
                <a:srgbClr val="FF6C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 name="矩形 98">
                <a:extLst>
                  <a:ext uri="{FF2B5EF4-FFF2-40B4-BE49-F238E27FC236}">
                    <a16:creationId xmlns:a16="http://schemas.microsoft.com/office/drawing/2014/main" id="{3B0E0A25-262F-0AED-F2C2-A3FD934F6457}"/>
                  </a:ext>
                </a:extLst>
              </p:cNvPr>
              <p:cNvSpPr>
                <a:spLocks noChangeArrowheads="1"/>
              </p:cNvSpPr>
              <p:nvPr userDrawn="1"/>
            </p:nvSpPr>
            <p:spPr bwMode="auto">
              <a:xfrm>
                <a:off x="7926388" y="3636963"/>
                <a:ext cx="125412" cy="555625"/>
              </a:xfrm>
              <a:prstGeom prst="rect">
                <a:avLst/>
              </a:prstGeom>
              <a:solidFill>
                <a:srgbClr val="FF6C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 name="任意多边形: 形状 99">
                <a:extLst>
                  <a:ext uri="{FF2B5EF4-FFF2-40B4-BE49-F238E27FC236}">
                    <a16:creationId xmlns:a16="http://schemas.microsoft.com/office/drawing/2014/main" id="{CD427CB4-557B-B7F0-7F63-6217702D4925}"/>
                  </a:ext>
                </a:extLst>
              </p:cNvPr>
              <p:cNvSpPr>
                <a:spLocks/>
              </p:cNvSpPr>
              <p:nvPr userDrawn="1"/>
            </p:nvSpPr>
            <p:spPr bwMode="auto">
              <a:xfrm>
                <a:off x="6237288" y="1779588"/>
                <a:ext cx="1409700" cy="542925"/>
              </a:xfrm>
              <a:custGeom>
                <a:avLst/>
                <a:gdLst>
                  <a:gd name="T0" fmla="*/ 513 w 519"/>
                  <a:gd name="T1" fmla="*/ 200 h 200"/>
                  <a:gd name="T2" fmla="*/ 6 w 519"/>
                  <a:gd name="T3" fmla="*/ 200 h 200"/>
                  <a:gd name="T4" fmla="*/ 0 w 519"/>
                  <a:gd name="T5" fmla="*/ 194 h 200"/>
                  <a:gd name="T6" fmla="*/ 0 w 519"/>
                  <a:gd name="T7" fmla="*/ 6 h 200"/>
                  <a:gd name="T8" fmla="*/ 6 w 519"/>
                  <a:gd name="T9" fmla="*/ 0 h 200"/>
                  <a:gd name="T10" fmla="*/ 513 w 519"/>
                  <a:gd name="T11" fmla="*/ 0 h 200"/>
                  <a:gd name="T12" fmla="*/ 519 w 519"/>
                  <a:gd name="T13" fmla="*/ 6 h 200"/>
                  <a:gd name="T14" fmla="*/ 519 w 519"/>
                  <a:gd name="T15" fmla="*/ 194 h 200"/>
                  <a:gd name="T16" fmla="*/ 513 w 519"/>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9" h="200">
                    <a:moveTo>
                      <a:pt x="513" y="200"/>
                    </a:moveTo>
                    <a:cubicBezTo>
                      <a:pt x="6" y="200"/>
                      <a:pt x="6" y="200"/>
                      <a:pt x="6" y="200"/>
                    </a:cubicBezTo>
                    <a:cubicBezTo>
                      <a:pt x="2" y="200"/>
                      <a:pt x="0" y="198"/>
                      <a:pt x="0" y="194"/>
                    </a:cubicBezTo>
                    <a:cubicBezTo>
                      <a:pt x="0" y="6"/>
                      <a:pt x="0" y="6"/>
                      <a:pt x="0" y="6"/>
                    </a:cubicBezTo>
                    <a:cubicBezTo>
                      <a:pt x="0" y="2"/>
                      <a:pt x="2" y="0"/>
                      <a:pt x="6" y="0"/>
                    </a:cubicBezTo>
                    <a:cubicBezTo>
                      <a:pt x="513" y="0"/>
                      <a:pt x="513" y="0"/>
                      <a:pt x="513" y="0"/>
                    </a:cubicBezTo>
                    <a:cubicBezTo>
                      <a:pt x="516" y="0"/>
                      <a:pt x="519" y="2"/>
                      <a:pt x="519" y="6"/>
                    </a:cubicBezTo>
                    <a:cubicBezTo>
                      <a:pt x="519" y="194"/>
                      <a:pt x="519" y="194"/>
                      <a:pt x="519" y="194"/>
                    </a:cubicBezTo>
                    <a:cubicBezTo>
                      <a:pt x="519" y="198"/>
                      <a:pt x="516" y="200"/>
                      <a:pt x="513" y="200"/>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1" name="矩形 100">
                <a:extLst>
                  <a:ext uri="{FF2B5EF4-FFF2-40B4-BE49-F238E27FC236}">
                    <a16:creationId xmlns:a16="http://schemas.microsoft.com/office/drawing/2014/main" id="{B813F94A-83D1-34AD-1B39-217B900B38FF}"/>
                  </a:ext>
                </a:extLst>
              </p:cNvPr>
              <p:cNvSpPr>
                <a:spLocks noChangeArrowheads="1"/>
              </p:cNvSpPr>
              <p:nvPr userDrawn="1"/>
            </p:nvSpPr>
            <p:spPr bwMode="auto">
              <a:xfrm>
                <a:off x="6357938" y="1871663"/>
                <a:ext cx="347662" cy="347662"/>
              </a:xfrm>
              <a:prstGeom prst="rect">
                <a:avLst/>
              </a:prstGeom>
              <a:solidFill>
                <a:srgbClr val="F16AB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2" name="任意多边形: 形状 101">
                <a:extLst>
                  <a:ext uri="{FF2B5EF4-FFF2-40B4-BE49-F238E27FC236}">
                    <a16:creationId xmlns:a16="http://schemas.microsoft.com/office/drawing/2014/main" id="{D32EAC7F-D505-129C-7525-6C6C0EB174E4}"/>
                  </a:ext>
                </a:extLst>
              </p:cNvPr>
              <p:cNvSpPr>
                <a:spLocks/>
              </p:cNvSpPr>
              <p:nvPr userDrawn="1"/>
            </p:nvSpPr>
            <p:spPr bwMode="auto">
              <a:xfrm>
                <a:off x="6778625" y="1884363"/>
                <a:ext cx="742950" cy="65087"/>
              </a:xfrm>
              <a:custGeom>
                <a:avLst/>
                <a:gdLst>
                  <a:gd name="T0" fmla="*/ 262 w 274"/>
                  <a:gd name="T1" fmla="*/ 24 h 24"/>
                  <a:gd name="T2" fmla="*/ 12 w 274"/>
                  <a:gd name="T3" fmla="*/ 24 h 24"/>
                  <a:gd name="T4" fmla="*/ 0 w 274"/>
                  <a:gd name="T5" fmla="*/ 12 h 24"/>
                  <a:gd name="T6" fmla="*/ 0 w 274"/>
                  <a:gd name="T7" fmla="*/ 12 h 24"/>
                  <a:gd name="T8" fmla="*/ 12 w 274"/>
                  <a:gd name="T9" fmla="*/ 0 h 24"/>
                  <a:gd name="T10" fmla="*/ 262 w 274"/>
                  <a:gd name="T11" fmla="*/ 0 h 24"/>
                  <a:gd name="T12" fmla="*/ 274 w 274"/>
                  <a:gd name="T13" fmla="*/ 12 h 24"/>
                  <a:gd name="T14" fmla="*/ 274 w 274"/>
                  <a:gd name="T15" fmla="*/ 12 h 24"/>
                  <a:gd name="T16" fmla="*/ 262 w 274"/>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4" h="24">
                    <a:moveTo>
                      <a:pt x="262" y="24"/>
                    </a:moveTo>
                    <a:cubicBezTo>
                      <a:pt x="12" y="24"/>
                      <a:pt x="12" y="24"/>
                      <a:pt x="12" y="24"/>
                    </a:cubicBezTo>
                    <a:cubicBezTo>
                      <a:pt x="6" y="24"/>
                      <a:pt x="0" y="19"/>
                      <a:pt x="0" y="12"/>
                    </a:cubicBezTo>
                    <a:cubicBezTo>
                      <a:pt x="0" y="12"/>
                      <a:pt x="0" y="12"/>
                      <a:pt x="0" y="12"/>
                    </a:cubicBezTo>
                    <a:cubicBezTo>
                      <a:pt x="0" y="6"/>
                      <a:pt x="6" y="0"/>
                      <a:pt x="12" y="0"/>
                    </a:cubicBezTo>
                    <a:cubicBezTo>
                      <a:pt x="262" y="0"/>
                      <a:pt x="262" y="0"/>
                      <a:pt x="262" y="0"/>
                    </a:cubicBezTo>
                    <a:cubicBezTo>
                      <a:pt x="269" y="0"/>
                      <a:pt x="274" y="6"/>
                      <a:pt x="274" y="12"/>
                    </a:cubicBezTo>
                    <a:cubicBezTo>
                      <a:pt x="274" y="12"/>
                      <a:pt x="274" y="12"/>
                      <a:pt x="274" y="12"/>
                    </a:cubicBezTo>
                    <a:cubicBezTo>
                      <a:pt x="274" y="19"/>
                      <a:pt x="269" y="24"/>
                      <a:pt x="262" y="24"/>
                    </a:cubicBezTo>
                    <a:close/>
                  </a:path>
                </a:pathLst>
              </a:custGeom>
              <a:solidFill>
                <a:srgbClr val="DCEA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3" name="任意多边形: 形状 102">
                <a:extLst>
                  <a:ext uri="{FF2B5EF4-FFF2-40B4-BE49-F238E27FC236}">
                    <a16:creationId xmlns:a16="http://schemas.microsoft.com/office/drawing/2014/main" id="{36678189-5583-A4DB-A2FF-825CEF519EE4}"/>
                  </a:ext>
                </a:extLst>
              </p:cNvPr>
              <p:cNvSpPr>
                <a:spLocks/>
              </p:cNvSpPr>
              <p:nvPr userDrawn="1"/>
            </p:nvSpPr>
            <p:spPr bwMode="auto">
              <a:xfrm>
                <a:off x="6778625" y="2017713"/>
                <a:ext cx="501650" cy="68262"/>
              </a:xfrm>
              <a:custGeom>
                <a:avLst/>
                <a:gdLst>
                  <a:gd name="T0" fmla="*/ 173 w 185"/>
                  <a:gd name="T1" fmla="*/ 25 h 25"/>
                  <a:gd name="T2" fmla="*/ 12 w 185"/>
                  <a:gd name="T3" fmla="*/ 25 h 25"/>
                  <a:gd name="T4" fmla="*/ 0 w 185"/>
                  <a:gd name="T5" fmla="*/ 13 h 25"/>
                  <a:gd name="T6" fmla="*/ 0 w 185"/>
                  <a:gd name="T7" fmla="*/ 13 h 25"/>
                  <a:gd name="T8" fmla="*/ 12 w 185"/>
                  <a:gd name="T9" fmla="*/ 0 h 25"/>
                  <a:gd name="T10" fmla="*/ 173 w 185"/>
                  <a:gd name="T11" fmla="*/ 0 h 25"/>
                  <a:gd name="T12" fmla="*/ 185 w 185"/>
                  <a:gd name="T13" fmla="*/ 13 h 25"/>
                  <a:gd name="T14" fmla="*/ 185 w 185"/>
                  <a:gd name="T15" fmla="*/ 13 h 25"/>
                  <a:gd name="T16" fmla="*/ 173 w 185"/>
                  <a:gd name="T17"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5" h="25">
                    <a:moveTo>
                      <a:pt x="173" y="25"/>
                    </a:moveTo>
                    <a:cubicBezTo>
                      <a:pt x="12" y="25"/>
                      <a:pt x="12" y="25"/>
                      <a:pt x="12" y="25"/>
                    </a:cubicBezTo>
                    <a:cubicBezTo>
                      <a:pt x="6" y="25"/>
                      <a:pt x="0" y="19"/>
                      <a:pt x="0" y="13"/>
                    </a:cubicBezTo>
                    <a:cubicBezTo>
                      <a:pt x="0" y="13"/>
                      <a:pt x="0" y="13"/>
                      <a:pt x="0" y="13"/>
                    </a:cubicBezTo>
                    <a:cubicBezTo>
                      <a:pt x="0" y="6"/>
                      <a:pt x="6" y="0"/>
                      <a:pt x="12" y="0"/>
                    </a:cubicBezTo>
                    <a:cubicBezTo>
                      <a:pt x="173" y="0"/>
                      <a:pt x="173" y="0"/>
                      <a:pt x="173" y="0"/>
                    </a:cubicBezTo>
                    <a:cubicBezTo>
                      <a:pt x="180" y="0"/>
                      <a:pt x="185" y="6"/>
                      <a:pt x="185" y="13"/>
                    </a:cubicBezTo>
                    <a:cubicBezTo>
                      <a:pt x="185" y="13"/>
                      <a:pt x="185" y="13"/>
                      <a:pt x="185" y="13"/>
                    </a:cubicBezTo>
                    <a:cubicBezTo>
                      <a:pt x="185" y="19"/>
                      <a:pt x="180" y="25"/>
                      <a:pt x="173" y="25"/>
                    </a:cubicBezTo>
                    <a:close/>
                  </a:path>
                </a:pathLst>
              </a:custGeom>
              <a:solidFill>
                <a:srgbClr val="DCEA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4" name="任意多边形: 形状 103">
                <a:extLst>
                  <a:ext uri="{FF2B5EF4-FFF2-40B4-BE49-F238E27FC236}">
                    <a16:creationId xmlns:a16="http://schemas.microsoft.com/office/drawing/2014/main" id="{0DEAE09E-7839-ACE7-1762-FEC69B2D3D32}"/>
                  </a:ext>
                </a:extLst>
              </p:cNvPr>
              <p:cNvSpPr>
                <a:spLocks/>
              </p:cNvSpPr>
              <p:nvPr userDrawn="1"/>
            </p:nvSpPr>
            <p:spPr bwMode="auto">
              <a:xfrm>
                <a:off x="6778625" y="2154238"/>
                <a:ext cx="238125" cy="65087"/>
              </a:xfrm>
              <a:custGeom>
                <a:avLst/>
                <a:gdLst>
                  <a:gd name="T0" fmla="*/ 76 w 88"/>
                  <a:gd name="T1" fmla="*/ 24 h 24"/>
                  <a:gd name="T2" fmla="*/ 12 w 88"/>
                  <a:gd name="T3" fmla="*/ 24 h 24"/>
                  <a:gd name="T4" fmla="*/ 0 w 88"/>
                  <a:gd name="T5" fmla="*/ 12 h 24"/>
                  <a:gd name="T6" fmla="*/ 0 w 88"/>
                  <a:gd name="T7" fmla="*/ 12 h 24"/>
                  <a:gd name="T8" fmla="*/ 12 w 88"/>
                  <a:gd name="T9" fmla="*/ 0 h 24"/>
                  <a:gd name="T10" fmla="*/ 76 w 88"/>
                  <a:gd name="T11" fmla="*/ 0 h 24"/>
                  <a:gd name="T12" fmla="*/ 88 w 88"/>
                  <a:gd name="T13" fmla="*/ 12 h 24"/>
                  <a:gd name="T14" fmla="*/ 88 w 88"/>
                  <a:gd name="T15" fmla="*/ 12 h 24"/>
                  <a:gd name="T16" fmla="*/ 76 w 88"/>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8" h="24">
                    <a:moveTo>
                      <a:pt x="76" y="24"/>
                    </a:moveTo>
                    <a:cubicBezTo>
                      <a:pt x="12" y="24"/>
                      <a:pt x="12" y="24"/>
                      <a:pt x="12" y="24"/>
                    </a:cubicBezTo>
                    <a:cubicBezTo>
                      <a:pt x="6" y="24"/>
                      <a:pt x="0" y="19"/>
                      <a:pt x="0" y="12"/>
                    </a:cubicBezTo>
                    <a:cubicBezTo>
                      <a:pt x="0" y="12"/>
                      <a:pt x="0" y="12"/>
                      <a:pt x="0" y="12"/>
                    </a:cubicBezTo>
                    <a:cubicBezTo>
                      <a:pt x="0" y="5"/>
                      <a:pt x="6" y="0"/>
                      <a:pt x="12" y="0"/>
                    </a:cubicBezTo>
                    <a:cubicBezTo>
                      <a:pt x="76" y="0"/>
                      <a:pt x="76" y="0"/>
                      <a:pt x="76" y="0"/>
                    </a:cubicBezTo>
                    <a:cubicBezTo>
                      <a:pt x="83" y="0"/>
                      <a:pt x="88" y="5"/>
                      <a:pt x="88" y="12"/>
                    </a:cubicBezTo>
                    <a:cubicBezTo>
                      <a:pt x="88" y="12"/>
                      <a:pt x="88" y="12"/>
                      <a:pt x="88" y="12"/>
                    </a:cubicBezTo>
                    <a:cubicBezTo>
                      <a:pt x="88" y="19"/>
                      <a:pt x="83" y="24"/>
                      <a:pt x="76" y="24"/>
                    </a:cubicBezTo>
                    <a:close/>
                  </a:path>
                </a:pathLst>
              </a:custGeom>
              <a:solidFill>
                <a:srgbClr val="DCEA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5" name="任意多边形: 形状 104">
                <a:extLst>
                  <a:ext uri="{FF2B5EF4-FFF2-40B4-BE49-F238E27FC236}">
                    <a16:creationId xmlns:a16="http://schemas.microsoft.com/office/drawing/2014/main" id="{E6F1342F-19D4-3270-0723-E174DCD35E2D}"/>
                  </a:ext>
                </a:extLst>
              </p:cNvPr>
              <p:cNvSpPr>
                <a:spLocks/>
              </p:cNvSpPr>
              <p:nvPr userDrawn="1"/>
            </p:nvSpPr>
            <p:spPr bwMode="auto">
              <a:xfrm>
                <a:off x="6237288" y="2406650"/>
                <a:ext cx="1409700" cy="374650"/>
              </a:xfrm>
              <a:custGeom>
                <a:avLst/>
                <a:gdLst>
                  <a:gd name="T0" fmla="*/ 508 w 519"/>
                  <a:gd name="T1" fmla="*/ 138 h 138"/>
                  <a:gd name="T2" fmla="*/ 10 w 519"/>
                  <a:gd name="T3" fmla="*/ 138 h 138"/>
                  <a:gd name="T4" fmla="*/ 0 w 519"/>
                  <a:gd name="T5" fmla="*/ 128 h 138"/>
                  <a:gd name="T6" fmla="*/ 0 w 519"/>
                  <a:gd name="T7" fmla="*/ 11 h 138"/>
                  <a:gd name="T8" fmla="*/ 10 w 519"/>
                  <a:gd name="T9" fmla="*/ 0 h 138"/>
                  <a:gd name="T10" fmla="*/ 508 w 519"/>
                  <a:gd name="T11" fmla="*/ 0 h 138"/>
                  <a:gd name="T12" fmla="*/ 519 w 519"/>
                  <a:gd name="T13" fmla="*/ 11 h 138"/>
                  <a:gd name="T14" fmla="*/ 519 w 519"/>
                  <a:gd name="T15" fmla="*/ 128 h 138"/>
                  <a:gd name="T16" fmla="*/ 508 w 519"/>
                  <a:gd name="T17" fmla="*/ 13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9" h="138">
                    <a:moveTo>
                      <a:pt x="508" y="138"/>
                    </a:moveTo>
                    <a:cubicBezTo>
                      <a:pt x="10" y="138"/>
                      <a:pt x="10" y="138"/>
                      <a:pt x="10" y="138"/>
                    </a:cubicBezTo>
                    <a:cubicBezTo>
                      <a:pt x="5" y="138"/>
                      <a:pt x="0" y="133"/>
                      <a:pt x="0" y="128"/>
                    </a:cubicBezTo>
                    <a:cubicBezTo>
                      <a:pt x="0" y="11"/>
                      <a:pt x="0" y="11"/>
                      <a:pt x="0" y="11"/>
                    </a:cubicBezTo>
                    <a:cubicBezTo>
                      <a:pt x="0" y="5"/>
                      <a:pt x="5" y="0"/>
                      <a:pt x="10" y="0"/>
                    </a:cubicBezTo>
                    <a:cubicBezTo>
                      <a:pt x="508" y="0"/>
                      <a:pt x="508" y="0"/>
                      <a:pt x="508" y="0"/>
                    </a:cubicBezTo>
                    <a:cubicBezTo>
                      <a:pt x="514" y="0"/>
                      <a:pt x="519" y="5"/>
                      <a:pt x="519" y="11"/>
                    </a:cubicBezTo>
                    <a:cubicBezTo>
                      <a:pt x="519" y="128"/>
                      <a:pt x="519" y="128"/>
                      <a:pt x="519" y="128"/>
                    </a:cubicBezTo>
                    <a:cubicBezTo>
                      <a:pt x="519" y="133"/>
                      <a:pt x="514" y="138"/>
                      <a:pt x="508" y="138"/>
                    </a:cubicBezTo>
                    <a:close/>
                  </a:path>
                </a:pathLst>
              </a:custGeom>
              <a:solidFill>
                <a:srgbClr val="97DF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6" name="椭圆 105">
                <a:extLst>
                  <a:ext uri="{FF2B5EF4-FFF2-40B4-BE49-F238E27FC236}">
                    <a16:creationId xmlns:a16="http://schemas.microsoft.com/office/drawing/2014/main" id="{A09045FA-3B1D-0C7F-8611-735FB335B758}"/>
                  </a:ext>
                </a:extLst>
              </p:cNvPr>
              <p:cNvSpPr>
                <a:spLocks noChangeArrowheads="1"/>
              </p:cNvSpPr>
              <p:nvPr userDrawn="1"/>
            </p:nvSpPr>
            <p:spPr bwMode="auto">
              <a:xfrm>
                <a:off x="6357938" y="2493963"/>
                <a:ext cx="203200" cy="203200"/>
              </a:xfrm>
              <a:prstGeom prst="ellipse">
                <a:avLst/>
              </a:pr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7" name="任意多边形: 形状 106">
                <a:extLst>
                  <a:ext uri="{FF2B5EF4-FFF2-40B4-BE49-F238E27FC236}">
                    <a16:creationId xmlns:a16="http://schemas.microsoft.com/office/drawing/2014/main" id="{802C7794-5FC0-65A2-E553-A89F27FCC7BE}"/>
                  </a:ext>
                </a:extLst>
              </p:cNvPr>
              <p:cNvSpPr>
                <a:spLocks/>
              </p:cNvSpPr>
              <p:nvPr userDrawn="1"/>
            </p:nvSpPr>
            <p:spPr bwMode="auto">
              <a:xfrm>
                <a:off x="6640513" y="2493963"/>
                <a:ext cx="909637" cy="61912"/>
              </a:xfrm>
              <a:custGeom>
                <a:avLst/>
                <a:gdLst>
                  <a:gd name="T0" fmla="*/ 323 w 335"/>
                  <a:gd name="T1" fmla="*/ 23 h 23"/>
                  <a:gd name="T2" fmla="*/ 12 w 335"/>
                  <a:gd name="T3" fmla="*/ 23 h 23"/>
                  <a:gd name="T4" fmla="*/ 0 w 335"/>
                  <a:gd name="T5" fmla="*/ 11 h 23"/>
                  <a:gd name="T6" fmla="*/ 0 w 335"/>
                  <a:gd name="T7" fmla="*/ 11 h 23"/>
                  <a:gd name="T8" fmla="*/ 12 w 335"/>
                  <a:gd name="T9" fmla="*/ 0 h 23"/>
                  <a:gd name="T10" fmla="*/ 323 w 335"/>
                  <a:gd name="T11" fmla="*/ 0 h 23"/>
                  <a:gd name="T12" fmla="*/ 335 w 335"/>
                  <a:gd name="T13" fmla="*/ 11 h 23"/>
                  <a:gd name="T14" fmla="*/ 335 w 335"/>
                  <a:gd name="T15" fmla="*/ 11 h 23"/>
                  <a:gd name="T16" fmla="*/ 323 w 335"/>
                  <a:gd name="T1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5" h="23">
                    <a:moveTo>
                      <a:pt x="323" y="23"/>
                    </a:moveTo>
                    <a:cubicBezTo>
                      <a:pt x="12" y="23"/>
                      <a:pt x="12" y="23"/>
                      <a:pt x="12" y="23"/>
                    </a:cubicBezTo>
                    <a:cubicBezTo>
                      <a:pt x="5" y="23"/>
                      <a:pt x="0" y="18"/>
                      <a:pt x="0" y="11"/>
                    </a:cubicBezTo>
                    <a:cubicBezTo>
                      <a:pt x="0" y="11"/>
                      <a:pt x="0" y="11"/>
                      <a:pt x="0" y="11"/>
                    </a:cubicBezTo>
                    <a:cubicBezTo>
                      <a:pt x="0" y="5"/>
                      <a:pt x="5" y="0"/>
                      <a:pt x="12" y="0"/>
                    </a:cubicBezTo>
                    <a:cubicBezTo>
                      <a:pt x="323" y="0"/>
                      <a:pt x="323" y="0"/>
                      <a:pt x="323" y="0"/>
                    </a:cubicBezTo>
                    <a:cubicBezTo>
                      <a:pt x="330" y="0"/>
                      <a:pt x="335" y="5"/>
                      <a:pt x="335" y="11"/>
                    </a:cubicBezTo>
                    <a:cubicBezTo>
                      <a:pt x="335" y="11"/>
                      <a:pt x="335" y="11"/>
                      <a:pt x="335" y="11"/>
                    </a:cubicBezTo>
                    <a:cubicBezTo>
                      <a:pt x="335" y="18"/>
                      <a:pt x="330" y="23"/>
                      <a:pt x="323" y="23"/>
                    </a:cubicBezTo>
                    <a:close/>
                  </a:path>
                </a:pathLst>
              </a:cu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8" name="任意多边形: 形状 107">
                <a:extLst>
                  <a:ext uri="{FF2B5EF4-FFF2-40B4-BE49-F238E27FC236}">
                    <a16:creationId xmlns:a16="http://schemas.microsoft.com/office/drawing/2014/main" id="{20A35804-ABF8-9F0D-51A6-EBA935310317}"/>
                  </a:ext>
                </a:extLst>
              </p:cNvPr>
              <p:cNvSpPr>
                <a:spLocks/>
              </p:cNvSpPr>
              <p:nvPr userDrawn="1"/>
            </p:nvSpPr>
            <p:spPr bwMode="auto">
              <a:xfrm>
                <a:off x="6640513" y="2628900"/>
                <a:ext cx="531812" cy="65087"/>
              </a:xfrm>
              <a:custGeom>
                <a:avLst/>
                <a:gdLst>
                  <a:gd name="T0" fmla="*/ 184 w 196"/>
                  <a:gd name="T1" fmla="*/ 24 h 24"/>
                  <a:gd name="T2" fmla="*/ 12 w 196"/>
                  <a:gd name="T3" fmla="*/ 24 h 24"/>
                  <a:gd name="T4" fmla="*/ 0 w 196"/>
                  <a:gd name="T5" fmla="*/ 12 h 24"/>
                  <a:gd name="T6" fmla="*/ 0 w 196"/>
                  <a:gd name="T7" fmla="*/ 12 h 24"/>
                  <a:gd name="T8" fmla="*/ 12 w 196"/>
                  <a:gd name="T9" fmla="*/ 0 h 24"/>
                  <a:gd name="T10" fmla="*/ 184 w 196"/>
                  <a:gd name="T11" fmla="*/ 0 h 24"/>
                  <a:gd name="T12" fmla="*/ 196 w 196"/>
                  <a:gd name="T13" fmla="*/ 12 h 24"/>
                  <a:gd name="T14" fmla="*/ 196 w 196"/>
                  <a:gd name="T15" fmla="*/ 12 h 24"/>
                  <a:gd name="T16" fmla="*/ 184 w 196"/>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24">
                    <a:moveTo>
                      <a:pt x="184" y="24"/>
                    </a:moveTo>
                    <a:cubicBezTo>
                      <a:pt x="12" y="24"/>
                      <a:pt x="12" y="24"/>
                      <a:pt x="12" y="24"/>
                    </a:cubicBezTo>
                    <a:cubicBezTo>
                      <a:pt x="5" y="24"/>
                      <a:pt x="0" y="18"/>
                      <a:pt x="0" y="12"/>
                    </a:cubicBezTo>
                    <a:cubicBezTo>
                      <a:pt x="0" y="12"/>
                      <a:pt x="0" y="12"/>
                      <a:pt x="0" y="12"/>
                    </a:cubicBezTo>
                    <a:cubicBezTo>
                      <a:pt x="0" y="5"/>
                      <a:pt x="5" y="0"/>
                      <a:pt x="12" y="0"/>
                    </a:cubicBezTo>
                    <a:cubicBezTo>
                      <a:pt x="184" y="0"/>
                      <a:pt x="184" y="0"/>
                      <a:pt x="184" y="0"/>
                    </a:cubicBezTo>
                    <a:cubicBezTo>
                      <a:pt x="190" y="0"/>
                      <a:pt x="196" y="5"/>
                      <a:pt x="196" y="12"/>
                    </a:cubicBezTo>
                    <a:cubicBezTo>
                      <a:pt x="196" y="12"/>
                      <a:pt x="196" y="12"/>
                      <a:pt x="196" y="12"/>
                    </a:cubicBezTo>
                    <a:cubicBezTo>
                      <a:pt x="196" y="18"/>
                      <a:pt x="190" y="24"/>
                      <a:pt x="184" y="24"/>
                    </a:cubicBezTo>
                    <a:close/>
                  </a:path>
                </a:pathLst>
              </a:cu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9" name="任意多边形: 形状 108">
                <a:extLst>
                  <a:ext uri="{FF2B5EF4-FFF2-40B4-BE49-F238E27FC236}">
                    <a16:creationId xmlns:a16="http://schemas.microsoft.com/office/drawing/2014/main" id="{3A389010-83B2-17C0-F6F3-F064D2252D44}"/>
                  </a:ext>
                </a:extLst>
              </p:cNvPr>
              <p:cNvSpPr>
                <a:spLocks/>
              </p:cNvSpPr>
              <p:nvPr userDrawn="1"/>
            </p:nvSpPr>
            <p:spPr bwMode="auto">
              <a:xfrm>
                <a:off x="6237288" y="2865438"/>
                <a:ext cx="1409700" cy="374650"/>
              </a:xfrm>
              <a:custGeom>
                <a:avLst/>
                <a:gdLst>
                  <a:gd name="T0" fmla="*/ 509 w 519"/>
                  <a:gd name="T1" fmla="*/ 138 h 138"/>
                  <a:gd name="T2" fmla="*/ 10 w 519"/>
                  <a:gd name="T3" fmla="*/ 138 h 138"/>
                  <a:gd name="T4" fmla="*/ 0 w 519"/>
                  <a:gd name="T5" fmla="*/ 128 h 138"/>
                  <a:gd name="T6" fmla="*/ 0 w 519"/>
                  <a:gd name="T7" fmla="*/ 10 h 138"/>
                  <a:gd name="T8" fmla="*/ 10 w 519"/>
                  <a:gd name="T9" fmla="*/ 0 h 138"/>
                  <a:gd name="T10" fmla="*/ 509 w 519"/>
                  <a:gd name="T11" fmla="*/ 0 h 138"/>
                  <a:gd name="T12" fmla="*/ 519 w 519"/>
                  <a:gd name="T13" fmla="*/ 10 h 138"/>
                  <a:gd name="T14" fmla="*/ 519 w 519"/>
                  <a:gd name="T15" fmla="*/ 128 h 138"/>
                  <a:gd name="T16" fmla="*/ 509 w 519"/>
                  <a:gd name="T17" fmla="*/ 13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9" h="138">
                    <a:moveTo>
                      <a:pt x="509" y="138"/>
                    </a:moveTo>
                    <a:cubicBezTo>
                      <a:pt x="10" y="138"/>
                      <a:pt x="10" y="138"/>
                      <a:pt x="10" y="138"/>
                    </a:cubicBezTo>
                    <a:cubicBezTo>
                      <a:pt x="4" y="138"/>
                      <a:pt x="0" y="134"/>
                      <a:pt x="0" y="128"/>
                    </a:cubicBezTo>
                    <a:cubicBezTo>
                      <a:pt x="0" y="10"/>
                      <a:pt x="0" y="10"/>
                      <a:pt x="0" y="10"/>
                    </a:cubicBezTo>
                    <a:cubicBezTo>
                      <a:pt x="0" y="5"/>
                      <a:pt x="4" y="0"/>
                      <a:pt x="10" y="0"/>
                    </a:cubicBezTo>
                    <a:cubicBezTo>
                      <a:pt x="509" y="0"/>
                      <a:pt x="509" y="0"/>
                      <a:pt x="509" y="0"/>
                    </a:cubicBezTo>
                    <a:cubicBezTo>
                      <a:pt x="514" y="0"/>
                      <a:pt x="519" y="5"/>
                      <a:pt x="519" y="10"/>
                    </a:cubicBezTo>
                    <a:cubicBezTo>
                      <a:pt x="519" y="128"/>
                      <a:pt x="519" y="128"/>
                      <a:pt x="519" y="128"/>
                    </a:cubicBezTo>
                    <a:cubicBezTo>
                      <a:pt x="519" y="134"/>
                      <a:pt x="514" y="138"/>
                      <a:pt x="509" y="138"/>
                    </a:cubicBezTo>
                    <a:close/>
                  </a:path>
                </a:pathLst>
              </a:custGeom>
              <a:solidFill>
                <a:srgbClr val="97DF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0" name="椭圆 109">
                <a:extLst>
                  <a:ext uri="{FF2B5EF4-FFF2-40B4-BE49-F238E27FC236}">
                    <a16:creationId xmlns:a16="http://schemas.microsoft.com/office/drawing/2014/main" id="{AC75A3BF-F243-4415-CC09-5DE7A404610E}"/>
                  </a:ext>
                </a:extLst>
              </p:cNvPr>
              <p:cNvSpPr>
                <a:spLocks noChangeArrowheads="1"/>
              </p:cNvSpPr>
              <p:nvPr userDrawn="1"/>
            </p:nvSpPr>
            <p:spPr bwMode="auto">
              <a:xfrm>
                <a:off x="6357938" y="2952750"/>
                <a:ext cx="203200" cy="203200"/>
              </a:xfrm>
              <a:prstGeom prst="ellipse">
                <a:avLst/>
              </a:pr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1" name="任意多边形: 形状 110">
                <a:extLst>
                  <a:ext uri="{FF2B5EF4-FFF2-40B4-BE49-F238E27FC236}">
                    <a16:creationId xmlns:a16="http://schemas.microsoft.com/office/drawing/2014/main" id="{1A48858A-0EEB-3DA2-DBD9-B68D6D32B582}"/>
                  </a:ext>
                </a:extLst>
              </p:cNvPr>
              <p:cNvSpPr>
                <a:spLocks/>
              </p:cNvSpPr>
              <p:nvPr userDrawn="1"/>
            </p:nvSpPr>
            <p:spPr bwMode="auto">
              <a:xfrm>
                <a:off x="6640513" y="2949575"/>
                <a:ext cx="909637" cy="65087"/>
              </a:xfrm>
              <a:custGeom>
                <a:avLst/>
                <a:gdLst>
                  <a:gd name="T0" fmla="*/ 323 w 335"/>
                  <a:gd name="T1" fmla="*/ 24 h 24"/>
                  <a:gd name="T2" fmla="*/ 12 w 335"/>
                  <a:gd name="T3" fmla="*/ 24 h 24"/>
                  <a:gd name="T4" fmla="*/ 0 w 335"/>
                  <a:gd name="T5" fmla="*/ 12 h 24"/>
                  <a:gd name="T6" fmla="*/ 0 w 335"/>
                  <a:gd name="T7" fmla="*/ 12 h 24"/>
                  <a:gd name="T8" fmla="*/ 12 w 335"/>
                  <a:gd name="T9" fmla="*/ 0 h 24"/>
                  <a:gd name="T10" fmla="*/ 323 w 335"/>
                  <a:gd name="T11" fmla="*/ 0 h 24"/>
                  <a:gd name="T12" fmla="*/ 335 w 335"/>
                  <a:gd name="T13" fmla="*/ 12 h 24"/>
                  <a:gd name="T14" fmla="*/ 335 w 335"/>
                  <a:gd name="T15" fmla="*/ 12 h 24"/>
                  <a:gd name="T16" fmla="*/ 323 w 335"/>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5" h="24">
                    <a:moveTo>
                      <a:pt x="323" y="24"/>
                    </a:moveTo>
                    <a:cubicBezTo>
                      <a:pt x="12" y="24"/>
                      <a:pt x="12" y="24"/>
                      <a:pt x="12" y="24"/>
                    </a:cubicBezTo>
                    <a:cubicBezTo>
                      <a:pt x="5" y="24"/>
                      <a:pt x="0" y="19"/>
                      <a:pt x="0" y="12"/>
                    </a:cubicBezTo>
                    <a:cubicBezTo>
                      <a:pt x="0" y="12"/>
                      <a:pt x="0" y="12"/>
                      <a:pt x="0" y="12"/>
                    </a:cubicBezTo>
                    <a:cubicBezTo>
                      <a:pt x="0" y="6"/>
                      <a:pt x="5" y="0"/>
                      <a:pt x="12" y="0"/>
                    </a:cubicBezTo>
                    <a:cubicBezTo>
                      <a:pt x="323" y="0"/>
                      <a:pt x="323" y="0"/>
                      <a:pt x="323" y="0"/>
                    </a:cubicBezTo>
                    <a:cubicBezTo>
                      <a:pt x="330" y="0"/>
                      <a:pt x="335" y="6"/>
                      <a:pt x="335" y="12"/>
                    </a:cubicBezTo>
                    <a:cubicBezTo>
                      <a:pt x="335" y="12"/>
                      <a:pt x="335" y="12"/>
                      <a:pt x="335" y="12"/>
                    </a:cubicBezTo>
                    <a:cubicBezTo>
                      <a:pt x="335" y="19"/>
                      <a:pt x="330" y="24"/>
                      <a:pt x="323" y="24"/>
                    </a:cubicBezTo>
                    <a:close/>
                  </a:path>
                </a:pathLst>
              </a:cu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2" name="任意多边形: 形状 111">
                <a:extLst>
                  <a:ext uri="{FF2B5EF4-FFF2-40B4-BE49-F238E27FC236}">
                    <a16:creationId xmlns:a16="http://schemas.microsoft.com/office/drawing/2014/main" id="{74241D1F-BDFE-0CA0-02A2-A4A2C759E59D}"/>
                  </a:ext>
                </a:extLst>
              </p:cNvPr>
              <p:cNvSpPr>
                <a:spLocks/>
              </p:cNvSpPr>
              <p:nvPr userDrawn="1"/>
            </p:nvSpPr>
            <p:spPr bwMode="auto">
              <a:xfrm>
                <a:off x="6640513" y="3087688"/>
                <a:ext cx="531812" cy="63500"/>
              </a:xfrm>
              <a:custGeom>
                <a:avLst/>
                <a:gdLst>
                  <a:gd name="T0" fmla="*/ 184 w 196"/>
                  <a:gd name="T1" fmla="*/ 23 h 23"/>
                  <a:gd name="T2" fmla="*/ 12 w 196"/>
                  <a:gd name="T3" fmla="*/ 23 h 23"/>
                  <a:gd name="T4" fmla="*/ 0 w 196"/>
                  <a:gd name="T5" fmla="*/ 11 h 23"/>
                  <a:gd name="T6" fmla="*/ 0 w 196"/>
                  <a:gd name="T7" fmla="*/ 11 h 23"/>
                  <a:gd name="T8" fmla="*/ 12 w 196"/>
                  <a:gd name="T9" fmla="*/ 0 h 23"/>
                  <a:gd name="T10" fmla="*/ 184 w 196"/>
                  <a:gd name="T11" fmla="*/ 0 h 23"/>
                  <a:gd name="T12" fmla="*/ 196 w 196"/>
                  <a:gd name="T13" fmla="*/ 11 h 23"/>
                  <a:gd name="T14" fmla="*/ 196 w 196"/>
                  <a:gd name="T15" fmla="*/ 11 h 23"/>
                  <a:gd name="T16" fmla="*/ 184 w 196"/>
                  <a:gd name="T1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23">
                    <a:moveTo>
                      <a:pt x="184" y="23"/>
                    </a:moveTo>
                    <a:cubicBezTo>
                      <a:pt x="12" y="23"/>
                      <a:pt x="12" y="23"/>
                      <a:pt x="12" y="23"/>
                    </a:cubicBezTo>
                    <a:cubicBezTo>
                      <a:pt x="5" y="23"/>
                      <a:pt x="0" y="18"/>
                      <a:pt x="0" y="11"/>
                    </a:cubicBezTo>
                    <a:cubicBezTo>
                      <a:pt x="0" y="11"/>
                      <a:pt x="0" y="11"/>
                      <a:pt x="0" y="11"/>
                    </a:cubicBezTo>
                    <a:cubicBezTo>
                      <a:pt x="0" y="5"/>
                      <a:pt x="5" y="0"/>
                      <a:pt x="12" y="0"/>
                    </a:cubicBezTo>
                    <a:cubicBezTo>
                      <a:pt x="184" y="0"/>
                      <a:pt x="184" y="0"/>
                      <a:pt x="184" y="0"/>
                    </a:cubicBezTo>
                    <a:cubicBezTo>
                      <a:pt x="190" y="0"/>
                      <a:pt x="196" y="5"/>
                      <a:pt x="196" y="11"/>
                    </a:cubicBezTo>
                    <a:cubicBezTo>
                      <a:pt x="196" y="11"/>
                      <a:pt x="196" y="11"/>
                      <a:pt x="196" y="11"/>
                    </a:cubicBezTo>
                    <a:cubicBezTo>
                      <a:pt x="196" y="18"/>
                      <a:pt x="190" y="23"/>
                      <a:pt x="184" y="23"/>
                    </a:cubicBezTo>
                    <a:close/>
                  </a:path>
                </a:pathLst>
              </a:cu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3" name="任意多边形: 形状 112">
                <a:extLst>
                  <a:ext uri="{FF2B5EF4-FFF2-40B4-BE49-F238E27FC236}">
                    <a16:creationId xmlns:a16="http://schemas.microsoft.com/office/drawing/2014/main" id="{E6C0A05C-1FE1-C379-2CB6-7B8F979D808A}"/>
                  </a:ext>
                </a:extLst>
              </p:cNvPr>
              <p:cNvSpPr>
                <a:spLocks noEditPoints="1"/>
              </p:cNvSpPr>
              <p:nvPr userDrawn="1"/>
            </p:nvSpPr>
            <p:spPr bwMode="auto">
              <a:xfrm>
                <a:off x="6729413" y="1379538"/>
                <a:ext cx="344487" cy="339725"/>
              </a:xfrm>
              <a:custGeom>
                <a:avLst/>
                <a:gdLst>
                  <a:gd name="T0" fmla="*/ 2 w 127"/>
                  <a:gd name="T1" fmla="*/ 125 h 125"/>
                  <a:gd name="T2" fmla="*/ 0 w 127"/>
                  <a:gd name="T3" fmla="*/ 123 h 125"/>
                  <a:gd name="T4" fmla="*/ 0 w 127"/>
                  <a:gd name="T5" fmla="*/ 107 h 125"/>
                  <a:gd name="T6" fmla="*/ 2 w 127"/>
                  <a:gd name="T7" fmla="*/ 105 h 125"/>
                  <a:gd name="T8" fmla="*/ 4 w 127"/>
                  <a:gd name="T9" fmla="*/ 107 h 125"/>
                  <a:gd name="T10" fmla="*/ 4 w 127"/>
                  <a:gd name="T11" fmla="*/ 123 h 125"/>
                  <a:gd name="T12" fmla="*/ 2 w 127"/>
                  <a:gd name="T13" fmla="*/ 125 h 125"/>
                  <a:gd name="T14" fmla="*/ 2 w 127"/>
                  <a:gd name="T15" fmla="*/ 93 h 125"/>
                  <a:gd name="T16" fmla="*/ 0 w 127"/>
                  <a:gd name="T17" fmla="*/ 91 h 125"/>
                  <a:gd name="T18" fmla="*/ 0 w 127"/>
                  <a:gd name="T19" fmla="*/ 75 h 125"/>
                  <a:gd name="T20" fmla="*/ 2 w 127"/>
                  <a:gd name="T21" fmla="*/ 73 h 125"/>
                  <a:gd name="T22" fmla="*/ 4 w 127"/>
                  <a:gd name="T23" fmla="*/ 75 h 125"/>
                  <a:gd name="T24" fmla="*/ 4 w 127"/>
                  <a:gd name="T25" fmla="*/ 91 h 125"/>
                  <a:gd name="T26" fmla="*/ 2 w 127"/>
                  <a:gd name="T27" fmla="*/ 93 h 125"/>
                  <a:gd name="T28" fmla="*/ 2 w 127"/>
                  <a:gd name="T29" fmla="*/ 61 h 125"/>
                  <a:gd name="T30" fmla="*/ 0 w 127"/>
                  <a:gd name="T31" fmla="*/ 59 h 125"/>
                  <a:gd name="T32" fmla="*/ 0 w 127"/>
                  <a:gd name="T33" fmla="*/ 48 h 125"/>
                  <a:gd name="T34" fmla="*/ 1 w 127"/>
                  <a:gd name="T35" fmla="*/ 43 h 125"/>
                  <a:gd name="T36" fmla="*/ 3 w 127"/>
                  <a:gd name="T37" fmla="*/ 41 h 125"/>
                  <a:gd name="T38" fmla="*/ 5 w 127"/>
                  <a:gd name="T39" fmla="*/ 43 h 125"/>
                  <a:gd name="T40" fmla="*/ 4 w 127"/>
                  <a:gd name="T41" fmla="*/ 48 h 125"/>
                  <a:gd name="T42" fmla="*/ 4 w 127"/>
                  <a:gd name="T43" fmla="*/ 59 h 125"/>
                  <a:gd name="T44" fmla="*/ 2 w 127"/>
                  <a:gd name="T45" fmla="*/ 61 h 125"/>
                  <a:gd name="T46" fmla="*/ 7 w 127"/>
                  <a:gd name="T47" fmla="*/ 30 h 125"/>
                  <a:gd name="T48" fmla="*/ 6 w 127"/>
                  <a:gd name="T49" fmla="*/ 30 h 125"/>
                  <a:gd name="T50" fmla="*/ 5 w 127"/>
                  <a:gd name="T51" fmla="*/ 27 h 125"/>
                  <a:gd name="T52" fmla="*/ 15 w 127"/>
                  <a:gd name="T53" fmla="*/ 14 h 125"/>
                  <a:gd name="T54" fmla="*/ 18 w 127"/>
                  <a:gd name="T55" fmla="*/ 14 h 125"/>
                  <a:gd name="T56" fmla="*/ 18 w 127"/>
                  <a:gd name="T57" fmla="*/ 16 h 125"/>
                  <a:gd name="T58" fmla="*/ 9 w 127"/>
                  <a:gd name="T59" fmla="*/ 29 h 125"/>
                  <a:gd name="T60" fmla="*/ 7 w 127"/>
                  <a:gd name="T61" fmla="*/ 30 h 125"/>
                  <a:gd name="T62" fmla="*/ 29 w 127"/>
                  <a:gd name="T63" fmla="*/ 8 h 125"/>
                  <a:gd name="T64" fmla="*/ 28 w 127"/>
                  <a:gd name="T65" fmla="*/ 7 h 125"/>
                  <a:gd name="T66" fmla="*/ 29 w 127"/>
                  <a:gd name="T67" fmla="*/ 4 h 125"/>
                  <a:gd name="T68" fmla="*/ 45 w 127"/>
                  <a:gd name="T69" fmla="*/ 0 h 125"/>
                  <a:gd name="T70" fmla="*/ 47 w 127"/>
                  <a:gd name="T71" fmla="*/ 2 h 125"/>
                  <a:gd name="T72" fmla="*/ 45 w 127"/>
                  <a:gd name="T73" fmla="*/ 4 h 125"/>
                  <a:gd name="T74" fmla="*/ 30 w 127"/>
                  <a:gd name="T75" fmla="*/ 8 h 125"/>
                  <a:gd name="T76" fmla="*/ 29 w 127"/>
                  <a:gd name="T77" fmla="*/ 8 h 125"/>
                  <a:gd name="T78" fmla="*/ 125 w 127"/>
                  <a:gd name="T79" fmla="*/ 4 h 125"/>
                  <a:gd name="T80" fmla="*/ 123 w 127"/>
                  <a:gd name="T81" fmla="*/ 2 h 125"/>
                  <a:gd name="T82" fmla="*/ 125 w 127"/>
                  <a:gd name="T83" fmla="*/ 0 h 125"/>
                  <a:gd name="T84" fmla="*/ 125 w 127"/>
                  <a:gd name="T85" fmla="*/ 0 h 125"/>
                  <a:gd name="T86" fmla="*/ 127 w 127"/>
                  <a:gd name="T87" fmla="*/ 2 h 125"/>
                  <a:gd name="T88" fmla="*/ 125 w 127"/>
                  <a:gd name="T89" fmla="*/ 4 h 125"/>
                  <a:gd name="T90" fmla="*/ 109 w 127"/>
                  <a:gd name="T91" fmla="*/ 4 h 125"/>
                  <a:gd name="T92" fmla="*/ 93 w 127"/>
                  <a:gd name="T93" fmla="*/ 4 h 125"/>
                  <a:gd name="T94" fmla="*/ 91 w 127"/>
                  <a:gd name="T95" fmla="*/ 2 h 125"/>
                  <a:gd name="T96" fmla="*/ 93 w 127"/>
                  <a:gd name="T97" fmla="*/ 0 h 125"/>
                  <a:gd name="T98" fmla="*/ 109 w 127"/>
                  <a:gd name="T99" fmla="*/ 0 h 125"/>
                  <a:gd name="T100" fmla="*/ 111 w 127"/>
                  <a:gd name="T101" fmla="*/ 2 h 125"/>
                  <a:gd name="T102" fmla="*/ 109 w 127"/>
                  <a:gd name="T103" fmla="*/ 4 h 125"/>
                  <a:gd name="T104" fmla="*/ 77 w 127"/>
                  <a:gd name="T105" fmla="*/ 4 h 125"/>
                  <a:gd name="T106" fmla="*/ 61 w 127"/>
                  <a:gd name="T107" fmla="*/ 4 h 125"/>
                  <a:gd name="T108" fmla="*/ 59 w 127"/>
                  <a:gd name="T109" fmla="*/ 2 h 125"/>
                  <a:gd name="T110" fmla="*/ 61 w 127"/>
                  <a:gd name="T111" fmla="*/ 0 h 125"/>
                  <a:gd name="T112" fmla="*/ 77 w 127"/>
                  <a:gd name="T113" fmla="*/ 0 h 125"/>
                  <a:gd name="T114" fmla="*/ 79 w 127"/>
                  <a:gd name="T115" fmla="*/ 2 h 125"/>
                  <a:gd name="T116" fmla="*/ 77 w 127"/>
                  <a:gd name="T117" fmla="*/ 4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7" h="125">
                    <a:moveTo>
                      <a:pt x="2" y="125"/>
                    </a:moveTo>
                    <a:cubicBezTo>
                      <a:pt x="1" y="125"/>
                      <a:pt x="0" y="124"/>
                      <a:pt x="0" y="123"/>
                    </a:cubicBezTo>
                    <a:cubicBezTo>
                      <a:pt x="0" y="107"/>
                      <a:pt x="0" y="107"/>
                      <a:pt x="0" y="107"/>
                    </a:cubicBezTo>
                    <a:cubicBezTo>
                      <a:pt x="0" y="106"/>
                      <a:pt x="1" y="105"/>
                      <a:pt x="2" y="105"/>
                    </a:cubicBezTo>
                    <a:cubicBezTo>
                      <a:pt x="4" y="105"/>
                      <a:pt x="4" y="106"/>
                      <a:pt x="4" y="107"/>
                    </a:cubicBezTo>
                    <a:cubicBezTo>
                      <a:pt x="4" y="123"/>
                      <a:pt x="4" y="123"/>
                      <a:pt x="4" y="123"/>
                    </a:cubicBezTo>
                    <a:cubicBezTo>
                      <a:pt x="4" y="124"/>
                      <a:pt x="4" y="125"/>
                      <a:pt x="2" y="125"/>
                    </a:cubicBezTo>
                    <a:close/>
                    <a:moveTo>
                      <a:pt x="2" y="93"/>
                    </a:moveTo>
                    <a:cubicBezTo>
                      <a:pt x="1" y="93"/>
                      <a:pt x="0" y="92"/>
                      <a:pt x="0" y="91"/>
                    </a:cubicBezTo>
                    <a:cubicBezTo>
                      <a:pt x="0" y="75"/>
                      <a:pt x="0" y="75"/>
                      <a:pt x="0" y="75"/>
                    </a:cubicBezTo>
                    <a:cubicBezTo>
                      <a:pt x="0" y="74"/>
                      <a:pt x="1" y="73"/>
                      <a:pt x="2" y="73"/>
                    </a:cubicBezTo>
                    <a:cubicBezTo>
                      <a:pt x="4" y="73"/>
                      <a:pt x="4" y="74"/>
                      <a:pt x="4" y="75"/>
                    </a:cubicBezTo>
                    <a:cubicBezTo>
                      <a:pt x="4" y="91"/>
                      <a:pt x="4" y="91"/>
                      <a:pt x="4" y="91"/>
                    </a:cubicBezTo>
                    <a:cubicBezTo>
                      <a:pt x="4" y="92"/>
                      <a:pt x="4" y="93"/>
                      <a:pt x="2" y="93"/>
                    </a:cubicBezTo>
                    <a:close/>
                    <a:moveTo>
                      <a:pt x="2" y="61"/>
                    </a:moveTo>
                    <a:cubicBezTo>
                      <a:pt x="1" y="61"/>
                      <a:pt x="0" y="60"/>
                      <a:pt x="0" y="59"/>
                    </a:cubicBezTo>
                    <a:cubicBezTo>
                      <a:pt x="0" y="48"/>
                      <a:pt x="0" y="48"/>
                      <a:pt x="0" y="48"/>
                    </a:cubicBezTo>
                    <a:cubicBezTo>
                      <a:pt x="0" y="46"/>
                      <a:pt x="1" y="45"/>
                      <a:pt x="1" y="43"/>
                    </a:cubicBezTo>
                    <a:cubicBezTo>
                      <a:pt x="1" y="42"/>
                      <a:pt x="2" y="41"/>
                      <a:pt x="3" y="41"/>
                    </a:cubicBezTo>
                    <a:cubicBezTo>
                      <a:pt x="4" y="41"/>
                      <a:pt x="5" y="42"/>
                      <a:pt x="5" y="43"/>
                    </a:cubicBezTo>
                    <a:cubicBezTo>
                      <a:pt x="5" y="45"/>
                      <a:pt x="4" y="46"/>
                      <a:pt x="4" y="48"/>
                    </a:cubicBezTo>
                    <a:cubicBezTo>
                      <a:pt x="4" y="59"/>
                      <a:pt x="4" y="59"/>
                      <a:pt x="4" y="59"/>
                    </a:cubicBezTo>
                    <a:cubicBezTo>
                      <a:pt x="4" y="60"/>
                      <a:pt x="4" y="61"/>
                      <a:pt x="2" y="61"/>
                    </a:cubicBezTo>
                    <a:close/>
                    <a:moveTo>
                      <a:pt x="7" y="30"/>
                    </a:moveTo>
                    <a:cubicBezTo>
                      <a:pt x="7" y="30"/>
                      <a:pt x="6" y="30"/>
                      <a:pt x="6" y="30"/>
                    </a:cubicBezTo>
                    <a:cubicBezTo>
                      <a:pt x="5" y="29"/>
                      <a:pt x="5" y="28"/>
                      <a:pt x="5" y="27"/>
                    </a:cubicBezTo>
                    <a:cubicBezTo>
                      <a:pt x="8" y="22"/>
                      <a:pt x="11" y="18"/>
                      <a:pt x="15" y="14"/>
                    </a:cubicBezTo>
                    <a:cubicBezTo>
                      <a:pt x="16" y="13"/>
                      <a:pt x="17" y="13"/>
                      <a:pt x="18" y="14"/>
                    </a:cubicBezTo>
                    <a:cubicBezTo>
                      <a:pt x="18" y="14"/>
                      <a:pt x="18" y="16"/>
                      <a:pt x="18" y="16"/>
                    </a:cubicBezTo>
                    <a:cubicBezTo>
                      <a:pt x="14" y="20"/>
                      <a:pt x="11" y="24"/>
                      <a:pt x="9" y="29"/>
                    </a:cubicBezTo>
                    <a:cubicBezTo>
                      <a:pt x="8" y="30"/>
                      <a:pt x="8" y="30"/>
                      <a:pt x="7" y="30"/>
                    </a:cubicBezTo>
                    <a:close/>
                    <a:moveTo>
                      <a:pt x="29" y="8"/>
                    </a:moveTo>
                    <a:cubicBezTo>
                      <a:pt x="29" y="8"/>
                      <a:pt x="28" y="8"/>
                      <a:pt x="28" y="7"/>
                    </a:cubicBezTo>
                    <a:cubicBezTo>
                      <a:pt x="27" y="6"/>
                      <a:pt x="28" y="5"/>
                      <a:pt x="29" y="4"/>
                    </a:cubicBezTo>
                    <a:cubicBezTo>
                      <a:pt x="34" y="2"/>
                      <a:pt x="39" y="0"/>
                      <a:pt x="45" y="0"/>
                    </a:cubicBezTo>
                    <a:cubicBezTo>
                      <a:pt x="46" y="0"/>
                      <a:pt x="47" y="1"/>
                      <a:pt x="47" y="2"/>
                    </a:cubicBezTo>
                    <a:cubicBezTo>
                      <a:pt x="47" y="3"/>
                      <a:pt x="46" y="4"/>
                      <a:pt x="45" y="4"/>
                    </a:cubicBezTo>
                    <a:cubicBezTo>
                      <a:pt x="40" y="4"/>
                      <a:pt x="35" y="6"/>
                      <a:pt x="30" y="8"/>
                    </a:cubicBezTo>
                    <a:cubicBezTo>
                      <a:pt x="30" y="8"/>
                      <a:pt x="30" y="8"/>
                      <a:pt x="29" y="8"/>
                    </a:cubicBezTo>
                    <a:close/>
                    <a:moveTo>
                      <a:pt x="125" y="4"/>
                    </a:moveTo>
                    <a:cubicBezTo>
                      <a:pt x="124" y="4"/>
                      <a:pt x="123" y="3"/>
                      <a:pt x="123" y="2"/>
                    </a:cubicBezTo>
                    <a:cubicBezTo>
                      <a:pt x="123" y="1"/>
                      <a:pt x="124" y="0"/>
                      <a:pt x="125" y="0"/>
                    </a:cubicBezTo>
                    <a:cubicBezTo>
                      <a:pt x="125" y="0"/>
                      <a:pt x="125" y="0"/>
                      <a:pt x="125" y="0"/>
                    </a:cubicBezTo>
                    <a:cubicBezTo>
                      <a:pt x="126" y="0"/>
                      <a:pt x="127" y="1"/>
                      <a:pt x="127" y="2"/>
                    </a:cubicBezTo>
                    <a:cubicBezTo>
                      <a:pt x="127" y="3"/>
                      <a:pt x="126" y="4"/>
                      <a:pt x="125" y="4"/>
                    </a:cubicBezTo>
                    <a:close/>
                    <a:moveTo>
                      <a:pt x="109" y="4"/>
                    </a:moveTo>
                    <a:cubicBezTo>
                      <a:pt x="93" y="4"/>
                      <a:pt x="93" y="4"/>
                      <a:pt x="93" y="4"/>
                    </a:cubicBezTo>
                    <a:cubicBezTo>
                      <a:pt x="92" y="4"/>
                      <a:pt x="91" y="3"/>
                      <a:pt x="91" y="2"/>
                    </a:cubicBezTo>
                    <a:cubicBezTo>
                      <a:pt x="91" y="1"/>
                      <a:pt x="92" y="0"/>
                      <a:pt x="93" y="0"/>
                    </a:cubicBezTo>
                    <a:cubicBezTo>
                      <a:pt x="109" y="0"/>
                      <a:pt x="109" y="0"/>
                      <a:pt x="109" y="0"/>
                    </a:cubicBezTo>
                    <a:cubicBezTo>
                      <a:pt x="110" y="0"/>
                      <a:pt x="111" y="1"/>
                      <a:pt x="111" y="2"/>
                    </a:cubicBezTo>
                    <a:cubicBezTo>
                      <a:pt x="111" y="3"/>
                      <a:pt x="110" y="4"/>
                      <a:pt x="109" y="4"/>
                    </a:cubicBezTo>
                    <a:close/>
                    <a:moveTo>
                      <a:pt x="77" y="4"/>
                    </a:moveTo>
                    <a:cubicBezTo>
                      <a:pt x="61" y="4"/>
                      <a:pt x="61" y="4"/>
                      <a:pt x="61" y="4"/>
                    </a:cubicBezTo>
                    <a:cubicBezTo>
                      <a:pt x="60" y="4"/>
                      <a:pt x="59" y="3"/>
                      <a:pt x="59" y="2"/>
                    </a:cubicBezTo>
                    <a:cubicBezTo>
                      <a:pt x="59" y="1"/>
                      <a:pt x="60" y="0"/>
                      <a:pt x="61" y="0"/>
                    </a:cubicBezTo>
                    <a:cubicBezTo>
                      <a:pt x="77" y="0"/>
                      <a:pt x="77" y="0"/>
                      <a:pt x="77" y="0"/>
                    </a:cubicBezTo>
                    <a:cubicBezTo>
                      <a:pt x="78" y="0"/>
                      <a:pt x="79" y="1"/>
                      <a:pt x="79" y="2"/>
                    </a:cubicBezTo>
                    <a:cubicBezTo>
                      <a:pt x="79" y="3"/>
                      <a:pt x="78" y="4"/>
                      <a:pt x="77" y="4"/>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8" name="文本占位符 7">
            <a:extLst>
              <a:ext uri="{FF2B5EF4-FFF2-40B4-BE49-F238E27FC236}">
                <a16:creationId xmlns:a16="http://schemas.microsoft.com/office/drawing/2014/main" id="{44C4A721-803B-47CB-B99E-1D01E8E0169F}"/>
              </a:ext>
            </a:extLst>
          </p:cNvPr>
          <p:cNvSpPr>
            <a:spLocks noGrp="1"/>
          </p:cNvSpPr>
          <p:nvPr>
            <p:ph type="body" sz="quarter" idx="13" hasCustomPrompt="1"/>
          </p:nvPr>
        </p:nvSpPr>
        <p:spPr>
          <a:xfrm>
            <a:off x="6389648" y="5837829"/>
            <a:ext cx="5129251" cy="296271"/>
          </a:xfrm>
        </p:spPr>
        <p:txBody>
          <a:bodyPr vert="horz" lIns="91440" tIns="45720" rIns="91440" bIns="45720" rtlCol="0" anchor="ctr">
            <a:normAutofit/>
          </a:bodyPr>
          <a:lstStyle>
            <a:lvl1pPr marL="0" indent="0" algn="r">
              <a:buNone/>
              <a:defRPr lang="en-US" altLang="zh-CN" sz="1200" b="0" smtClean="0">
                <a:solidFill>
                  <a:srgbClr val="FFFFFF"/>
                </a:solidFill>
              </a:defRPr>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en-US" altLang="zh-CN" dirty="0"/>
              <a:t>Speaker name and title</a:t>
            </a:r>
          </a:p>
        </p:txBody>
      </p:sp>
      <p:sp>
        <p:nvSpPr>
          <p:cNvPr id="9" name="文本占位符 8">
            <a:extLst>
              <a:ext uri="{FF2B5EF4-FFF2-40B4-BE49-F238E27FC236}">
                <a16:creationId xmlns:a16="http://schemas.microsoft.com/office/drawing/2014/main" id="{CA939A61-406D-45DC-B757-059EFAA05866}"/>
              </a:ext>
            </a:extLst>
          </p:cNvPr>
          <p:cNvSpPr>
            <a:spLocks noGrp="1"/>
          </p:cNvSpPr>
          <p:nvPr>
            <p:ph type="body" sz="quarter" idx="14" hasCustomPrompt="1"/>
          </p:nvPr>
        </p:nvSpPr>
        <p:spPr>
          <a:xfrm>
            <a:off x="660400" y="5837829"/>
            <a:ext cx="5129251" cy="296271"/>
          </a:xfrm>
        </p:spPr>
        <p:txBody>
          <a:bodyPr vert="horz" lIns="91440" tIns="45720" rIns="91440" bIns="45720" rtlCol="0" anchor="ctr">
            <a:normAutofit/>
          </a:bodyPr>
          <a:lstStyle>
            <a:lvl1pPr marL="0" indent="0">
              <a:buNone/>
              <a:defRPr lang="en-US" altLang="zh-CN" sz="1200" b="0" smtClean="0"/>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en-US" altLang="zh-CN" dirty="0"/>
              <a:t>OfficePLUS</a:t>
            </a:r>
            <a:endParaRPr lang="en-US" altLang="en-US" dirty="0"/>
          </a:p>
        </p:txBody>
      </p:sp>
      <p:sp>
        <p:nvSpPr>
          <p:cNvPr id="12" name="文本占位符 11">
            <a:extLst>
              <a:ext uri="{FF2B5EF4-FFF2-40B4-BE49-F238E27FC236}">
                <a16:creationId xmlns:a16="http://schemas.microsoft.com/office/drawing/2014/main" id="{4EF3F9F2-2DBE-4016-9D2B-F5CF4BE8EBCE}"/>
              </a:ext>
            </a:extLst>
          </p:cNvPr>
          <p:cNvSpPr>
            <a:spLocks noGrp="1"/>
          </p:cNvSpPr>
          <p:nvPr>
            <p:ph type="body" sz="quarter" idx="15" hasCustomPrompt="1"/>
          </p:nvPr>
        </p:nvSpPr>
        <p:spPr>
          <a:xfrm>
            <a:off x="660400" y="723900"/>
            <a:ext cx="1039091" cy="296271"/>
          </a:xfrm>
        </p:spPr>
        <p:txBody>
          <a:bodyPr vert="horz" wrap="none" lIns="91440" tIns="45720" rIns="91440" bIns="45720" rtlCol="0" anchor="ctr">
            <a:normAutofit/>
          </a:bodyPr>
          <a:lstStyle>
            <a:lvl1pPr marL="0" indent="0">
              <a:buNone/>
              <a:defRPr lang="en-US" altLang="zh-CN" sz="1200" b="0" smtClean="0"/>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en-US" altLang="zh-CN" dirty="0"/>
              <a:t>LGOO HERE</a:t>
            </a:r>
          </a:p>
        </p:txBody>
      </p:sp>
      <p:sp>
        <p:nvSpPr>
          <p:cNvPr id="2" name="标题 1">
            <a:extLst>
              <a:ext uri="{FF2B5EF4-FFF2-40B4-BE49-F238E27FC236}">
                <a16:creationId xmlns:a16="http://schemas.microsoft.com/office/drawing/2014/main" id="{E545B57F-7D9D-4AD8-9FE4-E5267D65BB87}"/>
              </a:ext>
            </a:extLst>
          </p:cNvPr>
          <p:cNvSpPr>
            <a:spLocks noGrp="1"/>
          </p:cNvSpPr>
          <p:nvPr>
            <p:ph type="ctrTitle" hasCustomPrompt="1"/>
          </p:nvPr>
        </p:nvSpPr>
        <p:spPr>
          <a:xfrm>
            <a:off x="660400" y="2711812"/>
            <a:ext cx="5394364" cy="1173162"/>
          </a:xfrm>
        </p:spPr>
        <p:txBody>
          <a:bodyPr vert="horz" lIns="91440" tIns="45720" rIns="91440" bIns="45720" rtlCol="0" anchor="b">
            <a:normAutofit/>
          </a:bodyPr>
          <a:lstStyle>
            <a:lvl1pPr>
              <a:defRPr lang="zh-CN" altLang="en-US" sz="4000" b="1" dirty="0"/>
            </a:lvl1pPr>
          </a:lstStyle>
          <a:p>
            <a:pPr lvl="0" defTabSz="914354"/>
            <a:r>
              <a:rPr lang="en-US" altLang="zh-CN" dirty="0"/>
              <a:t>Click to edit </a:t>
            </a:r>
            <a:br>
              <a:rPr lang="en-US" altLang="zh-CN" dirty="0"/>
            </a:br>
            <a:r>
              <a:rPr lang="en-US" altLang="zh-CN" dirty="0"/>
              <a:t>Master title style</a:t>
            </a:r>
            <a:endParaRPr lang="zh-CN" altLang="en-US" dirty="0"/>
          </a:p>
        </p:txBody>
      </p:sp>
      <p:sp>
        <p:nvSpPr>
          <p:cNvPr id="3" name="副标题 2">
            <a:extLst>
              <a:ext uri="{FF2B5EF4-FFF2-40B4-BE49-F238E27FC236}">
                <a16:creationId xmlns:a16="http://schemas.microsoft.com/office/drawing/2014/main" id="{42DDB65F-C302-4F35-9CCB-12FB82E2590D}"/>
              </a:ext>
            </a:extLst>
          </p:cNvPr>
          <p:cNvSpPr>
            <a:spLocks noGrp="1"/>
          </p:cNvSpPr>
          <p:nvPr>
            <p:ph type="subTitle" idx="1"/>
          </p:nvPr>
        </p:nvSpPr>
        <p:spPr>
          <a:xfrm>
            <a:off x="660400" y="3884974"/>
            <a:ext cx="5394364" cy="535853"/>
          </a:xfrm>
        </p:spPr>
        <p:txBody>
          <a:bodyPr vert="horz" lIns="91440" tIns="45720" rIns="91440" bIns="45720" rtlCol="0" anchor="t">
            <a:normAutofit/>
          </a:bodyPr>
          <a:lstStyle>
            <a:lvl1pPr marL="0" indent="0">
              <a:spcBef>
                <a:spcPts val="0"/>
              </a:spcBef>
              <a:buNone/>
              <a:defRPr lang="zh-CN" altLang="en-US" sz="1600"/>
            </a:lvl1pPr>
          </a:lstStyle>
          <a:p>
            <a:pPr marL="228600" lvl="0" indent="-228600" defTabSz="914354"/>
            <a:r>
              <a:rPr lang="en-US" altLang="zh-CN" dirty="0"/>
              <a:t>Click to edit Master subtitle style</a:t>
            </a:r>
            <a:endParaRPr lang="zh-CN" altLang="en-US" dirty="0"/>
          </a:p>
        </p:txBody>
      </p:sp>
    </p:spTree>
    <p:extLst>
      <p:ext uri="{BB962C8B-B14F-4D97-AF65-F5344CB8AC3E}">
        <p14:creationId xmlns:p14="http://schemas.microsoft.com/office/powerpoint/2010/main" val="321854145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DC6DA8-D137-41D2-A934-63CB8FFB8B81}"/>
              </a:ext>
            </a:extLst>
          </p:cNvPr>
          <p:cNvSpPr>
            <a:spLocks noGrp="1"/>
          </p:cNvSpPr>
          <p:nvPr>
            <p:ph type="title"/>
          </p:nvPr>
        </p:nvSpPr>
        <p:spPr/>
        <p:txBody>
          <a:bodyPr/>
          <a:lstStyle/>
          <a:p>
            <a:r>
              <a:rPr lang="en-US" altLang="zh-CN" dirty="0"/>
              <a:t>Click to edit Master title style</a:t>
            </a:r>
            <a:endParaRPr lang="zh-CN" altLang="en-US" dirty="0"/>
          </a:p>
        </p:txBody>
      </p:sp>
      <p:sp>
        <p:nvSpPr>
          <p:cNvPr id="3" name="内容占位符 2">
            <a:extLst>
              <a:ext uri="{FF2B5EF4-FFF2-40B4-BE49-F238E27FC236}">
                <a16:creationId xmlns:a16="http://schemas.microsoft.com/office/drawing/2014/main" id="{0CED916A-3E34-4B9E-8F9F-7A8921A30F99}"/>
              </a:ext>
            </a:extLst>
          </p:cNvPr>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dirty="0"/>
          </a:p>
        </p:txBody>
      </p:sp>
      <p:sp>
        <p:nvSpPr>
          <p:cNvPr id="4" name="日期占位符 3">
            <a:extLst>
              <a:ext uri="{FF2B5EF4-FFF2-40B4-BE49-F238E27FC236}">
                <a16:creationId xmlns:a16="http://schemas.microsoft.com/office/drawing/2014/main" id="{57FE6FF3-E480-4C96-9DE0-054940E7CBC6}"/>
              </a:ext>
            </a:extLst>
          </p:cNvPr>
          <p:cNvSpPr>
            <a:spLocks noGrp="1"/>
          </p:cNvSpPr>
          <p:nvPr>
            <p:ph type="dt" sz="half" idx="10"/>
          </p:nvPr>
        </p:nvSpPr>
        <p:spPr/>
        <p:txBody>
          <a:bodyPr/>
          <a:lstStyle/>
          <a:p>
            <a:fld id="{3BC5AEBE-086C-4980-A4E1-E89EE17EFFB9}" type="datetime1">
              <a:rPr lang="zh-CN" altLang="en-US" smtClean="0"/>
              <a:t>2023/2/19</a:t>
            </a:fld>
            <a:endParaRPr lang="zh-CN" altLang="en-US"/>
          </a:p>
        </p:txBody>
      </p:sp>
      <p:sp>
        <p:nvSpPr>
          <p:cNvPr id="5" name="页脚占位符 4">
            <a:extLst>
              <a:ext uri="{FF2B5EF4-FFF2-40B4-BE49-F238E27FC236}">
                <a16:creationId xmlns:a16="http://schemas.microsoft.com/office/drawing/2014/main" id="{055DFAA1-D4C3-4306-A3AE-0641E358196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A3E0EBE-EC20-4150-A2C6-9837F3449581}"/>
              </a:ext>
            </a:extLst>
          </p:cNvPr>
          <p:cNvSpPr>
            <a:spLocks noGrp="1"/>
          </p:cNvSpPr>
          <p:nvPr>
            <p:ph type="sldNum" sz="quarter" idx="12"/>
          </p:nvPr>
        </p:nvSpPr>
        <p:spPr/>
        <p:txBody>
          <a:bodyPr/>
          <a:lstStyle/>
          <a:p>
            <a:fld id="{7F65B630-C7FF-41C0-9923-C5E5E29EED81}" type="slidenum">
              <a:rPr lang="zh-CN" altLang="en-US" smtClean="0"/>
              <a:t>‹#›</a:t>
            </a:fld>
            <a:endParaRPr lang="zh-CN" altLang="en-US"/>
          </a:p>
        </p:txBody>
      </p:sp>
    </p:spTree>
    <p:extLst>
      <p:ext uri="{BB962C8B-B14F-4D97-AF65-F5344CB8AC3E}">
        <p14:creationId xmlns:p14="http://schemas.microsoft.com/office/powerpoint/2010/main" val="8237429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Layout">
    <p:spTree>
      <p:nvGrpSpPr>
        <p:cNvPr id="1" name=""/>
        <p:cNvGrpSpPr/>
        <p:nvPr/>
      </p:nvGrpSpPr>
      <p:grpSpPr>
        <a:xfrm>
          <a:off x="0" y="0"/>
          <a:ext cx="0" cy="0"/>
          <a:chOff x="0" y="0"/>
          <a:chExt cx="0" cy="0"/>
        </a:xfrm>
      </p:grpSpPr>
      <p:sp>
        <p:nvSpPr>
          <p:cNvPr id="9" name="文本占位符 8">
            <a:extLst>
              <a:ext uri="{FF2B5EF4-FFF2-40B4-BE49-F238E27FC236}">
                <a16:creationId xmlns:a16="http://schemas.microsoft.com/office/drawing/2014/main" id="{FDF03A82-401C-4A0E-BE21-BE588E874141}"/>
              </a:ext>
            </a:extLst>
          </p:cNvPr>
          <p:cNvSpPr>
            <a:spLocks noGrp="1"/>
          </p:cNvSpPr>
          <p:nvPr>
            <p:ph type="body" sz="quarter" idx="14" hasCustomPrompt="1"/>
          </p:nvPr>
        </p:nvSpPr>
        <p:spPr>
          <a:xfrm>
            <a:off x="660400" y="1500188"/>
            <a:ext cx="2836562" cy="594626"/>
          </a:xfrm>
        </p:spPr>
        <p:txBody>
          <a:bodyPr>
            <a:normAutofit/>
          </a:bodyPr>
          <a:lstStyle>
            <a:lvl1pPr marL="0" indent="0" algn="r">
              <a:buFont typeface="+mj-lt"/>
              <a:buNone/>
              <a:defRPr sz="2400" b="1"/>
            </a:lvl1pPr>
            <a:lvl2pPr marL="457200" indent="0">
              <a:buFont typeface="+mj-ea"/>
              <a:buNone/>
              <a:defRPr/>
            </a:lvl2pPr>
            <a:lvl3pPr marL="1257300" indent="-342900">
              <a:buFont typeface="+mj-lt"/>
              <a:buAutoNum type="alphaLcParenR"/>
              <a:defRPr/>
            </a:lvl3pPr>
          </a:lstStyle>
          <a:p>
            <a:pPr lvl="0"/>
            <a:r>
              <a:rPr lang="en-US" altLang="zh-CN" dirty="0"/>
              <a:t>CONTENTS</a:t>
            </a:r>
            <a:endParaRPr lang="zh-CN" altLang="en-US" dirty="0"/>
          </a:p>
        </p:txBody>
      </p:sp>
      <p:sp>
        <p:nvSpPr>
          <p:cNvPr id="7" name="文本占位符 6">
            <a:extLst>
              <a:ext uri="{FF2B5EF4-FFF2-40B4-BE49-F238E27FC236}">
                <a16:creationId xmlns:a16="http://schemas.microsoft.com/office/drawing/2014/main" id="{0BEF0FD1-3ACE-43A8-AF57-CC0D436DC7D0}"/>
              </a:ext>
            </a:extLst>
          </p:cNvPr>
          <p:cNvSpPr>
            <a:spLocks noGrp="1"/>
          </p:cNvSpPr>
          <p:nvPr>
            <p:ph type="body" sz="quarter" idx="13"/>
          </p:nvPr>
        </p:nvSpPr>
        <p:spPr>
          <a:xfrm>
            <a:off x="3647836" y="1500187"/>
            <a:ext cx="7871045" cy="4633913"/>
          </a:xfrm>
        </p:spPr>
        <p:txBody>
          <a:bodyPr/>
          <a:lstStyle>
            <a:lvl1pPr marL="342900" indent="-342900">
              <a:buFont typeface="+mj-lt"/>
              <a:buAutoNum type="arabicPeriod"/>
              <a:defRPr/>
            </a:lvl1pPr>
            <a:lvl2pPr marL="800100" indent="-342900">
              <a:buFont typeface="+mj-ea"/>
              <a:buAutoNum type="circleNumDbPlain"/>
              <a:defRPr/>
            </a:lvl2pPr>
            <a:lvl3pPr marL="1257300" indent="-342900">
              <a:buFont typeface="+mj-lt"/>
              <a:buAutoNum type="alphaLcParenR"/>
              <a:defRPr/>
            </a:lvl3p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
        <p:nvSpPr>
          <p:cNvPr id="3" name="页脚占位符 2">
            <a:extLst>
              <a:ext uri="{FF2B5EF4-FFF2-40B4-BE49-F238E27FC236}">
                <a16:creationId xmlns:a16="http://schemas.microsoft.com/office/drawing/2014/main" id="{CAEA95BB-0FD6-4D94-81DB-8D38069818E5}"/>
              </a:ext>
            </a:extLst>
          </p:cNvPr>
          <p:cNvSpPr>
            <a:spLocks noGrp="1"/>
          </p:cNvSpPr>
          <p:nvPr>
            <p:ph type="ftr" sz="quarter" idx="10"/>
          </p:nvPr>
        </p:nvSpPr>
        <p:spPr/>
        <p:txBody>
          <a:bodyPr/>
          <a:lstStyle/>
          <a:p>
            <a:endParaRPr lang="zh-CN" altLang="en-US" dirty="0"/>
          </a:p>
        </p:txBody>
      </p:sp>
      <p:sp>
        <p:nvSpPr>
          <p:cNvPr id="4" name="日期占位符 3">
            <a:extLst>
              <a:ext uri="{FF2B5EF4-FFF2-40B4-BE49-F238E27FC236}">
                <a16:creationId xmlns:a16="http://schemas.microsoft.com/office/drawing/2014/main" id="{16C2568E-3CA5-4FDE-A375-CB503A7EDE34}"/>
              </a:ext>
            </a:extLst>
          </p:cNvPr>
          <p:cNvSpPr>
            <a:spLocks noGrp="1"/>
          </p:cNvSpPr>
          <p:nvPr>
            <p:ph type="dt" sz="half" idx="11"/>
          </p:nvPr>
        </p:nvSpPr>
        <p:spPr/>
        <p:txBody>
          <a:bodyPr/>
          <a:lstStyle/>
          <a:p>
            <a:fld id="{AC4CC43B-9EB6-4465-8B1A-3F7180DAD0DF}" type="datetime1">
              <a:rPr lang="zh-CN" altLang="en-US" smtClean="0"/>
              <a:t>2023/2/19</a:t>
            </a:fld>
            <a:endParaRPr lang="en-US" altLang="zh-CN"/>
          </a:p>
        </p:txBody>
      </p:sp>
      <p:sp>
        <p:nvSpPr>
          <p:cNvPr id="5" name="灯片编号占位符 4">
            <a:extLst>
              <a:ext uri="{FF2B5EF4-FFF2-40B4-BE49-F238E27FC236}">
                <a16:creationId xmlns:a16="http://schemas.microsoft.com/office/drawing/2014/main" id="{E3EAC383-637D-4997-B597-28ADC11AAC10}"/>
              </a:ext>
            </a:extLst>
          </p:cNvPr>
          <p:cNvSpPr>
            <a:spLocks noGrp="1"/>
          </p:cNvSpPr>
          <p:nvPr>
            <p:ph type="sldNum" sz="quarter" idx="12"/>
          </p:nvPr>
        </p:nvSpPr>
        <p:spPr/>
        <p:txBody>
          <a:bodyPr/>
          <a:lstStyle/>
          <a:p>
            <a:fld id="{7F65B630-C7FF-41C0-9923-C5E5E29EED81}" type="slidenum">
              <a:rPr lang="en-US" altLang="zh-CN" smtClean="0"/>
              <a:pPr/>
              <a:t>‹#›</a:t>
            </a:fld>
            <a:endParaRPr lang="en-US" altLang="zh-CN"/>
          </a:p>
        </p:txBody>
      </p:sp>
    </p:spTree>
    <p:extLst>
      <p:ext uri="{BB962C8B-B14F-4D97-AF65-F5344CB8AC3E}">
        <p14:creationId xmlns:p14="http://schemas.microsoft.com/office/powerpoint/2010/main" val="192977599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rgbClr val="E6EEFE">
            <a:alpha val="60000"/>
          </a:srgbClr>
        </a:solidFill>
        <a:effectLst/>
      </p:bgPr>
    </p:bg>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id="{78B7F8BE-1BF4-6773-80D8-4240A6642623}"/>
              </a:ext>
            </a:extLst>
          </p:cNvPr>
          <p:cNvGrpSpPr/>
          <p:nvPr userDrawn="1"/>
        </p:nvGrpSpPr>
        <p:grpSpPr>
          <a:xfrm flipH="1">
            <a:off x="1016000" y="1597578"/>
            <a:ext cx="5206784" cy="4390472"/>
            <a:chOff x="5605463" y="1249363"/>
            <a:chExt cx="5913437" cy="4986337"/>
          </a:xfrm>
        </p:grpSpPr>
        <p:sp>
          <p:nvSpPr>
            <p:cNvPr id="10" name="矩形 9">
              <a:extLst>
                <a:ext uri="{FF2B5EF4-FFF2-40B4-BE49-F238E27FC236}">
                  <a16:creationId xmlns:a16="http://schemas.microsoft.com/office/drawing/2014/main" id="{BFAC9E52-A8C7-0152-9414-AC9BF4CA07C7}"/>
                </a:ext>
              </a:extLst>
            </p:cNvPr>
            <p:cNvSpPr>
              <a:spLocks noChangeAspect="1" noChangeArrowheads="1" noTextEdit="1"/>
            </p:cNvSpPr>
            <p:nvPr userDrawn="1"/>
          </p:nvSpPr>
          <p:spPr bwMode="auto">
            <a:xfrm>
              <a:off x="5605463" y="1249363"/>
              <a:ext cx="5913437" cy="4986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任意多边形: 形状 11">
              <a:extLst>
                <a:ext uri="{FF2B5EF4-FFF2-40B4-BE49-F238E27FC236}">
                  <a16:creationId xmlns:a16="http://schemas.microsoft.com/office/drawing/2014/main" id="{80396BE0-EBC7-E28E-3DE4-B82A3920FEF6}"/>
                </a:ext>
              </a:extLst>
            </p:cNvPr>
            <p:cNvSpPr>
              <a:spLocks/>
            </p:cNvSpPr>
            <p:nvPr userDrawn="1"/>
          </p:nvSpPr>
          <p:spPr bwMode="auto">
            <a:xfrm>
              <a:off x="6194425" y="4333875"/>
              <a:ext cx="520700" cy="992187"/>
            </a:xfrm>
            <a:custGeom>
              <a:avLst/>
              <a:gdLst>
                <a:gd name="T0" fmla="*/ 164 w 192"/>
                <a:gd name="T1" fmla="*/ 365 h 365"/>
                <a:gd name="T2" fmla="*/ 2 w 192"/>
                <a:gd name="T3" fmla="*/ 0 h 365"/>
                <a:gd name="T4" fmla="*/ 192 w 192"/>
                <a:gd name="T5" fmla="*/ 193 h 365"/>
                <a:gd name="T6" fmla="*/ 164 w 192"/>
                <a:gd name="T7" fmla="*/ 365 h 365"/>
              </a:gdLst>
              <a:ahLst/>
              <a:cxnLst>
                <a:cxn ang="0">
                  <a:pos x="T0" y="T1"/>
                </a:cxn>
                <a:cxn ang="0">
                  <a:pos x="T2" y="T3"/>
                </a:cxn>
                <a:cxn ang="0">
                  <a:pos x="T4" y="T5"/>
                </a:cxn>
                <a:cxn ang="0">
                  <a:pos x="T6" y="T7"/>
                </a:cxn>
              </a:cxnLst>
              <a:rect l="0" t="0" r="r" b="b"/>
              <a:pathLst>
                <a:path w="192" h="365">
                  <a:moveTo>
                    <a:pt x="164" y="365"/>
                  </a:moveTo>
                  <a:cubicBezTo>
                    <a:pt x="164" y="365"/>
                    <a:pt x="0" y="97"/>
                    <a:pt x="2" y="0"/>
                  </a:cubicBezTo>
                  <a:cubicBezTo>
                    <a:pt x="2" y="0"/>
                    <a:pt x="110" y="4"/>
                    <a:pt x="192" y="193"/>
                  </a:cubicBezTo>
                  <a:lnTo>
                    <a:pt x="164" y="365"/>
                  </a:lnTo>
                  <a:close/>
                </a:path>
              </a:pathLst>
            </a:custGeom>
            <a:solidFill>
              <a:srgbClr val="124D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任意多边形: 形状 12">
              <a:extLst>
                <a:ext uri="{FF2B5EF4-FFF2-40B4-BE49-F238E27FC236}">
                  <a16:creationId xmlns:a16="http://schemas.microsoft.com/office/drawing/2014/main" id="{6415D0AB-8881-5984-D4AB-F88D209F749E}"/>
                </a:ext>
              </a:extLst>
            </p:cNvPr>
            <p:cNvSpPr>
              <a:spLocks/>
            </p:cNvSpPr>
            <p:nvPr userDrawn="1"/>
          </p:nvSpPr>
          <p:spPr bwMode="auto">
            <a:xfrm>
              <a:off x="5961063" y="4883150"/>
              <a:ext cx="725487" cy="587375"/>
            </a:xfrm>
            <a:custGeom>
              <a:avLst/>
              <a:gdLst>
                <a:gd name="T0" fmla="*/ 183 w 267"/>
                <a:gd name="T1" fmla="*/ 32 h 216"/>
                <a:gd name="T2" fmla="*/ 0 w 267"/>
                <a:gd name="T3" fmla="*/ 32 h 216"/>
                <a:gd name="T4" fmla="*/ 267 w 267"/>
                <a:gd name="T5" fmla="*/ 216 h 216"/>
                <a:gd name="T6" fmla="*/ 245 w 267"/>
                <a:gd name="T7" fmla="*/ 62 h 216"/>
                <a:gd name="T8" fmla="*/ 183 w 267"/>
                <a:gd name="T9" fmla="*/ 32 h 216"/>
              </a:gdLst>
              <a:ahLst/>
              <a:cxnLst>
                <a:cxn ang="0">
                  <a:pos x="T0" y="T1"/>
                </a:cxn>
                <a:cxn ang="0">
                  <a:pos x="T2" y="T3"/>
                </a:cxn>
                <a:cxn ang="0">
                  <a:pos x="T4" y="T5"/>
                </a:cxn>
                <a:cxn ang="0">
                  <a:pos x="T6" y="T7"/>
                </a:cxn>
                <a:cxn ang="0">
                  <a:pos x="T8" y="T9"/>
                </a:cxn>
              </a:cxnLst>
              <a:rect l="0" t="0" r="r" b="b"/>
              <a:pathLst>
                <a:path w="267" h="216">
                  <a:moveTo>
                    <a:pt x="183" y="32"/>
                  </a:moveTo>
                  <a:cubicBezTo>
                    <a:pt x="183" y="32"/>
                    <a:pt x="79" y="0"/>
                    <a:pt x="0" y="32"/>
                  </a:cubicBezTo>
                  <a:cubicBezTo>
                    <a:pt x="0" y="32"/>
                    <a:pt x="114" y="162"/>
                    <a:pt x="267" y="216"/>
                  </a:cubicBezTo>
                  <a:cubicBezTo>
                    <a:pt x="245" y="62"/>
                    <a:pt x="245" y="62"/>
                    <a:pt x="245" y="62"/>
                  </a:cubicBezTo>
                  <a:lnTo>
                    <a:pt x="183" y="32"/>
                  </a:lnTo>
                  <a:close/>
                </a:path>
              </a:pathLst>
            </a:custGeom>
            <a:solidFill>
              <a:srgbClr val="1E5D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矩形 13">
              <a:extLst>
                <a:ext uri="{FF2B5EF4-FFF2-40B4-BE49-F238E27FC236}">
                  <a16:creationId xmlns:a16="http://schemas.microsoft.com/office/drawing/2014/main" id="{536F25D7-83AD-F7A1-F1C8-E45B1B55B49F}"/>
                </a:ext>
              </a:extLst>
            </p:cNvPr>
            <p:cNvSpPr>
              <a:spLocks noChangeArrowheads="1"/>
            </p:cNvSpPr>
            <p:nvPr userDrawn="1"/>
          </p:nvSpPr>
          <p:spPr bwMode="auto">
            <a:xfrm>
              <a:off x="6338888" y="1852613"/>
              <a:ext cx="1362075" cy="1449387"/>
            </a:xfrm>
            <a:prstGeom prst="rect">
              <a:avLst/>
            </a:prstGeom>
            <a:solidFill>
              <a:srgbClr val="3E7A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任意多边形: 形状 14">
              <a:extLst>
                <a:ext uri="{FF2B5EF4-FFF2-40B4-BE49-F238E27FC236}">
                  <a16:creationId xmlns:a16="http://schemas.microsoft.com/office/drawing/2014/main" id="{37EAFED5-7140-65B9-C7C0-2BA27CEB0FFA}"/>
                </a:ext>
              </a:extLst>
            </p:cNvPr>
            <p:cNvSpPr>
              <a:spLocks/>
            </p:cNvSpPr>
            <p:nvPr userDrawn="1"/>
          </p:nvSpPr>
          <p:spPr bwMode="auto">
            <a:xfrm>
              <a:off x="6577013" y="4692650"/>
              <a:ext cx="1211262" cy="354012"/>
            </a:xfrm>
            <a:custGeom>
              <a:avLst/>
              <a:gdLst>
                <a:gd name="T0" fmla="*/ 763 w 763"/>
                <a:gd name="T1" fmla="*/ 223 h 223"/>
                <a:gd name="T2" fmla="*/ 0 w 763"/>
                <a:gd name="T3" fmla="*/ 223 h 223"/>
                <a:gd name="T4" fmla="*/ 24 w 763"/>
                <a:gd name="T5" fmla="*/ 0 h 223"/>
                <a:gd name="T6" fmla="*/ 763 w 763"/>
                <a:gd name="T7" fmla="*/ 0 h 223"/>
                <a:gd name="T8" fmla="*/ 763 w 763"/>
                <a:gd name="T9" fmla="*/ 223 h 223"/>
              </a:gdLst>
              <a:ahLst/>
              <a:cxnLst>
                <a:cxn ang="0">
                  <a:pos x="T0" y="T1"/>
                </a:cxn>
                <a:cxn ang="0">
                  <a:pos x="T2" y="T3"/>
                </a:cxn>
                <a:cxn ang="0">
                  <a:pos x="T4" y="T5"/>
                </a:cxn>
                <a:cxn ang="0">
                  <a:pos x="T6" y="T7"/>
                </a:cxn>
                <a:cxn ang="0">
                  <a:pos x="T8" y="T9"/>
                </a:cxn>
              </a:cxnLst>
              <a:rect l="0" t="0" r="r" b="b"/>
              <a:pathLst>
                <a:path w="763" h="223">
                  <a:moveTo>
                    <a:pt x="763" y="223"/>
                  </a:moveTo>
                  <a:lnTo>
                    <a:pt x="0" y="223"/>
                  </a:lnTo>
                  <a:lnTo>
                    <a:pt x="24" y="0"/>
                  </a:lnTo>
                  <a:lnTo>
                    <a:pt x="763" y="0"/>
                  </a:lnTo>
                  <a:lnTo>
                    <a:pt x="763" y="223"/>
                  </a:lnTo>
                  <a:close/>
                </a:path>
              </a:pathLst>
            </a:custGeom>
            <a:solidFill>
              <a:srgbClr val="BDF4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 name="矩形 15">
              <a:extLst>
                <a:ext uri="{FF2B5EF4-FFF2-40B4-BE49-F238E27FC236}">
                  <a16:creationId xmlns:a16="http://schemas.microsoft.com/office/drawing/2014/main" id="{5543C290-EBAA-765C-9F18-780A9C070998}"/>
                </a:ext>
              </a:extLst>
            </p:cNvPr>
            <p:cNvSpPr>
              <a:spLocks noChangeArrowheads="1"/>
            </p:cNvSpPr>
            <p:nvPr userDrawn="1"/>
          </p:nvSpPr>
          <p:spPr bwMode="auto">
            <a:xfrm>
              <a:off x="6650038" y="5046663"/>
              <a:ext cx="1138237" cy="654050"/>
            </a:xfrm>
            <a:prstGeom prst="rect">
              <a:avLst/>
            </a:prstGeom>
            <a:solidFill>
              <a:srgbClr val="95E1B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任意多边形: 形状 16">
              <a:extLst>
                <a:ext uri="{FF2B5EF4-FFF2-40B4-BE49-F238E27FC236}">
                  <a16:creationId xmlns:a16="http://schemas.microsoft.com/office/drawing/2014/main" id="{DD1D9BFC-1EE4-FD4B-853A-7D17277CB5FE}"/>
                </a:ext>
              </a:extLst>
            </p:cNvPr>
            <p:cNvSpPr>
              <a:spLocks/>
            </p:cNvSpPr>
            <p:nvPr userDrawn="1"/>
          </p:nvSpPr>
          <p:spPr bwMode="auto">
            <a:xfrm>
              <a:off x="7288213" y="5472113"/>
              <a:ext cx="296862" cy="68262"/>
            </a:xfrm>
            <a:custGeom>
              <a:avLst/>
              <a:gdLst>
                <a:gd name="T0" fmla="*/ 97 w 109"/>
                <a:gd name="T1" fmla="*/ 25 h 25"/>
                <a:gd name="T2" fmla="*/ 12 w 109"/>
                <a:gd name="T3" fmla="*/ 25 h 25"/>
                <a:gd name="T4" fmla="*/ 0 w 109"/>
                <a:gd name="T5" fmla="*/ 13 h 25"/>
                <a:gd name="T6" fmla="*/ 0 w 109"/>
                <a:gd name="T7" fmla="*/ 13 h 25"/>
                <a:gd name="T8" fmla="*/ 12 w 109"/>
                <a:gd name="T9" fmla="*/ 0 h 25"/>
                <a:gd name="T10" fmla="*/ 97 w 109"/>
                <a:gd name="T11" fmla="*/ 0 h 25"/>
                <a:gd name="T12" fmla="*/ 109 w 109"/>
                <a:gd name="T13" fmla="*/ 13 h 25"/>
                <a:gd name="T14" fmla="*/ 109 w 109"/>
                <a:gd name="T15" fmla="*/ 13 h 25"/>
                <a:gd name="T16" fmla="*/ 97 w 109"/>
                <a:gd name="T17"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9" h="25">
                  <a:moveTo>
                    <a:pt x="97" y="25"/>
                  </a:moveTo>
                  <a:cubicBezTo>
                    <a:pt x="12" y="25"/>
                    <a:pt x="12" y="25"/>
                    <a:pt x="12" y="25"/>
                  </a:cubicBezTo>
                  <a:cubicBezTo>
                    <a:pt x="5" y="25"/>
                    <a:pt x="0" y="19"/>
                    <a:pt x="0" y="13"/>
                  </a:cubicBezTo>
                  <a:cubicBezTo>
                    <a:pt x="0" y="13"/>
                    <a:pt x="0" y="13"/>
                    <a:pt x="0" y="13"/>
                  </a:cubicBezTo>
                  <a:cubicBezTo>
                    <a:pt x="0" y="6"/>
                    <a:pt x="5" y="0"/>
                    <a:pt x="12" y="0"/>
                  </a:cubicBezTo>
                  <a:cubicBezTo>
                    <a:pt x="97" y="0"/>
                    <a:pt x="97" y="0"/>
                    <a:pt x="97" y="0"/>
                  </a:cubicBezTo>
                  <a:cubicBezTo>
                    <a:pt x="104" y="0"/>
                    <a:pt x="109" y="6"/>
                    <a:pt x="109" y="13"/>
                  </a:cubicBezTo>
                  <a:cubicBezTo>
                    <a:pt x="109" y="13"/>
                    <a:pt x="109" y="13"/>
                    <a:pt x="109" y="13"/>
                  </a:cubicBezTo>
                  <a:cubicBezTo>
                    <a:pt x="109" y="19"/>
                    <a:pt x="104" y="25"/>
                    <a:pt x="97" y="25"/>
                  </a:cubicBezTo>
                  <a:close/>
                </a:path>
              </a:pathLst>
            </a:custGeom>
            <a:solidFill>
              <a:srgbClr val="B5F6D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任意多边形: 形状 17">
              <a:extLst>
                <a:ext uri="{FF2B5EF4-FFF2-40B4-BE49-F238E27FC236}">
                  <a16:creationId xmlns:a16="http://schemas.microsoft.com/office/drawing/2014/main" id="{98870CE7-4253-3A22-E027-EE122036F172}"/>
                </a:ext>
              </a:extLst>
            </p:cNvPr>
            <p:cNvSpPr>
              <a:spLocks/>
            </p:cNvSpPr>
            <p:nvPr userDrawn="1"/>
          </p:nvSpPr>
          <p:spPr bwMode="auto">
            <a:xfrm>
              <a:off x="7183438" y="5575300"/>
              <a:ext cx="401637" cy="65087"/>
            </a:xfrm>
            <a:custGeom>
              <a:avLst/>
              <a:gdLst>
                <a:gd name="T0" fmla="*/ 136 w 148"/>
                <a:gd name="T1" fmla="*/ 24 h 24"/>
                <a:gd name="T2" fmla="*/ 12 w 148"/>
                <a:gd name="T3" fmla="*/ 24 h 24"/>
                <a:gd name="T4" fmla="*/ 0 w 148"/>
                <a:gd name="T5" fmla="*/ 12 h 24"/>
                <a:gd name="T6" fmla="*/ 0 w 148"/>
                <a:gd name="T7" fmla="*/ 12 h 24"/>
                <a:gd name="T8" fmla="*/ 12 w 148"/>
                <a:gd name="T9" fmla="*/ 0 h 24"/>
                <a:gd name="T10" fmla="*/ 136 w 148"/>
                <a:gd name="T11" fmla="*/ 0 h 24"/>
                <a:gd name="T12" fmla="*/ 148 w 148"/>
                <a:gd name="T13" fmla="*/ 12 h 24"/>
                <a:gd name="T14" fmla="*/ 148 w 148"/>
                <a:gd name="T15" fmla="*/ 12 h 24"/>
                <a:gd name="T16" fmla="*/ 136 w 148"/>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8" h="24">
                  <a:moveTo>
                    <a:pt x="136" y="24"/>
                  </a:moveTo>
                  <a:cubicBezTo>
                    <a:pt x="12" y="24"/>
                    <a:pt x="12" y="24"/>
                    <a:pt x="12" y="24"/>
                  </a:cubicBezTo>
                  <a:cubicBezTo>
                    <a:pt x="6" y="24"/>
                    <a:pt x="0" y="19"/>
                    <a:pt x="0" y="12"/>
                  </a:cubicBezTo>
                  <a:cubicBezTo>
                    <a:pt x="0" y="12"/>
                    <a:pt x="0" y="12"/>
                    <a:pt x="0" y="12"/>
                  </a:cubicBezTo>
                  <a:cubicBezTo>
                    <a:pt x="0" y="5"/>
                    <a:pt x="6" y="0"/>
                    <a:pt x="12" y="0"/>
                  </a:cubicBezTo>
                  <a:cubicBezTo>
                    <a:pt x="136" y="0"/>
                    <a:pt x="136" y="0"/>
                    <a:pt x="136" y="0"/>
                  </a:cubicBezTo>
                  <a:cubicBezTo>
                    <a:pt x="143" y="0"/>
                    <a:pt x="148" y="5"/>
                    <a:pt x="148" y="12"/>
                  </a:cubicBezTo>
                  <a:cubicBezTo>
                    <a:pt x="148" y="12"/>
                    <a:pt x="148" y="12"/>
                    <a:pt x="148" y="12"/>
                  </a:cubicBezTo>
                  <a:cubicBezTo>
                    <a:pt x="148" y="19"/>
                    <a:pt x="143" y="24"/>
                    <a:pt x="136" y="24"/>
                  </a:cubicBezTo>
                  <a:close/>
                </a:path>
              </a:pathLst>
            </a:custGeom>
            <a:solidFill>
              <a:srgbClr val="B5F6D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任意多边形: 形状 18">
              <a:extLst>
                <a:ext uri="{FF2B5EF4-FFF2-40B4-BE49-F238E27FC236}">
                  <a16:creationId xmlns:a16="http://schemas.microsoft.com/office/drawing/2014/main" id="{9A7D8A8B-B6AE-1B35-5F8E-462BCBCBFE7B}"/>
                </a:ext>
              </a:extLst>
            </p:cNvPr>
            <p:cNvSpPr>
              <a:spLocks/>
            </p:cNvSpPr>
            <p:nvPr userDrawn="1"/>
          </p:nvSpPr>
          <p:spPr bwMode="auto">
            <a:xfrm>
              <a:off x="6492875" y="4691063"/>
              <a:ext cx="147637" cy="341312"/>
            </a:xfrm>
            <a:custGeom>
              <a:avLst/>
              <a:gdLst>
                <a:gd name="T0" fmla="*/ 7 w 54"/>
                <a:gd name="T1" fmla="*/ 126 h 126"/>
                <a:gd name="T2" fmla="*/ 5 w 54"/>
                <a:gd name="T3" fmla="*/ 126 h 126"/>
                <a:gd name="T4" fmla="*/ 1 w 54"/>
                <a:gd name="T5" fmla="*/ 118 h 126"/>
                <a:gd name="T6" fmla="*/ 41 w 54"/>
                <a:gd name="T7" fmla="*/ 4 h 126"/>
                <a:gd name="T8" fmla="*/ 49 w 54"/>
                <a:gd name="T9" fmla="*/ 1 h 126"/>
                <a:gd name="T10" fmla="*/ 53 w 54"/>
                <a:gd name="T11" fmla="*/ 8 h 126"/>
                <a:gd name="T12" fmla="*/ 13 w 54"/>
                <a:gd name="T13" fmla="*/ 122 h 126"/>
                <a:gd name="T14" fmla="*/ 7 w 54"/>
                <a:gd name="T15" fmla="*/ 126 h 12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 h="126">
                  <a:moveTo>
                    <a:pt x="7" y="126"/>
                  </a:moveTo>
                  <a:cubicBezTo>
                    <a:pt x="6" y="126"/>
                    <a:pt x="6" y="126"/>
                    <a:pt x="5" y="126"/>
                  </a:cubicBezTo>
                  <a:cubicBezTo>
                    <a:pt x="2" y="125"/>
                    <a:pt x="0" y="121"/>
                    <a:pt x="1" y="118"/>
                  </a:cubicBezTo>
                  <a:cubicBezTo>
                    <a:pt x="41" y="4"/>
                    <a:pt x="41" y="4"/>
                    <a:pt x="41" y="4"/>
                  </a:cubicBezTo>
                  <a:cubicBezTo>
                    <a:pt x="42" y="1"/>
                    <a:pt x="46" y="0"/>
                    <a:pt x="49" y="1"/>
                  </a:cubicBezTo>
                  <a:cubicBezTo>
                    <a:pt x="52" y="2"/>
                    <a:pt x="54" y="5"/>
                    <a:pt x="53" y="8"/>
                  </a:cubicBezTo>
                  <a:cubicBezTo>
                    <a:pt x="13" y="122"/>
                    <a:pt x="13" y="122"/>
                    <a:pt x="13" y="122"/>
                  </a:cubicBezTo>
                  <a:cubicBezTo>
                    <a:pt x="12" y="125"/>
                    <a:pt x="10" y="126"/>
                    <a:pt x="7" y="126"/>
                  </a:cubicBezTo>
                  <a:close/>
                </a:path>
              </a:pathLst>
            </a:custGeom>
            <a:solidFill>
              <a:srgbClr val="BDF4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矩形 19">
              <a:extLst>
                <a:ext uri="{FF2B5EF4-FFF2-40B4-BE49-F238E27FC236}">
                  <a16:creationId xmlns:a16="http://schemas.microsoft.com/office/drawing/2014/main" id="{26604745-57A6-E990-8F9A-C49534F0E788}"/>
                </a:ext>
              </a:extLst>
            </p:cNvPr>
            <p:cNvSpPr>
              <a:spLocks noChangeArrowheads="1"/>
            </p:cNvSpPr>
            <p:nvPr userDrawn="1"/>
          </p:nvSpPr>
          <p:spPr bwMode="auto">
            <a:xfrm>
              <a:off x="6805613" y="5318125"/>
              <a:ext cx="222250" cy="385762"/>
            </a:xfrm>
            <a:prstGeom prst="rect">
              <a:avLst/>
            </a:prstGeom>
            <a:solidFill>
              <a:srgbClr val="77D0A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矩形 20">
              <a:extLst>
                <a:ext uri="{FF2B5EF4-FFF2-40B4-BE49-F238E27FC236}">
                  <a16:creationId xmlns:a16="http://schemas.microsoft.com/office/drawing/2014/main" id="{E45DA0FE-CE05-F522-08ED-4E281F882B17}"/>
                </a:ext>
              </a:extLst>
            </p:cNvPr>
            <p:cNvSpPr>
              <a:spLocks noChangeArrowheads="1"/>
            </p:cNvSpPr>
            <p:nvPr userDrawn="1"/>
          </p:nvSpPr>
          <p:spPr bwMode="auto">
            <a:xfrm>
              <a:off x="6650038" y="5046663"/>
              <a:ext cx="1138237" cy="58737"/>
            </a:xfrm>
            <a:prstGeom prst="rect">
              <a:avLst/>
            </a:prstGeom>
            <a:solidFill>
              <a:srgbClr val="77D0A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矩形 21">
              <a:extLst>
                <a:ext uri="{FF2B5EF4-FFF2-40B4-BE49-F238E27FC236}">
                  <a16:creationId xmlns:a16="http://schemas.microsoft.com/office/drawing/2014/main" id="{DE61AECF-1BB4-3666-E1BF-F6D9FF823A6E}"/>
                </a:ext>
              </a:extLst>
            </p:cNvPr>
            <p:cNvSpPr>
              <a:spLocks noChangeArrowheads="1"/>
            </p:cNvSpPr>
            <p:nvPr userDrawn="1"/>
          </p:nvSpPr>
          <p:spPr bwMode="auto">
            <a:xfrm>
              <a:off x="6316663" y="5307013"/>
              <a:ext cx="615950" cy="168275"/>
            </a:xfrm>
            <a:prstGeom prst="rect">
              <a:avLst/>
            </a:prstGeom>
            <a:solidFill>
              <a:srgbClr val="8CB2F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矩形 22">
              <a:extLst>
                <a:ext uri="{FF2B5EF4-FFF2-40B4-BE49-F238E27FC236}">
                  <a16:creationId xmlns:a16="http://schemas.microsoft.com/office/drawing/2014/main" id="{C1A0C1CA-5E7F-4C19-1AA7-45D7897B1B62}"/>
                </a:ext>
              </a:extLst>
            </p:cNvPr>
            <p:cNvSpPr>
              <a:spLocks noChangeArrowheads="1"/>
            </p:cNvSpPr>
            <p:nvPr userDrawn="1"/>
          </p:nvSpPr>
          <p:spPr bwMode="auto">
            <a:xfrm>
              <a:off x="6338888" y="5472113"/>
              <a:ext cx="574675" cy="271462"/>
            </a:xfrm>
            <a:prstGeom prst="rect">
              <a:avLst/>
            </a:prstGeom>
            <a:solidFill>
              <a:srgbClr val="73A0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矩形 23">
              <a:extLst>
                <a:ext uri="{FF2B5EF4-FFF2-40B4-BE49-F238E27FC236}">
                  <a16:creationId xmlns:a16="http://schemas.microsoft.com/office/drawing/2014/main" id="{DB2C7AB0-2C4B-4027-AF77-F6C1EAD50A14}"/>
                </a:ext>
              </a:extLst>
            </p:cNvPr>
            <p:cNvSpPr>
              <a:spLocks noChangeArrowheads="1"/>
            </p:cNvSpPr>
            <p:nvPr userDrawn="1"/>
          </p:nvSpPr>
          <p:spPr bwMode="auto">
            <a:xfrm>
              <a:off x="6338888" y="5472113"/>
              <a:ext cx="574675" cy="49212"/>
            </a:xfrm>
            <a:prstGeom prst="rect">
              <a:avLst/>
            </a:prstGeom>
            <a:solidFill>
              <a:srgbClr val="6994F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矩形 24">
              <a:extLst>
                <a:ext uri="{FF2B5EF4-FFF2-40B4-BE49-F238E27FC236}">
                  <a16:creationId xmlns:a16="http://schemas.microsoft.com/office/drawing/2014/main" id="{B029A129-1825-BDA1-99A7-608E435EDE6C}"/>
                </a:ext>
              </a:extLst>
            </p:cNvPr>
            <p:cNvSpPr>
              <a:spLocks noChangeArrowheads="1"/>
            </p:cNvSpPr>
            <p:nvPr userDrawn="1"/>
          </p:nvSpPr>
          <p:spPr bwMode="auto">
            <a:xfrm>
              <a:off x="7943850" y="1460500"/>
              <a:ext cx="795337" cy="1046162"/>
            </a:xfrm>
            <a:prstGeom prst="rect">
              <a:avLst/>
            </a:prstGeom>
            <a:solidFill>
              <a:srgbClr val="3E7A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任意多边形: 形状 25">
              <a:extLst>
                <a:ext uri="{FF2B5EF4-FFF2-40B4-BE49-F238E27FC236}">
                  <a16:creationId xmlns:a16="http://schemas.microsoft.com/office/drawing/2014/main" id="{AE0FC3DF-8C13-7A85-8028-66885E29E930}"/>
                </a:ext>
              </a:extLst>
            </p:cNvPr>
            <p:cNvSpPr>
              <a:spLocks/>
            </p:cNvSpPr>
            <p:nvPr userDrawn="1"/>
          </p:nvSpPr>
          <p:spPr bwMode="auto">
            <a:xfrm>
              <a:off x="7718425" y="3957638"/>
              <a:ext cx="2847975" cy="1824037"/>
            </a:xfrm>
            <a:custGeom>
              <a:avLst/>
              <a:gdLst>
                <a:gd name="T0" fmla="*/ 1031 w 1049"/>
                <a:gd name="T1" fmla="*/ 672 h 672"/>
                <a:gd name="T2" fmla="*/ 18 w 1049"/>
                <a:gd name="T3" fmla="*/ 672 h 672"/>
                <a:gd name="T4" fmla="*/ 0 w 1049"/>
                <a:gd name="T5" fmla="*/ 654 h 672"/>
                <a:gd name="T6" fmla="*/ 0 w 1049"/>
                <a:gd name="T7" fmla="*/ 18 h 672"/>
                <a:gd name="T8" fmla="*/ 18 w 1049"/>
                <a:gd name="T9" fmla="*/ 0 h 672"/>
                <a:gd name="T10" fmla="*/ 1031 w 1049"/>
                <a:gd name="T11" fmla="*/ 0 h 672"/>
                <a:gd name="T12" fmla="*/ 1049 w 1049"/>
                <a:gd name="T13" fmla="*/ 18 h 672"/>
                <a:gd name="T14" fmla="*/ 1049 w 1049"/>
                <a:gd name="T15" fmla="*/ 654 h 672"/>
                <a:gd name="T16" fmla="*/ 1031 w 1049"/>
                <a:gd name="T17" fmla="*/ 672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49" h="672">
                  <a:moveTo>
                    <a:pt x="1031" y="672"/>
                  </a:moveTo>
                  <a:cubicBezTo>
                    <a:pt x="18" y="672"/>
                    <a:pt x="18" y="672"/>
                    <a:pt x="18" y="672"/>
                  </a:cubicBezTo>
                  <a:cubicBezTo>
                    <a:pt x="8" y="672"/>
                    <a:pt x="0" y="664"/>
                    <a:pt x="0" y="654"/>
                  </a:cubicBezTo>
                  <a:cubicBezTo>
                    <a:pt x="0" y="18"/>
                    <a:pt x="0" y="18"/>
                    <a:pt x="0" y="18"/>
                  </a:cubicBezTo>
                  <a:cubicBezTo>
                    <a:pt x="0" y="8"/>
                    <a:pt x="8" y="0"/>
                    <a:pt x="18" y="0"/>
                  </a:cubicBezTo>
                  <a:cubicBezTo>
                    <a:pt x="1031" y="0"/>
                    <a:pt x="1031" y="0"/>
                    <a:pt x="1031" y="0"/>
                  </a:cubicBezTo>
                  <a:cubicBezTo>
                    <a:pt x="1041" y="0"/>
                    <a:pt x="1049" y="8"/>
                    <a:pt x="1049" y="18"/>
                  </a:cubicBezTo>
                  <a:cubicBezTo>
                    <a:pt x="1049" y="654"/>
                    <a:pt x="1049" y="654"/>
                    <a:pt x="1049" y="654"/>
                  </a:cubicBezTo>
                  <a:cubicBezTo>
                    <a:pt x="1049" y="664"/>
                    <a:pt x="1041" y="672"/>
                    <a:pt x="1031" y="672"/>
                  </a:cubicBezTo>
                  <a:close/>
                </a:path>
              </a:pathLst>
            </a:custGeom>
            <a:solidFill>
              <a:srgbClr val="77A3F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矩形 26">
              <a:extLst>
                <a:ext uri="{FF2B5EF4-FFF2-40B4-BE49-F238E27FC236}">
                  <a16:creationId xmlns:a16="http://schemas.microsoft.com/office/drawing/2014/main" id="{3DF921DD-028B-A5AA-0396-CE9984C74E4F}"/>
                </a:ext>
              </a:extLst>
            </p:cNvPr>
            <p:cNvSpPr>
              <a:spLocks noChangeArrowheads="1"/>
            </p:cNvSpPr>
            <p:nvPr userDrawn="1"/>
          </p:nvSpPr>
          <p:spPr bwMode="auto">
            <a:xfrm>
              <a:off x="7867650" y="4071938"/>
              <a:ext cx="1392237" cy="433387"/>
            </a:xfrm>
            <a:prstGeom prst="rect">
              <a:avLst/>
            </a:prstGeom>
            <a:solidFill>
              <a:srgbClr val="8EB4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 name="任意多边形: 形状 27">
              <a:extLst>
                <a:ext uri="{FF2B5EF4-FFF2-40B4-BE49-F238E27FC236}">
                  <a16:creationId xmlns:a16="http://schemas.microsoft.com/office/drawing/2014/main" id="{B51F0822-001D-F23E-2F9F-41EB33BC44CE}"/>
                </a:ext>
              </a:extLst>
            </p:cNvPr>
            <p:cNvSpPr>
              <a:spLocks/>
            </p:cNvSpPr>
            <p:nvPr userDrawn="1"/>
          </p:nvSpPr>
          <p:spPr bwMode="auto">
            <a:xfrm>
              <a:off x="8350250" y="4248150"/>
              <a:ext cx="427037" cy="77787"/>
            </a:xfrm>
            <a:custGeom>
              <a:avLst/>
              <a:gdLst>
                <a:gd name="T0" fmla="*/ 142 w 157"/>
                <a:gd name="T1" fmla="*/ 29 h 29"/>
                <a:gd name="T2" fmla="*/ 15 w 157"/>
                <a:gd name="T3" fmla="*/ 29 h 29"/>
                <a:gd name="T4" fmla="*/ 0 w 157"/>
                <a:gd name="T5" fmla="*/ 15 h 29"/>
                <a:gd name="T6" fmla="*/ 0 w 157"/>
                <a:gd name="T7" fmla="*/ 15 h 29"/>
                <a:gd name="T8" fmla="*/ 15 w 157"/>
                <a:gd name="T9" fmla="*/ 0 h 29"/>
                <a:gd name="T10" fmla="*/ 142 w 157"/>
                <a:gd name="T11" fmla="*/ 0 h 29"/>
                <a:gd name="T12" fmla="*/ 157 w 157"/>
                <a:gd name="T13" fmla="*/ 15 h 29"/>
                <a:gd name="T14" fmla="*/ 157 w 157"/>
                <a:gd name="T15" fmla="*/ 15 h 29"/>
                <a:gd name="T16" fmla="*/ 142 w 157"/>
                <a:gd name="T17"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29">
                  <a:moveTo>
                    <a:pt x="142" y="29"/>
                  </a:moveTo>
                  <a:cubicBezTo>
                    <a:pt x="15" y="29"/>
                    <a:pt x="15" y="29"/>
                    <a:pt x="15" y="29"/>
                  </a:cubicBezTo>
                  <a:cubicBezTo>
                    <a:pt x="7" y="29"/>
                    <a:pt x="0" y="23"/>
                    <a:pt x="0" y="15"/>
                  </a:cubicBezTo>
                  <a:cubicBezTo>
                    <a:pt x="0" y="15"/>
                    <a:pt x="0" y="15"/>
                    <a:pt x="0" y="15"/>
                  </a:cubicBezTo>
                  <a:cubicBezTo>
                    <a:pt x="0" y="6"/>
                    <a:pt x="7" y="0"/>
                    <a:pt x="15" y="0"/>
                  </a:cubicBezTo>
                  <a:cubicBezTo>
                    <a:pt x="142" y="0"/>
                    <a:pt x="142" y="0"/>
                    <a:pt x="142" y="0"/>
                  </a:cubicBezTo>
                  <a:cubicBezTo>
                    <a:pt x="150" y="0"/>
                    <a:pt x="157" y="6"/>
                    <a:pt x="157" y="15"/>
                  </a:cubicBezTo>
                  <a:cubicBezTo>
                    <a:pt x="157" y="15"/>
                    <a:pt x="157" y="15"/>
                    <a:pt x="157" y="15"/>
                  </a:cubicBezTo>
                  <a:cubicBezTo>
                    <a:pt x="157" y="23"/>
                    <a:pt x="150" y="29"/>
                    <a:pt x="142" y="29"/>
                  </a:cubicBezTo>
                  <a:close/>
                </a:path>
              </a:pathLst>
            </a:custGeom>
            <a:solidFill>
              <a:srgbClr val="538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矩形 28">
              <a:extLst>
                <a:ext uri="{FF2B5EF4-FFF2-40B4-BE49-F238E27FC236}">
                  <a16:creationId xmlns:a16="http://schemas.microsoft.com/office/drawing/2014/main" id="{D303A065-7E0A-238C-C99F-87BFC06593CE}"/>
                </a:ext>
              </a:extLst>
            </p:cNvPr>
            <p:cNvSpPr>
              <a:spLocks noChangeArrowheads="1"/>
            </p:cNvSpPr>
            <p:nvPr userDrawn="1"/>
          </p:nvSpPr>
          <p:spPr bwMode="auto">
            <a:xfrm>
              <a:off x="7867650" y="4638675"/>
              <a:ext cx="1392237" cy="434975"/>
            </a:xfrm>
            <a:prstGeom prst="rect">
              <a:avLst/>
            </a:prstGeom>
            <a:solidFill>
              <a:srgbClr val="8EB4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 name="任意多边形: 形状 29">
              <a:extLst>
                <a:ext uri="{FF2B5EF4-FFF2-40B4-BE49-F238E27FC236}">
                  <a16:creationId xmlns:a16="http://schemas.microsoft.com/office/drawing/2014/main" id="{35CA3FDC-B712-B7E2-22B4-65C8EC4AF5E3}"/>
                </a:ext>
              </a:extLst>
            </p:cNvPr>
            <p:cNvSpPr>
              <a:spLocks/>
            </p:cNvSpPr>
            <p:nvPr userDrawn="1"/>
          </p:nvSpPr>
          <p:spPr bwMode="auto">
            <a:xfrm>
              <a:off x="8350250" y="4814888"/>
              <a:ext cx="427037" cy="82550"/>
            </a:xfrm>
            <a:custGeom>
              <a:avLst/>
              <a:gdLst>
                <a:gd name="T0" fmla="*/ 142 w 157"/>
                <a:gd name="T1" fmla="*/ 30 h 30"/>
                <a:gd name="T2" fmla="*/ 15 w 157"/>
                <a:gd name="T3" fmla="*/ 30 h 30"/>
                <a:gd name="T4" fmla="*/ 0 w 157"/>
                <a:gd name="T5" fmla="*/ 15 h 30"/>
                <a:gd name="T6" fmla="*/ 0 w 157"/>
                <a:gd name="T7" fmla="*/ 15 h 30"/>
                <a:gd name="T8" fmla="*/ 15 w 157"/>
                <a:gd name="T9" fmla="*/ 0 h 30"/>
                <a:gd name="T10" fmla="*/ 142 w 157"/>
                <a:gd name="T11" fmla="*/ 0 h 30"/>
                <a:gd name="T12" fmla="*/ 157 w 157"/>
                <a:gd name="T13" fmla="*/ 15 h 30"/>
                <a:gd name="T14" fmla="*/ 157 w 157"/>
                <a:gd name="T15" fmla="*/ 15 h 30"/>
                <a:gd name="T16" fmla="*/ 142 w 157"/>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30">
                  <a:moveTo>
                    <a:pt x="142" y="30"/>
                  </a:moveTo>
                  <a:cubicBezTo>
                    <a:pt x="15" y="30"/>
                    <a:pt x="15" y="30"/>
                    <a:pt x="15" y="30"/>
                  </a:cubicBezTo>
                  <a:cubicBezTo>
                    <a:pt x="7" y="30"/>
                    <a:pt x="0" y="24"/>
                    <a:pt x="0" y="15"/>
                  </a:cubicBezTo>
                  <a:cubicBezTo>
                    <a:pt x="0" y="15"/>
                    <a:pt x="0" y="15"/>
                    <a:pt x="0" y="15"/>
                  </a:cubicBezTo>
                  <a:cubicBezTo>
                    <a:pt x="0" y="7"/>
                    <a:pt x="7" y="0"/>
                    <a:pt x="15" y="0"/>
                  </a:cubicBezTo>
                  <a:cubicBezTo>
                    <a:pt x="142" y="0"/>
                    <a:pt x="142" y="0"/>
                    <a:pt x="142" y="0"/>
                  </a:cubicBezTo>
                  <a:cubicBezTo>
                    <a:pt x="150" y="0"/>
                    <a:pt x="157" y="7"/>
                    <a:pt x="157" y="15"/>
                  </a:cubicBezTo>
                  <a:cubicBezTo>
                    <a:pt x="157" y="15"/>
                    <a:pt x="157" y="15"/>
                    <a:pt x="157" y="15"/>
                  </a:cubicBezTo>
                  <a:cubicBezTo>
                    <a:pt x="157" y="24"/>
                    <a:pt x="150" y="30"/>
                    <a:pt x="142" y="30"/>
                  </a:cubicBezTo>
                  <a:close/>
                </a:path>
              </a:pathLst>
            </a:custGeom>
            <a:solidFill>
              <a:srgbClr val="538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矩形 30">
              <a:extLst>
                <a:ext uri="{FF2B5EF4-FFF2-40B4-BE49-F238E27FC236}">
                  <a16:creationId xmlns:a16="http://schemas.microsoft.com/office/drawing/2014/main" id="{ADAB205C-F35D-D510-2B2D-6B9DB107001F}"/>
                </a:ext>
              </a:extLst>
            </p:cNvPr>
            <p:cNvSpPr>
              <a:spLocks noChangeArrowheads="1"/>
            </p:cNvSpPr>
            <p:nvPr userDrawn="1"/>
          </p:nvSpPr>
          <p:spPr bwMode="auto">
            <a:xfrm>
              <a:off x="7867650" y="5211763"/>
              <a:ext cx="1392237" cy="434975"/>
            </a:xfrm>
            <a:prstGeom prst="rect">
              <a:avLst/>
            </a:prstGeom>
            <a:solidFill>
              <a:srgbClr val="8EB4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2" name="任意多边形: 形状 31">
              <a:extLst>
                <a:ext uri="{FF2B5EF4-FFF2-40B4-BE49-F238E27FC236}">
                  <a16:creationId xmlns:a16="http://schemas.microsoft.com/office/drawing/2014/main" id="{C51E08CA-72C4-8DBF-91CA-C025A80EAC58}"/>
                </a:ext>
              </a:extLst>
            </p:cNvPr>
            <p:cNvSpPr>
              <a:spLocks/>
            </p:cNvSpPr>
            <p:nvPr userDrawn="1"/>
          </p:nvSpPr>
          <p:spPr bwMode="auto">
            <a:xfrm>
              <a:off x="8350250" y="5387975"/>
              <a:ext cx="427037" cy="82550"/>
            </a:xfrm>
            <a:custGeom>
              <a:avLst/>
              <a:gdLst>
                <a:gd name="T0" fmla="*/ 142 w 157"/>
                <a:gd name="T1" fmla="*/ 30 h 30"/>
                <a:gd name="T2" fmla="*/ 15 w 157"/>
                <a:gd name="T3" fmla="*/ 30 h 30"/>
                <a:gd name="T4" fmla="*/ 0 w 157"/>
                <a:gd name="T5" fmla="*/ 15 h 30"/>
                <a:gd name="T6" fmla="*/ 0 w 157"/>
                <a:gd name="T7" fmla="*/ 15 h 30"/>
                <a:gd name="T8" fmla="*/ 15 w 157"/>
                <a:gd name="T9" fmla="*/ 0 h 30"/>
                <a:gd name="T10" fmla="*/ 142 w 157"/>
                <a:gd name="T11" fmla="*/ 0 h 30"/>
                <a:gd name="T12" fmla="*/ 157 w 157"/>
                <a:gd name="T13" fmla="*/ 15 h 30"/>
                <a:gd name="T14" fmla="*/ 157 w 157"/>
                <a:gd name="T15" fmla="*/ 15 h 30"/>
                <a:gd name="T16" fmla="*/ 142 w 157"/>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30">
                  <a:moveTo>
                    <a:pt x="142" y="30"/>
                  </a:moveTo>
                  <a:cubicBezTo>
                    <a:pt x="15" y="30"/>
                    <a:pt x="15" y="30"/>
                    <a:pt x="15" y="30"/>
                  </a:cubicBezTo>
                  <a:cubicBezTo>
                    <a:pt x="7" y="30"/>
                    <a:pt x="0" y="23"/>
                    <a:pt x="0" y="15"/>
                  </a:cubicBezTo>
                  <a:cubicBezTo>
                    <a:pt x="0" y="15"/>
                    <a:pt x="0" y="15"/>
                    <a:pt x="0" y="15"/>
                  </a:cubicBezTo>
                  <a:cubicBezTo>
                    <a:pt x="0" y="7"/>
                    <a:pt x="7" y="0"/>
                    <a:pt x="15" y="0"/>
                  </a:cubicBezTo>
                  <a:cubicBezTo>
                    <a:pt x="142" y="0"/>
                    <a:pt x="142" y="0"/>
                    <a:pt x="142" y="0"/>
                  </a:cubicBezTo>
                  <a:cubicBezTo>
                    <a:pt x="150" y="0"/>
                    <a:pt x="157" y="7"/>
                    <a:pt x="157" y="15"/>
                  </a:cubicBezTo>
                  <a:cubicBezTo>
                    <a:pt x="157" y="15"/>
                    <a:pt x="157" y="15"/>
                    <a:pt x="157" y="15"/>
                  </a:cubicBezTo>
                  <a:cubicBezTo>
                    <a:pt x="157" y="23"/>
                    <a:pt x="150" y="30"/>
                    <a:pt x="142" y="30"/>
                  </a:cubicBezTo>
                  <a:close/>
                </a:path>
              </a:pathLst>
            </a:custGeom>
            <a:solidFill>
              <a:srgbClr val="538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矩形 32">
              <a:extLst>
                <a:ext uri="{FF2B5EF4-FFF2-40B4-BE49-F238E27FC236}">
                  <a16:creationId xmlns:a16="http://schemas.microsoft.com/office/drawing/2014/main" id="{6CC4803C-21C0-4ED6-439F-785679AA2DFA}"/>
                </a:ext>
              </a:extLst>
            </p:cNvPr>
            <p:cNvSpPr>
              <a:spLocks noChangeArrowheads="1"/>
            </p:cNvSpPr>
            <p:nvPr userDrawn="1"/>
          </p:nvSpPr>
          <p:spPr bwMode="auto">
            <a:xfrm>
              <a:off x="9366250" y="4087813"/>
              <a:ext cx="1047750" cy="1541462"/>
            </a:xfrm>
            <a:prstGeom prst="rect">
              <a:avLst/>
            </a:prstGeom>
            <a:solidFill>
              <a:srgbClr val="8EB4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任意多边形: 形状 33">
              <a:extLst>
                <a:ext uri="{FF2B5EF4-FFF2-40B4-BE49-F238E27FC236}">
                  <a16:creationId xmlns:a16="http://schemas.microsoft.com/office/drawing/2014/main" id="{F4949FA0-1987-E7AC-6F03-8ECD68DFC670}"/>
                </a:ext>
              </a:extLst>
            </p:cNvPr>
            <p:cNvSpPr>
              <a:spLocks/>
            </p:cNvSpPr>
            <p:nvPr userDrawn="1"/>
          </p:nvSpPr>
          <p:spPr bwMode="auto">
            <a:xfrm>
              <a:off x="9471025" y="4692650"/>
              <a:ext cx="76200" cy="317500"/>
            </a:xfrm>
            <a:custGeom>
              <a:avLst/>
              <a:gdLst>
                <a:gd name="T0" fmla="*/ 14 w 28"/>
                <a:gd name="T1" fmla="*/ 117 h 117"/>
                <a:gd name="T2" fmla="*/ 14 w 28"/>
                <a:gd name="T3" fmla="*/ 117 h 117"/>
                <a:gd name="T4" fmla="*/ 0 w 28"/>
                <a:gd name="T5" fmla="*/ 103 h 117"/>
                <a:gd name="T6" fmla="*/ 0 w 28"/>
                <a:gd name="T7" fmla="*/ 13 h 117"/>
                <a:gd name="T8" fmla="*/ 14 w 28"/>
                <a:gd name="T9" fmla="*/ 0 h 117"/>
                <a:gd name="T10" fmla="*/ 14 w 28"/>
                <a:gd name="T11" fmla="*/ 0 h 117"/>
                <a:gd name="T12" fmla="*/ 28 w 28"/>
                <a:gd name="T13" fmla="*/ 13 h 117"/>
                <a:gd name="T14" fmla="*/ 28 w 28"/>
                <a:gd name="T15" fmla="*/ 103 h 117"/>
                <a:gd name="T16" fmla="*/ 14 w 28"/>
                <a:gd name="T1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117">
                  <a:moveTo>
                    <a:pt x="14" y="117"/>
                  </a:moveTo>
                  <a:cubicBezTo>
                    <a:pt x="14" y="117"/>
                    <a:pt x="14" y="117"/>
                    <a:pt x="14" y="117"/>
                  </a:cubicBezTo>
                  <a:cubicBezTo>
                    <a:pt x="7" y="117"/>
                    <a:pt x="0" y="110"/>
                    <a:pt x="0" y="103"/>
                  </a:cubicBezTo>
                  <a:cubicBezTo>
                    <a:pt x="0" y="13"/>
                    <a:pt x="0" y="13"/>
                    <a:pt x="0" y="13"/>
                  </a:cubicBezTo>
                  <a:cubicBezTo>
                    <a:pt x="0" y="6"/>
                    <a:pt x="7" y="0"/>
                    <a:pt x="14" y="0"/>
                  </a:cubicBezTo>
                  <a:cubicBezTo>
                    <a:pt x="14" y="0"/>
                    <a:pt x="14" y="0"/>
                    <a:pt x="14" y="0"/>
                  </a:cubicBezTo>
                  <a:cubicBezTo>
                    <a:pt x="21" y="0"/>
                    <a:pt x="28" y="6"/>
                    <a:pt x="28" y="13"/>
                  </a:cubicBezTo>
                  <a:cubicBezTo>
                    <a:pt x="28" y="103"/>
                    <a:pt x="28" y="103"/>
                    <a:pt x="28" y="103"/>
                  </a:cubicBezTo>
                  <a:cubicBezTo>
                    <a:pt x="28" y="110"/>
                    <a:pt x="21" y="117"/>
                    <a:pt x="14" y="117"/>
                  </a:cubicBezTo>
                  <a:close/>
                </a:path>
              </a:pathLst>
            </a:custGeom>
            <a:solidFill>
              <a:srgbClr val="538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任意多边形: 形状 34">
              <a:extLst>
                <a:ext uri="{FF2B5EF4-FFF2-40B4-BE49-F238E27FC236}">
                  <a16:creationId xmlns:a16="http://schemas.microsoft.com/office/drawing/2014/main" id="{954D94FB-5C7F-3FD0-1940-7F5F1F753159}"/>
                </a:ext>
              </a:extLst>
            </p:cNvPr>
            <p:cNvSpPr>
              <a:spLocks/>
            </p:cNvSpPr>
            <p:nvPr userDrawn="1"/>
          </p:nvSpPr>
          <p:spPr bwMode="auto">
            <a:xfrm>
              <a:off x="9645650" y="3405188"/>
              <a:ext cx="806450" cy="552450"/>
            </a:xfrm>
            <a:custGeom>
              <a:avLst/>
              <a:gdLst>
                <a:gd name="T0" fmla="*/ 397 w 508"/>
                <a:gd name="T1" fmla="*/ 0 h 348"/>
                <a:gd name="T2" fmla="*/ 301 w 508"/>
                <a:gd name="T3" fmla="*/ 115 h 348"/>
                <a:gd name="T4" fmla="*/ 0 w 508"/>
                <a:gd name="T5" fmla="*/ 115 h 348"/>
                <a:gd name="T6" fmla="*/ 0 w 508"/>
                <a:gd name="T7" fmla="*/ 348 h 348"/>
                <a:gd name="T8" fmla="*/ 508 w 508"/>
                <a:gd name="T9" fmla="*/ 348 h 348"/>
                <a:gd name="T10" fmla="*/ 508 w 508"/>
                <a:gd name="T11" fmla="*/ 142 h 348"/>
                <a:gd name="T12" fmla="*/ 508 w 508"/>
                <a:gd name="T13" fmla="*/ 115 h 348"/>
                <a:gd name="T14" fmla="*/ 508 w 508"/>
                <a:gd name="T15" fmla="*/ 0 h 348"/>
                <a:gd name="T16" fmla="*/ 397 w 508"/>
                <a:gd name="T17" fmla="*/ 0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8" h="348">
                  <a:moveTo>
                    <a:pt x="397" y="0"/>
                  </a:moveTo>
                  <a:lnTo>
                    <a:pt x="301" y="115"/>
                  </a:lnTo>
                  <a:lnTo>
                    <a:pt x="0" y="115"/>
                  </a:lnTo>
                  <a:lnTo>
                    <a:pt x="0" y="348"/>
                  </a:lnTo>
                  <a:lnTo>
                    <a:pt x="508" y="348"/>
                  </a:lnTo>
                  <a:lnTo>
                    <a:pt x="508" y="142"/>
                  </a:lnTo>
                  <a:lnTo>
                    <a:pt x="508" y="115"/>
                  </a:lnTo>
                  <a:lnTo>
                    <a:pt x="508" y="0"/>
                  </a:lnTo>
                  <a:lnTo>
                    <a:pt x="397" y="0"/>
                  </a:lnTo>
                  <a:close/>
                </a:path>
              </a:pathLst>
            </a:custGeom>
            <a:solidFill>
              <a:srgbClr val="97DF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矩形 35">
              <a:extLst>
                <a:ext uri="{FF2B5EF4-FFF2-40B4-BE49-F238E27FC236}">
                  <a16:creationId xmlns:a16="http://schemas.microsoft.com/office/drawing/2014/main" id="{3FD9D2F5-0F0F-EAFC-DD87-F123494C29C5}"/>
                </a:ext>
              </a:extLst>
            </p:cNvPr>
            <p:cNvSpPr>
              <a:spLocks noChangeArrowheads="1"/>
            </p:cNvSpPr>
            <p:nvPr userDrawn="1"/>
          </p:nvSpPr>
          <p:spPr bwMode="auto">
            <a:xfrm>
              <a:off x="9707563" y="3321050"/>
              <a:ext cx="101600" cy="266700"/>
            </a:xfrm>
            <a:prstGeom prst="rect">
              <a:avLst/>
            </a:prstGeom>
            <a:solidFill>
              <a:srgbClr val="A6CA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矩形 36">
              <a:extLst>
                <a:ext uri="{FF2B5EF4-FFF2-40B4-BE49-F238E27FC236}">
                  <a16:creationId xmlns:a16="http://schemas.microsoft.com/office/drawing/2014/main" id="{725559F1-05B9-3372-6C3A-7D7A5917A360}"/>
                </a:ext>
              </a:extLst>
            </p:cNvPr>
            <p:cNvSpPr>
              <a:spLocks noChangeArrowheads="1"/>
            </p:cNvSpPr>
            <p:nvPr userDrawn="1"/>
          </p:nvSpPr>
          <p:spPr bwMode="auto">
            <a:xfrm>
              <a:off x="9809163" y="3321050"/>
              <a:ext cx="100012" cy="266700"/>
            </a:xfrm>
            <a:prstGeom prst="rect">
              <a:avLst/>
            </a:prstGeom>
            <a:solidFill>
              <a:srgbClr val="FFD17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任意多边形: 形状 37">
              <a:extLst>
                <a:ext uri="{FF2B5EF4-FFF2-40B4-BE49-F238E27FC236}">
                  <a16:creationId xmlns:a16="http://schemas.microsoft.com/office/drawing/2014/main" id="{D7988DB3-63A6-3BBD-D978-44503F98428A}"/>
                </a:ext>
              </a:extLst>
            </p:cNvPr>
            <p:cNvSpPr>
              <a:spLocks/>
            </p:cNvSpPr>
            <p:nvPr userDrawn="1"/>
          </p:nvSpPr>
          <p:spPr bwMode="auto">
            <a:xfrm>
              <a:off x="9909175" y="3321050"/>
              <a:ext cx="203200" cy="266700"/>
            </a:xfrm>
            <a:custGeom>
              <a:avLst/>
              <a:gdLst>
                <a:gd name="T0" fmla="*/ 128 w 128"/>
                <a:gd name="T1" fmla="*/ 168 h 168"/>
                <a:gd name="T2" fmla="*/ 66 w 128"/>
                <a:gd name="T3" fmla="*/ 168 h 168"/>
                <a:gd name="T4" fmla="*/ 0 w 128"/>
                <a:gd name="T5" fmla="*/ 0 h 168"/>
                <a:gd name="T6" fmla="*/ 61 w 128"/>
                <a:gd name="T7" fmla="*/ 0 h 168"/>
                <a:gd name="T8" fmla="*/ 128 w 128"/>
                <a:gd name="T9" fmla="*/ 168 h 168"/>
              </a:gdLst>
              <a:ahLst/>
              <a:cxnLst>
                <a:cxn ang="0">
                  <a:pos x="T0" y="T1"/>
                </a:cxn>
                <a:cxn ang="0">
                  <a:pos x="T2" y="T3"/>
                </a:cxn>
                <a:cxn ang="0">
                  <a:pos x="T4" y="T5"/>
                </a:cxn>
                <a:cxn ang="0">
                  <a:pos x="T6" y="T7"/>
                </a:cxn>
                <a:cxn ang="0">
                  <a:pos x="T8" y="T9"/>
                </a:cxn>
              </a:cxnLst>
              <a:rect l="0" t="0" r="r" b="b"/>
              <a:pathLst>
                <a:path w="128" h="168">
                  <a:moveTo>
                    <a:pt x="128" y="168"/>
                  </a:moveTo>
                  <a:lnTo>
                    <a:pt x="66" y="168"/>
                  </a:lnTo>
                  <a:lnTo>
                    <a:pt x="0" y="0"/>
                  </a:lnTo>
                  <a:lnTo>
                    <a:pt x="61" y="0"/>
                  </a:lnTo>
                  <a:lnTo>
                    <a:pt x="128" y="168"/>
                  </a:lnTo>
                  <a:close/>
                </a:path>
              </a:pathLst>
            </a:custGeom>
            <a:solidFill>
              <a:srgbClr val="FF76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 name="任意多边形: 形状 38">
              <a:extLst>
                <a:ext uri="{FF2B5EF4-FFF2-40B4-BE49-F238E27FC236}">
                  <a16:creationId xmlns:a16="http://schemas.microsoft.com/office/drawing/2014/main" id="{9C0E9403-0A85-7F5C-164E-AE46F504AAAB}"/>
                </a:ext>
              </a:extLst>
            </p:cNvPr>
            <p:cNvSpPr>
              <a:spLocks/>
            </p:cNvSpPr>
            <p:nvPr userDrawn="1"/>
          </p:nvSpPr>
          <p:spPr bwMode="auto">
            <a:xfrm>
              <a:off x="9577388" y="2108200"/>
              <a:ext cx="904875" cy="608012"/>
            </a:xfrm>
            <a:custGeom>
              <a:avLst/>
              <a:gdLst>
                <a:gd name="T0" fmla="*/ 327 w 333"/>
                <a:gd name="T1" fmla="*/ 224 h 224"/>
                <a:gd name="T2" fmla="*/ 6 w 333"/>
                <a:gd name="T3" fmla="*/ 224 h 224"/>
                <a:gd name="T4" fmla="*/ 0 w 333"/>
                <a:gd name="T5" fmla="*/ 218 h 224"/>
                <a:gd name="T6" fmla="*/ 0 w 333"/>
                <a:gd name="T7" fmla="*/ 6 h 224"/>
                <a:gd name="T8" fmla="*/ 6 w 333"/>
                <a:gd name="T9" fmla="*/ 0 h 224"/>
                <a:gd name="T10" fmla="*/ 327 w 333"/>
                <a:gd name="T11" fmla="*/ 0 h 224"/>
                <a:gd name="T12" fmla="*/ 333 w 333"/>
                <a:gd name="T13" fmla="*/ 6 h 224"/>
                <a:gd name="T14" fmla="*/ 333 w 333"/>
                <a:gd name="T15" fmla="*/ 218 h 224"/>
                <a:gd name="T16" fmla="*/ 327 w 333"/>
                <a:gd name="T17" fmla="*/ 22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3" h="224">
                  <a:moveTo>
                    <a:pt x="327" y="224"/>
                  </a:moveTo>
                  <a:cubicBezTo>
                    <a:pt x="6" y="224"/>
                    <a:pt x="6" y="224"/>
                    <a:pt x="6" y="224"/>
                  </a:cubicBezTo>
                  <a:cubicBezTo>
                    <a:pt x="2" y="224"/>
                    <a:pt x="0" y="221"/>
                    <a:pt x="0" y="218"/>
                  </a:cubicBezTo>
                  <a:cubicBezTo>
                    <a:pt x="0" y="6"/>
                    <a:pt x="0" y="6"/>
                    <a:pt x="0" y="6"/>
                  </a:cubicBezTo>
                  <a:cubicBezTo>
                    <a:pt x="0" y="3"/>
                    <a:pt x="2" y="0"/>
                    <a:pt x="6" y="0"/>
                  </a:cubicBezTo>
                  <a:cubicBezTo>
                    <a:pt x="327" y="0"/>
                    <a:pt x="327" y="0"/>
                    <a:pt x="327" y="0"/>
                  </a:cubicBezTo>
                  <a:cubicBezTo>
                    <a:pt x="330" y="0"/>
                    <a:pt x="333" y="3"/>
                    <a:pt x="333" y="6"/>
                  </a:cubicBezTo>
                  <a:cubicBezTo>
                    <a:pt x="333" y="218"/>
                    <a:pt x="333" y="218"/>
                    <a:pt x="333" y="218"/>
                  </a:cubicBezTo>
                  <a:cubicBezTo>
                    <a:pt x="333" y="221"/>
                    <a:pt x="330" y="224"/>
                    <a:pt x="327" y="224"/>
                  </a:cubicBezTo>
                  <a:close/>
                </a:path>
              </a:pathLst>
            </a:custGeom>
            <a:solidFill>
              <a:srgbClr val="1F55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0" name="矩形 39">
              <a:extLst>
                <a:ext uri="{FF2B5EF4-FFF2-40B4-BE49-F238E27FC236}">
                  <a16:creationId xmlns:a16="http://schemas.microsoft.com/office/drawing/2014/main" id="{B19ACF40-B20A-05E7-A51E-B9B670C919A6}"/>
                </a:ext>
              </a:extLst>
            </p:cNvPr>
            <p:cNvSpPr>
              <a:spLocks noChangeArrowheads="1"/>
            </p:cNvSpPr>
            <p:nvPr userDrawn="1"/>
          </p:nvSpPr>
          <p:spPr bwMode="auto">
            <a:xfrm>
              <a:off x="10112375" y="3846513"/>
              <a:ext cx="260350" cy="65087"/>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任意多边形: 形状 40">
              <a:extLst>
                <a:ext uri="{FF2B5EF4-FFF2-40B4-BE49-F238E27FC236}">
                  <a16:creationId xmlns:a16="http://schemas.microsoft.com/office/drawing/2014/main" id="{1ED9E1A6-6EC1-D55D-7E49-0ACDEF11ECF1}"/>
                </a:ext>
              </a:extLst>
            </p:cNvPr>
            <p:cNvSpPr>
              <a:spLocks/>
            </p:cNvSpPr>
            <p:nvPr userDrawn="1"/>
          </p:nvSpPr>
          <p:spPr bwMode="auto">
            <a:xfrm>
              <a:off x="8494713" y="5540375"/>
              <a:ext cx="157162" cy="198437"/>
            </a:xfrm>
            <a:custGeom>
              <a:avLst/>
              <a:gdLst>
                <a:gd name="T0" fmla="*/ 2 w 58"/>
                <a:gd name="T1" fmla="*/ 5 h 73"/>
                <a:gd name="T2" fmla="*/ 3 w 58"/>
                <a:gd name="T3" fmla="*/ 62 h 73"/>
                <a:gd name="T4" fmla="*/ 31 w 58"/>
                <a:gd name="T5" fmla="*/ 72 h 73"/>
                <a:gd name="T6" fmla="*/ 55 w 58"/>
                <a:gd name="T7" fmla="*/ 66 h 73"/>
                <a:gd name="T8" fmla="*/ 58 w 58"/>
                <a:gd name="T9" fmla="*/ 0 h 73"/>
                <a:gd name="T10" fmla="*/ 2 w 58"/>
                <a:gd name="T11" fmla="*/ 5 h 73"/>
              </a:gdLst>
              <a:ahLst/>
              <a:cxnLst>
                <a:cxn ang="0">
                  <a:pos x="T0" y="T1"/>
                </a:cxn>
                <a:cxn ang="0">
                  <a:pos x="T2" y="T3"/>
                </a:cxn>
                <a:cxn ang="0">
                  <a:pos x="T4" y="T5"/>
                </a:cxn>
                <a:cxn ang="0">
                  <a:pos x="T6" y="T7"/>
                </a:cxn>
                <a:cxn ang="0">
                  <a:pos x="T8" y="T9"/>
                </a:cxn>
                <a:cxn ang="0">
                  <a:pos x="T10" y="T11"/>
                </a:cxn>
              </a:cxnLst>
              <a:rect l="0" t="0" r="r" b="b"/>
              <a:pathLst>
                <a:path w="58" h="73">
                  <a:moveTo>
                    <a:pt x="2" y="5"/>
                  </a:moveTo>
                  <a:cubicBezTo>
                    <a:pt x="3" y="62"/>
                    <a:pt x="3" y="62"/>
                    <a:pt x="3" y="62"/>
                  </a:cubicBezTo>
                  <a:cubicBezTo>
                    <a:pt x="3" y="62"/>
                    <a:pt x="0" y="72"/>
                    <a:pt x="31" y="72"/>
                  </a:cubicBezTo>
                  <a:cubicBezTo>
                    <a:pt x="31" y="72"/>
                    <a:pt x="43" y="73"/>
                    <a:pt x="55" y="66"/>
                  </a:cubicBezTo>
                  <a:cubicBezTo>
                    <a:pt x="58" y="0"/>
                    <a:pt x="58" y="0"/>
                    <a:pt x="58" y="0"/>
                  </a:cubicBezTo>
                  <a:lnTo>
                    <a:pt x="2" y="5"/>
                  </a:ln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任意多边形: 形状 41">
              <a:extLst>
                <a:ext uri="{FF2B5EF4-FFF2-40B4-BE49-F238E27FC236}">
                  <a16:creationId xmlns:a16="http://schemas.microsoft.com/office/drawing/2014/main" id="{62DA6142-7286-71BD-29E8-111E12851043}"/>
                </a:ext>
              </a:extLst>
            </p:cNvPr>
            <p:cNvSpPr>
              <a:spLocks/>
            </p:cNvSpPr>
            <p:nvPr userDrawn="1"/>
          </p:nvSpPr>
          <p:spPr bwMode="auto">
            <a:xfrm>
              <a:off x="9290050" y="5518150"/>
              <a:ext cx="157162" cy="223837"/>
            </a:xfrm>
            <a:custGeom>
              <a:avLst/>
              <a:gdLst>
                <a:gd name="T0" fmla="*/ 56 w 58"/>
                <a:gd name="T1" fmla="*/ 0 h 82"/>
                <a:gd name="T2" fmla="*/ 56 w 58"/>
                <a:gd name="T3" fmla="*/ 70 h 82"/>
                <a:gd name="T4" fmla="*/ 27 w 58"/>
                <a:gd name="T5" fmla="*/ 81 h 82"/>
                <a:gd name="T6" fmla="*/ 4 w 58"/>
                <a:gd name="T7" fmla="*/ 74 h 82"/>
                <a:gd name="T8" fmla="*/ 0 w 58"/>
                <a:gd name="T9" fmla="*/ 8 h 82"/>
                <a:gd name="T10" fmla="*/ 56 w 58"/>
                <a:gd name="T11" fmla="*/ 0 h 82"/>
              </a:gdLst>
              <a:ahLst/>
              <a:cxnLst>
                <a:cxn ang="0">
                  <a:pos x="T0" y="T1"/>
                </a:cxn>
                <a:cxn ang="0">
                  <a:pos x="T2" y="T3"/>
                </a:cxn>
                <a:cxn ang="0">
                  <a:pos x="T4" y="T5"/>
                </a:cxn>
                <a:cxn ang="0">
                  <a:pos x="T6" y="T7"/>
                </a:cxn>
                <a:cxn ang="0">
                  <a:pos x="T8" y="T9"/>
                </a:cxn>
                <a:cxn ang="0">
                  <a:pos x="T10" y="T11"/>
                </a:cxn>
              </a:cxnLst>
              <a:rect l="0" t="0" r="r" b="b"/>
              <a:pathLst>
                <a:path w="58" h="82">
                  <a:moveTo>
                    <a:pt x="56" y="0"/>
                  </a:moveTo>
                  <a:cubicBezTo>
                    <a:pt x="56" y="70"/>
                    <a:pt x="56" y="70"/>
                    <a:pt x="56" y="70"/>
                  </a:cubicBezTo>
                  <a:cubicBezTo>
                    <a:pt x="56" y="70"/>
                    <a:pt x="58" y="81"/>
                    <a:pt x="27" y="81"/>
                  </a:cubicBezTo>
                  <a:cubicBezTo>
                    <a:pt x="27" y="81"/>
                    <a:pt x="16" y="82"/>
                    <a:pt x="4" y="74"/>
                  </a:cubicBezTo>
                  <a:cubicBezTo>
                    <a:pt x="0" y="8"/>
                    <a:pt x="0" y="8"/>
                    <a:pt x="0" y="8"/>
                  </a:cubicBezTo>
                  <a:lnTo>
                    <a:pt x="56" y="0"/>
                  </a:ln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3" name="任意多边形: 形状 42">
              <a:extLst>
                <a:ext uri="{FF2B5EF4-FFF2-40B4-BE49-F238E27FC236}">
                  <a16:creationId xmlns:a16="http://schemas.microsoft.com/office/drawing/2014/main" id="{25995C6E-CDFA-18FC-ED02-63AA7A4EFA80}"/>
                </a:ext>
              </a:extLst>
            </p:cNvPr>
            <p:cNvSpPr>
              <a:spLocks/>
            </p:cNvSpPr>
            <p:nvPr userDrawn="1"/>
          </p:nvSpPr>
          <p:spPr bwMode="auto">
            <a:xfrm>
              <a:off x="8480425" y="3817938"/>
              <a:ext cx="990600" cy="1676400"/>
            </a:xfrm>
            <a:custGeom>
              <a:avLst/>
              <a:gdLst>
                <a:gd name="T0" fmla="*/ 19 w 365"/>
                <a:gd name="T1" fmla="*/ 24 h 617"/>
                <a:gd name="T2" fmla="*/ 0 w 365"/>
                <a:gd name="T3" fmla="*/ 341 h 617"/>
                <a:gd name="T4" fmla="*/ 0 w 365"/>
                <a:gd name="T5" fmla="*/ 617 h 617"/>
                <a:gd name="T6" fmla="*/ 78 w 365"/>
                <a:gd name="T7" fmla="*/ 617 h 617"/>
                <a:gd name="T8" fmla="*/ 98 w 365"/>
                <a:gd name="T9" fmla="*/ 367 h 617"/>
                <a:gd name="T10" fmla="*/ 137 w 365"/>
                <a:gd name="T11" fmla="*/ 124 h 617"/>
                <a:gd name="T12" fmla="*/ 150 w 365"/>
                <a:gd name="T13" fmla="*/ 127 h 617"/>
                <a:gd name="T14" fmla="*/ 270 w 365"/>
                <a:gd name="T15" fmla="*/ 609 h 617"/>
                <a:gd name="T16" fmla="*/ 365 w 365"/>
                <a:gd name="T17" fmla="*/ 608 h 617"/>
                <a:gd name="T18" fmla="*/ 254 w 365"/>
                <a:gd name="T19" fmla="*/ 0 h 617"/>
                <a:gd name="T20" fmla="*/ 19 w 365"/>
                <a:gd name="T21" fmla="*/ 24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5" h="617">
                  <a:moveTo>
                    <a:pt x="19" y="24"/>
                  </a:moveTo>
                  <a:cubicBezTo>
                    <a:pt x="0" y="341"/>
                    <a:pt x="0" y="341"/>
                    <a:pt x="0" y="341"/>
                  </a:cubicBezTo>
                  <a:cubicBezTo>
                    <a:pt x="0" y="617"/>
                    <a:pt x="0" y="617"/>
                    <a:pt x="0" y="617"/>
                  </a:cubicBezTo>
                  <a:cubicBezTo>
                    <a:pt x="78" y="617"/>
                    <a:pt x="78" y="617"/>
                    <a:pt x="78" y="617"/>
                  </a:cubicBezTo>
                  <a:cubicBezTo>
                    <a:pt x="98" y="367"/>
                    <a:pt x="98" y="367"/>
                    <a:pt x="98" y="367"/>
                  </a:cubicBezTo>
                  <a:cubicBezTo>
                    <a:pt x="137" y="124"/>
                    <a:pt x="137" y="124"/>
                    <a:pt x="137" y="124"/>
                  </a:cubicBezTo>
                  <a:cubicBezTo>
                    <a:pt x="137" y="124"/>
                    <a:pt x="141" y="111"/>
                    <a:pt x="150" y="127"/>
                  </a:cubicBezTo>
                  <a:cubicBezTo>
                    <a:pt x="270" y="609"/>
                    <a:pt x="270" y="609"/>
                    <a:pt x="270" y="609"/>
                  </a:cubicBezTo>
                  <a:cubicBezTo>
                    <a:pt x="365" y="608"/>
                    <a:pt x="365" y="608"/>
                    <a:pt x="365" y="608"/>
                  </a:cubicBezTo>
                  <a:cubicBezTo>
                    <a:pt x="254" y="0"/>
                    <a:pt x="254" y="0"/>
                    <a:pt x="254" y="0"/>
                  </a:cubicBezTo>
                  <a:lnTo>
                    <a:pt x="19" y="24"/>
                  </a:lnTo>
                  <a:close/>
                </a:path>
              </a:pathLst>
            </a:custGeom>
            <a:solidFill>
              <a:srgbClr val="2339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任意多边形: 形状 43">
              <a:extLst>
                <a:ext uri="{FF2B5EF4-FFF2-40B4-BE49-F238E27FC236}">
                  <a16:creationId xmlns:a16="http://schemas.microsoft.com/office/drawing/2014/main" id="{EE04C83D-87E1-D7C0-C51F-77261761F686}"/>
                </a:ext>
              </a:extLst>
            </p:cNvPr>
            <p:cNvSpPr>
              <a:spLocks/>
            </p:cNvSpPr>
            <p:nvPr userDrawn="1"/>
          </p:nvSpPr>
          <p:spPr bwMode="auto">
            <a:xfrm>
              <a:off x="8578850" y="3817938"/>
              <a:ext cx="892175" cy="1652587"/>
            </a:xfrm>
            <a:custGeom>
              <a:avLst/>
              <a:gdLst>
                <a:gd name="T0" fmla="*/ 192 w 329"/>
                <a:gd name="T1" fmla="*/ 68 h 608"/>
                <a:gd name="T2" fmla="*/ 306 w 329"/>
                <a:gd name="T3" fmla="*/ 608 h 608"/>
                <a:gd name="T4" fmla="*/ 329 w 329"/>
                <a:gd name="T5" fmla="*/ 608 h 608"/>
                <a:gd name="T6" fmla="*/ 218 w 329"/>
                <a:gd name="T7" fmla="*/ 0 h 608"/>
                <a:gd name="T8" fmla="*/ 0 w 329"/>
                <a:gd name="T9" fmla="*/ 34 h 608"/>
                <a:gd name="T10" fmla="*/ 192 w 329"/>
                <a:gd name="T11" fmla="*/ 68 h 608"/>
              </a:gdLst>
              <a:ahLst/>
              <a:cxnLst>
                <a:cxn ang="0">
                  <a:pos x="T0" y="T1"/>
                </a:cxn>
                <a:cxn ang="0">
                  <a:pos x="T2" y="T3"/>
                </a:cxn>
                <a:cxn ang="0">
                  <a:pos x="T4" y="T5"/>
                </a:cxn>
                <a:cxn ang="0">
                  <a:pos x="T6" y="T7"/>
                </a:cxn>
                <a:cxn ang="0">
                  <a:pos x="T8" y="T9"/>
                </a:cxn>
                <a:cxn ang="0">
                  <a:pos x="T10" y="T11"/>
                </a:cxn>
              </a:cxnLst>
              <a:rect l="0" t="0" r="r" b="b"/>
              <a:pathLst>
                <a:path w="329" h="608">
                  <a:moveTo>
                    <a:pt x="192" y="68"/>
                  </a:moveTo>
                  <a:cubicBezTo>
                    <a:pt x="306" y="608"/>
                    <a:pt x="306" y="608"/>
                    <a:pt x="306" y="608"/>
                  </a:cubicBezTo>
                  <a:cubicBezTo>
                    <a:pt x="329" y="608"/>
                    <a:pt x="329" y="608"/>
                    <a:pt x="329" y="608"/>
                  </a:cubicBezTo>
                  <a:cubicBezTo>
                    <a:pt x="218" y="0"/>
                    <a:pt x="218" y="0"/>
                    <a:pt x="218" y="0"/>
                  </a:cubicBezTo>
                  <a:cubicBezTo>
                    <a:pt x="0" y="34"/>
                    <a:pt x="0" y="34"/>
                    <a:pt x="0" y="34"/>
                  </a:cubicBezTo>
                  <a:cubicBezTo>
                    <a:pt x="0" y="34"/>
                    <a:pt x="81" y="89"/>
                    <a:pt x="192" y="68"/>
                  </a:cubicBezTo>
                  <a:close/>
                </a:path>
              </a:pathLst>
            </a:custGeom>
            <a:solidFill>
              <a:srgbClr val="1E16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 name="任意多边形: 形状 44">
              <a:extLst>
                <a:ext uri="{FF2B5EF4-FFF2-40B4-BE49-F238E27FC236}">
                  <a16:creationId xmlns:a16="http://schemas.microsoft.com/office/drawing/2014/main" id="{89E6B39A-2DD1-124E-B84F-852E2C2F317E}"/>
                </a:ext>
              </a:extLst>
            </p:cNvPr>
            <p:cNvSpPr>
              <a:spLocks/>
            </p:cNvSpPr>
            <p:nvPr userDrawn="1"/>
          </p:nvSpPr>
          <p:spPr bwMode="auto">
            <a:xfrm>
              <a:off x="9336088" y="2911475"/>
              <a:ext cx="773112" cy="673100"/>
            </a:xfrm>
            <a:custGeom>
              <a:avLst/>
              <a:gdLst>
                <a:gd name="T0" fmla="*/ 0 w 285"/>
                <a:gd name="T1" fmla="*/ 208 h 248"/>
                <a:gd name="T2" fmla="*/ 24 w 285"/>
                <a:gd name="T3" fmla="*/ 232 h 248"/>
                <a:gd name="T4" fmla="*/ 64 w 285"/>
                <a:gd name="T5" fmla="*/ 220 h 248"/>
                <a:gd name="T6" fmla="*/ 228 w 285"/>
                <a:gd name="T7" fmla="*/ 28 h 248"/>
                <a:gd name="T8" fmla="*/ 274 w 285"/>
                <a:gd name="T9" fmla="*/ 24 h 248"/>
                <a:gd name="T10" fmla="*/ 285 w 285"/>
                <a:gd name="T11" fmla="*/ 15 h 248"/>
                <a:gd name="T12" fmla="*/ 270 w 285"/>
                <a:gd name="T13" fmla="*/ 0 h 248"/>
                <a:gd name="T14" fmla="*/ 266 w 285"/>
                <a:gd name="T15" fmla="*/ 0 h 248"/>
                <a:gd name="T16" fmla="*/ 208 w 285"/>
                <a:gd name="T17" fmla="*/ 0 h 248"/>
                <a:gd name="T18" fmla="*/ 180 w 285"/>
                <a:gd name="T19" fmla="*/ 8 h 248"/>
                <a:gd name="T20" fmla="*/ 48 w 285"/>
                <a:gd name="T21" fmla="*/ 164 h 248"/>
                <a:gd name="T22" fmla="*/ 28 w 285"/>
                <a:gd name="T23" fmla="*/ 148 h 248"/>
                <a:gd name="T24" fmla="*/ 0 w 285"/>
                <a:gd name="T25" fmla="*/ 208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5" h="248">
                  <a:moveTo>
                    <a:pt x="0" y="208"/>
                  </a:moveTo>
                  <a:cubicBezTo>
                    <a:pt x="24" y="232"/>
                    <a:pt x="24" y="232"/>
                    <a:pt x="24" y="232"/>
                  </a:cubicBezTo>
                  <a:cubicBezTo>
                    <a:pt x="24" y="232"/>
                    <a:pt x="44" y="248"/>
                    <a:pt x="64" y="220"/>
                  </a:cubicBezTo>
                  <a:cubicBezTo>
                    <a:pt x="228" y="28"/>
                    <a:pt x="228" y="28"/>
                    <a:pt x="228" y="28"/>
                  </a:cubicBezTo>
                  <a:cubicBezTo>
                    <a:pt x="274" y="24"/>
                    <a:pt x="274" y="24"/>
                    <a:pt x="274" y="24"/>
                  </a:cubicBezTo>
                  <a:cubicBezTo>
                    <a:pt x="279" y="24"/>
                    <a:pt x="284" y="20"/>
                    <a:pt x="285" y="15"/>
                  </a:cubicBezTo>
                  <a:cubicBezTo>
                    <a:pt x="285" y="10"/>
                    <a:pt x="282" y="4"/>
                    <a:pt x="270" y="0"/>
                  </a:cubicBezTo>
                  <a:cubicBezTo>
                    <a:pt x="269" y="0"/>
                    <a:pt x="267" y="0"/>
                    <a:pt x="266" y="0"/>
                  </a:cubicBezTo>
                  <a:cubicBezTo>
                    <a:pt x="208" y="0"/>
                    <a:pt x="208" y="0"/>
                    <a:pt x="208" y="0"/>
                  </a:cubicBezTo>
                  <a:cubicBezTo>
                    <a:pt x="208" y="0"/>
                    <a:pt x="188" y="0"/>
                    <a:pt x="180" y="8"/>
                  </a:cubicBezTo>
                  <a:cubicBezTo>
                    <a:pt x="48" y="164"/>
                    <a:pt x="48" y="164"/>
                    <a:pt x="48" y="164"/>
                  </a:cubicBezTo>
                  <a:cubicBezTo>
                    <a:pt x="28" y="148"/>
                    <a:pt x="28" y="148"/>
                    <a:pt x="28" y="148"/>
                  </a:cubicBezTo>
                  <a:lnTo>
                    <a:pt x="0" y="208"/>
                  </a:ln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 name="任意多边形: 形状 45">
              <a:extLst>
                <a:ext uri="{FF2B5EF4-FFF2-40B4-BE49-F238E27FC236}">
                  <a16:creationId xmlns:a16="http://schemas.microsoft.com/office/drawing/2014/main" id="{FDFB6306-9870-CBE2-6222-D4D6E82DD01B}"/>
                </a:ext>
              </a:extLst>
            </p:cNvPr>
            <p:cNvSpPr>
              <a:spLocks/>
            </p:cNvSpPr>
            <p:nvPr userDrawn="1"/>
          </p:nvSpPr>
          <p:spPr bwMode="auto">
            <a:xfrm>
              <a:off x="9336088" y="2952750"/>
              <a:ext cx="773112" cy="631825"/>
            </a:xfrm>
            <a:custGeom>
              <a:avLst/>
              <a:gdLst>
                <a:gd name="T0" fmla="*/ 0 w 285"/>
                <a:gd name="T1" fmla="*/ 193 h 233"/>
                <a:gd name="T2" fmla="*/ 24 w 285"/>
                <a:gd name="T3" fmla="*/ 217 h 233"/>
                <a:gd name="T4" fmla="*/ 64 w 285"/>
                <a:gd name="T5" fmla="*/ 205 h 233"/>
                <a:gd name="T6" fmla="*/ 228 w 285"/>
                <a:gd name="T7" fmla="*/ 13 h 233"/>
                <a:gd name="T8" fmla="*/ 274 w 285"/>
                <a:gd name="T9" fmla="*/ 9 h 233"/>
                <a:gd name="T10" fmla="*/ 285 w 285"/>
                <a:gd name="T11" fmla="*/ 0 h 233"/>
                <a:gd name="T12" fmla="*/ 224 w 285"/>
                <a:gd name="T13" fmla="*/ 7 h 233"/>
                <a:gd name="T14" fmla="*/ 54 w 285"/>
                <a:gd name="T15" fmla="*/ 205 h 233"/>
                <a:gd name="T16" fmla="*/ 32 w 285"/>
                <a:gd name="T17" fmla="*/ 206 h 233"/>
                <a:gd name="T18" fmla="*/ 8 w 285"/>
                <a:gd name="T19" fmla="*/ 184 h 233"/>
                <a:gd name="T20" fmla="*/ 0 w 285"/>
                <a:gd name="T21" fmla="*/ 193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 h="233">
                  <a:moveTo>
                    <a:pt x="0" y="193"/>
                  </a:moveTo>
                  <a:cubicBezTo>
                    <a:pt x="24" y="217"/>
                    <a:pt x="24" y="217"/>
                    <a:pt x="24" y="217"/>
                  </a:cubicBezTo>
                  <a:cubicBezTo>
                    <a:pt x="24" y="217"/>
                    <a:pt x="44" y="233"/>
                    <a:pt x="64" y="205"/>
                  </a:cubicBezTo>
                  <a:cubicBezTo>
                    <a:pt x="228" y="13"/>
                    <a:pt x="228" y="13"/>
                    <a:pt x="228" y="13"/>
                  </a:cubicBezTo>
                  <a:cubicBezTo>
                    <a:pt x="274" y="9"/>
                    <a:pt x="274" y="9"/>
                    <a:pt x="274" y="9"/>
                  </a:cubicBezTo>
                  <a:cubicBezTo>
                    <a:pt x="279" y="9"/>
                    <a:pt x="284" y="5"/>
                    <a:pt x="285" y="0"/>
                  </a:cubicBezTo>
                  <a:cubicBezTo>
                    <a:pt x="224" y="7"/>
                    <a:pt x="224" y="7"/>
                    <a:pt x="224" y="7"/>
                  </a:cubicBezTo>
                  <a:cubicBezTo>
                    <a:pt x="54" y="205"/>
                    <a:pt x="54" y="205"/>
                    <a:pt x="54" y="205"/>
                  </a:cubicBezTo>
                  <a:cubicBezTo>
                    <a:pt x="48" y="211"/>
                    <a:pt x="38" y="212"/>
                    <a:pt x="32" y="206"/>
                  </a:cubicBezTo>
                  <a:cubicBezTo>
                    <a:pt x="8" y="184"/>
                    <a:pt x="8" y="184"/>
                    <a:pt x="8" y="184"/>
                  </a:cubicBezTo>
                  <a:lnTo>
                    <a:pt x="0" y="193"/>
                  </a:lnTo>
                  <a:close/>
                </a:path>
              </a:pathLst>
            </a:custGeom>
            <a:solidFill>
              <a:srgbClr val="EFB1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 name="任意多边形: 形状 46">
              <a:extLst>
                <a:ext uri="{FF2B5EF4-FFF2-40B4-BE49-F238E27FC236}">
                  <a16:creationId xmlns:a16="http://schemas.microsoft.com/office/drawing/2014/main" id="{7CC32E9E-D9CA-A6A7-5F3B-C2CEC839E41A}"/>
                </a:ext>
              </a:extLst>
            </p:cNvPr>
            <p:cNvSpPr>
              <a:spLocks/>
            </p:cNvSpPr>
            <p:nvPr userDrawn="1"/>
          </p:nvSpPr>
          <p:spPr bwMode="auto">
            <a:xfrm>
              <a:off x="7785100" y="2017713"/>
              <a:ext cx="587375" cy="785812"/>
            </a:xfrm>
            <a:custGeom>
              <a:avLst/>
              <a:gdLst>
                <a:gd name="T0" fmla="*/ 171 w 216"/>
                <a:gd name="T1" fmla="*/ 289 h 289"/>
                <a:gd name="T2" fmla="*/ 63 w 216"/>
                <a:gd name="T3" fmla="*/ 113 h 289"/>
                <a:gd name="T4" fmla="*/ 23 w 216"/>
                <a:gd name="T5" fmla="*/ 73 h 289"/>
                <a:gd name="T6" fmla="*/ 35 w 216"/>
                <a:gd name="T7" fmla="*/ 57 h 289"/>
                <a:gd name="T8" fmla="*/ 8 w 216"/>
                <a:gd name="T9" fmla="*/ 19 h 289"/>
                <a:gd name="T10" fmla="*/ 27 w 216"/>
                <a:gd name="T11" fmla="*/ 13 h 289"/>
                <a:gd name="T12" fmla="*/ 61 w 216"/>
                <a:gd name="T13" fmla="*/ 41 h 289"/>
                <a:gd name="T14" fmla="*/ 97 w 216"/>
                <a:gd name="T15" fmla="*/ 97 h 289"/>
                <a:gd name="T16" fmla="*/ 216 w 216"/>
                <a:gd name="T17" fmla="*/ 247 h 289"/>
                <a:gd name="T18" fmla="*/ 171 w 216"/>
                <a:gd name="T19" fmla="*/ 289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6" h="289">
                  <a:moveTo>
                    <a:pt x="171" y="289"/>
                  </a:moveTo>
                  <a:cubicBezTo>
                    <a:pt x="171" y="289"/>
                    <a:pt x="75" y="149"/>
                    <a:pt x="63" y="113"/>
                  </a:cubicBezTo>
                  <a:cubicBezTo>
                    <a:pt x="63" y="113"/>
                    <a:pt x="15" y="109"/>
                    <a:pt x="23" y="73"/>
                  </a:cubicBezTo>
                  <a:cubicBezTo>
                    <a:pt x="23" y="73"/>
                    <a:pt x="23" y="57"/>
                    <a:pt x="35" y="57"/>
                  </a:cubicBezTo>
                  <a:cubicBezTo>
                    <a:pt x="8" y="19"/>
                    <a:pt x="8" y="19"/>
                    <a:pt x="8" y="19"/>
                  </a:cubicBezTo>
                  <a:cubicBezTo>
                    <a:pt x="8" y="19"/>
                    <a:pt x="0" y="0"/>
                    <a:pt x="27" y="13"/>
                  </a:cubicBezTo>
                  <a:cubicBezTo>
                    <a:pt x="61" y="41"/>
                    <a:pt x="61" y="41"/>
                    <a:pt x="61" y="41"/>
                  </a:cubicBezTo>
                  <a:cubicBezTo>
                    <a:pt x="61" y="41"/>
                    <a:pt x="103" y="41"/>
                    <a:pt x="97" y="97"/>
                  </a:cubicBezTo>
                  <a:cubicBezTo>
                    <a:pt x="97" y="97"/>
                    <a:pt x="169" y="209"/>
                    <a:pt x="216" y="247"/>
                  </a:cubicBezTo>
                  <a:lnTo>
                    <a:pt x="171" y="289"/>
                  </a:ln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 name="任意多边形: 形状 47">
              <a:extLst>
                <a:ext uri="{FF2B5EF4-FFF2-40B4-BE49-F238E27FC236}">
                  <a16:creationId xmlns:a16="http://schemas.microsoft.com/office/drawing/2014/main" id="{9D58BE3F-A5C7-44D1-F9DB-85F78052A980}"/>
                </a:ext>
              </a:extLst>
            </p:cNvPr>
            <p:cNvSpPr>
              <a:spLocks/>
            </p:cNvSpPr>
            <p:nvPr userDrawn="1"/>
          </p:nvSpPr>
          <p:spPr bwMode="auto">
            <a:xfrm>
              <a:off x="7804150" y="2070100"/>
              <a:ext cx="488950" cy="733425"/>
            </a:xfrm>
            <a:custGeom>
              <a:avLst/>
              <a:gdLst>
                <a:gd name="T0" fmla="*/ 0 w 180"/>
                <a:gd name="T1" fmla="*/ 0 h 270"/>
                <a:gd name="T2" fmla="*/ 27 w 180"/>
                <a:gd name="T3" fmla="*/ 38 h 270"/>
                <a:gd name="T4" fmla="*/ 15 w 180"/>
                <a:gd name="T5" fmla="*/ 54 h 270"/>
                <a:gd name="T6" fmla="*/ 55 w 180"/>
                <a:gd name="T7" fmla="*/ 94 h 270"/>
                <a:gd name="T8" fmla="*/ 163 w 180"/>
                <a:gd name="T9" fmla="*/ 270 h 270"/>
                <a:gd name="T10" fmla="*/ 180 w 180"/>
                <a:gd name="T11" fmla="*/ 259 h 270"/>
                <a:gd name="T12" fmla="*/ 60 w 180"/>
                <a:gd name="T13" fmla="*/ 89 h 270"/>
                <a:gd name="T14" fmla="*/ 20 w 180"/>
                <a:gd name="T15" fmla="*/ 50 h 270"/>
                <a:gd name="T16" fmla="*/ 37 w 180"/>
                <a:gd name="T17" fmla="*/ 39 h 270"/>
                <a:gd name="T18" fmla="*/ 0 w 180"/>
                <a:gd name="T19" fmla="*/ 0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0" h="270">
                  <a:moveTo>
                    <a:pt x="0" y="0"/>
                  </a:moveTo>
                  <a:cubicBezTo>
                    <a:pt x="27" y="38"/>
                    <a:pt x="27" y="38"/>
                    <a:pt x="27" y="38"/>
                  </a:cubicBezTo>
                  <a:cubicBezTo>
                    <a:pt x="15" y="38"/>
                    <a:pt x="15" y="54"/>
                    <a:pt x="15" y="54"/>
                  </a:cubicBezTo>
                  <a:cubicBezTo>
                    <a:pt x="7" y="90"/>
                    <a:pt x="55" y="94"/>
                    <a:pt x="55" y="94"/>
                  </a:cubicBezTo>
                  <a:cubicBezTo>
                    <a:pt x="67" y="130"/>
                    <a:pt x="163" y="270"/>
                    <a:pt x="163" y="270"/>
                  </a:cubicBezTo>
                  <a:cubicBezTo>
                    <a:pt x="180" y="259"/>
                    <a:pt x="180" y="259"/>
                    <a:pt x="180" y="259"/>
                  </a:cubicBezTo>
                  <a:cubicBezTo>
                    <a:pt x="60" y="89"/>
                    <a:pt x="60" y="89"/>
                    <a:pt x="60" y="89"/>
                  </a:cubicBezTo>
                  <a:cubicBezTo>
                    <a:pt x="60" y="89"/>
                    <a:pt x="13" y="76"/>
                    <a:pt x="20" y="50"/>
                  </a:cubicBezTo>
                  <a:cubicBezTo>
                    <a:pt x="20" y="50"/>
                    <a:pt x="23" y="40"/>
                    <a:pt x="37" y="39"/>
                  </a:cubicBezTo>
                  <a:lnTo>
                    <a:pt x="0" y="0"/>
                  </a:lnTo>
                  <a:close/>
                </a:path>
              </a:pathLst>
            </a:custGeom>
            <a:solidFill>
              <a:srgbClr val="EFB1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任意多边形: 形状 48">
              <a:extLst>
                <a:ext uri="{FF2B5EF4-FFF2-40B4-BE49-F238E27FC236}">
                  <a16:creationId xmlns:a16="http://schemas.microsoft.com/office/drawing/2014/main" id="{87D291D0-DD01-963C-C12C-7D35A3037575}"/>
                </a:ext>
              </a:extLst>
            </p:cNvPr>
            <p:cNvSpPr>
              <a:spLocks/>
            </p:cNvSpPr>
            <p:nvPr userDrawn="1"/>
          </p:nvSpPr>
          <p:spPr bwMode="auto">
            <a:xfrm>
              <a:off x="8683625" y="2738438"/>
              <a:ext cx="271462" cy="280987"/>
            </a:xfrm>
            <a:custGeom>
              <a:avLst/>
              <a:gdLst>
                <a:gd name="T0" fmla="*/ 32 w 100"/>
                <a:gd name="T1" fmla="*/ 16 h 104"/>
                <a:gd name="T2" fmla="*/ 32 w 100"/>
                <a:gd name="T3" fmla="*/ 56 h 104"/>
                <a:gd name="T4" fmla="*/ 8 w 100"/>
                <a:gd name="T5" fmla="*/ 64 h 104"/>
                <a:gd name="T6" fmla="*/ 0 w 100"/>
                <a:gd name="T7" fmla="*/ 80 h 104"/>
                <a:gd name="T8" fmla="*/ 40 w 100"/>
                <a:gd name="T9" fmla="*/ 96 h 104"/>
                <a:gd name="T10" fmla="*/ 96 w 100"/>
                <a:gd name="T11" fmla="*/ 104 h 104"/>
                <a:gd name="T12" fmla="*/ 100 w 100"/>
                <a:gd name="T13" fmla="*/ 68 h 104"/>
                <a:gd name="T14" fmla="*/ 80 w 100"/>
                <a:gd name="T15" fmla="*/ 60 h 104"/>
                <a:gd name="T16" fmla="*/ 84 w 100"/>
                <a:gd name="T17" fmla="*/ 0 h 104"/>
                <a:gd name="T18" fmla="*/ 32 w 100"/>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4">
                  <a:moveTo>
                    <a:pt x="32" y="16"/>
                  </a:moveTo>
                  <a:cubicBezTo>
                    <a:pt x="32" y="56"/>
                    <a:pt x="32" y="56"/>
                    <a:pt x="32" y="56"/>
                  </a:cubicBezTo>
                  <a:cubicBezTo>
                    <a:pt x="8" y="64"/>
                    <a:pt x="8" y="64"/>
                    <a:pt x="8" y="64"/>
                  </a:cubicBezTo>
                  <a:cubicBezTo>
                    <a:pt x="0" y="80"/>
                    <a:pt x="0" y="80"/>
                    <a:pt x="0" y="80"/>
                  </a:cubicBezTo>
                  <a:cubicBezTo>
                    <a:pt x="0" y="80"/>
                    <a:pt x="36" y="92"/>
                    <a:pt x="40" y="96"/>
                  </a:cubicBezTo>
                  <a:cubicBezTo>
                    <a:pt x="44" y="100"/>
                    <a:pt x="96" y="104"/>
                    <a:pt x="96" y="104"/>
                  </a:cubicBezTo>
                  <a:cubicBezTo>
                    <a:pt x="100" y="68"/>
                    <a:pt x="100" y="68"/>
                    <a:pt x="100" y="68"/>
                  </a:cubicBezTo>
                  <a:cubicBezTo>
                    <a:pt x="80" y="60"/>
                    <a:pt x="80" y="60"/>
                    <a:pt x="80" y="60"/>
                  </a:cubicBezTo>
                  <a:cubicBezTo>
                    <a:pt x="84" y="0"/>
                    <a:pt x="84" y="0"/>
                    <a:pt x="84" y="0"/>
                  </a:cubicBezTo>
                  <a:lnTo>
                    <a:pt x="32" y="16"/>
                  </a:ln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 name="任意多边形: 形状 49">
              <a:extLst>
                <a:ext uri="{FF2B5EF4-FFF2-40B4-BE49-F238E27FC236}">
                  <a16:creationId xmlns:a16="http://schemas.microsoft.com/office/drawing/2014/main" id="{E88785BD-C39A-1644-CF7E-67CF003A98EB}"/>
                </a:ext>
              </a:extLst>
            </p:cNvPr>
            <p:cNvSpPr>
              <a:spLocks/>
            </p:cNvSpPr>
            <p:nvPr userDrawn="1"/>
          </p:nvSpPr>
          <p:spPr bwMode="auto">
            <a:xfrm>
              <a:off x="8637588" y="2270125"/>
              <a:ext cx="458787" cy="369887"/>
            </a:xfrm>
            <a:custGeom>
              <a:avLst/>
              <a:gdLst>
                <a:gd name="T0" fmla="*/ 33 w 169"/>
                <a:gd name="T1" fmla="*/ 99 h 136"/>
                <a:gd name="T2" fmla="*/ 32 w 169"/>
                <a:gd name="T3" fmla="*/ 100 h 136"/>
                <a:gd name="T4" fmla="*/ 25 w 169"/>
                <a:gd name="T5" fmla="*/ 40 h 136"/>
                <a:gd name="T6" fmla="*/ 49 w 169"/>
                <a:gd name="T7" fmla="*/ 0 h 136"/>
                <a:gd name="T8" fmla="*/ 77 w 169"/>
                <a:gd name="T9" fmla="*/ 32 h 136"/>
                <a:gd name="T10" fmla="*/ 145 w 169"/>
                <a:gd name="T11" fmla="*/ 100 h 136"/>
                <a:gd name="T12" fmla="*/ 133 w 169"/>
                <a:gd name="T13" fmla="*/ 136 h 136"/>
                <a:gd name="T14" fmla="*/ 109 w 169"/>
                <a:gd name="T15" fmla="*/ 136 h 136"/>
                <a:gd name="T16" fmla="*/ 116 w 169"/>
                <a:gd name="T17" fmla="*/ 105 h 136"/>
                <a:gd name="T18" fmla="*/ 99 w 169"/>
                <a:gd name="T19" fmla="*/ 81 h 136"/>
                <a:gd name="T20" fmla="*/ 60 w 169"/>
                <a:gd name="T21" fmla="*/ 77 h 136"/>
                <a:gd name="T22" fmla="*/ 38 w 169"/>
                <a:gd name="T23" fmla="*/ 89 h 136"/>
                <a:gd name="T24" fmla="*/ 33 w 169"/>
                <a:gd name="T25" fmla="*/ 99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9" h="136">
                  <a:moveTo>
                    <a:pt x="33" y="99"/>
                  </a:moveTo>
                  <a:cubicBezTo>
                    <a:pt x="33" y="99"/>
                    <a:pt x="33" y="100"/>
                    <a:pt x="32" y="100"/>
                  </a:cubicBezTo>
                  <a:cubicBezTo>
                    <a:pt x="27" y="98"/>
                    <a:pt x="0" y="87"/>
                    <a:pt x="25" y="40"/>
                  </a:cubicBezTo>
                  <a:cubicBezTo>
                    <a:pt x="49" y="0"/>
                    <a:pt x="49" y="0"/>
                    <a:pt x="49" y="0"/>
                  </a:cubicBezTo>
                  <a:cubicBezTo>
                    <a:pt x="49" y="0"/>
                    <a:pt x="41" y="24"/>
                    <a:pt x="77" y="32"/>
                  </a:cubicBezTo>
                  <a:cubicBezTo>
                    <a:pt x="77" y="32"/>
                    <a:pt x="169" y="48"/>
                    <a:pt x="145" y="100"/>
                  </a:cubicBezTo>
                  <a:cubicBezTo>
                    <a:pt x="133" y="136"/>
                    <a:pt x="133" y="136"/>
                    <a:pt x="133" y="136"/>
                  </a:cubicBezTo>
                  <a:cubicBezTo>
                    <a:pt x="133" y="136"/>
                    <a:pt x="117" y="124"/>
                    <a:pt x="109" y="136"/>
                  </a:cubicBezTo>
                  <a:cubicBezTo>
                    <a:pt x="116" y="105"/>
                    <a:pt x="116" y="105"/>
                    <a:pt x="116" y="105"/>
                  </a:cubicBezTo>
                  <a:cubicBezTo>
                    <a:pt x="119" y="94"/>
                    <a:pt x="111" y="83"/>
                    <a:pt x="99" y="81"/>
                  </a:cubicBezTo>
                  <a:cubicBezTo>
                    <a:pt x="60" y="77"/>
                    <a:pt x="60" y="77"/>
                    <a:pt x="60" y="77"/>
                  </a:cubicBezTo>
                  <a:cubicBezTo>
                    <a:pt x="51" y="76"/>
                    <a:pt x="42" y="81"/>
                    <a:pt x="38" y="89"/>
                  </a:cubicBezTo>
                  <a:lnTo>
                    <a:pt x="33" y="99"/>
                  </a:lnTo>
                  <a:close/>
                </a:path>
              </a:pathLst>
            </a:custGeom>
            <a:solidFill>
              <a:srgbClr val="0F1E8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 name="任意多边形: 形状 50">
              <a:extLst>
                <a:ext uri="{FF2B5EF4-FFF2-40B4-BE49-F238E27FC236}">
                  <a16:creationId xmlns:a16="http://schemas.microsoft.com/office/drawing/2014/main" id="{9D1379AB-BD9E-EA14-13E8-7D1583A1C3D4}"/>
                </a:ext>
              </a:extLst>
            </p:cNvPr>
            <p:cNvSpPr>
              <a:spLocks/>
            </p:cNvSpPr>
            <p:nvPr userDrawn="1"/>
          </p:nvSpPr>
          <p:spPr bwMode="auto">
            <a:xfrm>
              <a:off x="8675688" y="2444750"/>
              <a:ext cx="358775" cy="358775"/>
            </a:xfrm>
            <a:custGeom>
              <a:avLst/>
              <a:gdLst>
                <a:gd name="T0" fmla="*/ 23 w 132"/>
                <a:gd name="T1" fmla="*/ 20 h 132"/>
                <a:gd name="T2" fmla="*/ 5 w 132"/>
                <a:gd name="T3" fmla="*/ 117 h 132"/>
                <a:gd name="T4" fmla="*/ 17 w 132"/>
                <a:gd name="T5" fmla="*/ 129 h 132"/>
                <a:gd name="T6" fmla="*/ 95 w 132"/>
                <a:gd name="T7" fmla="*/ 104 h 132"/>
                <a:gd name="T8" fmla="*/ 123 w 132"/>
                <a:gd name="T9" fmla="*/ 68 h 132"/>
                <a:gd name="T10" fmla="*/ 108 w 132"/>
                <a:gd name="T11" fmla="*/ 56 h 132"/>
                <a:gd name="T12" fmla="*/ 99 w 132"/>
                <a:gd name="T13" fmla="*/ 60 h 132"/>
                <a:gd name="T14" fmla="*/ 103 w 132"/>
                <a:gd name="T15" fmla="*/ 36 h 132"/>
                <a:gd name="T16" fmla="*/ 63 w 132"/>
                <a:gd name="T17" fmla="*/ 8 h 132"/>
                <a:gd name="T18" fmla="*/ 23 w 132"/>
                <a:gd name="T19" fmla="*/ 2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2" h="132">
                  <a:moveTo>
                    <a:pt x="23" y="20"/>
                  </a:moveTo>
                  <a:cubicBezTo>
                    <a:pt x="23" y="20"/>
                    <a:pt x="0" y="80"/>
                    <a:pt x="5" y="117"/>
                  </a:cubicBezTo>
                  <a:cubicBezTo>
                    <a:pt x="6" y="124"/>
                    <a:pt x="11" y="128"/>
                    <a:pt x="17" y="129"/>
                  </a:cubicBezTo>
                  <a:cubicBezTo>
                    <a:pt x="39" y="131"/>
                    <a:pt x="89" y="132"/>
                    <a:pt x="95" y="104"/>
                  </a:cubicBezTo>
                  <a:cubicBezTo>
                    <a:pt x="95" y="104"/>
                    <a:pt x="132" y="97"/>
                    <a:pt x="123" y="68"/>
                  </a:cubicBezTo>
                  <a:cubicBezTo>
                    <a:pt x="120" y="61"/>
                    <a:pt x="115" y="56"/>
                    <a:pt x="108" y="56"/>
                  </a:cubicBezTo>
                  <a:cubicBezTo>
                    <a:pt x="105" y="56"/>
                    <a:pt x="102" y="57"/>
                    <a:pt x="99" y="60"/>
                  </a:cubicBezTo>
                  <a:cubicBezTo>
                    <a:pt x="103" y="36"/>
                    <a:pt x="103" y="36"/>
                    <a:pt x="103" y="36"/>
                  </a:cubicBezTo>
                  <a:cubicBezTo>
                    <a:pt x="103" y="36"/>
                    <a:pt x="111" y="12"/>
                    <a:pt x="63" y="8"/>
                  </a:cubicBezTo>
                  <a:cubicBezTo>
                    <a:pt x="63" y="8"/>
                    <a:pt x="31" y="0"/>
                    <a:pt x="23" y="20"/>
                  </a:cubicBez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 name="任意多边形: 形状 51">
              <a:extLst>
                <a:ext uri="{FF2B5EF4-FFF2-40B4-BE49-F238E27FC236}">
                  <a16:creationId xmlns:a16="http://schemas.microsoft.com/office/drawing/2014/main" id="{BBF685C6-27AB-02B6-50A3-66008BBF77EE}"/>
                </a:ext>
              </a:extLst>
            </p:cNvPr>
            <p:cNvSpPr>
              <a:spLocks/>
            </p:cNvSpPr>
            <p:nvPr userDrawn="1"/>
          </p:nvSpPr>
          <p:spPr bwMode="auto">
            <a:xfrm>
              <a:off x="8140700" y="2682875"/>
              <a:ext cx="1314450" cy="1325562"/>
            </a:xfrm>
            <a:custGeom>
              <a:avLst/>
              <a:gdLst>
                <a:gd name="T0" fmla="*/ 228 w 484"/>
                <a:gd name="T1" fmla="*/ 76 h 488"/>
                <a:gd name="T2" fmla="*/ 99 w 484"/>
                <a:gd name="T3" fmla="*/ 6 h 488"/>
                <a:gd name="T4" fmla="*/ 76 w 484"/>
                <a:gd name="T5" fmla="*/ 6 h 488"/>
                <a:gd name="T6" fmla="*/ 4 w 484"/>
                <a:gd name="T7" fmla="*/ 68 h 488"/>
                <a:gd name="T8" fmla="*/ 12 w 484"/>
                <a:gd name="T9" fmla="*/ 88 h 488"/>
                <a:gd name="T10" fmla="*/ 136 w 484"/>
                <a:gd name="T11" fmla="*/ 184 h 488"/>
                <a:gd name="T12" fmla="*/ 124 w 484"/>
                <a:gd name="T13" fmla="*/ 436 h 488"/>
                <a:gd name="T14" fmla="*/ 144 w 484"/>
                <a:gd name="T15" fmla="*/ 460 h 488"/>
                <a:gd name="T16" fmla="*/ 392 w 484"/>
                <a:gd name="T17" fmla="*/ 444 h 488"/>
                <a:gd name="T18" fmla="*/ 396 w 484"/>
                <a:gd name="T19" fmla="*/ 424 h 488"/>
                <a:gd name="T20" fmla="*/ 372 w 484"/>
                <a:gd name="T21" fmla="*/ 276 h 488"/>
                <a:gd name="T22" fmla="*/ 404 w 484"/>
                <a:gd name="T23" fmla="*/ 308 h 488"/>
                <a:gd name="T24" fmla="*/ 428 w 484"/>
                <a:gd name="T25" fmla="*/ 312 h 488"/>
                <a:gd name="T26" fmla="*/ 480 w 484"/>
                <a:gd name="T27" fmla="*/ 236 h 488"/>
                <a:gd name="T28" fmla="*/ 472 w 484"/>
                <a:gd name="T29" fmla="*/ 212 h 488"/>
                <a:gd name="T30" fmla="*/ 408 w 484"/>
                <a:gd name="T31" fmla="*/ 136 h 488"/>
                <a:gd name="T32" fmla="*/ 352 w 484"/>
                <a:gd name="T33" fmla="*/ 100 h 488"/>
                <a:gd name="T34" fmla="*/ 298 w 484"/>
                <a:gd name="T35" fmla="*/ 87 h 488"/>
                <a:gd name="T36" fmla="*/ 252 w 484"/>
                <a:gd name="T37" fmla="*/ 116 h 488"/>
                <a:gd name="T38" fmla="*/ 228 w 484"/>
                <a:gd name="T39" fmla="*/ 7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4" h="488">
                  <a:moveTo>
                    <a:pt x="228" y="76"/>
                  </a:moveTo>
                  <a:cubicBezTo>
                    <a:pt x="228" y="76"/>
                    <a:pt x="151" y="48"/>
                    <a:pt x="99" y="6"/>
                  </a:cubicBezTo>
                  <a:cubicBezTo>
                    <a:pt x="93" y="0"/>
                    <a:pt x="83" y="0"/>
                    <a:pt x="76" y="6"/>
                  </a:cubicBezTo>
                  <a:cubicBezTo>
                    <a:pt x="4" y="68"/>
                    <a:pt x="4" y="68"/>
                    <a:pt x="4" y="68"/>
                  </a:cubicBezTo>
                  <a:cubicBezTo>
                    <a:pt x="4" y="68"/>
                    <a:pt x="0" y="76"/>
                    <a:pt x="12" y="88"/>
                  </a:cubicBezTo>
                  <a:cubicBezTo>
                    <a:pt x="12" y="88"/>
                    <a:pt x="96" y="168"/>
                    <a:pt x="136" y="184"/>
                  </a:cubicBezTo>
                  <a:cubicBezTo>
                    <a:pt x="124" y="436"/>
                    <a:pt x="124" y="436"/>
                    <a:pt x="124" y="436"/>
                  </a:cubicBezTo>
                  <a:cubicBezTo>
                    <a:pt x="124" y="436"/>
                    <a:pt x="116" y="456"/>
                    <a:pt x="144" y="460"/>
                  </a:cubicBezTo>
                  <a:cubicBezTo>
                    <a:pt x="144" y="460"/>
                    <a:pt x="304" y="488"/>
                    <a:pt x="392" y="444"/>
                  </a:cubicBezTo>
                  <a:cubicBezTo>
                    <a:pt x="392" y="444"/>
                    <a:pt x="400" y="440"/>
                    <a:pt x="396" y="424"/>
                  </a:cubicBezTo>
                  <a:cubicBezTo>
                    <a:pt x="372" y="276"/>
                    <a:pt x="372" y="276"/>
                    <a:pt x="372" y="276"/>
                  </a:cubicBezTo>
                  <a:cubicBezTo>
                    <a:pt x="404" y="308"/>
                    <a:pt x="404" y="308"/>
                    <a:pt x="404" y="308"/>
                  </a:cubicBezTo>
                  <a:cubicBezTo>
                    <a:pt x="404" y="308"/>
                    <a:pt x="412" y="324"/>
                    <a:pt x="428" y="312"/>
                  </a:cubicBezTo>
                  <a:cubicBezTo>
                    <a:pt x="480" y="236"/>
                    <a:pt x="480" y="236"/>
                    <a:pt x="480" y="236"/>
                  </a:cubicBezTo>
                  <a:cubicBezTo>
                    <a:pt x="480" y="236"/>
                    <a:pt x="484" y="228"/>
                    <a:pt x="472" y="212"/>
                  </a:cubicBezTo>
                  <a:cubicBezTo>
                    <a:pt x="408" y="136"/>
                    <a:pt x="408" y="136"/>
                    <a:pt x="408" y="136"/>
                  </a:cubicBezTo>
                  <a:cubicBezTo>
                    <a:pt x="408" y="136"/>
                    <a:pt x="396" y="108"/>
                    <a:pt x="352" y="100"/>
                  </a:cubicBezTo>
                  <a:cubicBezTo>
                    <a:pt x="308" y="92"/>
                    <a:pt x="298" y="87"/>
                    <a:pt x="298" y="87"/>
                  </a:cubicBezTo>
                  <a:cubicBezTo>
                    <a:pt x="298" y="87"/>
                    <a:pt x="292" y="124"/>
                    <a:pt x="252" y="116"/>
                  </a:cubicBezTo>
                  <a:cubicBezTo>
                    <a:pt x="252" y="116"/>
                    <a:pt x="200" y="104"/>
                    <a:pt x="228" y="76"/>
                  </a:cubicBezTo>
                  <a:close/>
                </a:path>
              </a:pathLst>
            </a:custGeom>
            <a:solidFill>
              <a:srgbClr val="C6F9F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 name="任意多边形: 形状 52">
              <a:extLst>
                <a:ext uri="{FF2B5EF4-FFF2-40B4-BE49-F238E27FC236}">
                  <a16:creationId xmlns:a16="http://schemas.microsoft.com/office/drawing/2014/main" id="{1B163AD5-8136-E023-BC03-6A851D13BE05}"/>
                </a:ext>
              </a:extLst>
            </p:cNvPr>
            <p:cNvSpPr>
              <a:spLocks/>
            </p:cNvSpPr>
            <p:nvPr userDrawn="1"/>
          </p:nvSpPr>
          <p:spPr bwMode="auto">
            <a:xfrm>
              <a:off x="9123363" y="3405188"/>
              <a:ext cx="188912" cy="506412"/>
            </a:xfrm>
            <a:custGeom>
              <a:avLst/>
              <a:gdLst>
                <a:gd name="T0" fmla="*/ 0 w 69"/>
                <a:gd name="T1" fmla="*/ 0 h 186"/>
                <a:gd name="T2" fmla="*/ 10 w 69"/>
                <a:gd name="T3" fmla="*/ 186 h 186"/>
                <a:gd name="T4" fmla="*/ 30 w 69"/>
                <a:gd name="T5" fmla="*/ 178 h 186"/>
                <a:gd name="T6" fmla="*/ 34 w 69"/>
                <a:gd name="T7" fmla="*/ 158 h 186"/>
                <a:gd name="T8" fmla="*/ 10 w 69"/>
                <a:gd name="T9" fmla="*/ 10 h 186"/>
                <a:gd name="T10" fmla="*/ 42 w 69"/>
                <a:gd name="T11" fmla="*/ 42 h 186"/>
                <a:gd name="T12" fmla="*/ 66 w 69"/>
                <a:gd name="T13" fmla="*/ 46 h 186"/>
                <a:gd name="T14" fmla="*/ 69 w 69"/>
                <a:gd name="T15" fmla="*/ 41 h 186"/>
                <a:gd name="T16" fmla="*/ 0 w 69"/>
                <a:gd name="T17"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9" h="186">
                  <a:moveTo>
                    <a:pt x="0" y="0"/>
                  </a:moveTo>
                  <a:cubicBezTo>
                    <a:pt x="10" y="186"/>
                    <a:pt x="10" y="186"/>
                    <a:pt x="10" y="186"/>
                  </a:cubicBezTo>
                  <a:cubicBezTo>
                    <a:pt x="17" y="184"/>
                    <a:pt x="24" y="181"/>
                    <a:pt x="30" y="178"/>
                  </a:cubicBezTo>
                  <a:cubicBezTo>
                    <a:pt x="30" y="178"/>
                    <a:pt x="38" y="174"/>
                    <a:pt x="34" y="158"/>
                  </a:cubicBezTo>
                  <a:cubicBezTo>
                    <a:pt x="10" y="10"/>
                    <a:pt x="10" y="10"/>
                    <a:pt x="10" y="10"/>
                  </a:cubicBezTo>
                  <a:cubicBezTo>
                    <a:pt x="42" y="42"/>
                    <a:pt x="42" y="42"/>
                    <a:pt x="42" y="42"/>
                  </a:cubicBezTo>
                  <a:cubicBezTo>
                    <a:pt x="42" y="42"/>
                    <a:pt x="50" y="58"/>
                    <a:pt x="66" y="46"/>
                  </a:cubicBezTo>
                  <a:cubicBezTo>
                    <a:pt x="69" y="41"/>
                    <a:pt x="69" y="41"/>
                    <a:pt x="69" y="41"/>
                  </a:cubicBezTo>
                  <a:lnTo>
                    <a:pt x="0" y="0"/>
                  </a:lnTo>
                  <a:close/>
                </a:path>
              </a:pathLst>
            </a:custGeom>
            <a:solidFill>
              <a:srgbClr val="A6E2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 name="任意多边形: 形状 53">
              <a:extLst>
                <a:ext uri="{FF2B5EF4-FFF2-40B4-BE49-F238E27FC236}">
                  <a16:creationId xmlns:a16="http://schemas.microsoft.com/office/drawing/2014/main" id="{A0B96F9A-AEE8-A6A0-A877-D32972170CB4}"/>
                </a:ext>
              </a:extLst>
            </p:cNvPr>
            <p:cNvSpPr>
              <a:spLocks/>
            </p:cNvSpPr>
            <p:nvPr userDrawn="1"/>
          </p:nvSpPr>
          <p:spPr bwMode="auto">
            <a:xfrm>
              <a:off x="8621713" y="4156075"/>
              <a:ext cx="230187" cy="1349375"/>
            </a:xfrm>
            <a:custGeom>
              <a:avLst/>
              <a:gdLst>
                <a:gd name="T0" fmla="*/ 145 w 145"/>
                <a:gd name="T1" fmla="*/ 0 h 850"/>
                <a:gd name="T2" fmla="*/ 111 w 145"/>
                <a:gd name="T3" fmla="*/ 25 h 850"/>
                <a:gd name="T4" fmla="*/ 0 w 145"/>
                <a:gd name="T5" fmla="*/ 850 h 850"/>
                <a:gd name="T6" fmla="*/ 45 w 145"/>
                <a:gd name="T7" fmla="*/ 843 h 850"/>
                <a:gd name="T8" fmla="*/ 145 w 145"/>
                <a:gd name="T9" fmla="*/ 0 h 850"/>
              </a:gdLst>
              <a:ahLst/>
              <a:cxnLst>
                <a:cxn ang="0">
                  <a:pos x="T0" y="T1"/>
                </a:cxn>
                <a:cxn ang="0">
                  <a:pos x="T2" y="T3"/>
                </a:cxn>
                <a:cxn ang="0">
                  <a:pos x="T4" y="T5"/>
                </a:cxn>
                <a:cxn ang="0">
                  <a:pos x="T6" y="T7"/>
                </a:cxn>
                <a:cxn ang="0">
                  <a:pos x="T8" y="T9"/>
                </a:cxn>
              </a:cxnLst>
              <a:rect l="0" t="0" r="r" b="b"/>
              <a:pathLst>
                <a:path w="145" h="850">
                  <a:moveTo>
                    <a:pt x="145" y="0"/>
                  </a:moveTo>
                  <a:lnTo>
                    <a:pt x="111" y="25"/>
                  </a:lnTo>
                  <a:lnTo>
                    <a:pt x="0" y="850"/>
                  </a:lnTo>
                  <a:lnTo>
                    <a:pt x="45" y="843"/>
                  </a:lnTo>
                  <a:lnTo>
                    <a:pt x="145" y="0"/>
                  </a:lnTo>
                  <a:close/>
                </a:path>
              </a:pathLst>
            </a:custGeom>
            <a:solidFill>
              <a:srgbClr val="1E16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 name="任意多边形: 形状 54">
              <a:extLst>
                <a:ext uri="{FF2B5EF4-FFF2-40B4-BE49-F238E27FC236}">
                  <a16:creationId xmlns:a16="http://schemas.microsoft.com/office/drawing/2014/main" id="{5B27089D-7DEF-A779-CB90-20D71B18BF34}"/>
                </a:ext>
              </a:extLst>
            </p:cNvPr>
            <p:cNvSpPr>
              <a:spLocks/>
            </p:cNvSpPr>
            <p:nvPr userDrawn="1"/>
          </p:nvSpPr>
          <p:spPr bwMode="auto">
            <a:xfrm>
              <a:off x="8140700" y="2857500"/>
              <a:ext cx="392112" cy="806450"/>
            </a:xfrm>
            <a:custGeom>
              <a:avLst/>
              <a:gdLst>
                <a:gd name="T0" fmla="*/ 144 w 144"/>
                <a:gd name="T1" fmla="*/ 107 h 297"/>
                <a:gd name="T2" fmla="*/ 9 w 144"/>
                <a:gd name="T3" fmla="*/ 0 h 297"/>
                <a:gd name="T4" fmla="*/ 4 w 144"/>
                <a:gd name="T5" fmla="*/ 4 h 297"/>
                <a:gd name="T6" fmla="*/ 12 w 144"/>
                <a:gd name="T7" fmla="*/ 24 h 297"/>
                <a:gd name="T8" fmla="*/ 136 w 144"/>
                <a:gd name="T9" fmla="*/ 120 h 297"/>
                <a:gd name="T10" fmla="*/ 128 w 144"/>
                <a:gd name="T11" fmla="*/ 297 h 297"/>
                <a:gd name="T12" fmla="*/ 144 w 144"/>
                <a:gd name="T13" fmla="*/ 107 h 297"/>
              </a:gdLst>
              <a:ahLst/>
              <a:cxnLst>
                <a:cxn ang="0">
                  <a:pos x="T0" y="T1"/>
                </a:cxn>
                <a:cxn ang="0">
                  <a:pos x="T2" y="T3"/>
                </a:cxn>
                <a:cxn ang="0">
                  <a:pos x="T4" y="T5"/>
                </a:cxn>
                <a:cxn ang="0">
                  <a:pos x="T6" y="T7"/>
                </a:cxn>
                <a:cxn ang="0">
                  <a:pos x="T8" y="T9"/>
                </a:cxn>
                <a:cxn ang="0">
                  <a:pos x="T10" y="T11"/>
                </a:cxn>
                <a:cxn ang="0">
                  <a:pos x="T12" y="T13"/>
                </a:cxn>
              </a:cxnLst>
              <a:rect l="0" t="0" r="r" b="b"/>
              <a:pathLst>
                <a:path w="144" h="297">
                  <a:moveTo>
                    <a:pt x="144" y="107"/>
                  </a:moveTo>
                  <a:cubicBezTo>
                    <a:pt x="96" y="87"/>
                    <a:pt x="28" y="20"/>
                    <a:pt x="9" y="0"/>
                  </a:cubicBezTo>
                  <a:cubicBezTo>
                    <a:pt x="4" y="4"/>
                    <a:pt x="4" y="4"/>
                    <a:pt x="4" y="4"/>
                  </a:cubicBezTo>
                  <a:cubicBezTo>
                    <a:pt x="4" y="4"/>
                    <a:pt x="0" y="12"/>
                    <a:pt x="12" y="24"/>
                  </a:cubicBezTo>
                  <a:cubicBezTo>
                    <a:pt x="12" y="24"/>
                    <a:pt x="96" y="104"/>
                    <a:pt x="136" y="120"/>
                  </a:cubicBezTo>
                  <a:cubicBezTo>
                    <a:pt x="128" y="297"/>
                    <a:pt x="128" y="297"/>
                    <a:pt x="128" y="297"/>
                  </a:cubicBezTo>
                  <a:lnTo>
                    <a:pt x="144" y="107"/>
                  </a:lnTo>
                  <a:close/>
                </a:path>
              </a:pathLst>
            </a:custGeom>
            <a:solidFill>
              <a:srgbClr val="A6E2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6" name="任意多边形: 形状 55">
              <a:extLst>
                <a:ext uri="{FF2B5EF4-FFF2-40B4-BE49-F238E27FC236}">
                  <a16:creationId xmlns:a16="http://schemas.microsoft.com/office/drawing/2014/main" id="{17EB4893-4B83-728A-4D7F-03DD7355B8F5}"/>
                </a:ext>
              </a:extLst>
            </p:cNvPr>
            <p:cNvSpPr>
              <a:spLocks/>
            </p:cNvSpPr>
            <p:nvPr userDrawn="1"/>
          </p:nvSpPr>
          <p:spPr bwMode="auto">
            <a:xfrm>
              <a:off x="8675688" y="3063875"/>
              <a:ext cx="185737" cy="477837"/>
            </a:xfrm>
            <a:custGeom>
              <a:avLst/>
              <a:gdLst>
                <a:gd name="T0" fmla="*/ 0 w 68"/>
                <a:gd name="T1" fmla="*/ 0 h 176"/>
                <a:gd name="T2" fmla="*/ 68 w 68"/>
                <a:gd name="T3" fmla="*/ 176 h 176"/>
                <a:gd name="T4" fmla="*/ 0 w 68"/>
                <a:gd name="T5" fmla="*/ 0 h 176"/>
              </a:gdLst>
              <a:ahLst/>
              <a:cxnLst>
                <a:cxn ang="0">
                  <a:pos x="T0" y="T1"/>
                </a:cxn>
                <a:cxn ang="0">
                  <a:pos x="T2" y="T3"/>
                </a:cxn>
                <a:cxn ang="0">
                  <a:pos x="T4" y="T5"/>
                </a:cxn>
              </a:cxnLst>
              <a:rect l="0" t="0" r="r" b="b"/>
              <a:pathLst>
                <a:path w="68" h="176">
                  <a:moveTo>
                    <a:pt x="0" y="0"/>
                  </a:moveTo>
                  <a:cubicBezTo>
                    <a:pt x="0" y="0"/>
                    <a:pt x="23" y="122"/>
                    <a:pt x="68" y="176"/>
                  </a:cubicBezTo>
                  <a:cubicBezTo>
                    <a:pt x="68" y="176"/>
                    <a:pt x="10" y="131"/>
                    <a:pt x="0" y="0"/>
                  </a:cubicBezTo>
                  <a:close/>
                </a:path>
              </a:pathLst>
            </a:custGeom>
            <a:solidFill>
              <a:srgbClr val="A6E2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7" name="任意多边形: 形状 56">
              <a:extLst>
                <a:ext uri="{FF2B5EF4-FFF2-40B4-BE49-F238E27FC236}">
                  <a16:creationId xmlns:a16="http://schemas.microsoft.com/office/drawing/2014/main" id="{4AC50D25-9B43-6F2A-97D5-A2B338451238}"/>
                </a:ext>
              </a:extLst>
            </p:cNvPr>
            <p:cNvSpPr>
              <a:spLocks/>
            </p:cNvSpPr>
            <p:nvPr userDrawn="1"/>
          </p:nvSpPr>
          <p:spPr bwMode="auto">
            <a:xfrm>
              <a:off x="8545513" y="5548313"/>
              <a:ext cx="106362" cy="182562"/>
            </a:xfrm>
            <a:custGeom>
              <a:avLst/>
              <a:gdLst>
                <a:gd name="T0" fmla="*/ 39 w 39"/>
                <a:gd name="T1" fmla="*/ 0 h 67"/>
                <a:gd name="T2" fmla="*/ 0 w 39"/>
                <a:gd name="T3" fmla="*/ 3 h 67"/>
                <a:gd name="T4" fmla="*/ 28 w 39"/>
                <a:gd name="T5" fmla="*/ 12 h 67"/>
                <a:gd name="T6" fmla="*/ 28 w 39"/>
                <a:gd name="T7" fmla="*/ 67 h 67"/>
                <a:gd name="T8" fmla="*/ 36 w 39"/>
                <a:gd name="T9" fmla="*/ 63 h 67"/>
                <a:gd name="T10" fmla="*/ 39 w 39"/>
                <a:gd name="T11" fmla="*/ 0 h 67"/>
              </a:gdLst>
              <a:ahLst/>
              <a:cxnLst>
                <a:cxn ang="0">
                  <a:pos x="T0" y="T1"/>
                </a:cxn>
                <a:cxn ang="0">
                  <a:pos x="T2" y="T3"/>
                </a:cxn>
                <a:cxn ang="0">
                  <a:pos x="T4" y="T5"/>
                </a:cxn>
                <a:cxn ang="0">
                  <a:pos x="T6" y="T7"/>
                </a:cxn>
                <a:cxn ang="0">
                  <a:pos x="T8" y="T9"/>
                </a:cxn>
                <a:cxn ang="0">
                  <a:pos x="T10" y="T11"/>
                </a:cxn>
              </a:cxnLst>
              <a:rect l="0" t="0" r="r" b="b"/>
              <a:pathLst>
                <a:path w="39" h="67">
                  <a:moveTo>
                    <a:pt x="39" y="0"/>
                  </a:moveTo>
                  <a:cubicBezTo>
                    <a:pt x="0" y="3"/>
                    <a:pt x="0" y="3"/>
                    <a:pt x="0" y="3"/>
                  </a:cubicBezTo>
                  <a:cubicBezTo>
                    <a:pt x="28" y="12"/>
                    <a:pt x="28" y="12"/>
                    <a:pt x="28" y="12"/>
                  </a:cubicBezTo>
                  <a:cubicBezTo>
                    <a:pt x="28" y="12"/>
                    <a:pt x="27" y="49"/>
                    <a:pt x="28" y="67"/>
                  </a:cubicBezTo>
                  <a:cubicBezTo>
                    <a:pt x="30" y="66"/>
                    <a:pt x="33" y="65"/>
                    <a:pt x="36" y="63"/>
                  </a:cubicBezTo>
                  <a:lnTo>
                    <a:pt x="39" y="0"/>
                  </a:lnTo>
                  <a:close/>
                </a:path>
              </a:pathLst>
            </a:custGeom>
            <a:solidFill>
              <a:srgbClr val="EFB1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8" name="任意多边形: 形状 57">
              <a:extLst>
                <a:ext uri="{FF2B5EF4-FFF2-40B4-BE49-F238E27FC236}">
                  <a16:creationId xmlns:a16="http://schemas.microsoft.com/office/drawing/2014/main" id="{AA1DE5E5-7C36-8D80-AF38-0D2A1F8B7151}"/>
                </a:ext>
              </a:extLst>
            </p:cNvPr>
            <p:cNvSpPr>
              <a:spLocks/>
            </p:cNvSpPr>
            <p:nvPr userDrawn="1"/>
          </p:nvSpPr>
          <p:spPr bwMode="auto">
            <a:xfrm>
              <a:off x="8439150" y="5472113"/>
              <a:ext cx="277812" cy="95250"/>
            </a:xfrm>
            <a:custGeom>
              <a:avLst/>
              <a:gdLst>
                <a:gd name="T0" fmla="*/ 0 w 102"/>
                <a:gd name="T1" fmla="*/ 10 h 35"/>
                <a:gd name="T2" fmla="*/ 0 w 102"/>
                <a:gd name="T3" fmla="*/ 32 h 35"/>
                <a:gd name="T4" fmla="*/ 2 w 102"/>
                <a:gd name="T5" fmla="*/ 35 h 35"/>
                <a:gd name="T6" fmla="*/ 97 w 102"/>
                <a:gd name="T7" fmla="*/ 33 h 35"/>
                <a:gd name="T8" fmla="*/ 99 w 102"/>
                <a:gd name="T9" fmla="*/ 30 h 35"/>
                <a:gd name="T10" fmla="*/ 102 w 102"/>
                <a:gd name="T11" fmla="*/ 3 h 35"/>
                <a:gd name="T12" fmla="*/ 99 w 102"/>
                <a:gd name="T13" fmla="*/ 0 h 35"/>
                <a:gd name="T14" fmla="*/ 2 w 102"/>
                <a:gd name="T15" fmla="*/ 8 h 35"/>
                <a:gd name="T16" fmla="*/ 0 w 102"/>
                <a:gd name="T17" fmla="*/ 1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 h="35">
                  <a:moveTo>
                    <a:pt x="0" y="10"/>
                  </a:moveTo>
                  <a:cubicBezTo>
                    <a:pt x="0" y="32"/>
                    <a:pt x="0" y="32"/>
                    <a:pt x="0" y="32"/>
                  </a:cubicBezTo>
                  <a:cubicBezTo>
                    <a:pt x="0" y="33"/>
                    <a:pt x="1" y="35"/>
                    <a:pt x="2" y="35"/>
                  </a:cubicBezTo>
                  <a:cubicBezTo>
                    <a:pt x="97" y="33"/>
                    <a:pt x="97" y="33"/>
                    <a:pt x="97" y="33"/>
                  </a:cubicBezTo>
                  <a:cubicBezTo>
                    <a:pt x="98" y="33"/>
                    <a:pt x="99" y="31"/>
                    <a:pt x="99" y="30"/>
                  </a:cubicBezTo>
                  <a:cubicBezTo>
                    <a:pt x="102" y="3"/>
                    <a:pt x="102" y="3"/>
                    <a:pt x="102" y="3"/>
                  </a:cubicBezTo>
                  <a:cubicBezTo>
                    <a:pt x="102" y="2"/>
                    <a:pt x="101" y="0"/>
                    <a:pt x="99" y="0"/>
                  </a:cubicBezTo>
                  <a:cubicBezTo>
                    <a:pt x="2" y="8"/>
                    <a:pt x="2" y="8"/>
                    <a:pt x="2" y="8"/>
                  </a:cubicBezTo>
                  <a:cubicBezTo>
                    <a:pt x="1" y="8"/>
                    <a:pt x="0" y="9"/>
                    <a:pt x="0" y="10"/>
                  </a:cubicBezTo>
                  <a:close/>
                </a:path>
              </a:pathLst>
            </a:custGeom>
            <a:solidFill>
              <a:srgbClr val="3953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9" name="任意多边形: 形状 58">
              <a:extLst>
                <a:ext uri="{FF2B5EF4-FFF2-40B4-BE49-F238E27FC236}">
                  <a16:creationId xmlns:a16="http://schemas.microsoft.com/office/drawing/2014/main" id="{D550DADE-6DED-39AD-A714-AD426E01F0FD}"/>
                </a:ext>
              </a:extLst>
            </p:cNvPr>
            <p:cNvSpPr>
              <a:spLocks/>
            </p:cNvSpPr>
            <p:nvPr userDrawn="1"/>
          </p:nvSpPr>
          <p:spPr bwMode="auto">
            <a:xfrm>
              <a:off x="8113713" y="5681663"/>
              <a:ext cx="598487" cy="201612"/>
            </a:xfrm>
            <a:custGeom>
              <a:avLst/>
              <a:gdLst>
                <a:gd name="T0" fmla="*/ 142 w 220"/>
                <a:gd name="T1" fmla="*/ 0 h 74"/>
                <a:gd name="T2" fmla="*/ 4 w 220"/>
                <a:gd name="T3" fmla="*/ 52 h 74"/>
                <a:gd name="T4" fmla="*/ 0 w 220"/>
                <a:gd name="T5" fmla="*/ 60 h 74"/>
                <a:gd name="T6" fmla="*/ 0 w 220"/>
                <a:gd name="T7" fmla="*/ 71 h 74"/>
                <a:gd name="T8" fmla="*/ 3 w 220"/>
                <a:gd name="T9" fmla="*/ 74 h 74"/>
                <a:gd name="T10" fmla="*/ 214 w 220"/>
                <a:gd name="T11" fmla="*/ 74 h 74"/>
                <a:gd name="T12" fmla="*/ 217 w 220"/>
                <a:gd name="T13" fmla="*/ 72 h 74"/>
                <a:gd name="T14" fmla="*/ 219 w 220"/>
                <a:gd name="T15" fmla="*/ 51 h 74"/>
                <a:gd name="T16" fmla="*/ 212 w 220"/>
                <a:gd name="T17" fmla="*/ 18 h 74"/>
                <a:gd name="T18" fmla="*/ 206 w 220"/>
                <a:gd name="T19" fmla="*/ 10 h 74"/>
                <a:gd name="T20" fmla="*/ 194 w 220"/>
                <a:gd name="T21" fmla="*/ 6 h 74"/>
                <a:gd name="T22" fmla="*/ 170 w 220"/>
                <a:gd name="T23" fmla="*/ 17 h 74"/>
                <a:gd name="T24" fmla="*/ 142 w 220"/>
                <a:gd name="T25"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0" h="74">
                  <a:moveTo>
                    <a:pt x="142" y="0"/>
                  </a:moveTo>
                  <a:cubicBezTo>
                    <a:pt x="142" y="0"/>
                    <a:pt x="44" y="22"/>
                    <a:pt x="4" y="52"/>
                  </a:cubicBezTo>
                  <a:cubicBezTo>
                    <a:pt x="1" y="54"/>
                    <a:pt x="0" y="57"/>
                    <a:pt x="0" y="60"/>
                  </a:cubicBezTo>
                  <a:cubicBezTo>
                    <a:pt x="0" y="71"/>
                    <a:pt x="0" y="71"/>
                    <a:pt x="0" y="71"/>
                  </a:cubicBezTo>
                  <a:cubicBezTo>
                    <a:pt x="0" y="73"/>
                    <a:pt x="1" y="74"/>
                    <a:pt x="3" y="74"/>
                  </a:cubicBezTo>
                  <a:cubicBezTo>
                    <a:pt x="214" y="74"/>
                    <a:pt x="214" y="74"/>
                    <a:pt x="214" y="74"/>
                  </a:cubicBezTo>
                  <a:cubicBezTo>
                    <a:pt x="216" y="74"/>
                    <a:pt x="217" y="73"/>
                    <a:pt x="217" y="72"/>
                  </a:cubicBezTo>
                  <a:cubicBezTo>
                    <a:pt x="218" y="67"/>
                    <a:pt x="220" y="57"/>
                    <a:pt x="219" y="51"/>
                  </a:cubicBezTo>
                  <a:cubicBezTo>
                    <a:pt x="212" y="18"/>
                    <a:pt x="212" y="18"/>
                    <a:pt x="212" y="18"/>
                  </a:cubicBezTo>
                  <a:cubicBezTo>
                    <a:pt x="212" y="14"/>
                    <a:pt x="209" y="11"/>
                    <a:pt x="206" y="10"/>
                  </a:cubicBezTo>
                  <a:cubicBezTo>
                    <a:pt x="194" y="6"/>
                    <a:pt x="194" y="6"/>
                    <a:pt x="194" y="6"/>
                  </a:cubicBezTo>
                  <a:cubicBezTo>
                    <a:pt x="194" y="6"/>
                    <a:pt x="191" y="14"/>
                    <a:pt x="170" y="17"/>
                  </a:cubicBezTo>
                  <a:cubicBezTo>
                    <a:pt x="170" y="17"/>
                    <a:pt x="142" y="20"/>
                    <a:pt x="142" y="0"/>
                  </a:cubicBezTo>
                  <a:close/>
                </a:path>
              </a:pathLst>
            </a:custGeom>
            <a:solidFill>
              <a:srgbClr val="FFCD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0" name="任意多边形: 形状 59">
              <a:extLst>
                <a:ext uri="{FF2B5EF4-FFF2-40B4-BE49-F238E27FC236}">
                  <a16:creationId xmlns:a16="http://schemas.microsoft.com/office/drawing/2014/main" id="{93B3E1A8-3F83-0E82-9358-A8E992AF3F53}"/>
                </a:ext>
              </a:extLst>
            </p:cNvPr>
            <p:cNvSpPr>
              <a:spLocks/>
            </p:cNvSpPr>
            <p:nvPr userDrawn="1"/>
          </p:nvSpPr>
          <p:spPr bwMode="auto">
            <a:xfrm>
              <a:off x="9290050" y="5526088"/>
              <a:ext cx="106362" cy="198437"/>
            </a:xfrm>
            <a:custGeom>
              <a:avLst/>
              <a:gdLst>
                <a:gd name="T0" fmla="*/ 0 w 39"/>
                <a:gd name="T1" fmla="*/ 5 h 73"/>
                <a:gd name="T2" fmla="*/ 4 w 39"/>
                <a:gd name="T3" fmla="*/ 71 h 73"/>
                <a:gd name="T4" fmla="*/ 7 w 39"/>
                <a:gd name="T5" fmla="*/ 73 h 73"/>
                <a:gd name="T6" fmla="*/ 13 w 39"/>
                <a:gd name="T7" fmla="*/ 11 h 73"/>
                <a:gd name="T8" fmla="*/ 39 w 39"/>
                <a:gd name="T9" fmla="*/ 0 h 73"/>
                <a:gd name="T10" fmla="*/ 0 w 39"/>
                <a:gd name="T11" fmla="*/ 5 h 73"/>
              </a:gdLst>
              <a:ahLst/>
              <a:cxnLst>
                <a:cxn ang="0">
                  <a:pos x="T0" y="T1"/>
                </a:cxn>
                <a:cxn ang="0">
                  <a:pos x="T2" y="T3"/>
                </a:cxn>
                <a:cxn ang="0">
                  <a:pos x="T4" y="T5"/>
                </a:cxn>
                <a:cxn ang="0">
                  <a:pos x="T6" y="T7"/>
                </a:cxn>
                <a:cxn ang="0">
                  <a:pos x="T8" y="T9"/>
                </a:cxn>
                <a:cxn ang="0">
                  <a:pos x="T10" y="T11"/>
                </a:cxn>
              </a:cxnLst>
              <a:rect l="0" t="0" r="r" b="b"/>
              <a:pathLst>
                <a:path w="39" h="73">
                  <a:moveTo>
                    <a:pt x="0" y="5"/>
                  </a:moveTo>
                  <a:cubicBezTo>
                    <a:pt x="4" y="71"/>
                    <a:pt x="4" y="71"/>
                    <a:pt x="4" y="71"/>
                  </a:cubicBezTo>
                  <a:cubicBezTo>
                    <a:pt x="5" y="72"/>
                    <a:pt x="6" y="73"/>
                    <a:pt x="7" y="73"/>
                  </a:cubicBezTo>
                  <a:cubicBezTo>
                    <a:pt x="13" y="11"/>
                    <a:pt x="13" y="11"/>
                    <a:pt x="13" y="11"/>
                  </a:cubicBezTo>
                  <a:cubicBezTo>
                    <a:pt x="39" y="0"/>
                    <a:pt x="39" y="0"/>
                    <a:pt x="39" y="0"/>
                  </a:cubicBezTo>
                  <a:lnTo>
                    <a:pt x="0" y="5"/>
                  </a:lnTo>
                  <a:close/>
                </a:path>
              </a:pathLst>
            </a:custGeom>
            <a:solidFill>
              <a:srgbClr val="EFB1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1" name="任意多边形: 形状 60">
              <a:extLst>
                <a:ext uri="{FF2B5EF4-FFF2-40B4-BE49-F238E27FC236}">
                  <a16:creationId xmlns:a16="http://schemas.microsoft.com/office/drawing/2014/main" id="{3C402F59-5AB3-C99A-53D2-6C91AC642707}"/>
                </a:ext>
              </a:extLst>
            </p:cNvPr>
            <p:cNvSpPr>
              <a:spLocks/>
            </p:cNvSpPr>
            <p:nvPr userDrawn="1"/>
          </p:nvSpPr>
          <p:spPr bwMode="auto">
            <a:xfrm>
              <a:off x="9229725" y="5681663"/>
              <a:ext cx="600075" cy="203200"/>
            </a:xfrm>
            <a:custGeom>
              <a:avLst/>
              <a:gdLst>
                <a:gd name="T0" fmla="*/ 78 w 221"/>
                <a:gd name="T1" fmla="*/ 0 h 75"/>
                <a:gd name="T2" fmla="*/ 217 w 221"/>
                <a:gd name="T3" fmla="*/ 52 h 75"/>
                <a:gd name="T4" fmla="*/ 221 w 221"/>
                <a:gd name="T5" fmla="*/ 60 h 75"/>
                <a:gd name="T6" fmla="*/ 221 w 221"/>
                <a:gd name="T7" fmla="*/ 71 h 75"/>
                <a:gd name="T8" fmla="*/ 217 w 221"/>
                <a:gd name="T9" fmla="*/ 75 h 75"/>
                <a:gd name="T10" fmla="*/ 6 w 221"/>
                <a:gd name="T11" fmla="*/ 75 h 75"/>
                <a:gd name="T12" fmla="*/ 3 w 221"/>
                <a:gd name="T13" fmla="*/ 72 h 75"/>
                <a:gd name="T14" fmla="*/ 2 w 221"/>
                <a:gd name="T15" fmla="*/ 52 h 75"/>
                <a:gd name="T16" fmla="*/ 8 w 221"/>
                <a:gd name="T17" fmla="*/ 18 h 75"/>
                <a:gd name="T18" fmla="*/ 14 w 221"/>
                <a:gd name="T19" fmla="*/ 10 h 75"/>
                <a:gd name="T20" fmla="*/ 26 w 221"/>
                <a:gd name="T21" fmla="*/ 6 h 75"/>
                <a:gd name="T22" fmla="*/ 50 w 221"/>
                <a:gd name="T23" fmla="*/ 17 h 75"/>
                <a:gd name="T24" fmla="*/ 78 w 221"/>
                <a:gd name="T25"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1" h="75">
                  <a:moveTo>
                    <a:pt x="78" y="0"/>
                  </a:moveTo>
                  <a:cubicBezTo>
                    <a:pt x="78" y="0"/>
                    <a:pt x="177" y="22"/>
                    <a:pt x="217" y="52"/>
                  </a:cubicBezTo>
                  <a:cubicBezTo>
                    <a:pt x="219" y="54"/>
                    <a:pt x="221" y="57"/>
                    <a:pt x="221" y="60"/>
                  </a:cubicBezTo>
                  <a:cubicBezTo>
                    <a:pt x="221" y="71"/>
                    <a:pt x="221" y="71"/>
                    <a:pt x="221" y="71"/>
                  </a:cubicBezTo>
                  <a:cubicBezTo>
                    <a:pt x="221" y="73"/>
                    <a:pt x="219" y="75"/>
                    <a:pt x="217" y="75"/>
                  </a:cubicBezTo>
                  <a:cubicBezTo>
                    <a:pt x="6" y="75"/>
                    <a:pt x="6" y="75"/>
                    <a:pt x="6" y="75"/>
                  </a:cubicBezTo>
                  <a:cubicBezTo>
                    <a:pt x="5" y="75"/>
                    <a:pt x="3" y="74"/>
                    <a:pt x="3" y="72"/>
                  </a:cubicBezTo>
                  <a:cubicBezTo>
                    <a:pt x="2" y="68"/>
                    <a:pt x="0" y="58"/>
                    <a:pt x="2" y="52"/>
                  </a:cubicBezTo>
                  <a:cubicBezTo>
                    <a:pt x="8" y="18"/>
                    <a:pt x="8" y="18"/>
                    <a:pt x="8" y="18"/>
                  </a:cubicBezTo>
                  <a:cubicBezTo>
                    <a:pt x="8" y="14"/>
                    <a:pt x="11" y="11"/>
                    <a:pt x="14" y="10"/>
                  </a:cubicBezTo>
                  <a:cubicBezTo>
                    <a:pt x="26" y="6"/>
                    <a:pt x="26" y="6"/>
                    <a:pt x="26" y="6"/>
                  </a:cubicBezTo>
                  <a:cubicBezTo>
                    <a:pt x="26" y="6"/>
                    <a:pt x="29" y="14"/>
                    <a:pt x="50" y="17"/>
                  </a:cubicBezTo>
                  <a:cubicBezTo>
                    <a:pt x="50" y="17"/>
                    <a:pt x="78" y="21"/>
                    <a:pt x="78" y="0"/>
                  </a:cubicBezTo>
                  <a:close/>
                </a:path>
              </a:pathLst>
            </a:custGeom>
            <a:solidFill>
              <a:srgbClr val="FFCD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任意多边形: 形状 61">
              <a:extLst>
                <a:ext uri="{FF2B5EF4-FFF2-40B4-BE49-F238E27FC236}">
                  <a16:creationId xmlns:a16="http://schemas.microsoft.com/office/drawing/2014/main" id="{2DE3A022-8312-F605-8EDF-E0A1B731FCAB}"/>
                </a:ext>
              </a:extLst>
            </p:cNvPr>
            <p:cNvSpPr>
              <a:spLocks/>
            </p:cNvSpPr>
            <p:nvPr userDrawn="1"/>
          </p:nvSpPr>
          <p:spPr bwMode="auto">
            <a:xfrm>
              <a:off x="9205913" y="5448300"/>
              <a:ext cx="279400" cy="92075"/>
            </a:xfrm>
            <a:custGeom>
              <a:avLst/>
              <a:gdLst>
                <a:gd name="T0" fmla="*/ 0 w 103"/>
                <a:gd name="T1" fmla="*/ 10 h 34"/>
                <a:gd name="T2" fmla="*/ 0 w 103"/>
                <a:gd name="T3" fmla="*/ 31 h 34"/>
                <a:gd name="T4" fmla="*/ 3 w 103"/>
                <a:gd name="T5" fmla="*/ 34 h 34"/>
                <a:gd name="T6" fmla="*/ 98 w 103"/>
                <a:gd name="T7" fmla="*/ 32 h 34"/>
                <a:gd name="T8" fmla="*/ 100 w 103"/>
                <a:gd name="T9" fmla="*/ 30 h 34"/>
                <a:gd name="T10" fmla="*/ 103 w 103"/>
                <a:gd name="T11" fmla="*/ 3 h 34"/>
                <a:gd name="T12" fmla="*/ 100 w 103"/>
                <a:gd name="T13" fmla="*/ 0 h 34"/>
                <a:gd name="T14" fmla="*/ 3 w 103"/>
                <a:gd name="T15" fmla="*/ 7 h 34"/>
                <a:gd name="T16" fmla="*/ 0 w 103"/>
                <a:gd name="T17" fmla="*/ 1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34">
                  <a:moveTo>
                    <a:pt x="0" y="10"/>
                  </a:moveTo>
                  <a:cubicBezTo>
                    <a:pt x="0" y="31"/>
                    <a:pt x="0" y="31"/>
                    <a:pt x="0" y="31"/>
                  </a:cubicBezTo>
                  <a:cubicBezTo>
                    <a:pt x="0" y="33"/>
                    <a:pt x="2" y="34"/>
                    <a:pt x="3" y="34"/>
                  </a:cubicBezTo>
                  <a:cubicBezTo>
                    <a:pt x="98" y="32"/>
                    <a:pt x="98" y="32"/>
                    <a:pt x="98" y="32"/>
                  </a:cubicBezTo>
                  <a:cubicBezTo>
                    <a:pt x="99" y="32"/>
                    <a:pt x="100" y="31"/>
                    <a:pt x="100" y="30"/>
                  </a:cubicBezTo>
                  <a:cubicBezTo>
                    <a:pt x="103" y="3"/>
                    <a:pt x="103" y="3"/>
                    <a:pt x="103" y="3"/>
                  </a:cubicBezTo>
                  <a:cubicBezTo>
                    <a:pt x="103" y="1"/>
                    <a:pt x="102" y="0"/>
                    <a:pt x="100" y="0"/>
                  </a:cubicBezTo>
                  <a:cubicBezTo>
                    <a:pt x="3" y="7"/>
                    <a:pt x="3" y="7"/>
                    <a:pt x="3" y="7"/>
                  </a:cubicBezTo>
                  <a:cubicBezTo>
                    <a:pt x="2" y="7"/>
                    <a:pt x="0" y="9"/>
                    <a:pt x="0" y="10"/>
                  </a:cubicBezTo>
                  <a:close/>
                </a:path>
              </a:pathLst>
            </a:custGeom>
            <a:solidFill>
              <a:srgbClr val="3953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任意多边形: 形状 62">
              <a:extLst>
                <a:ext uri="{FF2B5EF4-FFF2-40B4-BE49-F238E27FC236}">
                  <a16:creationId xmlns:a16="http://schemas.microsoft.com/office/drawing/2014/main" id="{77462C82-099B-56FC-A8AD-D9944BF34705}"/>
                </a:ext>
              </a:extLst>
            </p:cNvPr>
            <p:cNvSpPr>
              <a:spLocks/>
            </p:cNvSpPr>
            <p:nvPr userDrawn="1"/>
          </p:nvSpPr>
          <p:spPr bwMode="auto">
            <a:xfrm>
              <a:off x="8196263" y="5697538"/>
              <a:ext cx="234950" cy="92075"/>
            </a:xfrm>
            <a:custGeom>
              <a:avLst/>
              <a:gdLst>
                <a:gd name="T0" fmla="*/ 14 w 87"/>
                <a:gd name="T1" fmla="*/ 34 h 34"/>
                <a:gd name="T2" fmla="*/ 10 w 87"/>
                <a:gd name="T3" fmla="*/ 34 h 34"/>
                <a:gd name="T4" fmla="*/ 1 w 87"/>
                <a:gd name="T5" fmla="*/ 32 h 34"/>
                <a:gd name="T6" fmla="*/ 0 w 87"/>
                <a:gd name="T7" fmla="*/ 31 h 34"/>
                <a:gd name="T8" fmla="*/ 1 w 87"/>
                <a:gd name="T9" fmla="*/ 30 h 34"/>
                <a:gd name="T10" fmla="*/ 10 w 87"/>
                <a:gd name="T11" fmla="*/ 32 h 34"/>
                <a:gd name="T12" fmla="*/ 21 w 87"/>
                <a:gd name="T13" fmla="*/ 31 h 34"/>
                <a:gd name="T14" fmla="*/ 80 w 87"/>
                <a:gd name="T15" fmla="*/ 13 h 34"/>
                <a:gd name="T16" fmla="*/ 83 w 87"/>
                <a:gd name="T17" fmla="*/ 10 h 34"/>
                <a:gd name="T18" fmla="*/ 85 w 87"/>
                <a:gd name="T19" fmla="*/ 1 h 34"/>
                <a:gd name="T20" fmla="*/ 86 w 87"/>
                <a:gd name="T21" fmla="*/ 0 h 34"/>
                <a:gd name="T22" fmla="*/ 87 w 87"/>
                <a:gd name="T23" fmla="*/ 1 h 34"/>
                <a:gd name="T24" fmla="*/ 85 w 87"/>
                <a:gd name="T25" fmla="*/ 11 h 34"/>
                <a:gd name="T26" fmla="*/ 81 w 87"/>
                <a:gd name="T27" fmla="*/ 15 h 34"/>
                <a:gd name="T28" fmla="*/ 21 w 87"/>
                <a:gd name="T29" fmla="*/ 33 h 34"/>
                <a:gd name="T30" fmla="*/ 14 w 87"/>
                <a:gd name="T3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7" h="34">
                  <a:moveTo>
                    <a:pt x="14" y="34"/>
                  </a:moveTo>
                  <a:cubicBezTo>
                    <a:pt x="13" y="34"/>
                    <a:pt x="11" y="34"/>
                    <a:pt x="10" y="34"/>
                  </a:cubicBezTo>
                  <a:cubicBezTo>
                    <a:pt x="1" y="32"/>
                    <a:pt x="1" y="32"/>
                    <a:pt x="1" y="32"/>
                  </a:cubicBezTo>
                  <a:cubicBezTo>
                    <a:pt x="0" y="32"/>
                    <a:pt x="0" y="31"/>
                    <a:pt x="0" y="31"/>
                  </a:cubicBezTo>
                  <a:cubicBezTo>
                    <a:pt x="0" y="30"/>
                    <a:pt x="1" y="30"/>
                    <a:pt x="1" y="30"/>
                  </a:cubicBezTo>
                  <a:cubicBezTo>
                    <a:pt x="10" y="32"/>
                    <a:pt x="10" y="32"/>
                    <a:pt x="10" y="32"/>
                  </a:cubicBezTo>
                  <a:cubicBezTo>
                    <a:pt x="14" y="33"/>
                    <a:pt x="17" y="32"/>
                    <a:pt x="21" y="31"/>
                  </a:cubicBezTo>
                  <a:cubicBezTo>
                    <a:pt x="26" y="30"/>
                    <a:pt x="69" y="17"/>
                    <a:pt x="80" y="13"/>
                  </a:cubicBezTo>
                  <a:cubicBezTo>
                    <a:pt x="82" y="13"/>
                    <a:pt x="83" y="12"/>
                    <a:pt x="83" y="10"/>
                  </a:cubicBezTo>
                  <a:cubicBezTo>
                    <a:pt x="85" y="1"/>
                    <a:pt x="85" y="1"/>
                    <a:pt x="85" y="1"/>
                  </a:cubicBezTo>
                  <a:cubicBezTo>
                    <a:pt x="85" y="0"/>
                    <a:pt x="86" y="0"/>
                    <a:pt x="86" y="0"/>
                  </a:cubicBezTo>
                  <a:cubicBezTo>
                    <a:pt x="87" y="0"/>
                    <a:pt x="87" y="1"/>
                    <a:pt x="87" y="1"/>
                  </a:cubicBezTo>
                  <a:cubicBezTo>
                    <a:pt x="85" y="11"/>
                    <a:pt x="85" y="11"/>
                    <a:pt x="85" y="11"/>
                  </a:cubicBezTo>
                  <a:cubicBezTo>
                    <a:pt x="84" y="13"/>
                    <a:pt x="83" y="14"/>
                    <a:pt x="81" y="15"/>
                  </a:cubicBezTo>
                  <a:cubicBezTo>
                    <a:pt x="69" y="19"/>
                    <a:pt x="26" y="32"/>
                    <a:pt x="21" y="33"/>
                  </a:cubicBezTo>
                  <a:cubicBezTo>
                    <a:pt x="19" y="34"/>
                    <a:pt x="17" y="34"/>
                    <a:pt x="14" y="34"/>
                  </a:cubicBezTo>
                  <a:close/>
                </a:path>
              </a:pathLst>
            </a:custGeom>
            <a:solidFill>
              <a:srgbClr val="DEA6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任意多边形: 形状 63">
              <a:extLst>
                <a:ext uri="{FF2B5EF4-FFF2-40B4-BE49-F238E27FC236}">
                  <a16:creationId xmlns:a16="http://schemas.microsoft.com/office/drawing/2014/main" id="{A7912334-B621-1ADA-B15A-0443A6D80654}"/>
                </a:ext>
              </a:extLst>
            </p:cNvPr>
            <p:cNvSpPr>
              <a:spLocks/>
            </p:cNvSpPr>
            <p:nvPr userDrawn="1"/>
          </p:nvSpPr>
          <p:spPr bwMode="auto">
            <a:xfrm>
              <a:off x="8296275" y="5799138"/>
              <a:ext cx="409575" cy="85725"/>
            </a:xfrm>
            <a:custGeom>
              <a:avLst/>
              <a:gdLst>
                <a:gd name="T0" fmla="*/ 1 w 151"/>
                <a:gd name="T1" fmla="*/ 32 h 32"/>
                <a:gd name="T2" fmla="*/ 0 w 151"/>
                <a:gd name="T3" fmla="*/ 32 h 32"/>
                <a:gd name="T4" fmla="*/ 0 w 151"/>
                <a:gd name="T5" fmla="*/ 31 h 32"/>
                <a:gd name="T6" fmla="*/ 26 w 151"/>
                <a:gd name="T7" fmla="*/ 15 h 32"/>
                <a:gd name="T8" fmla="*/ 124 w 151"/>
                <a:gd name="T9" fmla="*/ 14 h 32"/>
                <a:gd name="T10" fmla="*/ 142 w 151"/>
                <a:gd name="T11" fmla="*/ 7 h 32"/>
                <a:gd name="T12" fmla="*/ 150 w 151"/>
                <a:gd name="T13" fmla="*/ 0 h 32"/>
                <a:gd name="T14" fmla="*/ 151 w 151"/>
                <a:gd name="T15" fmla="*/ 0 h 32"/>
                <a:gd name="T16" fmla="*/ 151 w 151"/>
                <a:gd name="T17" fmla="*/ 2 h 32"/>
                <a:gd name="T18" fmla="*/ 144 w 151"/>
                <a:gd name="T19" fmla="*/ 8 h 32"/>
                <a:gd name="T20" fmla="*/ 124 w 151"/>
                <a:gd name="T21" fmla="*/ 16 h 32"/>
                <a:gd name="T22" fmla="*/ 26 w 151"/>
                <a:gd name="T23" fmla="*/ 17 h 32"/>
                <a:gd name="T24" fmla="*/ 2 w 151"/>
                <a:gd name="T25" fmla="*/ 32 h 32"/>
                <a:gd name="T26" fmla="*/ 1 w 151"/>
                <a:gd name="T27"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1" h="32">
                  <a:moveTo>
                    <a:pt x="1" y="32"/>
                  </a:moveTo>
                  <a:cubicBezTo>
                    <a:pt x="1" y="32"/>
                    <a:pt x="1" y="32"/>
                    <a:pt x="0" y="32"/>
                  </a:cubicBezTo>
                  <a:cubicBezTo>
                    <a:pt x="0" y="32"/>
                    <a:pt x="0" y="31"/>
                    <a:pt x="0" y="31"/>
                  </a:cubicBezTo>
                  <a:cubicBezTo>
                    <a:pt x="5" y="21"/>
                    <a:pt x="15" y="15"/>
                    <a:pt x="26" y="15"/>
                  </a:cubicBezTo>
                  <a:cubicBezTo>
                    <a:pt x="124" y="14"/>
                    <a:pt x="124" y="14"/>
                    <a:pt x="124" y="14"/>
                  </a:cubicBezTo>
                  <a:cubicBezTo>
                    <a:pt x="131" y="14"/>
                    <a:pt x="137" y="11"/>
                    <a:pt x="142" y="7"/>
                  </a:cubicBezTo>
                  <a:cubicBezTo>
                    <a:pt x="150" y="0"/>
                    <a:pt x="150" y="0"/>
                    <a:pt x="150" y="0"/>
                  </a:cubicBezTo>
                  <a:cubicBezTo>
                    <a:pt x="150" y="0"/>
                    <a:pt x="151" y="0"/>
                    <a:pt x="151" y="0"/>
                  </a:cubicBezTo>
                  <a:cubicBezTo>
                    <a:pt x="151" y="1"/>
                    <a:pt x="151" y="1"/>
                    <a:pt x="151" y="2"/>
                  </a:cubicBezTo>
                  <a:cubicBezTo>
                    <a:pt x="144" y="8"/>
                    <a:pt x="144" y="8"/>
                    <a:pt x="144" y="8"/>
                  </a:cubicBezTo>
                  <a:cubicBezTo>
                    <a:pt x="138" y="13"/>
                    <a:pt x="131" y="16"/>
                    <a:pt x="124" y="16"/>
                  </a:cubicBezTo>
                  <a:cubicBezTo>
                    <a:pt x="26" y="17"/>
                    <a:pt x="26" y="17"/>
                    <a:pt x="26" y="17"/>
                  </a:cubicBezTo>
                  <a:cubicBezTo>
                    <a:pt x="16" y="17"/>
                    <a:pt x="7" y="23"/>
                    <a:pt x="2" y="32"/>
                  </a:cubicBezTo>
                  <a:cubicBezTo>
                    <a:pt x="2" y="32"/>
                    <a:pt x="1" y="32"/>
                    <a:pt x="1" y="32"/>
                  </a:cubicBezTo>
                  <a:close/>
                </a:path>
              </a:pathLst>
            </a:custGeom>
            <a:solidFill>
              <a:srgbClr val="DEA6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任意多边形: 形状 64">
              <a:extLst>
                <a:ext uri="{FF2B5EF4-FFF2-40B4-BE49-F238E27FC236}">
                  <a16:creationId xmlns:a16="http://schemas.microsoft.com/office/drawing/2014/main" id="{F36284FA-E6A0-5C3E-63B6-1FF1FFB48139}"/>
                </a:ext>
              </a:extLst>
            </p:cNvPr>
            <p:cNvSpPr>
              <a:spLocks/>
            </p:cNvSpPr>
            <p:nvPr userDrawn="1"/>
          </p:nvSpPr>
          <p:spPr bwMode="auto">
            <a:xfrm>
              <a:off x="9509125" y="5697538"/>
              <a:ext cx="236537" cy="92075"/>
            </a:xfrm>
            <a:custGeom>
              <a:avLst/>
              <a:gdLst>
                <a:gd name="T0" fmla="*/ 73 w 87"/>
                <a:gd name="T1" fmla="*/ 34 h 34"/>
                <a:gd name="T2" fmla="*/ 66 w 87"/>
                <a:gd name="T3" fmla="*/ 33 h 34"/>
                <a:gd name="T4" fmla="*/ 6 w 87"/>
                <a:gd name="T5" fmla="*/ 15 h 34"/>
                <a:gd name="T6" fmla="*/ 2 w 87"/>
                <a:gd name="T7" fmla="*/ 11 h 34"/>
                <a:gd name="T8" fmla="*/ 0 w 87"/>
                <a:gd name="T9" fmla="*/ 1 h 34"/>
                <a:gd name="T10" fmla="*/ 1 w 87"/>
                <a:gd name="T11" fmla="*/ 0 h 34"/>
                <a:gd name="T12" fmla="*/ 2 w 87"/>
                <a:gd name="T13" fmla="*/ 1 h 34"/>
                <a:gd name="T14" fmla="*/ 4 w 87"/>
                <a:gd name="T15" fmla="*/ 10 h 34"/>
                <a:gd name="T16" fmla="*/ 7 w 87"/>
                <a:gd name="T17" fmla="*/ 13 h 34"/>
                <a:gd name="T18" fmla="*/ 67 w 87"/>
                <a:gd name="T19" fmla="*/ 31 h 34"/>
                <a:gd name="T20" fmla="*/ 77 w 87"/>
                <a:gd name="T21" fmla="*/ 32 h 34"/>
                <a:gd name="T22" fmla="*/ 86 w 87"/>
                <a:gd name="T23" fmla="*/ 30 h 34"/>
                <a:gd name="T24" fmla="*/ 87 w 87"/>
                <a:gd name="T25" fmla="*/ 31 h 34"/>
                <a:gd name="T26" fmla="*/ 86 w 87"/>
                <a:gd name="T27" fmla="*/ 32 h 34"/>
                <a:gd name="T28" fmla="*/ 78 w 87"/>
                <a:gd name="T29" fmla="*/ 34 h 34"/>
                <a:gd name="T30" fmla="*/ 73 w 87"/>
                <a:gd name="T3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7" h="34">
                  <a:moveTo>
                    <a:pt x="73" y="34"/>
                  </a:moveTo>
                  <a:cubicBezTo>
                    <a:pt x="71" y="34"/>
                    <a:pt x="68" y="34"/>
                    <a:pt x="66" y="33"/>
                  </a:cubicBezTo>
                  <a:cubicBezTo>
                    <a:pt x="61" y="32"/>
                    <a:pt x="18" y="19"/>
                    <a:pt x="6" y="15"/>
                  </a:cubicBezTo>
                  <a:cubicBezTo>
                    <a:pt x="4" y="14"/>
                    <a:pt x="3" y="13"/>
                    <a:pt x="2" y="11"/>
                  </a:cubicBezTo>
                  <a:cubicBezTo>
                    <a:pt x="0" y="1"/>
                    <a:pt x="0" y="1"/>
                    <a:pt x="0" y="1"/>
                  </a:cubicBezTo>
                  <a:cubicBezTo>
                    <a:pt x="0" y="1"/>
                    <a:pt x="0" y="0"/>
                    <a:pt x="1" y="0"/>
                  </a:cubicBezTo>
                  <a:cubicBezTo>
                    <a:pt x="1" y="0"/>
                    <a:pt x="2" y="0"/>
                    <a:pt x="2" y="1"/>
                  </a:cubicBezTo>
                  <a:cubicBezTo>
                    <a:pt x="4" y="10"/>
                    <a:pt x="4" y="10"/>
                    <a:pt x="4" y="10"/>
                  </a:cubicBezTo>
                  <a:cubicBezTo>
                    <a:pt x="5" y="12"/>
                    <a:pt x="6" y="13"/>
                    <a:pt x="7" y="13"/>
                  </a:cubicBezTo>
                  <a:cubicBezTo>
                    <a:pt x="18" y="17"/>
                    <a:pt x="62" y="30"/>
                    <a:pt x="67" y="31"/>
                  </a:cubicBezTo>
                  <a:cubicBezTo>
                    <a:pt x="70" y="32"/>
                    <a:pt x="74" y="33"/>
                    <a:pt x="77" y="32"/>
                  </a:cubicBezTo>
                  <a:cubicBezTo>
                    <a:pt x="86" y="30"/>
                    <a:pt x="86" y="30"/>
                    <a:pt x="86" y="30"/>
                  </a:cubicBezTo>
                  <a:cubicBezTo>
                    <a:pt x="87" y="30"/>
                    <a:pt x="87" y="30"/>
                    <a:pt x="87" y="31"/>
                  </a:cubicBezTo>
                  <a:cubicBezTo>
                    <a:pt x="87" y="31"/>
                    <a:pt x="87" y="32"/>
                    <a:pt x="86" y="32"/>
                  </a:cubicBezTo>
                  <a:cubicBezTo>
                    <a:pt x="78" y="34"/>
                    <a:pt x="78" y="34"/>
                    <a:pt x="78" y="34"/>
                  </a:cubicBezTo>
                  <a:cubicBezTo>
                    <a:pt x="76" y="34"/>
                    <a:pt x="75" y="34"/>
                    <a:pt x="73" y="34"/>
                  </a:cubicBezTo>
                  <a:close/>
                </a:path>
              </a:pathLst>
            </a:custGeom>
            <a:solidFill>
              <a:srgbClr val="DEA6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任意多边形: 形状 65">
              <a:extLst>
                <a:ext uri="{FF2B5EF4-FFF2-40B4-BE49-F238E27FC236}">
                  <a16:creationId xmlns:a16="http://schemas.microsoft.com/office/drawing/2014/main" id="{1A0D965C-C025-15E1-D771-6EA858673C14}"/>
                </a:ext>
              </a:extLst>
            </p:cNvPr>
            <p:cNvSpPr>
              <a:spLocks/>
            </p:cNvSpPr>
            <p:nvPr userDrawn="1"/>
          </p:nvSpPr>
          <p:spPr bwMode="auto">
            <a:xfrm>
              <a:off x="9236075" y="5799138"/>
              <a:ext cx="409575" cy="85725"/>
            </a:xfrm>
            <a:custGeom>
              <a:avLst/>
              <a:gdLst>
                <a:gd name="T0" fmla="*/ 150 w 151"/>
                <a:gd name="T1" fmla="*/ 32 h 32"/>
                <a:gd name="T2" fmla="*/ 149 w 151"/>
                <a:gd name="T3" fmla="*/ 32 h 32"/>
                <a:gd name="T4" fmla="*/ 125 w 151"/>
                <a:gd name="T5" fmla="*/ 17 h 32"/>
                <a:gd name="T6" fmla="*/ 27 w 151"/>
                <a:gd name="T7" fmla="*/ 16 h 32"/>
                <a:gd name="T8" fmla="*/ 7 w 151"/>
                <a:gd name="T9" fmla="*/ 8 h 32"/>
                <a:gd name="T10" fmla="*/ 0 w 151"/>
                <a:gd name="T11" fmla="*/ 2 h 32"/>
                <a:gd name="T12" fmla="*/ 0 w 151"/>
                <a:gd name="T13" fmla="*/ 0 h 32"/>
                <a:gd name="T14" fmla="*/ 2 w 151"/>
                <a:gd name="T15" fmla="*/ 0 h 32"/>
                <a:gd name="T16" fmla="*/ 9 w 151"/>
                <a:gd name="T17" fmla="*/ 7 h 32"/>
                <a:gd name="T18" fmla="*/ 27 w 151"/>
                <a:gd name="T19" fmla="*/ 14 h 32"/>
                <a:gd name="T20" fmla="*/ 125 w 151"/>
                <a:gd name="T21" fmla="*/ 15 h 32"/>
                <a:gd name="T22" fmla="*/ 151 w 151"/>
                <a:gd name="T23" fmla="*/ 31 h 32"/>
                <a:gd name="T24" fmla="*/ 151 w 151"/>
                <a:gd name="T25" fmla="*/ 32 h 32"/>
                <a:gd name="T26" fmla="*/ 150 w 151"/>
                <a:gd name="T27"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1" h="32">
                  <a:moveTo>
                    <a:pt x="150" y="32"/>
                  </a:moveTo>
                  <a:cubicBezTo>
                    <a:pt x="150" y="32"/>
                    <a:pt x="150" y="32"/>
                    <a:pt x="149" y="32"/>
                  </a:cubicBezTo>
                  <a:cubicBezTo>
                    <a:pt x="145" y="23"/>
                    <a:pt x="135" y="17"/>
                    <a:pt x="125" y="17"/>
                  </a:cubicBezTo>
                  <a:cubicBezTo>
                    <a:pt x="27" y="16"/>
                    <a:pt x="27" y="16"/>
                    <a:pt x="27" y="16"/>
                  </a:cubicBezTo>
                  <a:cubicBezTo>
                    <a:pt x="20" y="16"/>
                    <a:pt x="13" y="13"/>
                    <a:pt x="7" y="8"/>
                  </a:cubicBezTo>
                  <a:cubicBezTo>
                    <a:pt x="0" y="2"/>
                    <a:pt x="0" y="2"/>
                    <a:pt x="0" y="2"/>
                  </a:cubicBezTo>
                  <a:cubicBezTo>
                    <a:pt x="0" y="1"/>
                    <a:pt x="0" y="1"/>
                    <a:pt x="0" y="0"/>
                  </a:cubicBezTo>
                  <a:cubicBezTo>
                    <a:pt x="1" y="0"/>
                    <a:pt x="1" y="0"/>
                    <a:pt x="2" y="0"/>
                  </a:cubicBezTo>
                  <a:cubicBezTo>
                    <a:pt x="9" y="7"/>
                    <a:pt x="9" y="7"/>
                    <a:pt x="9" y="7"/>
                  </a:cubicBezTo>
                  <a:cubicBezTo>
                    <a:pt x="14" y="11"/>
                    <a:pt x="20" y="14"/>
                    <a:pt x="27" y="14"/>
                  </a:cubicBezTo>
                  <a:cubicBezTo>
                    <a:pt x="125" y="15"/>
                    <a:pt x="125" y="15"/>
                    <a:pt x="125" y="15"/>
                  </a:cubicBezTo>
                  <a:cubicBezTo>
                    <a:pt x="136" y="15"/>
                    <a:pt x="146" y="21"/>
                    <a:pt x="151" y="31"/>
                  </a:cubicBezTo>
                  <a:cubicBezTo>
                    <a:pt x="151" y="31"/>
                    <a:pt x="151" y="32"/>
                    <a:pt x="151" y="32"/>
                  </a:cubicBezTo>
                  <a:cubicBezTo>
                    <a:pt x="151" y="32"/>
                    <a:pt x="150" y="32"/>
                    <a:pt x="150" y="32"/>
                  </a:cubicBezTo>
                  <a:close/>
                </a:path>
              </a:pathLst>
            </a:custGeom>
            <a:solidFill>
              <a:srgbClr val="DEA6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直接连接符 66">
              <a:extLst>
                <a:ext uri="{FF2B5EF4-FFF2-40B4-BE49-F238E27FC236}">
                  <a16:creationId xmlns:a16="http://schemas.microsoft.com/office/drawing/2014/main" id="{6E4D16F8-37E3-7D77-9C9A-DFF2BA588992}"/>
                </a:ext>
              </a:extLst>
            </p:cNvPr>
            <p:cNvSpPr>
              <a:spLocks noChangeShapeType="1"/>
            </p:cNvSpPr>
            <p:nvPr userDrawn="1"/>
          </p:nvSpPr>
          <p:spPr bwMode="auto">
            <a:xfrm>
              <a:off x="9721850" y="235743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直接连接符 67">
              <a:extLst>
                <a:ext uri="{FF2B5EF4-FFF2-40B4-BE49-F238E27FC236}">
                  <a16:creationId xmlns:a16="http://schemas.microsoft.com/office/drawing/2014/main" id="{1C0F60E2-9DE8-9330-0F48-72BA076F5CCB}"/>
                </a:ext>
              </a:extLst>
            </p:cNvPr>
            <p:cNvSpPr>
              <a:spLocks noChangeShapeType="1"/>
            </p:cNvSpPr>
            <p:nvPr userDrawn="1"/>
          </p:nvSpPr>
          <p:spPr bwMode="auto">
            <a:xfrm>
              <a:off x="9721850" y="235743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9" name="任意多边形: 形状 68">
              <a:extLst>
                <a:ext uri="{FF2B5EF4-FFF2-40B4-BE49-F238E27FC236}">
                  <a16:creationId xmlns:a16="http://schemas.microsoft.com/office/drawing/2014/main" id="{20A79740-3852-9BA6-50E1-0F7A6E0C4CBD}"/>
                </a:ext>
              </a:extLst>
            </p:cNvPr>
            <p:cNvSpPr>
              <a:spLocks/>
            </p:cNvSpPr>
            <p:nvPr userDrawn="1"/>
          </p:nvSpPr>
          <p:spPr bwMode="auto">
            <a:xfrm>
              <a:off x="9432925" y="2227263"/>
              <a:ext cx="923925" cy="622300"/>
            </a:xfrm>
            <a:custGeom>
              <a:avLst/>
              <a:gdLst>
                <a:gd name="T0" fmla="*/ 334 w 340"/>
                <a:gd name="T1" fmla="*/ 229 h 229"/>
                <a:gd name="T2" fmla="*/ 6 w 340"/>
                <a:gd name="T3" fmla="*/ 229 h 229"/>
                <a:gd name="T4" fmla="*/ 0 w 340"/>
                <a:gd name="T5" fmla="*/ 223 h 229"/>
                <a:gd name="T6" fmla="*/ 0 w 340"/>
                <a:gd name="T7" fmla="*/ 7 h 229"/>
                <a:gd name="T8" fmla="*/ 6 w 340"/>
                <a:gd name="T9" fmla="*/ 0 h 229"/>
                <a:gd name="T10" fmla="*/ 334 w 340"/>
                <a:gd name="T11" fmla="*/ 0 h 229"/>
                <a:gd name="T12" fmla="*/ 340 w 340"/>
                <a:gd name="T13" fmla="*/ 7 h 229"/>
                <a:gd name="T14" fmla="*/ 340 w 340"/>
                <a:gd name="T15" fmla="*/ 223 h 229"/>
                <a:gd name="T16" fmla="*/ 334 w 340"/>
                <a:gd name="T17" fmla="*/ 229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0" h="229">
                  <a:moveTo>
                    <a:pt x="334" y="229"/>
                  </a:moveTo>
                  <a:cubicBezTo>
                    <a:pt x="6" y="229"/>
                    <a:pt x="6" y="229"/>
                    <a:pt x="6" y="229"/>
                  </a:cubicBezTo>
                  <a:cubicBezTo>
                    <a:pt x="3" y="229"/>
                    <a:pt x="0" y="226"/>
                    <a:pt x="0" y="223"/>
                  </a:cubicBezTo>
                  <a:cubicBezTo>
                    <a:pt x="0" y="7"/>
                    <a:pt x="0" y="7"/>
                    <a:pt x="0" y="7"/>
                  </a:cubicBezTo>
                  <a:cubicBezTo>
                    <a:pt x="0" y="3"/>
                    <a:pt x="3" y="0"/>
                    <a:pt x="6" y="0"/>
                  </a:cubicBezTo>
                  <a:cubicBezTo>
                    <a:pt x="334" y="0"/>
                    <a:pt x="334" y="0"/>
                    <a:pt x="334" y="0"/>
                  </a:cubicBezTo>
                  <a:cubicBezTo>
                    <a:pt x="337" y="0"/>
                    <a:pt x="340" y="3"/>
                    <a:pt x="340" y="7"/>
                  </a:cubicBezTo>
                  <a:cubicBezTo>
                    <a:pt x="340" y="223"/>
                    <a:pt x="340" y="223"/>
                    <a:pt x="340" y="223"/>
                  </a:cubicBezTo>
                  <a:cubicBezTo>
                    <a:pt x="340" y="226"/>
                    <a:pt x="337" y="229"/>
                    <a:pt x="334" y="229"/>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0" name="任意多边形: 形状 69">
              <a:extLst>
                <a:ext uri="{FF2B5EF4-FFF2-40B4-BE49-F238E27FC236}">
                  <a16:creationId xmlns:a16="http://schemas.microsoft.com/office/drawing/2014/main" id="{8D33BA5F-06D6-0EC0-E0D2-CE72F665AA5F}"/>
                </a:ext>
              </a:extLst>
            </p:cNvPr>
            <p:cNvSpPr>
              <a:spLocks/>
            </p:cNvSpPr>
            <p:nvPr userDrawn="1"/>
          </p:nvSpPr>
          <p:spPr bwMode="auto">
            <a:xfrm>
              <a:off x="9761538" y="2335213"/>
              <a:ext cx="168275" cy="168275"/>
            </a:xfrm>
            <a:custGeom>
              <a:avLst/>
              <a:gdLst>
                <a:gd name="T0" fmla="*/ 62 w 62"/>
                <a:gd name="T1" fmla="*/ 62 h 62"/>
                <a:gd name="T2" fmla="*/ 0 w 62"/>
                <a:gd name="T3" fmla="*/ 0 h 62"/>
                <a:gd name="T4" fmla="*/ 0 w 62"/>
                <a:gd name="T5" fmla="*/ 62 h 62"/>
                <a:gd name="T6" fmla="*/ 62 w 62"/>
                <a:gd name="T7" fmla="*/ 62 h 62"/>
              </a:gdLst>
              <a:ahLst/>
              <a:cxnLst>
                <a:cxn ang="0">
                  <a:pos x="T0" y="T1"/>
                </a:cxn>
                <a:cxn ang="0">
                  <a:pos x="T2" y="T3"/>
                </a:cxn>
                <a:cxn ang="0">
                  <a:pos x="T4" y="T5"/>
                </a:cxn>
                <a:cxn ang="0">
                  <a:pos x="T6" y="T7"/>
                </a:cxn>
              </a:cxnLst>
              <a:rect l="0" t="0" r="r" b="b"/>
              <a:pathLst>
                <a:path w="62" h="62">
                  <a:moveTo>
                    <a:pt x="62" y="62"/>
                  </a:moveTo>
                  <a:cubicBezTo>
                    <a:pt x="62" y="28"/>
                    <a:pt x="34" y="0"/>
                    <a:pt x="0" y="0"/>
                  </a:cubicBezTo>
                  <a:cubicBezTo>
                    <a:pt x="0" y="62"/>
                    <a:pt x="0" y="62"/>
                    <a:pt x="0" y="62"/>
                  </a:cubicBezTo>
                  <a:lnTo>
                    <a:pt x="62" y="62"/>
                  </a:lnTo>
                  <a:close/>
                </a:path>
              </a:pathLst>
            </a:custGeom>
            <a:solidFill>
              <a:srgbClr val="1A58E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任意多边形: 形状 70">
              <a:extLst>
                <a:ext uri="{FF2B5EF4-FFF2-40B4-BE49-F238E27FC236}">
                  <a16:creationId xmlns:a16="http://schemas.microsoft.com/office/drawing/2014/main" id="{80C80FCE-4670-FD58-4E7C-6C17A45EA207}"/>
                </a:ext>
              </a:extLst>
            </p:cNvPr>
            <p:cNvSpPr>
              <a:spLocks/>
            </p:cNvSpPr>
            <p:nvPr userDrawn="1"/>
          </p:nvSpPr>
          <p:spPr bwMode="auto">
            <a:xfrm>
              <a:off x="9553575" y="2390775"/>
              <a:ext cx="339725" cy="341312"/>
            </a:xfrm>
            <a:custGeom>
              <a:avLst/>
              <a:gdLst>
                <a:gd name="T0" fmla="*/ 62 w 125"/>
                <a:gd name="T1" fmla="*/ 0 h 126"/>
                <a:gd name="T2" fmla="*/ 62 w 125"/>
                <a:gd name="T3" fmla="*/ 63 h 126"/>
                <a:gd name="T4" fmla="*/ 125 w 125"/>
                <a:gd name="T5" fmla="*/ 63 h 126"/>
                <a:gd name="T6" fmla="*/ 62 w 125"/>
                <a:gd name="T7" fmla="*/ 126 h 126"/>
                <a:gd name="T8" fmla="*/ 0 w 125"/>
                <a:gd name="T9" fmla="*/ 63 h 126"/>
                <a:gd name="T10" fmla="*/ 62 w 125"/>
                <a:gd name="T11" fmla="*/ 0 h 126"/>
              </a:gdLst>
              <a:ahLst/>
              <a:cxnLst>
                <a:cxn ang="0">
                  <a:pos x="T0" y="T1"/>
                </a:cxn>
                <a:cxn ang="0">
                  <a:pos x="T2" y="T3"/>
                </a:cxn>
                <a:cxn ang="0">
                  <a:pos x="T4" y="T5"/>
                </a:cxn>
                <a:cxn ang="0">
                  <a:pos x="T6" y="T7"/>
                </a:cxn>
                <a:cxn ang="0">
                  <a:pos x="T8" y="T9"/>
                </a:cxn>
                <a:cxn ang="0">
                  <a:pos x="T10" y="T11"/>
                </a:cxn>
              </a:cxnLst>
              <a:rect l="0" t="0" r="r" b="b"/>
              <a:pathLst>
                <a:path w="125" h="126">
                  <a:moveTo>
                    <a:pt x="62" y="0"/>
                  </a:moveTo>
                  <a:cubicBezTo>
                    <a:pt x="62" y="63"/>
                    <a:pt x="62" y="63"/>
                    <a:pt x="62" y="63"/>
                  </a:cubicBezTo>
                  <a:cubicBezTo>
                    <a:pt x="125" y="63"/>
                    <a:pt x="125" y="63"/>
                    <a:pt x="125" y="63"/>
                  </a:cubicBezTo>
                  <a:cubicBezTo>
                    <a:pt x="125" y="98"/>
                    <a:pt x="97" y="126"/>
                    <a:pt x="62" y="126"/>
                  </a:cubicBezTo>
                  <a:cubicBezTo>
                    <a:pt x="28" y="126"/>
                    <a:pt x="0" y="98"/>
                    <a:pt x="0" y="63"/>
                  </a:cubicBezTo>
                  <a:cubicBezTo>
                    <a:pt x="0" y="28"/>
                    <a:pt x="28" y="0"/>
                    <a:pt x="62" y="0"/>
                  </a:cubicBezTo>
                </a:path>
              </a:pathLst>
            </a:custGeom>
            <a:solidFill>
              <a:srgbClr val="F16AB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矩形 71">
              <a:extLst>
                <a:ext uri="{FF2B5EF4-FFF2-40B4-BE49-F238E27FC236}">
                  <a16:creationId xmlns:a16="http://schemas.microsoft.com/office/drawing/2014/main" id="{461A76F5-16A9-CD49-592F-D7CD42EB2471}"/>
                </a:ext>
              </a:extLst>
            </p:cNvPr>
            <p:cNvSpPr>
              <a:spLocks noChangeArrowheads="1"/>
            </p:cNvSpPr>
            <p:nvPr userDrawn="1"/>
          </p:nvSpPr>
          <p:spPr bwMode="auto">
            <a:xfrm>
              <a:off x="10013950" y="2398713"/>
              <a:ext cx="247650" cy="65087"/>
            </a:xfrm>
            <a:prstGeom prst="rect">
              <a:avLst/>
            </a:prstGeom>
            <a:solidFill>
              <a:srgbClr val="DCEA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3" name="矩形 72">
              <a:extLst>
                <a:ext uri="{FF2B5EF4-FFF2-40B4-BE49-F238E27FC236}">
                  <a16:creationId xmlns:a16="http://schemas.microsoft.com/office/drawing/2014/main" id="{DC02324D-C69E-8760-4E59-0823A6391137}"/>
                </a:ext>
              </a:extLst>
            </p:cNvPr>
            <p:cNvSpPr>
              <a:spLocks noChangeArrowheads="1"/>
            </p:cNvSpPr>
            <p:nvPr userDrawn="1"/>
          </p:nvSpPr>
          <p:spPr bwMode="auto">
            <a:xfrm>
              <a:off x="10013950" y="2506663"/>
              <a:ext cx="247650" cy="65087"/>
            </a:xfrm>
            <a:prstGeom prst="rect">
              <a:avLst/>
            </a:prstGeom>
            <a:solidFill>
              <a:srgbClr val="DCEA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矩形 73">
              <a:extLst>
                <a:ext uri="{FF2B5EF4-FFF2-40B4-BE49-F238E27FC236}">
                  <a16:creationId xmlns:a16="http://schemas.microsoft.com/office/drawing/2014/main" id="{5F928E59-20CA-9B2B-C24A-131CF6FB9CB3}"/>
                </a:ext>
              </a:extLst>
            </p:cNvPr>
            <p:cNvSpPr>
              <a:spLocks noChangeArrowheads="1"/>
            </p:cNvSpPr>
            <p:nvPr userDrawn="1"/>
          </p:nvSpPr>
          <p:spPr bwMode="auto">
            <a:xfrm>
              <a:off x="10013950" y="2616200"/>
              <a:ext cx="166687" cy="61912"/>
            </a:xfrm>
            <a:prstGeom prst="rect">
              <a:avLst/>
            </a:prstGeom>
            <a:solidFill>
              <a:srgbClr val="DCEA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矩形 74">
              <a:extLst>
                <a:ext uri="{FF2B5EF4-FFF2-40B4-BE49-F238E27FC236}">
                  <a16:creationId xmlns:a16="http://schemas.microsoft.com/office/drawing/2014/main" id="{87E1C647-FCA5-9930-F86A-7BC6562BADB0}"/>
                </a:ext>
              </a:extLst>
            </p:cNvPr>
            <p:cNvSpPr>
              <a:spLocks noChangeArrowheads="1"/>
            </p:cNvSpPr>
            <p:nvPr userDrawn="1"/>
          </p:nvSpPr>
          <p:spPr bwMode="auto">
            <a:xfrm>
              <a:off x="8885238" y="1651000"/>
              <a:ext cx="608012" cy="255587"/>
            </a:xfrm>
            <a:prstGeom prst="rect">
              <a:avLst/>
            </a:prstGeom>
            <a:solidFill>
              <a:srgbClr val="FDD18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任意多边形: 形状 75">
              <a:extLst>
                <a:ext uri="{FF2B5EF4-FFF2-40B4-BE49-F238E27FC236}">
                  <a16:creationId xmlns:a16="http://schemas.microsoft.com/office/drawing/2014/main" id="{33190968-CEA0-9294-69E1-DB944869E332}"/>
                </a:ext>
              </a:extLst>
            </p:cNvPr>
            <p:cNvSpPr>
              <a:spLocks/>
            </p:cNvSpPr>
            <p:nvPr userDrawn="1"/>
          </p:nvSpPr>
          <p:spPr bwMode="auto">
            <a:xfrm>
              <a:off x="8966200" y="1714500"/>
              <a:ext cx="446087" cy="42862"/>
            </a:xfrm>
            <a:custGeom>
              <a:avLst/>
              <a:gdLst>
                <a:gd name="T0" fmla="*/ 156 w 164"/>
                <a:gd name="T1" fmla="*/ 16 h 16"/>
                <a:gd name="T2" fmla="*/ 8 w 164"/>
                <a:gd name="T3" fmla="*/ 16 h 16"/>
                <a:gd name="T4" fmla="*/ 0 w 164"/>
                <a:gd name="T5" fmla="*/ 8 h 16"/>
                <a:gd name="T6" fmla="*/ 0 w 164"/>
                <a:gd name="T7" fmla="*/ 8 h 16"/>
                <a:gd name="T8" fmla="*/ 8 w 164"/>
                <a:gd name="T9" fmla="*/ 0 h 16"/>
                <a:gd name="T10" fmla="*/ 156 w 164"/>
                <a:gd name="T11" fmla="*/ 0 h 16"/>
                <a:gd name="T12" fmla="*/ 164 w 164"/>
                <a:gd name="T13" fmla="*/ 8 h 16"/>
                <a:gd name="T14" fmla="*/ 164 w 164"/>
                <a:gd name="T15" fmla="*/ 8 h 16"/>
                <a:gd name="T16" fmla="*/ 156 w 164"/>
                <a:gd name="T17"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4" h="16">
                  <a:moveTo>
                    <a:pt x="156" y="16"/>
                  </a:moveTo>
                  <a:cubicBezTo>
                    <a:pt x="8" y="16"/>
                    <a:pt x="8" y="16"/>
                    <a:pt x="8" y="16"/>
                  </a:cubicBezTo>
                  <a:cubicBezTo>
                    <a:pt x="3" y="16"/>
                    <a:pt x="0" y="12"/>
                    <a:pt x="0" y="8"/>
                  </a:cubicBezTo>
                  <a:cubicBezTo>
                    <a:pt x="0" y="8"/>
                    <a:pt x="0" y="8"/>
                    <a:pt x="0" y="8"/>
                  </a:cubicBezTo>
                  <a:cubicBezTo>
                    <a:pt x="0" y="4"/>
                    <a:pt x="3" y="0"/>
                    <a:pt x="8" y="0"/>
                  </a:cubicBezTo>
                  <a:cubicBezTo>
                    <a:pt x="156" y="0"/>
                    <a:pt x="156" y="0"/>
                    <a:pt x="156" y="0"/>
                  </a:cubicBezTo>
                  <a:cubicBezTo>
                    <a:pt x="160" y="0"/>
                    <a:pt x="164" y="4"/>
                    <a:pt x="164" y="8"/>
                  </a:cubicBezTo>
                  <a:cubicBezTo>
                    <a:pt x="164" y="8"/>
                    <a:pt x="164" y="8"/>
                    <a:pt x="164" y="8"/>
                  </a:cubicBezTo>
                  <a:cubicBezTo>
                    <a:pt x="164" y="12"/>
                    <a:pt x="160" y="16"/>
                    <a:pt x="156" y="16"/>
                  </a:cubicBezTo>
                  <a:close/>
                </a:path>
              </a:pathLst>
            </a:custGeom>
            <a:solidFill>
              <a:srgbClr val="FFF0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7" name="任意多边形: 形状 76">
              <a:extLst>
                <a:ext uri="{FF2B5EF4-FFF2-40B4-BE49-F238E27FC236}">
                  <a16:creationId xmlns:a16="http://schemas.microsoft.com/office/drawing/2014/main" id="{B45D7A61-EE20-CEF5-75C2-5806F4453C83}"/>
                </a:ext>
              </a:extLst>
            </p:cNvPr>
            <p:cNvSpPr>
              <a:spLocks/>
            </p:cNvSpPr>
            <p:nvPr userDrawn="1"/>
          </p:nvSpPr>
          <p:spPr bwMode="auto">
            <a:xfrm>
              <a:off x="8966200" y="1800225"/>
              <a:ext cx="328612" cy="41275"/>
            </a:xfrm>
            <a:custGeom>
              <a:avLst/>
              <a:gdLst>
                <a:gd name="T0" fmla="*/ 114 w 121"/>
                <a:gd name="T1" fmla="*/ 15 h 15"/>
                <a:gd name="T2" fmla="*/ 7 w 121"/>
                <a:gd name="T3" fmla="*/ 15 h 15"/>
                <a:gd name="T4" fmla="*/ 0 w 121"/>
                <a:gd name="T5" fmla="*/ 9 h 15"/>
                <a:gd name="T6" fmla="*/ 0 w 121"/>
                <a:gd name="T7" fmla="*/ 6 h 15"/>
                <a:gd name="T8" fmla="*/ 7 w 121"/>
                <a:gd name="T9" fmla="*/ 0 h 15"/>
                <a:gd name="T10" fmla="*/ 114 w 121"/>
                <a:gd name="T11" fmla="*/ 0 h 15"/>
                <a:gd name="T12" fmla="*/ 121 w 121"/>
                <a:gd name="T13" fmla="*/ 6 h 15"/>
                <a:gd name="T14" fmla="*/ 121 w 121"/>
                <a:gd name="T15" fmla="*/ 9 h 15"/>
                <a:gd name="T16" fmla="*/ 114 w 121"/>
                <a:gd name="T17"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1" h="15">
                  <a:moveTo>
                    <a:pt x="114" y="15"/>
                  </a:moveTo>
                  <a:cubicBezTo>
                    <a:pt x="7" y="15"/>
                    <a:pt x="7" y="15"/>
                    <a:pt x="7" y="15"/>
                  </a:cubicBezTo>
                  <a:cubicBezTo>
                    <a:pt x="3" y="15"/>
                    <a:pt x="0" y="12"/>
                    <a:pt x="0" y="9"/>
                  </a:cubicBezTo>
                  <a:cubicBezTo>
                    <a:pt x="0" y="6"/>
                    <a:pt x="0" y="6"/>
                    <a:pt x="0" y="6"/>
                  </a:cubicBezTo>
                  <a:cubicBezTo>
                    <a:pt x="0" y="3"/>
                    <a:pt x="3" y="0"/>
                    <a:pt x="7" y="0"/>
                  </a:cubicBezTo>
                  <a:cubicBezTo>
                    <a:pt x="114" y="0"/>
                    <a:pt x="114" y="0"/>
                    <a:pt x="114" y="0"/>
                  </a:cubicBezTo>
                  <a:cubicBezTo>
                    <a:pt x="118" y="0"/>
                    <a:pt x="121" y="3"/>
                    <a:pt x="121" y="6"/>
                  </a:cubicBezTo>
                  <a:cubicBezTo>
                    <a:pt x="121" y="9"/>
                    <a:pt x="121" y="9"/>
                    <a:pt x="121" y="9"/>
                  </a:cubicBezTo>
                  <a:cubicBezTo>
                    <a:pt x="121" y="12"/>
                    <a:pt x="118" y="15"/>
                    <a:pt x="114" y="15"/>
                  </a:cubicBezTo>
                  <a:close/>
                </a:path>
              </a:pathLst>
            </a:custGeom>
            <a:solidFill>
              <a:srgbClr val="FFF0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8" name="矩形 77">
              <a:extLst>
                <a:ext uri="{FF2B5EF4-FFF2-40B4-BE49-F238E27FC236}">
                  <a16:creationId xmlns:a16="http://schemas.microsoft.com/office/drawing/2014/main" id="{712B5785-A26D-68EF-82E7-8E3C32D95AC3}"/>
                </a:ext>
              </a:extLst>
            </p:cNvPr>
            <p:cNvSpPr>
              <a:spLocks noChangeArrowheads="1"/>
            </p:cNvSpPr>
            <p:nvPr userDrawn="1"/>
          </p:nvSpPr>
          <p:spPr bwMode="auto">
            <a:xfrm>
              <a:off x="10242550" y="1298575"/>
              <a:ext cx="461962" cy="608012"/>
            </a:xfrm>
            <a:prstGeom prst="rect">
              <a:avLst/>
            </a:prstGeom>
            <a:solidFill>
              <a:srgbClr val="3E7A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9" name="椭圆 78">
              <a:extLst>
                <a:ext uri="{FF2B5EF4-FFF2-40B4-BE49-F238E27FC236}">
                  <a16:creationId xmlns:a16="http://schemas.microsoft.com/office/drawing/2014/main" id="{2A6ACD63-07A8-980B-0E28-9B23F1339000}"/>
                </a:ext>
              </a:extLst>
            </p:cNvPr>
            <p:cNvSpPr>
              <a:spLocks noChangeArrowheads="1"/>
            </p:cNvSpPr>
            <p:nvPr userDrawn="1"/>
          </p:nvSpPr>
          <p:spPr bwMode="auto">
            <a:xfrm>
              <a:off x="10644188" y="2273300"/>
              <a:ext cx="263525" cy="263525"/>
            </a:xfrm>
            <a:prstGeom prst="ellipse">
              <a:avLst/>
            </a:prstGeom>
            <a:solidFill>
              <a:srgbClr val="8BB2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0" name="任意多边形: 形状 79">
              <a:extLst>
                <a:ext uri="{FF2B5EF4-FFF2-40B4-BE49-F238E27FC236}">
                  <a16:creationId xmlns:a16="http://schemas.microsoft.com/office/drawing/2014/main" id="{50D696C9-F84C-3DDE-8B4A-9A8EC4312A73}"/>
                </a:ext>
              </a:extLst>
            </p:cNvPr>
            <p:cNvSpPr>
              <a:spLocks/>
            </p:cNvSpPr>
            <p:nvPr userDrawn="1"/>
          </p:nvSpPr>
          <p:spPr bwMode="auto">
            <a:xfrm>
              <a:off x="10685463" y="2346325"/>
              <a:ext cx="182562" cy="114300"/>
            </a:xfrm>
            <a:custGeom>
              <a:avLst/>
              <a:gdLst>
                <a:gd name="T0" fmla="*/ 24 w 67"/>
                <a:gd name="T1" fmla="*/ 42 h 42"/>
                <a:gd name="T2" fmla="*/ 19 w 67"/>
                <a:gd name="T3" fmla="*/ 41 h 42"/>
                <a:gd name="T4" fmla="*/ 2 w 67"/>
                <a:gd name="T5" fmla="*/ 29 h 42"/>
                <a:gd name="T6" fmla="*/ 1 w 67"/>
                <a:gd name="T7" fmla="*/ 26 h 42"/>
                <a:gd name="T8" fmla="*/ 4 w 67"/>
                <a:gd name="T9" fmla="*/ 26 h 42"/>
                <a:gd name="T10" fmla="*/ 21 w 67"/>
                <a:gd name="T11" fmla="*/ 37 h 42"/>
                <a:gd name="T12" fmla="*/ 28 w 67"/>
                <a:gd name="T13" fmla="*/ 37 h 42"/>
                <a:gd name="T14" fmla="*/ 64 w 67"/>
                <a:gd name="T15" fmla="*/ 0 h 42"/>
                <a:gd name="T16" fmla="*/ 67 w 67"/>
                <a:gd name="T17" fmla="*/ 0 h 42"/>
                <a:gd name="T18" fmla="*/ 67 w 67"/>
                <a:gd name="T19" fmla="*/ 3 h 42"/>
                <a:gd name="T20" fmla="*/ 31 w 67"/>
                <a:gd name="T21" fmla="*/ 40 h 42"/>
                <a:gd name="T22" fmla="*/ 24 w 67"/>
                <a:gd name="T23"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 h="42">
                  <a:moveTo>
                    <a:pt x="24" y="42"/>
                  </a:moveTo>
                  <a:cubicBezTo>
                    <a:pt x="23" y="42"/>
                    <a:pt x="21" y="42"/>
                    <a:pt x="19" y="41"/>
                  </a:cubicBezTo>
                  <a:cubicBezTo>
                    <a:pt x="2" y="29"/>
                    <a:pt x="2" y="29"/>
                    <a:pt x="2" y="29"/>
                  </a:cubicBezTo>
                  <a:cubicBezTo>
                    <a:pt x="1" y="29"/>
                    <a:pt x="0" y="27"/>
                    <a:pt x="1" y="26"/>
                  </a:cubicBezTo>
                  <a:cubicBezTo>
                    <a:pt x="2" y="26"/>
                    <a:pt x="3" y="25"/>
                    <a:pt x="4" y="26"/>
                  </a:cubicBezTo>
                  <a:cubicBezTo>
                    <a:pt x="21" y="37"/>
                    <a:pt x="21" y="37"/>
                    <a:pt x="21" y="37"/>
                  </a:cubicBezTo>
                  <a:cubicBezTo>
                    <a:pt x="24" y="39"/>
                    <a:pt x="26" y="39"/>
                    <a:pt x="28" y="37"/>
                  </a:cubicBezTo>
                  <a:cubicBezTo>
                    <a:pt x="64" y="0"/>
                    <a:pt x="64" y="0"/>
                    <a:pt x="64" y="0"/>
                  </a:cubicBezTo>
                  <a:cubicBezTo>
                    <a:pt x="65" y="0"/>
                    <a:pt x="66" y="0"/>
                    <a:pt x="67" y="0"/>
                  </a:cubicBezTo>
                  <a:cubicBezTo>
                    <a:pt x="67" y="1"/>
                    <a:pt x="67" y="2"/>
                    <a:pt x="67" y="3"/>
                  </a:cubicBezTo>
                  <a:cubicBezTo>
                    <a:pt x="31" y="40"/>
                    <a:pt x="31" y="40"/>
                    <a:pt x="31" y="40"/>
                  </a:cubicBezTo>
                  <a:cubicBezTo>
                    <a:pt x="29" y="41"/>
                    <a:pt x="27" y="42"/>
                    <a:pt x="24" y="42"/>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1" name="椭圆 80">
              <a:extLst>
                <a:ext uri="{FF2B5EF4-FFF2-40B4-BE49-F238E27FC236}">
                  <a16:creationId xmlns:a16="http://schemas.microsoft.com/office/drawing/2014/main" id="{B672F12A-4C51-DA2A-17E0-354FC9B2A4F5}"/>
                </a:ext>
              </a:extLst>
            </p:cNvPr>
            <p:cNvSpPr>
              <a:spLocks noChangeArrowheads="1"/>
            </p:cNvSpPr>
            <p:nvPr userDrawn="1"/>
          </p:nvSpPr>
          <p:spPr bwMode="auto">
            <a:xfrm>
              <a:off x="7108825" y="1252538"/>
              <a:ext cx="263525" cy="263525"/>
            </a:xfrm>
            <a:prstGeom prst="ellipse">
              <a:avLst/>
            </a:prstGeom>
            <a:solidFill>
              <a:srgbClr val="8BB2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2" name="任意多边形: 形状 81">
              <a:extLst>
                <a:ext uri="{FF2B5EF4-FFF2-40B4-BE49-F238E27FC236}">
                  <a16:creationId xmlns:a16="http://schemas.microsoft.com/office/drawing/2014/main" id="{D789FCD9-0162-5800-4FBD-2F593A142E59}"/>
                </a:ext>
              </a:extLst>
            </p:cNvPr>
            <p:cNvSpPr>
              <a:spLocks/>
            </p:cNvSpPr>
            <p:nvPr userDrawn="1"/>
          </p:nvSpPr>
          <p:spPr bwMode="auto">
            <a:xfrm>
              <a:off x="7150100" y="1325563"/>
              <a:ext cx="182562" cy="115887"/>
            </a:xfrm>
            <a:custGeom>
              <a:avLst/>
              <a:gdLst>
                <a:gd name="T0" fmla="*/ 24 w 67"/>
                <a:gd name="T1" fmla="*/ 43 h 43"/>
                <a:gd name="T2" fmla="*/ 18 w 67"/>
                <a:gd name="T3" fmla="*/ 42 h 43"/>
                <a:gd name="T4" fmla="*/ 1 w 67"/>
                <a:gd name="T5" fmla="*/ 30 h 43"/>
                <a:gd name="T6" fmla="*/ 0 w 67"/>
                <a:gd name="T7" fmla="*/ 27 h 43"/>
                <a:gd name="T8" fmla="*/ 3 w 67"/>
                <a:gd name="T9" fmla="*/ 27 h 43"/>
                <a:gd name="T10" fmla="*/ 21 w 67"/>
                <a:gd name="T11" fmla="*/ 38 h 43"/>
                <a:gd name="T12" fmla="*/ 27 w 67"/>
                <a:gd name="T13" fmla="*/ 38 h 43"/>
                <a:gd name="T14" fmla="*/ 63 w 67"/>
                <a:gd name="T15" fmla="*/ 1 h 43"/>
                <a:gd name="T16" fmla="*/ 66 w 67"/>
                <a:gd name="T17" fmla="*/ 1 h 43"/>
                <a:gd name="T18" fmla="*/ 66 w 67"/>
                <a:gd name="T19" fmla="*/ 4 h 43"/>
                <a:gd name="T20" fmla="*/ 30 w 67"/>
                <a:gd name="T21" fmla="*/ 40 h 43"/>
                <a:gd name="T22" fmla="*/ 24 w 67"/>
                <a:gd name="T23"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 h="43">
                  <a:moveTo>
                    <a:pt x="24" y="43"/>
                  </a:moveTo>
                  <a:cubicBezTo>
                    <a:pt x="22" y="43"/>
                    <a:pt x="20" y="43"/>
                    <a:pt x="18" y="42"/>
                  </a:cubicBezTo>
                  <a:cubicBezTo>
                    <a:pt x="1" y="30"/>
                    <a:pt x="1" y="30"/>
                    <a:pt x="1" y="30"/>
                  </a:cubicBezTo>
                  <a:cubicBezTo>
                    <a:pt x="0" y="30"/>
                    <a:pt x="0" y="28"/>
                    <a:pt x="0" y="27"/>
                  </a:cubicBezTo>
                  <a:cubicBezTo>
                    <a:pt x="1" y="26"/>
                    <a:pt x="2" y="26"/>
                    <a:pt x="3" y="27"/>
                  </a:cubicBezTo>
                  <a:cubicBezTo>
                    <a:pt x="21" y="38"/>
                    <a:pt x="21" y="38"/>
                    <a:pt x="21" y="38"/>
                  </a:cubicBezTo>
                  <a:cubicBezTo>
                    <a:pt x="23" y="40"/>
                    <a:pt x="26" y="39"/>
                    <a:pt x="27" y="38"/>
                  </a:cubicBezTo>
                  <a:cubicBezTo>
                    <a:pt x="63" y="1"/>
                    <a:pt x="63" y="1"/>
                    <a:pt x="63" y="1"/>
                  </a:cubicBezTo>
                  <a:cubicBezTo>
                    <a:pt x="64" y="0"/>
                    <a:pt x="65" y="0"/>
                    <a:pt x="66" y="1"/>
                  </a:cubicBezTo>
                  <a:cubicBezTo>
                    <a:pt x="67" y="2"/>
                    <a:pt x="67" y="3"/>
                    <a:pt x="66" y="4"/>
                  </a:cubicBezTo>
                  <a:cubicBezTo>
                    <a:pt x="30" y="40"/>
                    <a:pt x="30" y="40"/>
                    <a:pt x="30" y="40"/>
                  </a:cubicBezTo>
                  <a:cubicBezTo>
                    <a:pt x="28" y="42"/>
                    <a:pt x="26" y="43"/>
                    <a:pt x="24" y="43"/>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3" name="任意多边形: 形状 82">
              <a:extLst>
                <a:ext uri="{FF2B5EF4-FFF2-40B4-BE49-F238E27FC236}">
                  <a16:creationId xmlns:a16="http://schemas.microsoft.com/office/drawing/2014/main" id="{94590133-0070-C71F-70F8-B45A0C6B8FEE}"/>
                </a:ext>
              </a:extLst>
            </p:cNvPr>
            <p:cNvSpPr>
              <a:spLocks noEditPoints="1"/>
            </p:cNvSpPr>
            <p:nvPr userDrawn="1"/>
          </p:nvSpPr>
          <p:spPr bwMode="auto">
            <a:xfrm>
              <a:off x="10174288" y="2862263"/>
              <a:ext cx="579437" cy="1000125"/>
            </a:xfrm>
            <a:custGeom>
              <a:avLst/>
              <a:gdLst>
                <a:gd name="T0" fmla="*/ 154 w 213"/>
                <a:gd name="T1" fmla="*/ 366 h 368"/>
                <a:gd name="T2" fmla="*/ 174 w 213"/>
                <a:gd name="T3" fmla="*/ 366 h 368"/>
                <a:gd name="T4" fmla="*/ 124 w 213"/>
                <a:gd name="T5" fmla="*/ 368 h 368"/>
                <a:gd name="T6" fmla="*/ 140 w 213"/>
                <a:gd name="T7" fmla="*/ 364 h 368"/>
                <a:gd name="T8" fmla="*/ 188 w 213"/>
                <a:gd name="T9" fmla="*/ 367 h 368"/>
                <a:gd name="T10" fmla="*/ 201 w 213"/>
                <a:gd name="T11" fmla="*/ 357 h 368"/>
                <a:gd name="T12" fmla="*/ 188 w 213"/>
                <a:gd name="T13" fmla="*/ 367 h 368"/>
                <a:gd name="T14" fmla="*/ 210 w 213"/>
                <a:gd name="T15" fmla="*/ 347 h 368"/>
                <a:gd name="T16" fmla="*/ 209 w 213"/>
                <a:gd name="T17" fmla="*/ 329 h 368"/>
                <a:gd name="T18" fmla="*/ 213 w 213"/>
                <a:gd name="T19" fmla="*/ 338 h 368"/>
                <a:gd name="T20" fmla="*/ 211 w 213"/>
                <a:gd name="T21" fmla="*/ 315 h 368"/>
                <a:gd name="T22" fmla="*/ 211 w 213"/>
                <a:gd name="T23" fmla="*/ 295 h 368"/>
                <a:gd name="T24" fmla="*/ 211 w 213"/>
                <a:gd name="T25" fmla="*/ 315 h 368"/>
                <a:gd name="T26" fmla="*/ 209 w 213"/>
                <a:gd name="T27" fmla="*/ 265 h 368"/>
                <a:gd name="T28" fmla="*/ 213 w 213"/>
                <a:gd name="T29" fmla="*/ 281 h 368"/>
                <a:gd name="T30" fmla="*/ 209 w 213"/>
                <a:gd name="T31" fmla="*/ 249 h 368"/>
                <a:gd name="T32" fmla="*/ 213 w 213"/>
                <a:gd name="T33" fmla="*/ 233 h 368"/>
                <a:gd name="T34" fmla="*/ 211 w 213"/>
                <a:gd name="T35" fmla="*/ 219 h 368"/>
                <a:gd name="T36" fmla="*/ 211 w 213"/>
                <a:gd name="T37" fmla="*/ 199 h 368"/>
                <a:gd name="T38" fmla="*/ 211 w 213"/>
                <a:gd name="T39" fmla="*/ 219 h 368"/>
                <a:gd name="T40" fmla="*/ 209 w 213"/>
                <a:gd name="T41" fmla="*/ 169 h 368"/>
                <a:gd name="T42" fmla="*/ 213 w 213"/>
                <a:gd name="T43" fmla="*/ 185 h 368"/>
                <a:gd name="T44" fmla="*/ 209 w 213"/>
                <a:gd name="T45" fmla="*/ 153 h 368"/>
                <a:gd name="T46" fmla="*/ 213 w 213"/>
                <a:gd name="T47" fmla="*/ 137 h 368"/>
                <a:gd name="T48" fmla="*/ 211 w 213"/>
                <a:gd name="T49" fmla="*/ 123 h 368"/>
                <a:gd name="T50" fmla="*/ 208 w 213"/>
                <a:gd name="T51" fmla="*/ 105 h 368"/>
                <a:gd name="T52" fmla="*/ 213 w 213"/>
                <a:gd name="T53" fmla="*/ 112 h 368"/>
                <a:gd name="T54" fmla="*/ 202 w 213"/>
                <a:gd name="T55" fmla="*/ 93 h 368"/>
                <a:gd name="T56" fmla="*/ 186 w 213"/>
                <a:gd name="T57" fmla="*/ 84 h 368"/>
                <a:gd name="T58" fmla="*/ 203 w 213"/>
                <a:gd name="T59" fmla="*/ 93 h 368"/>
                <a:gd name="T60" fmla="*/ 27 w 213"/>
                <a:gd name="T61" fmla="*/ 86 h 368"/>
                <a:gd name="T62" fmla="*/ 30 w 213"/>
                <a:gd name="T63" fmla="*/ 82 h 368"/>
                <a:gd name="T64" fmla="*/ 44 w 213"/>
                <a:gd name="T65" fmla="*/ 86 h 368"/>
                <a:gd name="T66" fmla="*/ 172 w 213"/>
                <a:gd name="T67" fmla="*/ 86 h 368"/>
                <a:gd name="T68" fmla="*/ 156 w 213"/>
                <a:gd name="T69" fmla="*/ 82 h 368"/>
                <a:gd name="T70" fmla="*/ 172 w 213"/>
                <a:gd name="T71" fmla="*/ 86 h 368"/>
                <a:gd name="T72" fmla="*/ 122 w 213"/>
                <a:gd name="T73" fmla="*/ 84 h 368"/>
                <a:gd name="T74" fmla="*/ 142 w 213"/>
                <a:gd name="T75" fmla="*/ 84 h 368"/>
                <a:gd name="T76" fmla="*/ 92 w 213"/>
                <a:gd name="T77" fmla="*/ 86 h 368"/>
                <a:gd name="T78" fmla="*/ 108 w 213"/>
                <a:gd name="T79" fmla="*/ 82 h 368"/>
                <a:gd name="T80" fmla="*/ 76 w 213"/>
                <a:gd name="T81" fmla="*/ 86 h 368"/>
                <a:gd name="T82" fmla="*/ 60 w 213"/>
                <a:gd name="T83" fmla="*/ 82 h 368"/>
                <a:gd name="T84" fmla="*/ 76 w 213"/>
                <a:gd name="T85" fmla="*/ 86 h 368"/>
                <a:gd name="T86" fmla="*/ 2 w 213"/>
                <a:gd name="T87" fmla="*/ 66 h 368"/>
                <a:gd name="T88" fmla="*/ 14 w 213"/>
                <a:gd name="T89" fmla="*/ 77 h 368"/>
                <a:gd name="T90" fmla="*/ 2 w 213"/>
                <a:gd name="T91" fmla="*/ 52 h 368"/>
                <a:gd name="T92" fmla="*/ 2 w 213"/>
                <a:gd name="T93" fmla="*/ 32 h 368"/>
                <a:gd name="T94" fmla="*/ 2 w 213"/>
                <a:gd name="T95" fmla="*/ 52 h 368"/>
                <a:gd name="T96" fmla="*/ 0 w 213"/>
                <a:gd name="T97" fmla="*/ 2 h 368"/>
                <a:gd name="T98" fmla="*/ 4 w 213"/>
                <a:gd name="T99" fmla="*/ 18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13" h="368">
                  <a:moveTo>
                    <a:pt x="172" y="368"/>
                  </a:moveTo>
                  <a:cubicBezTo>
                    <a:pt x="156" y="368"/>
                    <a:pt x="156" y="368"/>
                    <a:pt x="156" y="368"/>
                  </a:cubicBezTo>
                  <a:cubicBezTo>
                    <a:pt x="155" y="368"/>
                    <a:pt x="154" y="367"/>
                    <a:pt x="154" y="366"/>
                  </a:cubicBezTo>
                  <a:cubicBezTo>
                    <a:pt x="154" y="365"/>
                    <a:pt x="155" y="364"/>
                    <a:pt x="156" y="364"/>
                  </a:cubicBezTo>
                  <a:cubicBezTo>
                    <a:pt x="172" y="364"/>
                    <a:pt x="172" y="364"/>
                    <a:pt x="172" y="364"/>
                  </a:cubicBezTo>
                  <a:cubicBezTo>
                    <a:pt x="173" y="364"/>
                    <a:pt x="174" y="365"/>
                    <a:pt x="174" y="366"/>
                  </a:cubicBezTo>
                  <a:cubicBezTo>
                    <a:pt x="174" y="367"/>
                    <a:pt x="173" y="368"/>
                    <a:pt x="172" y="368"/>
                  </a:cubicBezTo>
                  <a:close/>
                  <a:moveTo>
                    <a:pt x="140" y="368"/>
                  </a:moveTo>
                  <a:cubicBezTo>
                    <a:pt x="124" y="368"/>
                    <a:pt x="124" y="368"/>
                    <a:pt x="124" y="368"/>
                  </a:cubicBezTo>
                  <a:cubicBezTo>
                    <a:pt x="123" y="368"/>
                    <a:pt x="122" y="367"/>
                    <a:pt x="122" y="366"/>
                  </a:cubicBezTo>
                  <a:cubicBezTo>
                    <a:pt x="122" y="365"/>
                    <a:pt x="123" y="364"/>
                    <a:pt x="124" y="364"/>
                  </a:cubicBezTo>
                  <a:cubicBezTo>
                    <a:pt x="140" y="364"/>
                    <a:pt x="140" y="364"/>
                    <a:pt x="140" y="364"/>
                  </a:cubicBezTo>
                  <a:cubicBezTo>
                    <a:pt x="141" y="364"/>
                    <a:pt x="142" y="365"/>
                    <a:pt x="142" y="366"/>
                  </a:cubicBezTo>
                  <a:cubicBezTo>
                    <a:pt x="142" y="367"/>
                    <a:pt x="141" y="368"/>
                    <a:pt x="140" y="368"/>
                  </a:cubicBezTo>
                  <a:close/>
                  <a:moveTo>
                    <a:pt x="188" y="367"/>
                  </a:moveTo>
                  <a:cubicBezTo>
                    <a:pt x="187" y="367"/>
                    <a:pt x="186" y="367"/>
                    <a:pt x="186" y="366"/>
                  </a:cubicBezTo>
                  <a:cubicBezTo>
                    <a:pt x="186" y="365"/>
                    <a:pt x="187" y="364"/>
                    <a:pt x="188" y="363"/>
                  </a:cubicBezTo>
                  <a:cubicBezTo>
                    <a:pt x="193" y="362"/>
                    <a:pt x="197" y="360"/>
                    <a:pt x="201" y="357"/>
                  </a:cubicBezTo>
                  <a:cubicBezTo>
                    <a:pt x="202" y="356"/>
                    <a:pt x="203" y="356"/>
                    <a:pt x="204" y="357"/>
                  </a:cubicBezTo>
                  <a:cubicBezTo>
                    <a:pt x="204" y="358"/>
                    <a:pt x="204" y="359"/>
                    <a:pt x="203" y="360"/>
                  </a:cubicBezTo>
                  <a:cubicBezTo>
                    <a:pt x="199" y="364"/>
                    <a:pt x="194" y="366"/>
                    <a:pt x="188" y="367"/>
                  </a:cubicBezTo>
                  <a:cubicBezTo>
                    <a:pt x="188" y="367"/>
                    <a:pt x="188" y="367"/>
                    <a:pt x="188" y="367"/>
                  </a:cubicBezTo>
                  <a:close/>
                  <a:moveTo>
                    <a:pt x="210" y="347"/>
                  </a:moveTo>
                  <a:cubicBezTo>
                    <a:pt x="210" y="347"/>
                    <a:pt x="210" y="347"/>
                    <a:pt x="210" y="347"/>
                  </a:cubicBezTo>
                  <a:cubicBezTo>
                    <a:pt x="209" y="346"/>
                    <a:pt x="208" y="345"/>
                    <a:pt x="208" y="344"/>
                  </a:cubicBezTo>
                  <a:cubicBezTo>
                    <a:pt x="209" y="342"/>
                    <a:pt x="209" y="340"/>
                    <a:pt x="209" y="338"/>
                  </a:cubicBezTo>
                  <a:cubicBezTo>
                    <a:pt x="209" y="329"/>
                    <a:pt x="209" y="329"/>
                    <a:pt x="209" y="329"/>
                  </a:cubicBezTo>
                  <a:cubicBezTo>
                    <a:pt x="209" y="328"/>
                    <a:pt x="210" y="327"/>
                    <a:pt x="211" y="327"/>
                  </a:cubicBezTo>
                  <a:cubicBezTo>
                    <a:pt x="212" y="327"/>
                    <a:pt x="213" y="328"/>
                    <a:pt x="213" y="329"/>
                  </a:cubicBezTo>
                  <a:cubicBezTo>
                    <a:pt x="213" y="338"/>
                    <a:pt x="213" y="338"/>
                    <a:pt x="213" y="338"/>
                  </a:cubicBezTo>
                  <a:cubicBezTo>
                    <a:pt x="213" y="340"/>
                    <a:pt x="213" y="343"/>
                    <a:pt x="212" y="345"/>
                  </a:cubicBezTo>
                  <a:cubicBezTo>
                    <a:pt x="212" y="346"/>
                    <a:pt x="211" y="347"/>
                    <a:pt x="210" y="347"/>
                  </a:cubicBezTo>
                  <a:close/>
                  <a:moveTo>
                    <a:pt x="211" y="315"/>
                  </a:moveTo>
                  <a:cubicBezTo>
                    <a:pt x="210" y="315"/>
                    <a:pt x="209" y="314"/>
                    <a:pt x="209" y="313"/>
                  </a:cubicBezTo>
                  <a:cubicBezTo>
                    <a:pt x="209" y="297"/>
                    <a:pt x="209" y="297"/>
                    <a:pt x="209" y="297"/>
                  </a:cubicBezTo>
                  <a:cubicBezTo>
                    <a:pt x="209" y="296"/>
                    <a:pt x="210" y="295"/>
                    <a:pt x="211" y="295"/>
                  </a:cubicBezTo>
                  <a:cubicBezTo>
                    <a:pt x="212" y="295"/>
                    <a:pt x="213" y="296"/>
                    <a:pt x="213" y="297"/>
                  </a:cubicBezTo>
                  <a:cubicBezTo>
                    <a:pt x="213" y="313"/>
                    <a:pt x="213" y="313"/>
                    <a:pt x="213" y="313"/>
                  </a:cubicBezTo>
                  <a:cubicBezTo>
                    <a:pt x="213" y="314"/>
                    <a:pt x="212" y="315"/>
                    <a:pt x="211" y="315"/>
                  </a:cubicBezTo>
                  <a:close/>
                  <a:moveTo>
                    <a:pt x="211" y="283"/>
                  </a:moveTo>
                  <a:cubicBezTo>
                    <a:pt x="210" y="283"/>
                    <a:pt x="209" y="282"/>
                    <a:pt x="209" y="281"/>
                  </a:cubicBezTo>
                  <a:cubicBezTo>
                    <a:pt x="209" y="265"/>
                    <a:pt x="209" y="265"/>
                    <a:pt x="209" y="265"/>
                  </a:cubicBezTo>
                  <a:cubicBezTo>
                    <a:pt x="209" y="264"/>
                    <a:pt x="210" y="263"/>
                    <a:pt x="211" y="263"/>
                  </a:cubicBezTo>
                  <a:cubicBezTo>
                    <a:pt x="212" y="263"/>
                    <a:pt x="213" y="264"/>
                    <a:pt x="213" y="265"/>
                  </a:cubicBezTo>
                  <a:cubicBezTo>
                    <a:pt x="213" y="281"/>
                    <a:pt x="213" y="281"/>
                    <a:pt x="213" y="281"/>
                  </a:cubicBezTo>
                  <a:cubicBezTo>
                    <a:pt x="213" y="282"/>
                    <a:pt x="212" y="283"/>
                    <a:pt x="211" y="283"/>
                  </a:cubicBezTo>
                  <a:close/>
                  <a:moveTo>
                    <a:pt x="211" y="251"/>
                  </a:moveTo>
                  <a:cubicBezTo>
                    <a:pt x="210" y="251"/>
                    <a:pt x="209" y="250"/>
                    <a:pt x="209" y="249"/>
                  </a:cubicBezTo>
                  <a:cubicBezTo>
                    <a:pt x="209" y="233"/>
                    <a:pt x="209" y="233"/>
                    <a:pt x="209" y="233"/>
                  </a:cubicBezTo>
                  <a:cubicBezTo>
                    <a:pt x="209" y="232"/>
                    <a:pt x="210" y="231"/>
                    <a:pt x="211" y="231"/>
                  </a:cubicBezTo>
                  <a:cubicBezTo>
                    <a:pt x="212" y="231"/>
                    <a:pt x="213" y="232"/>
                    <a:pt x="213" y="233"/>
                  </a:cubicBezTo>
                  <a:cubicBezTo>
                    <a:pt x="213" y="249"/>
                    <a:pt x="213" y="249"/>
                    <a:pt x="213" y="249"/>
                  </a:cubicBezTo>
                  <a:cubicBezTo>
                    <a:pt x="213" y="250"/>
                    <a:pt x="212" y="251"/>
                    <a:pt x="211" y="251"/>
                  </a:cubicBezTo>
                  <a:close/>
                  <a:moveTo>
                    <a:pt x="211" y="219"/>
                  </a:moveTo>
                  <a:cubicBezTo>
                    <a:pt x="210" y="219"/>
                    <a:pt x="209" y="218"/>
                    <a:pt x="209" y="217"/>
                  </a:cubicBezTo>
                  <a:cubicBezTo>
                    <a:pt x="209" y="201"/>
                    <a:pt x="209" y="201"/>
                    <a:pt x="209" y="201"/>
                  </a:cubicBezTo>
                  <a:cubicBezTo>
                    <a:pt x="209" y="200"/>
                    <a:pt x="210" y="199"/>
                    <a:pt x="211" y="199"/>
                  </a:cubicBezTo>
                  <a:cubicBezTo>
                    <a:pt x="212" y="199"/>
                    <a:pt x="213" y="200"/>
                    <a:pt x="213" y="201"/>
                  </a:cubicBezTo>
                  <a:cubicBezTo>
                    <a:pt x="213" y="217"/>
                    <a:pt x="213" y="217"/>
                    <a:pt x="213" y="217"/>
                  </a:cubicBezTo>
                  <a:cubicBezTo>
                    <a:pt x="213" y="218"/>
                    <a:pt x="212" y="219"/>
                    <a:pt x="211" y="219"/>
                  </a:cubicBezTo>
                  <a:close/>
                  <a:moveTo>
                    <a:pt x="211" y="187"/>
                  </a:moveTo>
                  <a:cubicBezTo>
                    <a:pt x="210" y="187"/>
                    <a:pt x="209" y="186"/>
                    <a:pt x="209" y="185"/>
                  </a:cubicBezTo>
                  <a:cubicBezTo>
                    <a:pt x="209" y="169"/>
                    <a:pt x="209" y="169"/>
                    <a:pt x="209" y="169"/>
                  </a:cubicBezTo>
                  <a:cubicBezTo>
                    <a:pt x="209" y="168"/>
                    <a:pt x="210" y="167"/>
                    <a:pt x="211" y="167"/>
                  </a:cubicBezTo>
                  <a:cubicBezTo>
                    <a:pt x="212" y="167"/>
                    <a:pt x="213" y="168"/>
                    <a:pt x="213" y="169"/>
                  </a:cubicBezTo>
                  <a:cubicBezTo>
                    <a:pt x="213" y="185"/>
                    <a:pt x="213" y="185"/>
                    <a:pt x="213" y="185"/>
                  </a:cubicBezTo>
                  <a:cubicBezTo>
                    <a:pt x="213" y="186"/>
                    <a:pt x="212" y="187"/>
                    <a:pt x="211" y="187"/>
                  </a:cubicBezTo>
                  <a:close/>
                  <a:moveTo>
                    <a:pt x="211" y="155"/>
                  </a:moveTo>
                  <a:cubicBezTo>
                    <a:pt x="210" y="155"/>
                    <a:pt x="209" y="154"/>
                    <a:pt x="209" y="153"/>
                  </a:cubicBezTo>
                  <a:cubicBezTo>
                    <a:pt x="209" y="137"/>
                    <a:pt x="209" y="137"/>
                    <a:pt x="209" y="137"/>
                  </a:cubicBezTo>
                  <a:cubicBezTo>
                    <a:pt x="209" y="136"/>
                    <a:pt x="210" y="135"/>
                    <a:pt x="211" y="135"/>
                  </a:cubicBezTo>
                  <a:cubicBezTo>
                    <a:pt x="212" y="135"/>
                    <a:pt x="213" y="136"/>
                    <a:pt x="213" y="137"/>
                  </a:cubicBezTo>
                  <a:cubicBezTo>
                    <a:pt x="213" y="153"/>
                    <a:pt x="213" y="153"/>
                    <a:pt x="213" y="153"/>
                  </a:cubicBezTo>
                  <a:cubicBezTo>
                    <a:pt x="213" y="154"/>
                    <a:pt x="212" y="155"/>
                    <a:pt x="211" y="155"/>
                  </a:cubicBezTo>
                  <a:close/>
                  <a:moveTo>
                    <a:pt x="211" y="123"/>
                  </a:moveTo>
                  <a:cubicBezTo>
                    <a:pt x="210" y="123"/>
                    <a:pt x="209" y="122"/>
                    <a:pt x="209" y="121"/>
                  </a:cubicBezTo>
                  <a:cubicBezTo>
                    <a:pt x="209" y="112"/>
                    <a:pt x="209" y="112"/>
                    <a:pt x="209" y="112"/>
                  </a:cubicBezTo>
                  <a:cubicBezTo>
                    <a:pt x="209" y="110"/>
                    <a:pt x="209" y="108"/>
                    <a:pt x="208" y="105"/>
                  </a:cubicBezTo>
                  <a:cubicBezTo>
                    <a:pt x="208" y="104"/>
                    <a:pt x="208" y="103"/>
                    <a:pt x="209" y="103"/>
                  </a:cubicBezTo>
                  <a:cubicBezTo>
                    <a:pt x="211" y="103"/>
                    <a:pt x="212" y="103"/>
                    <a:pt x="212" y="104"/>
                  </a:cubicBezTo>
                  <a:cubicBezTo>
                    <a:pt x="213" y="107"/>
                    <a:pt x="213" y="110"/>
                    <a:pt x="213" y="112"/>
                  </a:cubicBezTo>
                  <a:cubicBezTo>
                    <a:pt x="213" y="121"/>
                    <a:pt x="213" y="121"/>
                    <a:pt x="213" y="121"/>
                  </a:cubicBezTo>
                  <a:cubicBezTo>
                    <a:pt x="213" y="122"/>
                    <a:pt x="212" y="123"/>
                    <a:pt x="211" y="123"/>
                  </a:cubicBezTo>
                  <a:close/>
                  <a:moveTo>
                    <a:pt x="202" y="93"/>
                  </a:moveTo>
                  <a:cubicBezTo>
                    <a:pt x="201" y="93"/>
                    <a:pt x="201" y="93"/>
                    <a:pt x="200" y="93"/>
                  </a:cubicBezTo>
                  <a:cubicBezTo>
                    <a:pt x="197" y="89"/>
                    <a:pt x="192" y="87"/>
                    <a:pt x="187" y="86"/>
                  </a:cubicBezTo>
                  <a:cubicBezTo>
                    <a:pt x="186" y="86"/>
                    <a:pt x="185" y="85"/>
                    <a:pt x="186" y="84"/>
                  </a:cubicBezTo>
                  <a:cubicBezTo>
                    <a:pt x="186" y="83"/>
                    <a:pt x="187" y="82"/>
                    <a:pt x="188" y="83"/>
                  </a:cubicBezTo>
                  <a:cubicBezTo>
                    <a:pt x="194" y="83"/>
                    <a:pt x="199" y="86"/>
                    <a:pt x="203" y="90"/>
                  </a:cubicBezTo>
                  <a:cubicBezTo>
                    <a:pt x="204" y="91"/>
                    <a:pt x="204" y="92"/>
                    <a:pt x="203" y="93"/>
                  </a:cubicBezTo>
                  <a:cubicBezTo>
                    <a:pt x="203" y="93"/>
                    <a:pt x="202" y="93"/>
                    <a:pt x="202" y="93"/>
                  </a:cubicBezTo>
                  <a:close/>
                  <a:moveTo>
                    <a:pt x="30" y="86"/>
                  </a:moveTo>
                  <a:cubicBezTo>
                    <a:pt x="29" y="86"/>
                    <a:pt x="28" y="86"/>
                    <a:pt x="27" y="86"/>
                  </a:cubicBezTo>
                  <a:cubicBezTo>
                    <a:pt x="26" y="86"/>
                    <a:pt x="25" y="85"/>
                    <a:pt x="26" y="84"/>
                  </a:cubicBezTo>
                  <a:cubicBezTo>
                    <a:pt x="26" y="83"/>
                    <a:pt x="27" y="82"/>
                    <a:pt x="28" y="82"/>
                  </a:cubicBezTo>
                  <a:cubicBezTo>
                    <a:pt x="29" y="82"/>
                    <a:pt x="29" y="82"/>
                    <a:pt x="30" y="82"/>
                  </a:cubicBezTo>
                  <a:cubicBezTo>
                    <a:pt x="44" y="82"/>
                    <a:pt x="44" y="82"/>
                    <a:pt x="44" y="82"/>
                  </a:cubicBezTo>
                  <a:cubicBezTo>
                    <a:pt x="45" y="82"/>
                    <a:pt x="46" y="83"/>
                    <a:pt x="46" y="84"/>
                  </a:cubicBezTo>
                  <a:cubicBezTo>
                    <a:pt x="46" y="85"/>
                    <a:pt x="45" y="86"/>
                    <a:pt x="44" y="86"/>
                  </a:cubicBezTo>
                  <a:cubicBezTo>
                    <a:pt x="30" y="86"/>
                    <a:pt x="30" y="86"/>
                    <a:pt x="30" y="86"/>
                  </a:cubicBezTo>
                  <a:cubicBezTo>
                    <a:pt x="30" y="86"/>
                    <a:pt x="30" y="86"/>
                    <a:pt x="30" y="86"/>
                  </a:cubicBezTo>
                  <a:close/>
                  <a:moveTo>
                    <a:pt x="172" y="86"/>
                  </a:moveTo>
                  <a:cubicBezTo>
                    <a:pt x="156" y="86"/>
                    <a:pt x="156" y="86"/>
                    <a:pt x="156" y="86"/>
                  </a:cubicBezTo>
                  <a:cubicBezTo>
                    <a:pt x="154" y="86"/>
                    <a:pt x="154" y="85"/>
                    <a:pt x="154" y="84"/>
                  </a:cubicBezTo>
                  <a:cubicBezTo>
                    <a:pt x="154" y="83"/>
                    <a:pt x="154" y="82"/>
                    <a:pt x="156" y="82"/>
                  </a:cubicBezTo>
                  <a:cubicBezTo>
                    <a:pt x="172" y="82"/>
                    <a:pt x="172" y="82"/>
                    <a:pt x="172" y="82"/>
                  </a:cubicBezTo>
                  <a:cubicBezTo>
                    <a:pt x="173" y="82"/>
                    <a:pt x="174" y="83"/>
                    <a:pt x="174" y="84"/>
                  </a:cubicBezTo>
                  <a:cubicBezTo>
                    <a:pt x="174" y="85"/>
                    <a:pt x="173" y="86"/>
                    <a:pt x="172" y="86"/>
                  </a:cubicBezTo>
                  <a:close/>
                  <a:moveTo>
                    <a:pt x="140" y="86"/>
                  </a:moveTo>
                  <a:cubicBezTo>
                    <a:pt x="124" y="86"/>
                    <a:pt x="124" y="86"/>
                    <a:pt x="124" y="86"/>
                  </a:cubicBezTo>
                  <a:cubicBezTo>
                    <a:pt x="122" y="86"/>
                    <a:pt x="122" y="85"/>
                    <a:pt x="122" y="84"/>
                  </a:cubicBezTo>
                  <a:cubicBezTo>
                    <a:pt x="122" y="83"/>
                    <a:pt x="122" y="82"/>
                    <a:pt x="124" y="82"/>
                  </a:cubicBezTo>
                  <a:cubicBezTo>
                    <a:pt x="140" y="82"/>
                    <a:pt x="140" y="82"/>
                    <a:pt x="140" y="82"/>
                  </a:cubicBezTo>
                  <a:cubicBezTo>
                    <a:pt x="141" y="82"/>
                    <a:pt x="142" y="83"/>
                    <a:pt x="142" y="84"/>
                  </a:cubicBezTo>
                  <a:cubicBezTo>
                    <a:pt x="142" y="85"/>
                    <a:pt x="141" y="86"/>
                    <a:pt x="140" y="86"/>
                  </a:cubicBezTo>
                  <a:close/>
                  <a:moveTo>
                    <a:pt x="108" y="86"/>
                  </a:moveTo>
                  <a:cubicBezTo>
                    <a:pt x="92" y="86"/>
                    <a:pt x="92" y="86"/>
                    <a:pt x="92" y="86"/>
                  </a:cubicBezTo>
                  <a:cubicBezTo>
                    <a:pt x="90" y="86"/>
                    <a:pt x="90" y="85"/>
                    <a:pt x="90" y="84"/>
                  </a:cubicBezTo>
                  <a:cubicBezTo>
                    <a:pt x="90" y="83"/>
                    <a:pt x="90" y="82"/>
                    <a:pt x="92" y="82"/>
                  </a:cubicBezTo>
                  <a:cubicBezTo>
                    <a:pt x="108" y="82"/>
                    <a:pt x="108" y="82"/>
                    <a:pt x="108" y="82"/>
                  </a:cubicBezTo>
                  <a:cubicBezTo>
                    <a:pt x="109" y="82"/>
                    <a:pt x="110" y="83"/>
                    <a:pt x="110" y="84"/>
                  </a:cubicBezTo>
                  <a:cubicBezTo>
                    <a:pt x="110" y="85"/>
                    <a:pt x="109" y="86"/>
                    <a:pt x="108" y="86"/>
                  </a:cubicBezTo>
                  <a:close/>
                  <a:moveTo>
                    <a:pt x="76" y="86"/>
                  </a:moveTo>
                  <a:cubicBezTo>
                    <a:pt x="60" y="86"/>
                    <a:pt x="60" y="86"/>
                    <a:pt x="60" y="86"/>
                  </a:cubicBezTo>
                  <a:cubicBezTo>
                    <a:pt x="58" y="86"/>
                    <a:pt x="58" y="85"/>
                    <a:pt x="58" y="84"/>
                  </a:cubicBezTo>
                  <a:cubicBezTo>
                    <a:pt x="58" y="83"/>
                    <a:pt x="58" y="82"/>
                    <a:pt x="60" y="82"/>
                  </a:cubicBezTo>
                  <a:cubicBezTo>
                    <a:pt x="76" y="82"/>
                    <a:pt x="76" y="82"/>
                    <a:pt x="76" y="82"/>
                  </a:cubicBezTo>
                  <a:cubicBezTo>
                    <a:pt x="77" y="82"/>
                    <a:pt x="78" y="83"/>
                    <a:pt x="78" y="84"/>
                  </a:cubicBezTo>
                  <a:cubicBezTo>
                    <a:pt x="78" y="85"/>
                    <a:pt x="77" y="86"/>
                    <a:pt x="76" y="86"/>
                  </a:cubicBezTo>
                  <a:close/>
                  <a:moveTo>
                    <a:pt x="13" y="80"/>
                  </a:moveTo>
                  <a:cubicBezTo>
                    <a:pt x="12" y="80"/>
                    <a:pt x="12" y="80"/>
                    <a:pt x="12" y="80"/>
                  </a:cubicBezTo>
                  <a:cubicBezTo>
                    <a:pt x="7" y="76"/>
                    <a:pt x="4" y="72"/>
                    <a:pt x="2" y="66"/>
                  </a:cubicBezTo>
                  <a:cubicBezTo>
                    <a:pt x="1" y="65"/>
                    <a:pt x="2" y="64"/>
                    <a:pt x="3" y="64"/>
                  </a:cubicBezTo>
                  <a:cubicBezTo>
                    <a:pt x="4" y="63"/>
                    <a:pt x="5" y="64"/>
                    <a:pt x="5" y="65"/>
                  </a:cubicBezTo>
                  <a:cubicBezTo>
                    <a:pt x="7" y="69"/>
                    <a:pt x="10" y="74"/>
                    <a:pt x="14" y="77"/>
                  </a:cubicBezTo>
                  <a:cubicBezTo>
                    <a:pt x="15" y="77"/>
                    <a:pt x="15" y="79"/>
                    <a:pt x="14" y="79"/>
                  </a:cubicBezTo>
                  <a:cubicBezTo>
                    <a:pt x="14" y="80"/>
                    <a:pt x="13" y="80"/>
                    <a:pt x="13" y="80"/>
                  </a:cubicBezTo>
                  <a:close/>
                  <a:moveTo>
                    <a:pt x="2" y="52"/>
                  </a:moveTo>
                  <a:cubicBezTo>
                    <a:pt x="1" y="52"/>
                    <a:pt x="0" y="51"/>
                    <a:pt x="0" y="50"/>
                  </a:cubicBezTo>
                  <a:cubicBezTo>
                    <a:pt x="0" y="34"/>
                    <a:pt x="0" y="34"/>
                    <a:pt x="0" y="34"/>
                  </a:cubicBezTo>
                  <a:cubicBezTo>
                    <a:pt x="0" y="33"/>
                    <a:pt x="1" y="32"/>
                    <a:pt x="2" y="32"/>
                  </a:cubicBezTo>
                  <a:cubicBezTo>
                    <a:pt x="3" y="32"/>
                    <a:pt x="4" y="33"/>
                    <a:pt x="4" y="34"/>
                  </a:cubicBezTo>
                  <a:cubicBezTo>
                    <a:pt x="4" y="50"/>
                    <a:pt x="4" y="50"/>
                    <a:pt x="4" y="50"/>
                  </a:cubicBezTo>
                  <a:cubicBezTo>
                    <a:pt x="4" y="51"/>
                    <a:pt x="3" y="52"/>
                    <a:pt x="2" y="52"/>
                  </a:cubicBezTo>
                  <a:close/>
                  <a:moveTo>
                    <a:pt x="2" y="20"/>
                  </a:moveTo>
                  <a:cubicBezTo>
                    <a:pt x="1" y="20"/>
                    <a:pt x="0" y="19"/>
                    <a:pt x="0" y="18"/>
                  </a:cubicBezTo>
                  <a:cubicBezTo>
                    <a:pt x="0" y="2"/>
                    <a:pt x="0" y="2"/>
                    <a:pt x="0" y="2"/>
                  </a:cubicBezTo>
                  <a:cubicBezTo>
                    <a:pt x="0" y="1"/>
                    <a:pt x="1" y="0"/>
                    <a:pt x="2" y="0"/>
                  </a:cubicBezTo>
                  <a:cubicBezTo>
                    <a:pt x="3" y="0"/>
                    <a:pt x="4" y="1"/>
                    <a:pt x="4" y="2"/>
                  </a:cubicBezTo>
                  <a:cubicBezTo>
                    <a:pt x="4" y="18"/>
                    <a:pt x="4" y="18"/>
                    <a:pt x="4" y="18"/>
                  </a:cubicBezTo>
                  <a:cubicBezTo>
                    <a:pt x="4" y="19"/>
                    <a:pt x="3" y="20"/>
                    <a:pt x="2" y="20"/>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4" name="任意多边形: 形状 83">
              <a:extLst>
                <a:ext uri="{FF2B5EF4-FFF2-40B4-BE49-F238E27FC236}">
                  <a16:creationId xmlns:a16="http://schemas.microsoft.com/office/drawing/2014/main" id="{9FFC3F50-0909-0A30-6CD6-70A2DC5C89AE}"/>
                </a:ext>
              </a:extLst>
            </p:cNvPr>
            <p:cNvSpPr>
              <a:spLocks noEditPoints="1"/>
            </p:cNvSpPr>
            <p:nvPr userDrawn="1"/>
          </p:nvSpPr>
          <p:spPr bwMode="auto">
            <a:xfrm>
              <a:off x="9507538" y="1773238"/>
              <a:ext cx="525462" cy="323850"/>
            </a:xfrm>
            <a:custGeom>
              <a:avLst/>
              <a:gdLst>
                <a:gd name="T0" fmla="*/ 190 w 194"/>
                <a:gd name="T1" fmla="*/ 117 h 119"/>
                <a:gd name="T2" fmla="*/ 192 w 194"/>
                <a:gd name="T3" fmla="*/ 109 h 119"/>
                <a:gd name="T4" fmla="*/ 194 w 194"/>
                <a:gd name="T5" fmla="*/ 117 h 119"/>
                <a:gd name="T6" fmla="*/ 192 w 194"/>
                <a:gd name="T7" fmla="*/ 97 h 119"/>
                <a:gd name="T8" fmla="*/ 190 w 194"/>
                <a:gd name="T9" fmla="*/ 79 h 119"/>
                <a:gd name="T10" fmla="*/ 194 w 194"/>
                <a:gd name="T11" fmla="*/ 79 h 119"/>
                <a:gd name="T12" fmla="*/ 192 w 194"/>
                <a:gd name="T13" fmla="*/ 97 h 119"/>
                <a:gd name="T14" fmla="*/ 190 w 194"/>
                <a:gd name="T15" fmla="*/ 63 h 119"/>
                <a:gd name="T16" fmla="*/ 192 w 194"/>
                <a:gd name="T17" fmla="*/ 45 h 119"/>
                <a:gd name="T18" fmla="*/ 194 w 194"/>
                <a:gd name="T19" fmla="*/ 63 h 119"/>
                <a:gd name="T20" fmla="*/ 192 w 194"/>
                <a:gd name="T21" fmla="*/ 33 h 119"/>
                <a:gd name="T22" fmla="*/ 190 w 194"/>
                <a:gd name="T23" fmla="*/ 29 h 119"/>
                <a:gd name="T24" fmla="*/ 188 w 194"/>
                <a:gd name="T25" fmla="*/ 14 h 119"/>
                <a:gd name="T26" fmla="*/ 194 w 194"/>
                <a:gd name="T27" fmla="*/ 29 h 119"/>
                <a:gd name="T28" fmla="*/ 192 w 194"/>
                <a:gd name="T29" fmla="*/ 33 h 119"/>
                <a:gd name="T30" fmla="*/ 177 w 194"/>
                <a:gd name="T31" fmla="*/ 6 h 119"/>
                <a:gd name="T32" fmla="*/ 162 w 194"/>
                <a:gd name="T33" fmla="*/ 4 h 119"/>
                <a:gd name="T34" fmla="*/ 162 w 194"/>
                <a:gd name="T35" fmla="*/ 0 h 119"/>
                <a:gd name="T36" fmla="*/ 178 w 194"/>
                <a:gd name="T37" fmla="*/ 3 h 119"/>
                <a:gd name="T38" fmla="*/ 178 w 194"/>
                <a:gd name="T39" fmla="*/ 7 h 119"/>
                <a:gd name="T40" fmla="*/ 130 w 194"/>
                <a:gd name="T41" fmla="*/ 4 h 119"/>
                <a:gd name="T42" fmla="*/ 130 w 194"/>
                <a:gd name="T43" fmla="*/ 0 h 119"/>
                <a:gd name="T44" fmla="*/ 148 w 194"/>
                <a:gd name="T45" fmla="*/ 2 h 119"/>
                <a:gd name="T46" fmla="*/ 114 w 194"/>
                <a:gd name="T47" fmla="*/ 4 h 119"/>
                <a:gd name="T48" fmla="*/ 96 w 194"/>
                <a:gd name="T49" fmla="*/ 2 h 119"/>
                <a:gd name="T50" fmla="*/ 114 w 194"/>
                <a:gd name="T51" fmla="*/ 0 h 119"/>
                <a:gd name="T52" fmla="*/ 114 w 194"/>
                <a:gd name="T53" fmla="*/ 4 h 119"/>
                <a:gd name="T54" fmla="*/ 66 w 194"/>
                <a:gd name="T55" fmla="*/ 4 h 119"/>
                <a:gd name="T56" fmla="*/ 66 w 194"/>
                <a:gd name="T57" fmla="*/ 0 h 119"/>
                <a:gd name="T58" fmla="*/ 84 w 194"/>
                <a:gd name="T59" fmla="*/ 2 h 119"/>
                <a:gd name="T60" fmla="*/ 50 w 194"/>
                <a:gd name="T61" fmla="*/ 4 h 119"/>
                <a:gd name="T62" fmla="*/ 32 w 194"/>
                <a:gd name="T63" fmla="*/ 2 h 119"/>
                <a:gd name="T64" fmla="*/ 50 w 194"/>
                <a:gd name="T65" fmla="*/ 0 h 119"/>
                <a:gd name="T66" fmla="*/ 50 w 194"/>
                <a:gd name="T67" fmla="*/ 4 h 119"/>
                <a:gd name="T68" fmla="*/ 2 w 194"/>
                <a:gd name="T69" fmla="*/ 4 h 119"/>
                <a:gd name="T70" fmla="*/ 2 w 194"/>
                <a:gd name="T71" fmla="*/ 0 h 119"/>
                <a:gd name="T72" fmla="*/ 20 w 194"/>
                <a:gd name="T73"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94" h="119">
                  <a:moveTo>
                    <a:pt x="192" y="119"/>
                  </a:moveTo>
                  <a:cubicBezTo>
                    <a:pt x="191" y="119"/>
                    <a:pt x="190" y="118"/>
                    <a:pt x="190" y="117"/>
                  </a:cubicBezTo>
                  <a:cubicBezTo>
                    <a:pt x="190" y="111"/>
                    <a:pt x="190" y="111"/>
                    <a:pt x="190" y="111"/>
                  </a:cubicBezTo>
                  <a:cubicBezTo>
                    <a:pt x="190" y="110"/>
                    <a:pt x="191" y="109"/>
                    <a:pt x="192" y="109"/>
                  </a:cubicBezTo>
                  <a:cubicBezTo>
                    <a:pt x="193" y="109"/>
                    <a:pt x="194" y="110"/>
                    <a:pt x="194" y="111"/>
                  </a:cubicBezTo>
                  <a:cubicBezTo>
                    <a:pt x="194" y="117"/>
                    <a:pt x="194" y="117"/>
                    <a:pt x="194" y="117"/>
                  </a:cubicBezTo>
                  <a:cubicBezTo>
                    <a:pt x="194" y="118"/>
                    <a:pt x="193" y="119"/>
                    <a:pt x="192" y="119"/>
                  </a:cubicBezTo>
                  <a:close/>
                  <a:moveTo>
                    <a:pt x="192" y="97"/>
                  </a:moveTo>
                  <a:cubicBezTo>
                    <a:pt x="191" y="97"/>
                    <a:pt x="190" y="96"/>
                    <a:pt x="190" y="95"/>
                  </a:cubicBezTo>
                  <a:cubicBezTo>
                    <a:pt x="190" y="79"/>
                    <a:pt x="190" y="79"/>
                    <a:pt x="190" y="79"/>
                  </a:cubicBezTo>
                  <a:cubicBezTo>
                    <a:pt x="190" y="78"/>
                    <a:pt x="191" y="77"/>
                    <a:pt x="192" y="77"/>
                  </a:cubicBezTo>
                  <a:cubicBezTo>
                    <a:pt x="193" y="77"/>
                    <a:pt x="194" y="78"/>
                    <a:pt x="194" y="79"/>
                  </a:cubicBezTo>
                  <a:cubicBezTo>
                    <a:pt x="194" y="95"/>
                    <a:pt x="194" y="95"/>
                    <a:pt x="194" y="95"/>
                  </a:cubicBezTo>
                  <a:cubicBezTo>
                    <a:pt x="194" y="96"/>
                    <a:pt x="193" y="97"/>
                    <a:pt x="192" y="97"/>
                  </a:cubicBezTo>
                  <a:close/>
                  <a:moveTo>
                    <a:pt x="192" y="65"/>
                  </a:moveTo>
                  <a:cubicBezTo>
                    <a:pt x="191" y="65"/>
                    <a:pt x="190" y="64"/>
                    <a:pt x="190" y="63"/>
                  </a:cubicBezTo>
                  <a:cubicBezTo>
                    <a:pt x="190" y="47"/>
                    <a:pt x="190" y="47"/>
                    <a:pt x="190" y="47"/>
                  </a:cubicBezTo>
                  <a:cubicBezTo>
                    <a:pt x="190" y="46"/>
                    <a:pt x="191" y="45"/>
                    <a:pt x="192" y="45"/>
                  </a:cubicBezTo>
                  <a:cubicBezTo>
                    <a:pt x="193" y="45"/>
                    <a:pt x="194" y="46"/>
                    <a:pt x="194" y="47"/>
                  </a:cubicBezTo>
                  <a:cubicBezTo>
                    <a:pt x="194" y="63"/>
                    <a:pt x="194" y="63"/>
                    <a:pt x="194" y="63"/>
                  </a:cubicBezTo>
                  <a:cubicBezTo>
                    <a:pt x="194" y="64"/>
                    <a:pt x="193" y="65"/>
                    <a:pt x="192" y="65"/>
                  </a:cubicBezTo>
                  <a:close/>
                  <a:moveTo>
                    <a:pt x="192" y="33"/>
                  </a:moveTo>
                  <a:cubicBezTo>
                    <a:pt x="191" y="33"/>
                    <a:pt x="190" y="32"/>
                    <a:pt x="190" y="31"/>
                  </a:cubicBezTo>
                  <a:cubicBezTo>
                    <a:pt x="190" y="29"/>
                    <a:pt x="190" y="29"/>
                    <a:pt x="190" y="29"/>
                  </a:cubicBezTo>
                  <a:cubicBezTo>
                    <a:pt x="190" y="24"/>
                    <a:pt x="189" y="20"/>
                    <a:pt x="187" y="17"/>
                  </a:cubicBezTo>
                  <a:cubicBezTo>
                    <a:pt x="187" y="16"/>
                    <a:pt x="187" y="14"/>
                    <a:pt x="188" y="14"/>
                  </a:cubicBezTo>
                  <a:cubicBezTo>
                    <a:pt x="189" y="13"/>
                    <a:pt x="190" y="14"/>
                    <a:pt x="191" y="15"/>
                  </a:cubicBezTo>
                  <a:cubicBezTo>
                    <a:pt x="193" y="19"/>
                    <a:pt x="194" y="24"/>
                    <a:pt x="194" y="29"/>
                  </a:cubicBezTo>
                  <a:cubicBezTo>
                    <a:pt x="194" y="31"/>
                    <a:pt x="194" y="31"/>
                    <a:pt x="194" y="31"/>
                  </a:cubicBezTo>
                  <a:cubicBezTo>
                    <a:pt x="194" y="32"/>
                    <a:pt x="193" y="33"/>
                    <a:pt x="192" y="33"/>
                  </a:cubicBezTo>
                  <a:close/>
                  <a:moveTo>
                    <a:pt x="178" y="7"/>
                  </a:moveTo>
                  <a:cubicBezTo>
                    <a:pt x="177" y="7"/>
                    <a:pt x="177" y="7"/>
                    <a:pt x="177" y="6"/>
                  </a:cubicBezTo>
                  <a:cubicBezTo>
                    <a:pt x="173" y="5"/>
                    <a:pt x="169" y="4"/>
                    <a:pt x="165" y="4"/>
                  </a:cubicBezTo>
                  <a:cubicBezTo>
                    <a:pt x="162" y="4"/>
                    <a:pt x="162" y="4"/>
                    <a:pt x="162" y="4"/>
                  </a:cubicBezTo>
                  <a:cubicBezTo>
                    <a:pt x="161" y="4"/>
                    <a:pt x="160" y="3"/>
                    <a:pt x="160" y="2"/>
                  </a:cubicBezTo>
                  <a:cubicBezTo>
                    <a:pt x="160" y="1"/>
                    <a:pt x="161" y="0"/>
                    <a:pt x="162" y="0"/>
                  </a:cubicBezTo>
                  <a:cubicBezTo>
                    <a:pt x="165" y="0"/>
                    <a:pt x="165" y="0"/>
                    <a:pt x="165" y="0"/>
                  </a:cubicBezTo>
                  <a:cubicBezTo>
                    <a:pt x="170" y="0"/>
                    <a:pt x="174" y="1"/>
                    <a:pt x="178" y="3"/>
                  </a:cubicBezTo>
                  <a:cubicBezTo>
                    <a:pt x="179" y="3"/>
                    <a:pt x="180" y="5"/>
                    <a:pt x="179" y="6"/>
                  </a:cubicBezTo>
                  <a:cubicBezTo>
                    <a:pt x="179" y="6"/>
                    <a:pt x="178" y="7"/>
                    <a:pt x="178" y="7"/>
                  </a:cubicBezTo>
                  <a:close/>
                  <a:moveTo>
                    <a:pt x="146" y="4"/>
                  </a:moveTo>
                  <a:cubicBezTo>
                    <a:pt x="130" y="4"/>
                    <a:pt x="130" y="4"/>
                    <a:pt x="130" y="4"/>
                  </a:cubicBezTo>
                  <a:cubicBezTo>
                    <a:pt x="129" y="4"/>
                    <a:pt x="128" y="3"/>
                    <a:pt x="128" y="2"/>
                  </a:cubicBezTo>
                  <a:cubicBezTo>
                    <a:pt x="128" y="1"/>
                    <a:pt x="129" y="0"/>
                    <a:pt x="130" y="0"/>
                  </a:cubicBezTo>
                  <a:cubicBezTo>
                    <a:pt x="146" y="0"/>
                    <a:pt x="146" y="0"/>
                    <a:pt x="146" y="0"/>
                  </a:cubicBezTo>
                  <a:cubicBezTo>
                    <a:pt x="147" y="0"/>
                    <a:pt x="148" y="1"/>
                    <a:pt x="148" y="2"/>
                  </a:cubicBezTo>
                  <a:cubicBezTo>
                    <a:pt x="148" y="3"/>
                    <a:pt x="147" y="4"/>
                    <a:pt x="146" y="4"/>
                  </a:cubicBezTo>
                  <a:close/>
                  <a:moveTo>
                    <a:pt x="114" y="4"/>
                  </a:moveTo>
                  <a:cubicBezTo>
                    <a:pt x="98" y="4"/>
                    <a:pt x="98" y="4"/>
                    <a:pt x="98" y="4"/>
                  </a:cubicBezTo>
                  <a:cubicBezTo>
                    <a:pt x="97" y="4"/>
                    <a:pt x="96" y="3"/>
                    <a:pt x="96" y="2"/>
                  </a:cubicBezTo>
                  <a:cubicBezTo>
                    <a:pt x="96" y="1"/>
                    <a:pt x="97" y="0"/>
                    <a:pt x="98" y="0"/>
                  </a:cubicBezTo>
                  <a:cubicBezTo>
                    <a:pt x="114" y="0"/>
                    <a:pt x="114" y="0"/>
                    <a:pt x="114" y="0"/>
                  </a:cubicBezTo>
                  <a:cubicBezTo>
                    <a:pt x="115" y="0"/>
                    <a:pt x="116" y="1"/>
                    <a:pt x="116" y="2"/>
                  </a:cubicBezTo>
                  <a:cubicBezTo>
                    <a:pt x="116" y="3"/>
                    <a:pt x="115" y="4"/>
                    <a:pt x="114" y="4"/>
                  </a:cubicBezTo>
                  <a:close/>
                  <a:moveTo>
                    <a:pt x="82" y="4"/>
                  </a:moveTo>
                  <a:cubicBezTo>
                    <a:pt x="66" y="4"/>
                    <a:pt x="66" y="4"/>
                    <a:pt x="66" y="4"/>
                  </a:cubicBezTo>
                  <a:cubicBezTo>
                    <a:pt x="65" y="4"/>
                    <a:pt x="64" y="3"/>
                    <a:pt x="64" y="2"/>
                  </a:cubicBezTo>
                  <a:cubicBezTo>
                    <a:pt x="64" y="1"/>
                    <a:pt x="65" y="0"/>
                    <a:pt x="66" y="0"/>
                  </a:cubicBezTo>
                  <a:cubicBezTo>
                    <a:pt x="82" y="0"/>
                    <a:pt x="82" y="0"/>
                    <a:pt x="82" y="0"/>
                  </a:cubicBezTo>
                  <a:cubicBezTo>
                    <a:pt x="83" y="0"/>
                    <a:pt x="84" y="1"/>
                    <a:pt x="84" y="2"/>
                  </a:cubicBezTo>
                  <a:cubicBezTo>
                    <a:pt x="84" y="3"/>
                    <a:pt x="83" y="4"/>
                    <a:pt x="82" y="4"/>
                  </a:cubicBezTo>
                  <a:close/>
                  <a:moveTo>
                    <a:pt x="50" y="4"/>
                  </a:moveTo>
                  <a:cubicBezTo>
                    <a:pt x="34" y="4"/>
                    <a:pt x="34" y="4"/>
                    <a:pt x="34" y="4"/>
                  </a:cubicBezTo>
                  <a:cubicBezTo>
                    <a:pt x="33" y="4"/>
                    <a:pt x="32" y="3"/>
                    <a:pt x="32" y="2"/>
                  </a:cubicBezTo>
                  <a:cubicBezTo>
                    <a:pt x="32" y="1"/>
                    <a:pt x="33" y="0"/>
                    <a:pt x="34" y="0"/>
                  </a:cubicBezTo>
                  <a:cubicBezTo>
                    <a:pt x="50" y="0"/>
                    <a:pt x="50" y="0"/>
                    <a:pt x="50" y="0"/>
                  </a:cubicBezTo>
                  <a:cubicBezTo>
                    <a:pt x="51" y="0"/>
                    <a:pt x="52" y="1"/>
                    <a:pt x="52" y="2"/>
                  </a:cubicBezTo>
                  <a:cubicBezTo>
                    <a:pt x="52" y="3"/>
                    <a:pt x="51" y="4"/>
                    <a:pt x="50" y="4"/>
                  </a:cubicBezTo>
                  <a:close/>
                  <a:moveTo>
                    <a:pt x="18" y="4"/>
                  </a:moveTo>
                  <a:cubicBezTo>
                    <a:pt x="2" y="4"/>
                    <a:pt x="2" y="4"/>
                    <a:pt x="2" y="4"/>
                  </a:cubicBezTo>
                  <a:cubicBezTo>
                    <a:pt x="1" y="4"/>
                    <a:pt x="0" y="3"/>
                    <a:pt x="0" y="2"/>
                  </a:cubicBezTo>
                  <a:cubicBezTo>
                    <a:pt x="0" y="1"/>
                    <a:pt x="1" y="0"/>
                    <a:pt x="2" y="0"/>
                  </a:cubicBezTo>
                  <a:cubicBezTo>
                    <a:pt x="18" y="0"/>
                    <a:pt x="18" y="0"/>
                    <a:pt x="18" y="0"/>
                  </a:cubicBezTo>
                  <a:cubicBezTo>
                    <a:pt x="19" y="0"/>
                    <a:pt x="20" y="1"/>
                    <a:pt x="20" y="2"/>
                  </a:cubicBezTo>
                  <a:cubicBezTo>
                    <a:pt x="20" y="3"/>
                    <a:pt x="19" y="4"/>
                    <a:pt x="18" y="4"/>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5" name="任意多边形: 形状 84">
              <a:extLst>
                <a:ext uri="{FF2B5EF4-FFF2-40B4-BE49-F238E27FC236}">
                  <a16:creationId xmlns:a16="http://schemas.microsoft.com/office/drawing/2014/main" id="{0A9EFD8F-8153-D783-1ABF-BC1DB000A2E9}"/>
                </a:ext>
              </a:extLst>
            </p:cNvPr>
            <p:cNvSpPr>
              <a:spLocks/>
            </p:cNvSpPr>
            <p:nvPr userDrawn="1"/>
          </p:nvSpPr>
          <p:spPr bwMode="auto">
            <a:xfrm>
              <a:off x="10566400" y="4306888"/>
              <a:ext cx="290512" cy="1042987"/>
            </a:xfrm>
            <a:custGeom>
              <a:avLst/>
              <a:gdLst>
                <a:gd name="T0" fmla="*/ 0 w 107"/>
                <a:gd name="T1" fmla="*/ 122 h 384"/>
                <a:gd name="T2" fmla="*/ 107 w 107"/>
                <a:gd name="T3" fmla="*/ 0 h 384"/>
                <a:gd name="T4" fmla="*/ 0 w 107"/>
                <a:gd name="T5" fmla="*/ 384 h 384"/>
                <a:gd name="T6" fmla="*/ 0 w 107"/>
                <a:gd name="T7" fmla="*/ 122 h 384"/>
              </a:gdLst>
              <a:ahLst/>
              <a:cxnLst>
                <a:cxn ang="0">
                  <a:pos x="T0" y="T1"/>
                </a:cxn>
                <a:cxn ang="0">
                  <a:pos x="T2" y="T3"/>
                </a:cxn>
                <a:cxn ang="0">
                  <a:pos x="T4" y="T5"/>
                </a:cxn>
                <a:cxn ang="0">
                  <a:pos x="T6" y="T7"/>
                </a:cxn>
              </a:cxnLst>
              <a:rect l="0" t="0" r="r" b="b"/>
              <a:pathLst>
                <a:path w="107" h="384">
                  <a:moveTo>
                    <a:pt x="0" y="122"/>
                  </a:moveTo>
                  <a:cubicBezTo>
                    <a:pt x="0" y="122"/>
                    <a:pt x="49" y="3"/>
                    <a:pt x="107" y="0"/>
                  </a:cubicBezTo>
                  <a:cubicBezTo>
                    <a:pt x="107" y="0"/>
                    <a:pt x="70" y="318"/>
                    <a:pt x="0" y="384"/>
                  </a:cubicBezTo>
                  <a:lnTo>
                    <a:pt x="0" y="122"/>
                  </a:lnTo>
                  <a:close/>
                </a:path>
              </a:pathLst>
            </a:custGeom>
            <a:solidFill>
              <a:srgbClr val="1D5C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6" name="任意多边形: 形状 85">
              <a:extLst>
                <a:ext uri="{FF2B5EF4-FFF2-40B4-BE49-F238E27FC236}">
                  <a16:creationId xmlns:a16="http://schemas.microsoft.com/office/drawing/2014/main" id="{07A988C2-90E4-EBF4-2CDF-8FF872F7B78F}"/>
                </a:ext>
              </a:extLst>
            </p:cNvPr>
            <p:cNvSpPr>
              <a:spLocks/>
            </p:cNvSpPr>
            <p:nvPr userDrawn="1"/>
          </p:nvSpPr>
          <p:spPr bwMode="auto">
            <a:xfrm>
              <a:off x="10566400" y="5157788"/>
              <a:ext cx="382587" cy="382587"/>
            </a:xfrm>
            <a:custGeom>
              <a:avLst/>
              <a:gdLst>
                <a:gd name="T0" fmla="*/ 141 w 141"/>
                <a:gd name="T1" fmla="*/ 4 h 141"/>
                <a:gd name="T2" fmla="*/ 0 w 141"/>
                <a:gd name="T3" fmla="*/ 141 h 141"/>
                <a:gd name="T4" fmla="*/ 0 w 141"/>
                <a:gd name="T5" fmla="*/ 52 h 141"/>
                <a:gd name="T6" fmla="*/ 141 w 141"/>
                <a:gd name="T7" fmla="*/ 4 h 141"/>
              </a:gdLst>
              <a:ahLst/>
              <a:cxnLst>
                <a:cxn ang="0">
                  <a:pos x="T0" y="T1"/>
                </a:cxn>
                <a:cxn ang="0">
                  <a:pos x="T2" y="T3"/>
                </a:cxn>
                <a:cxn ang="0">
                  <a:pos x="T4" y="T5"/>
                </a:cxn>
                <a:cxn ang="0">
                  <a:pos x="T6" y="T7"/>
                </a:cxn>
              </a:cxnLst>
              <a:rect l="0" t="0" r="r" b="b"/>
              <a:pathLst>
                <a:path w="141" h="141">
                  <a:moveTo>
                    <a:pt x="141" y="4"/>
                  </a:moveTo>
                  <a:cubicBezTo>
                    <a:pt x="141" y="4"/>
                    <a:pt x="69" y="117"/>
                    <a:pt x="0" y="141"/>
                  </a:cubicBezTo>
                  <a:cubicBezTo>
                    <a:pt x="0" y="52"/>
                    <a:pt x="0" y="52"/>
                    <a:pt x="0" y="52"/>
                  </a:cubicBezTo>
                  <a:cubicBezTo>
                    <a:pt x="0" y="52"/>
                    <a:pt x="70" y="0"/>
                    <a:pt x="141" y="4"/>
                  </a:cubicBezTo>
                  <a:close/>
                </a:path>
              </a:pathLst>
            </a:custGeom>
            <a:solidFill>
              <a:srgbClr val="1D5C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7" name="任意多边形: 形状 86">
              <a:extLst>
                <a:ext uri="{FF2B5EF4-FFF2-40B4-BE49-F238E27FC236}">
                  <a16:creationId xmlns:a16="http://schemas.microsoft.com/office/drawing/2014/main" id="{68536EA0-9B23-6396-23A2-C499D8D477A1}"/>
                </a:ext>
              </a:extLst>
            </p:cNvPr>
            <p:cNvSpPr>
              <a:spLocks/>
            </p:cNvSpPr>
            <p:nvPr userDrawn="1"/>
          </p:nvSpPr>
          <p:spPr bwMode="auto">
            <a:xfrm>
              <a:off x="10566400" y="5391150"/>
              <a:ext cx="382587" cy="238125"/>
            </a:xfrm>
            <a:custGeom>
              <a:avLst/>
              <a:gdLst>
                <a:gd name="T0" fmla="*/ 0 w 141"/>
                <a:gd name="T1" fmla="*/ 47 h 88"/>
                <a:gd name="T2" fmla="*/ 141 w 141"/>
                <a:gd name="T3" fmla="*/ 14 h 88"/>
                <a:gd name="T4" fmla="*/ 82 w 141"/>
                <a:gd name="T5" fmla="*/ 38 h 88"/>
                <a:gd name="T6" fmla="*/ 0 w 141"/>
                <a:gd name="T7" fmla="*/ 88 h 88"/>
                <a:gd name="T8" fmla="*/ 0 w 141"/>
                <a:gd name="T9" fmla="*/ 47 h 88"/>
              </a:gdLst>
              <a:ahLst/>
              <a:cxnLst>
                <a:cxn ang="0">
                  <a:pos x="T0" y="T1"/>
                </a:cxn>
                <a:cxn ang="0">
                  <a:pos x="T2" y="T3"/>
                </a:cxn>
                <a:cxn ang="0">
                  <a:pos x="T4" y="T5"/>
                </a:cxn>
                <a:cxn ang="0">
                  <a:pos x="T6" y="T7"/>
                </a:cxn>
                <a:cxn ang="0">
                  <a:pos x="T8" y="T9"/>
                </a:cxn>
              </a:cxnLst>
              <a:rect l="0" t="0" r="r" b="b"/>
              <a:pathLst>
                <a:path w="141" h="88">
                  <a:moveTo>
                    <a:pt x="0" y="47"/>
                  </a:moveTo>
                  <a:cubicBezTo>
                    <a:pt x="0" y="47"/>
                    <a:pt x="56" y="0"/>
                    <a:pt x="141" y="14"/>
                  </a:cubicBezTo>
                  <a:cubicBezTo>
                    <a:pt x="141" y="14"/>
                    <a:pt x="96" y="25"/>
                    <a:pt x="82" y="38"/>
                  </a:cubicBezTo>
                  <a:cubicBezTo>
                    <a:pt x="82" y="38"/>
                    <a:pt x="24" y="88"/>
                    <a:pt x="0" y="88"/>
                  </a:cubicBezTo>
                  <a:lnTo>
                    <a:pt x="0" y="47"/>
                  </a:lnTo>
                  <a:close/>
                </a:path>
              </a:pathLst>
            </a:custGeom>
            <a:solidFill>
              <a:srgbClr val="1D5C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8" name="矩形 87">
              <a:extLst>
                <a:ext uri="{FF2B5EF4-FFF2-40B4-BE49-F238E27FC236}">
                  <a16:creationId xmlns:a16="http://schemas.microsoft.com/office/drawing/2014/main" id="{1490558F-D804-DDC7-A51A-9536A9996F81}"/>
                </a:ext>
              </a:extLst>
            </p:cNvPr>
            <p:cNvSpPr>
              <a:spLocks noChangeArrowheads="1"/>
            </p:cNvSpPr>
            <p:nvPr userDrawn="1"/>
          </p:nvSpPr>
          <p:spPr bwMode="auto">
            <a:xfrm>
              <a:off x="7069138" y="3606800"/>
              <a:ext cx="857250" cy="760412"/>
            </a:xfrm>
            <a:prstGeom prst="rect">
              <a:avLst/>
            </a:prstGeom>
            <a:solidFill>
              <a:srgbClr val="1F55E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9" name="矩形 88">
              <a:extLst>
                <a:ext uri="{FF2B5EF4-FFF2-40B4-BE49-F238E27FC236}">
                  <a16:creationId xmlns:a16="http://schemas.microsoft.com/office/drawing/2014/main" id="{78539BFF-BED8-147E-B2A2-70BCABDCDCBF}"/>
                </a:ext>
              </a:extLst>
            </p:cNvPr>
            <p:cNvSpPr>
              <a:spLocks noChangeArrowheads="1"/>
            </p:cNvSpPr>
            <p:nvPr userDrawn="1"/>
          </p:nvSpPr>
          <p:spPr bwMode="auto">
            <a:xfrm>
              <a:off x="7138988" y="3541713"/>
              <a:ext cx="1009650" cy="7635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0" name="矩形 89">
              <a:extLst>
                <a:ext uri="{FF2B5EF4-FFF2-40B4-BE49-F238E27FC236}">
                  <a16:creationId xmlns:a16="http://schemas.microsoft.com/office/drawing/2014/main" id="{55EF22BB-931E-E496-9A23-35437D3F3146}"/>
                </a:ext>
              </a:extLst>
            </p:cNvPr>
            <p:cNvSpPr>
              <a:spLocks noChangeArrowheads="1"/>
            </p:cNvSpPr>
            <p:nvPr userDrawn="1"/>
          </p:nvSpPr>
          <p:spPr bwMode="auto">
            <a:xfrm>
              <a:off x="7240588" y="3986213"/>
              <a:ext cx="123825" cy="206375"/>
            </a:xfrm>
            <a:prstGeom prst="rect">
              <a:avLst/>
            </a:prstGeom>
            <a:solidFill>
              <a:srgbClr val="FF6C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1" name="矩形 90">
              <a:extLst>
                <a:ext uri="{FF2B5EF4-FFF2-40B4-BE49-F238E27FC236}">
                  <a16:creationId xmlns:a16="http://schemas.microsoft.com/office/drawing/2014/main" id="{470C7170-ED60-3C9C-9FA6-0D755063F4A0}"/>
                </a:ext>
              </a:extLst>
            </p:cNvPr>
            <p:cNvSpPr>
              <a:spLocks noChangeArrowheads="1"/>
            </p:cNvSpPr>
            <p:nvPr userDrawn="1"/>
          </p:nvSpPr>
          <p:spPr bwMode="auto">
            <a:xfrm>
              <a:off x="7475538" y="4024313"/>
              <a:ext cx="125412" cy="168275"/>
            </a:xfrm>
            <a:prstGeom prst="rect">
              <a:avLst/>
            </a:prstGeom>
            <a:solidFill>
              <a:srgbClr val="FF6C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2" name="矩形 91">
              <a:extLst>
                <a:ext uri="{FF2B5EF4-FFF2-40B4-BE49-F238E27FC236}">
                  <a16:creationId xmlns:a16="http://schemas.microsoft.com/office/drawing/2014/main" id="{26BD63C4-BC3B-B730-E140-B84BC835ECFF}"/>
                </a:ext>
              </a:extLst>
            </p:cNvPr>
            <p:cNvSpPr>
              <a:spLocks noChangeArrowheads="1"/>
            </p:cNvSpPr>
            <p:nvPr userDrawn="1"/>
          </p:nvSpPr>
          <p:spPr bwMode="auto">
            <a:xfrm>
              <a:off x="7700963" y="3821113"/>
              <a:ext cx="125412" cy="371475"/>
            </a:xfrm>
            <a:prstGeom prst="rect">
              <a:avLst/>
            </a:prstGeom>
            <a:solidFill>
              <a:srgbClr val="FF6C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3" name="矩形 92">
              <a:extLst>
                <a:ext uri="{FF2B5EF4-FFF2-40B4-BE49-F238E27FC236}">
                  <a16:creationId xmlns:a16="http://schemas.microsoft.com/office/drawing/2014/main" id="{A806B3F4-DC45-B170-0C43-03BD4266CB51}"/>
                </a:ext>
              </a:extLst>
            </p:cNvPr>
            <p:cNvSpPr>
              <a:spLocks noChangeArrowheads="1"/>
            </p:cNvSpPr>
            <p:nvPr userDrawn="1"/>
          </p:nvSpPr>
          <p:spPr bwMode="auto">
            <a:xfrm>
              <a:off x="7926388" y="3636963"/>
              <a:ext cx="125412" cy="555625"/>
            </a:xfrm>
            <a:prstGeom prst="rect">
              <a:avLst/>
            </a:prstGeom>
            <a:solidFill>
              <a:srgbClr val="FF6C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4" name="任意多边形: 形状 93">
              <a:extLst>
                <a:ext uri="{FF2B5EF4-FFF2-40B4-BE49-F238E27FC236}">
                  <a16:creationId xmlns:a16="http://schemas.microsoft.com/office/drawing/2014/main" id="{B0B1A458-8D22-0405-7913-94EB1589E3EF}"/>
                </a:ext>
              </a:extLst>
            </p:cNvPr>
            <p:cNvSpPr>
              <a:spLocks/>
            </p:cNvSpPr>
            <p:nvPr userDrawn="1"/>
          </p:nvSpPr>
          <p:spPr bwMode="auto">
            <a:xfrm>
              <a:off x="6237288" y="1779588"/>
              <a:ext cx="1409700" cy="542925"/>
            </a:xfrm>
            <a:custGeom>
              <a:avLst/>
              <a:gdLst>
                <a:gd name="T0" fmla="*/ 513 w 519"/>
                <a:gd name="T1" fmla="*/ 200 h 200"/>
                <a:gd name="T2" fmla="*/ 6 w 519"/>
                <a:gd name="T3" fmla="*/ 200 h 200"/>
                <a:gd name="T4" fmla="*/ 0 w 519"/>
                <a:gd name="T5" fmla="*/ 194 h 200"/>
                <a:gd name="T6" fmla="*/ 0 w 519"/>
                <a:gd name="T7" fmla="*/ 6 h 200"/>
                <a:gd name="T8" fmla="*/ 6 w 519"/>
                <a:gd name="T9" fmla="*/ 0 h 200"/>
                <a:gd name="T10" fmla="*/ 513 w 519"/>
                <a:gd name="T11" fmla="*/ 0 h 200"/>
                <a:gd name="T12" fmla="*/ 519 w 519"/>
                <a:gd name="T13" fmla="*/ 6 h 200"/>
                <a:gd name="T14" fmla="*/ 519 w 519"/>
                <a:gd name="T15" fmla="*/ 194 h 200"/>
                <a:gd name="T16" fmla="*/ 513 w 519"/>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9" h="200">
                  <a:moveTo>
                    <a:pt x="513" y="200"/>
                  </a:moveTo>
                  <a:cubicBezTo>
                    <a:pt x="6" y="200"/>
                    <a:pt x="6" y="200"/>
                    <a:pt x="6" y="200"/>
                  </a:cubicBezTo>
                  <a:cubicBezTo>
                    <a:pt x="2" y="200"/>
                    <a:pt x="0" y="198"/>
                    <a:pt x="0" y="194"/>
                  </a:cubicBezTo>
                  <a:cubicBezTo>
                    <a:pt x="0" y="6"/>
                    <a:pt x="0" y="6"/>
                    <a:pt x="0" y="6"/>
                  </a:cubicBezTo>
                  <a:cubicBezTo>
                    <a:pt x="0" y="2"/>
                    <a:pt x="2" y="0"/>
                    <a:pt x="6" y="0"/>
                  </a:cubicBezTo>
                  <a:cubicBezTo>
                    <a:pt x="513" y="0"/>
                    <a:pt x="513" y="0"/>
                    <a:pt x="513" y="0"/>
                  </a:cubicBezTo>
                  <a:cubicBezTo>
                    <a:pt x="516" y="0"/>
                    <a:pt x="519" y="2"/>
                    <a:pt x="519" y="6"/>
                  </a:cubicBezTo>
                  <a:cubicBezTo>
                    <a:pt x="519" y="194"/>
                    <a:pt x="519" y="194"/>
                    <a:pt x="519" y="194"/>
                  </a:cubicBezTo>
                  <a:cubicBezTo>
                    <a:pt x="519" y="198"/>
                    <a:pt x="516" y="200"/>
                    <a:pt x="513" y="200"/>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5" name="矩形 94">
              <a:extLst>
                <a:ext uri="{FF2B5EF4-FFF2-40B4-BE49-F238E27FC236}">
                  <a16:creationId xmlns:a16="http://schemas.microsoft.com/office/drawing/2014/main" id="{ED2DC947-816C-4419-1F38-435752195A47}"/>
                </a:ext>
              </a:extLst>
            </p:cNvPr>
            <p:cNvSpPr>
              <a:spLocks noChangeArrowheads="1"/>
            </p:cNvSpPr>
            <p:nvPr userDrawn="1"/>
          </p:nvSpPr>
          <p:spPr bwMode="auto">
            <a:xfrm>
              <a:off x="6357938" y="1871663"/>
              <a:ext cx="347662" cy="347662"/>
            </a:xfrm>
            <a:prstGeom prst="rect">
              <a:avLst/>
            </a:prstGeom>
            <a:solidFill>
              <a:srgbClr val="F16AB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6" name="任意多边形: 形状 95">
              <a:extLst>
                <a:ext uri="{FF2B5EF4-FFF2-40B4-BE49-F238E27FC236}">
                  <a16:creationId xmlns:a16="http://schemas.microsoft.com/office/drawing/2014/main" id="{CB74D4F2-DA5A-8E6B-5FAF-229515FBC97E}"/>
                </a:ext>
              </a:extLst>
            </p:cNvPr>
            <p:cNvSpPr>
              <a:spLocks/>
            </p:cNvSpPr>
            <p:nvPr userDrawn="1"/>
          </p:nvSpPr>
          <p:spPr bwMode="auto">
            <a:xfrm>
              <a:off x="6778625" y="1884363"/>
              <a:ext cx="742950" cy="65087"/>
            </a:xfrm>
            <a:custGeom>
              <a:avLst/>
              <a:gdLst>
                <a:gd name="T0" fmla="*/ 262 w 274"/>
                <a:gd name="T1" fmla="*/ 24 h 24"/>
                <a:gd name="T2" fmla="*/ 12 w 274"/>
                <a:gd name="T3" fmla="*/ 24 h 24"/>
                <a:gd name="T4" fmla="*/ 0 w 274"/>
                <a:gd name="T5" fmla="*/ 12 h 24"/>
                <a:gd name="T6" fmla="*/ 0 w 274"/>
                <a:gd name="T7" fmla="*/ 12 h 24"/>
                <a:gd name="T8" fmla="*/ 12 w 274"/>
                <a:gd name="T9" fmla="*/ 0 h 24"/>
                <a:gd name="T10" fmla="*/ 262 w 274"/>
                <a:gd name="T11" fmla="*/ 0 h 24"/>
                <a:gd name="T12" fmla="*/ 274 w 274"/>
                <a:gd name="T13" fmla="*/ 12 h 24"/>
                <a:gd name="T14" fmla="*/ 274 w 274"/>
                <a:gd name="T15" fmla="*/ 12 h 24"/>
                <a:gd name="T16" fmla="*/ 262 w 274"/>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4" h="24">
                  <a:moveTo>
                    <a:pt x="262" y="24"/>
                  </a:moveTo>
                  <a:cubicBezTo>
                    <a:pt x="12" y="24"/>
                    <a:pt x="12" y="24"/>
                    <a:pt x="12" y="24"/>
                  </a:cubicBezTo>
                  <a:cubicBezTo>
                    <a:pt x="6" y="24"/>
                    <a:pt x="0" y="19"/>
                    <a:pt x="0" y="12"/>
                  </a:cubicBezTo>
                  <a:cubicBezTo>
                    <a:pt x="0" y="12"/>
                    <a:pt x="0" y="12"/>
                    <a:pt x="0" y="12"/>
                  </a:cubicBezTo>
                  <a:cubicBezTo>
                    <a:pt x="0" y="6"/>
                    <a:pt x="6" y="0"/>
                    <a:pt x="12" y="0"/>
                  </a:cubicBezTo>
                  <a:cubicBezTo>
                    <a:pt x="262" y="0"/>
                    <a:pt x="262" y="0"/>
                    <a:pt x="262" y="0"/>
                  </a:cubicBezTo>
                  <a:cubicBezTo>
                    <a:pt x="269" y="0"/>
                    <a:pt x="274" y="6"/>
                    <a:pt x="274" y="12"/>
                  </a:cubicBezTo>
                  <a:cubicBezTo>
                    <a:pt x="274" y="12"/>
                    <a:pt x="274" y="12"/>
                    <a:pt x="274" y="12"/>
                  </a:cubicBezTo>
                  <a:cubicBezTo>
                    <a:pt x="274" y="19"/>
                    <a:pt x="269" y="24"/>
                    <a:pt x="262" y="24"/>
                  </a:cubicBezTo>
                  <a:close/>
                </a:path>
              </a:pathLst>
            </a:custGeom>
            <a:solidFill>
              <a:srgbClr val="DCEA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7" name="任意多边形: 形状 96">
              <a:extLst>
                <a:ext uri="{FF2B5EF4-FFF2-40B4-BE49-F238E27FC236}">
                  <a16:creationId xmlns:a16="http://schemas.microsoft.com/office/drawing/2014/main" id="{9DBF7EED-1C87-E197-B8DD-EE4E60C21C87}"/>
                </a:ext>
              </a:extLst>
            </p:cNvPr>
            <p:cNvSpPr>
              <a:spLocks/>
            </p:cNvSpPr>
            <p:nvPr userDrawn="1"/>
          </p:nvSpPr>
          <p:spPr bwMode="auto">
            <a:xfrm>
              <a:off x="6778625" y="2017713"/>
              <a:ext cx="501650" cy="68262"/>
            </a:xfrm>
            <a:custGeom>
              <a:avLst/>
              <a:gdLst>
                <a:gd name="T0" fmla="*/ 173 w 185"/>
                <a:gd name="T1" fmla="*/ 25 h 25"/>
                <a:gd name="T2" fmla="*/ 12 w 185"/>
                <a:gd name="T3" fmla="*/ 25 h 25"/>
                <a:gd name="T4" fmla="*/ 0 w 185"/>
                <a:gd name="T5" fmla="*/ 13 h 25"/>
                <a:gd name="T6" fmla="*/ 0 w 185"/>
                <a:gd name="T7" fmla="*/ 13 h 25"/>
                <a:gd name="T8" fmla="*/ 12 w 185"/>
                <a:gd name="T9" fmla="*/ 0 h 25"/>
                <a:gd name="T10" fmla="*/ 173 w 185"/>
                <a:gd name="T11" fmla="*/ 0 h 25"/>
                <a:gd name="T12" fmla="*/ 185 w 185"/>
                <a:gd name="T13" fmla="*/ 13 h 25"/>
                <a:gd name="T14" fmla="*/ 185 w 185"/>
                <a:gd name="T15" fmla="*/ 13 h 25"/>
                <a:gd name="T16" fmla="*/ 173 w 185"/>
                <a:gd name="T17"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5" h="25">
                  <a:moveTo>
                    <a:pt x="173" y="25"/>
                  </a:moveTo>
                  <a:cubicBezTo>
                    <a:pt x="12" y="25"/>
                    <a:pt x="12" y="25"/>
                    <a:pt x="12" y="25"/>
                  </a:cubicBezTo>
                  <a:cubicBezTo>
                    <a:pt x="6" y="25"/>
                    <a:pt x="0" y="19"/>
                    <a:pt x="0" y="13"/>
                  </a:cubicBezTo>
                  <a:cubicBezTo>
                    <a:pt x="0" y="13"/>
                    <a:pt x="0" y="13"/>
                    <a:pt x="0" y="13"/>
                  </a:cubicBezTo>
                  <a:cubicBezTo>
                    <a:pt x="0" y="6"/>
                    <a:pt x="6" y="0"/>
                    <a:pt x="12" y="0"/>
                  </a:cubicBezTo>
                  <a:cubicBezTo>
                    <a:pt x="173" y="0"/>
                    <a:pt x="173" y="0"/>
                    <a:pt x="173" y="0"/>
                  </a:cubicBezTo>
                  <a:cubicBezTo>
                    <a:pt x="180" y="0"/>
                    <a:pt x="185" y="6"/>
                    <a:pt x="185" y="13"/>
                  </a:cubicBezTo>
                  <a:cubicBezTo>
                    <a:pt x="185" y="13"/>
                    <a:pt x="185" y="13"/>
                    <a:pt x="185" y="13"/>
                  </a:cubicBezTo>
                  <a:cubicBezTo>
                    <a:pt x="185" y="19"/>
                    <a:pt x="180" y="25"/>
                    <a:pt x="173" y="25"/>
                  </a:cubicBezTo>
                  <a:close/>
                </a:path>
              </a:pathLst>
            </a:custGeom>
            <a:solidFill>
              <a:srgbClr val="DCEA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8" name="任意多边形: 形状 97">
              <a:extLst>
                <a:ext uri="{FF2B5EF4-FFF2-40B4-BE49-F238E27FC236}">
                  <a16:creationId xmlns:a16="http://schemas.microsoft.com/office/drawing/2014/main" id="{B65333FF-1E8D-5ABD-CF6D-7E0EE19E365D}"/>
                </a:ext>
              </a:extLst>
            </p:cNvPr>
            <p:cNvSpPr>
              <a:spLocks/>
            </p:cNvSpPr>
            <p:nvPr userDrawn="1"/>
          </p:nvSpPr>
          <p:spPr bwMode="auto">
            <a:xfrm>
              <a:off x="6778625" y="2154238"/>
              <a:ext cx="238125" cy="65087"/>
            </a:xfrm>
            <a:custGeom>
              <a:avLst/>
              <a:gdLst>
                <a:gd name="T0" fmla="*/ 76 w 88"/>
                <a:gd name="T1" fmla="*/ 24 h 24"/>
                <a:gd name="T2" fmla="*/ 12 w 88"/>
                <a:gd name="T3" fmla="*/ 24 h 24"/>
                <a:gd name="T4" fmla="*/ 0 w 88"/>
                <a:gd name="T5" fmla="*/ 12 h 24"/>
                <a:gd name="T6" fmla="*/ 0 w 88"/>
                <a:gd name="T7" fmla="*/ 12 h 24"/>
                <a:gd name="T8" fmla="*/ 12 w 88"/>
                <a:gd name="T9" fmla="*/ 0 h 24"/>
                <a:gd name="T10" fmla="*/ 76 w 88"/>
                <a:gd name="T11" fmla="*/ 0 h 24"/>
                <a:gd name="T12" fmla="*/ 88 w 88"/>
                <a:gd name="T13" fmla="*/ 12 h 24"/>
                <a:gd name="T14" fmla="*/ 88 w 88"/>
                <a:gd name="T15" fmla="*/ 12 h 24"/>
                <a:gd name="T16" fmla="*/ 76 w 88"/>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8" h="24">
                  <a:moveTo>
                    <a:pt x="76" y="24"/>
                  </a:moveTo>
                  <a:cubicBezTo>
                    <a:pt x="12" y="24"/>
                    <a:pt x="12" y="24"/>
                    <a:pt x="12" y="24"/>
                  </a:cubicBezTo>
                  <a:cubicBezTo>
                    <a:pt x="6" y="24"/>
                    <a:pt x="0" y="19"/>
                    <a:pt x="0" y="12"/>
                  </a:cubicBezTo>
                  <a:cubicBezTo>
                    <a:pt x="0" y="12"/>
                    <a:pt x="0" y="12"/>
                    <a:pt x="0" y="12"/>
                  </a:cubicBezTo>
                  <a:cubicBezTo>
                    <a:pt x="0" y="5"/>
                    <a:pt x="6" y="0"/>
                    <a:pt x="12" y="0"/>
                  </a:cubicBezTo>
                  <a:cubicBezTo>
                    <a:pt x="76" y="0"/>
                    <a:pt x="76" y="0"/>
                    <a:pt x="76" y="0"/>
                  </a:cubicBezTo>
                  <a:cubicBezTo>
                    <a:pt x="83" y="0"/>
                    <a:pt x="88" y="5"/>
                    <a:pt x="88" y="12"/>
                  </a:cubicBezTo>
                  <a:cubicBezTo>
                    <a:pt x="88" y="12"/>
                    <a:pt x="88" y="12"/>
                    <a:pt x="88" y="12"/>
                  </a:cubicBezTo>
                  <a:cubicBezTo>
                    <a:pt x="88" y="19"/>
                    <a:pt x="83" y="24"/>
                    <a:pt x="76" y="24"/>
                  </a:cubicBezTo>
                  <a:close/>
                </a:path>
              </a:pathLst>
            </a:custGeom>
            <a:solidFill>
              <a:srgbClr val="DCEA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 name="任意多边形: 形状 98">
              <a:extLst>
                <a:ext uri="{FF2B5EF4-FFF2-40B4-BE49-F238E27FC236}">
                  <a16:creationId xmlns:a16="http://schemas.microsoft.com/office/drawing/2014/main" id="{248BC448-DC24-9705-3533-323930BCC690}"/>
                </a:ext>
              </a:extLst>
            </p:cNvPr>
            <p:cNvSpPr>
              <a:spLocks/>
            </p:cNvSpPr>
            <p:nvPr userDrawn="1"/>
          </p:nvSpPr>
          <p:spPr bwMode="auto">
            <a:xfrm>
              <a:off x="6237288" y="2406650"/>
              <a:ext cx="1409700" cy="374650"/>
            </a:xfrm>
            <a:custGeom>
              <a:avLst/>
              <a:gdLst>
                <a:gd name="T0" fmla="*/ 508 w 519"/>
                <a:gd name="T1" fmla="*/ 138 h 138"/>
                <a:gd name="T2" fmla="*/ 10 w 519"/>
                <a:gd name="T3" fmla="*/ 138 h 138"/>
                <a:gd name="T4" fmla="*/ 0 w 519"/>
                <a:gd name="T5" fmla="*/ 128 h 138"/>
                <a:gd name="T6" fmla="*/ 0 w 519"/>
                <a:gd name="T7" fmla="*/ 11 h 138"/>
                <a:gd name="T8" fmla="*/ 10 w 519"/>
                <a:gd name="T9" fmla="*/ 0 h 138"/>
                <a:gd name="T10" fmla="*/ 508 w 519"/>
                <a:gd name="T11" fmla="*/ 0 h 138"/>
                <a:gd name="T12" fmla="*/ 519 w 519"/>
                <a:gd name="T13" fmla="*/ 11 h 138"/>
                <a:gd name="T14" fmla="*/ 519 w 519"/>
                <a:gd name="T15" fmla="*/ 128 h 138"/>
                <a:gd name="T16" fmla="*/ 508 w 519"/>
                <a:gd name="T17" fmla="*/ 13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9" h="138">
                  <a:moveTo>
                    <a:pt x="508" y="138"/>
                  </a:moveTo>
                  <a:cubicBezTo>
                    <a:pt x="10" y="138"/>
                    <a:pt x="10" y="138"/>
                    <a:pt x="10" y="138"/>
                  </a:cubicBezTo>
                  <a:cubicBezTo>
                    <a:pt x="5" y="138"/>
                    <a:pt x="0" y="133"/>
                    <a:pt x="0" y="128"/>
                  </a:cubicBezTo>
                  <a:cubicBezTo>
                    <a:pt x="0" y="11"/>
                    <a:pt x="0" y="11"/>
                    <a:pt x="0" y="11"/>
                  </a:cubicBezTo>
                  <a:cubicBezTo>
                    <a:pt x="0" y="5"/>
                    <a:pt x="5" y="0"/>
                    <a:pt x="10" y="0"/>
                  </a:cubicBezTo>
                  <a:cubicBezTo>
                    <a:pt x="508" y="0"/>
                    <a:pt x="508" y="0"/>
                    <a:pt x="508" y="0"/>
                  </a:cubicBezTo>
                  <a:cubicBezTo>
                    <a:pt x="514" y="0"/>
                    <a:pt x="519" y="5"/>
                    <a:pt x="519" y="11"/>
                  </a:cubicBezTo>
                  <a:cubicBezTo>
                    <a:pt x="519" y="128"/>
                    <a:pt x="519" y="128"/>
                    <a:pt x="519" y="128"/>
                  </a:cubicBezTo>
                  <a:cubicBezTo>
                    <a:pt x="519" y="133"/>
                    <a:pt x="514" y="138"/>
                    <a:pt x="508" y="138"/>
                  </a:cubicBezTo>
                  <a:close/>
                </a:path>
              </a:pathLst>
            </a:custGeom>
            <a:solidFill>
              <a:srgbClr val="97DF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 name="椭圆 99">
              <a:extLst>
                <a:ext uri="{FF2B5EF4-FFF2-40B4-BE49-F238E27FC236}">
                  <a16:creationId xmlns:a16="http://schemas.microsoft.com/office/drawing/2014/main" id="{83B2BCAA-C8D3-4BCF-30C3-C25A510D5D8F}"/>
                </a:ext>
              </a:extLst>
            </p:cNvPr>
            <p:cNvSpPr>
              <a:spLocks noChangeArrowheads="1"/>
            </p:cNvSpPr>
            <p:nvPr userDrawn="1"/>
          </p:nvSpPr>
          <p:spPr bwMode="auto">
            <a:xfrm>
              <a:off x="6357938" y="2493963"/>
              <a:ext cx="203200" cy="203200"/>
            </a:xfrm>
            <a:prstGeom prst="ellipse">
              <a:avLst/>
            </a:pr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1" name="任意多边形: 形状 100">
              <a:extLst>
                <a:ext uri="{FF2B5EF4-FFF2-40B4-BE49-F238E27FC236}">
                  <a16:creationId xmlns:a16="http://schemas.microsoft.com/office/drawing/2014/main" id="{058E2F85-2151-8A95-D3E9-ED064C86D6CC}"/>
                </a:ext>
              </a:extLst>
            </p:cNvPr>
            <p:cNvSpPr>
              <a:spLocks/>
            </p:cNvSpPr>
            <p:nvPr userDrawn="1"/>
          </p:nvSpPr>
          <p:spPr bwMode="auto">
            <a:xfrm>
              <a:off x="6640513" y="2493963"/>
              <a:ext cx="909637" cy="61912"/>
            </a:xfrm>
            <a:custGeom>
              <a:avLst/>
              <a:gdLst>
                <a:gd name="T0" fmla="*/ 323 w 335"/>
                <a:gd name="T1" fmla="*/ 23 h 23"/>
                <a:gd name="T2" fmla="*/ 12 w 335"/>
                <a:gd name="T3" fmla="*/ 23 h 23"/>
                <a:gd name="T4" fmla="*/ 0 w 335"/>
                <a:gd name="T5" fmla="*/ 11 h 23"/>
                <a:gd name="T6" fmla="*/ 0 w 335"/>
                <a:gd name="T7" fmla="*/ 11 h 23"/>
                <a:gd name="T8" fmla="*/ 12 w 335"/>
                <a:gd name="T9" fmla="*/ 0 h 23"/>
                <a:gd name="T10" fmla="*/ 323 w 335"/>
                <a:gd name="T11" fmla="*/ 0 h 23"/>
                <a:gd name="T12" fmla="*/ 335 w 335"/>
                <a:gd name="T13" fmla="*/ 11 h 23"/>
                <a:gd name="T14" fmla="*/ 335 w 335"/>
                <a:gd name="T15" fmla="*/ 11 h 23"/>
                <a:gd name="T16" fmla="*/ 323 w 335"/>
                <a:gd name="T1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5" h="23">
                  <a:moveTo>
                    <a:pt x="323" y="23"/>
                  </a:moveTo>
                  <a:cubicBezTo>
                    <a:pt x="12" y="23"/>
                    <a:pt x="12" y="23"/>
                    <a:pt x="12" y="23"/>
                  </a:cubicBezTo>
                  <a:cubicBezTo>
                    <a:pt x="5" y="23"/>
                    <a:pt x="0" y="18"/>
                    <a:pt x="0" y="11"/>
                  </a:cubicBezTo>
                  <a:cubicBezTo>
                    <a:pt x="0" y="11"/>
                    <a:pt x="0" y="11"/>
                    <a:pt x="0" y="11"/>
                  </a:cubicBezTo>
                  <a:cubicBezTo>
                    <a:pt x="0" y="5"/>
                    <a:pt x="5" y="0"/>
                    <a:pt x="12" y="0"/>
                  </a:cubicBezTo>
                  <a:cubicBezTo>
                    <a:pt x="323" y="0"/>
                    <a:pt x="323" y="0"/>
                    <a:pt x="323" y="0"/>
                  </a:cubicBezTo>
                  <a:cubicBezTo>
                    <a:pt x="330" y="0"/>
                    <a:pt x="335" y="5"/>
                    <a:pt x="335" y="11"/>
                  </a:cubicBezTo>
                  <a:cubicBezTo>
                    <a:pt x="335" y="11"/>
                    <a:pt x="335" y="11"/>
                    <a:pt x="335" y="11"/>
                  </a:cubicBezTo>
                  <a:cubicBezTo>
                    <a:pt x="335" y="18"/>
                    <a:pt x="330" y="23"/>
                    <a:pt x="323" y="23"/>
                  </a:cubicBezTo>
                  <a:close/>
                </a:path>
              </a:pathLst>
            </a:cu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2" name="任意多边形: 形状 101">
              <a:extLst>
                <a:ext uri="{FF2B5EF4-FFF2-40B4-BE49-F238E27FC236}">
                  <a16:creationId xmlns:a16="http://schemas.microsoft.com/office/drawing/2014/main" id="{02A8DFB4-6E9B-B987-1678-64DC9310C906}"/>
                </a:ext>
              </a:extLst>
            </p:cNvPr>
            <p:cNvSpPr>
              <a:spLocks/>
            </p:cNvSpPr>
            <p:nvPr userDrawn="1"/>
          </p:nvSpPr>
          <p:spPr bwMode="auto">
            <a:xfrm>
              <a:off x="6640513" y="2628900"/>
              <a:ext cx="531812" cy="65087"/>
            </a:xfrm>
            <a:custGeom>
              <a:avLst/>
              <a:gdLst>
                <a:gd name="T0" fmla="*/ 184 w 196"/>
                <a:gd name="T1" fmla="*/ 24 h 24"/>
                <a:gd name="T2" fmla="*/ 12 w 196"/>
                <a:gd name="T3" fmla="*/ 24 h 24"/>
                <a:gd name="T4" fmla="*/ 0 w 196"/>
                <a:gd name="T5" fmla="*/ 12 h 24"/>
                <a:gd name="T6" fmla="*/ 0 w 196"/>
                <a:gd name="T7" fmla="*/ 12 h 24"/>
                <a:gd name="T8" fmla="*/ 12 w 196"/>
                <a:gd name="T9" fmla="*/ 0 h 24"/>
                <a:gd name="T10" fmla="*/ 184 w 196"/>
                <a:gd name="T11" fmla="*/ 0 h 24"/>
                <a:gd name="T12" fmla="*/ 196 w 196"/>
                <a:gd name="T13" fmla="*/ 12 h 24"/>
                <a:gd name="T14" fmla="*/ 196 w 196"/>
                <a:gd name="T15" fmla="*/ 12 h 24"/>
                <a:gd name="T16" fmla="*/ 184 w 196"/>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24">
                  <a:moveTo>
                    <a:pt x="184" y="24"/>
                  </a:moveTo>
                  <a:cubicBezTo>
                    <a:pt x="12" y="24"/>
                    <a:pt x="12" y="24"/>
                    <a:pt x="12" y="24"/>
                  </a:cubicBezTo>
                  <a:cubicBezTo>
                    <a:pt x="5" y="24"/>
                    <a:pt x="0" y="18"/>
                    <a:pt x="0" y="12"/>
                  </a:cubicBezTo>
                  <a:cubicBezTo>
                    <a:pt x="0" y="12"/>
                    <a:pt x="0" y="12"/>
                    <a:pt x="0" y="12"/>
                  </a:cubicBezTo>
                  <a:cubicBezTo>
                    <a:pt x="0" y="5"/>
                    <a:pt x="5" y="0"/>
                    <a:pt x="12" y="0"/>
                  </a:cubicBezTo>
                  <a:cubicBezTo>
                    <a:pt x="184" y="0"/>
                    <a:pt x="184" y="0"/>
                    <a:pt x="184" y="0"/>
                  </a:cubicBezTo>
                  <a:cubicBezTo>
                    <a:pt x="190" y="0"/>
                    <a:pt x="196" y="5"/>
                    <a:pt x="196" y="12"/>
                  </a:cubicBezTo>
                  <a:cubicBezTo>
                    <a:pt x="196" y="12"/>
                    <a:pt x="196" y="12"/>
                    <a:pt x="196" y="12"/>
                  </a:cubicBezTo>
                  <a:cubicBezTo>
                    <a:pt x="196" y="18"/>
                    <a:pt x="190" y="24"/>
                    <a:pt x="184" y="24"/>
                  </a:cubicBezTo>
                  <a:close/>
                </a:path>
              </a:pathLst>
            </a:cu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3" name="任意多边形: 形状 102">
              <a:extLst>
                <a:ext uri="{FF2B5EF4-FFF2-40B4-BE49-F238E27FC236}">
                  <a16:creationId xmlns:a16="http://schemas.microsoft.com/office/drawing/2014/main" id="{2C7394B2-1AF3-E754-8736-0318254B9065}"/>
                </a:ext>
              </a:extLst>
            </p:cNvPr>
            <p:cNvSpPr>
              <a:spLocks/>
            </p:cNvSpPr>
            <p:nvPr userDrawn="1"/>
          </p:nvSpPr>
          <p:spPr bwMode="auto">
            <a:xfrm>
              <a:off x="6237288" y="2865438"/>
              <a:ext cx="1409700" cy="374650"/>
            </a:xfrm>
            <a:custGeom>
              <a:avLst/>
              <a:gdLst>
                <a:gd name="T0" fmla="*/ 509 w 519"/>
                <a:gd name="T1" fmla="*/ 138 h 138"/>
                <a:gd name="T2" fmla="*/ 10 w 519"/>
                <a:gd name="T3" fmla="*/ 138 h 138"/>
                <a:gd name="T4" fmla="*/ 0 w 519"/>
                <a:gd name="T5" fmla="*/ 128 h 138"/>
                <a:gd name="T6" fmla="*/ 0 w 519"/>
                <a:gd name="T7" fmla="*/ 10 h 138"/>
                <a:gd name="T8" fmla="*/ 10 w 519"/>
                <a:gd name="T9" fmla="*/ 0 h 138"/>
                <a:gd name="T10" fmla="*/ 509 w 519"/>
                <a:gd name="T11" fmla="*/ 0 h 138"/>
                <a:gd name="T12" fmla="*/ 519 w 519"/>
                <a:gd name="T13" fmla="*/ 10 h 138"/>
                <a:gd name="T14" fmla="*/ 519 w 519"/>
                <a:gd name="T15" fmla="*/ 128 h 138"/>
                <a:gd name="T16" fmla="*/ 509 w 519"/>
                <a:gd name="T17" fmla="*/ 13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9" h="138">
                  <a:moveTo>
                    <a:pt x="509" y="138"/>
                  </a:moveTo>
                  <a:cubicBezTo>
                    <a:pt x="10" y="138"/>
                    <a:pt x="10" y="138"/>
                    <a:pt x="10" y="138"/>
                  </a:cubicBezTo>
                  <a:cubicBezTo>
                    <a:pt x="4" y="138"/>
                    <a:pt x="0" y="134"/>
                    <a:pt x="0" y="128"/>
                  </a:cubicBezTo>
                  <a:cubicBezTo>
                    <a:pt x="0" y="10"/>
                    <a:pt x="0" y="10"/>
                    <a:pt x="0" y="10"/>
                  </a:cubicBezTo>
                  <a:cubicBezTo>
                    <a:pt x="0" y="5"/>
                    <a:pt x="4" y="0"/>
                    <a:pt x="10" y="0"/>
                  </a:cubicBezTo>
                  <a:cubicBezTo>
                    <a:pt x="509" y="0"/>
                    <a:pt x="509" y="0"/>
                    <a:pt x="509" y="0"/>
                  </a:cubicBezTo>
                  <a:cubicBezTo>
                    <a:pt x="514" y="0"/>
                    <a:pt x="519" y="5"/>
                    <a:pt x="519" y="10"/>
                  </a:cubicBezTo>
                  <a:cubicBezTo>
                    <a:pt x="519" y="128"/>
                    <a:pt x="519" y="128"/>
                    <a:pt x="519" y="128"/>
                  </a:cubicBezTo>
                  <a:cubicBezTo>
                    <a:pt x="519" y="134"/>
                    <a:pt x="514" y="138"/>
                    <a:pt x="509" y="138"/>
                  </a:cubicBezTo>
                  <a:close/>
                </a:path>
              </a:pathLst>
            </a:custGeom>
            <a:solidFill>
              <a:srgbClr val="97DF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4" name="椭圆 103">
              <a:extLst>
                <a:ext uri="{FF2B5EF4-FFF2-40B4-BE49-F238E27FC236}">
                  <a16:creationId xmlns:a16="http://schemas.microsoft.com/office/drawing/2014/main" id="{5C70B9A7-CDAD-243E-8657-6E623B3D0F24}"/>
                </a:ext>
              </a:extLst>
            </p:cNvPr>
            <p:cNvSpPr>
              <a:spLocks noChangeArrowheads="1"/>
            </p:cNvSpPr>
            <p:nvPr userDrawn="1"/>
          </p:nvSpPr>
          <p:spPr bwMode="auto">
            <a:xfrm>
              <a:off x="6357938" y="2952750"/>
              <a:ext cx="203200" cy="203200"/>
            </a:xfrm>
            <a:prstGeom prst="ellipse">
              <a:avLst/>
            </a:pr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5" name="任意多边形: 形状 104">
              <a:extLst>
                <a:ext uri="{FF2B5EF4-FFF2-40B4-BE49-F238E27FC236}">
                  <a16:creationId xmlns:a16="http://schemas.microsoft.com/office/drawing/2014/main" id="{77FF9EB9-E934-39E6-051F-969CFB818534}"/>
                </a:ext>
              </a:extLst>
            </p:cNvPr>
            <p:cNvSpPr>
              <a:spLocks/>
            </p:cNvSpPr>
            <p:nvPr userDrawn="1"/>
          </p:nvSpPr>
          <p:spPr bwMode="auto">
            <a:xfrm>
              <a:off x="6640513" y="2949575"/>
              <a:ext cx="909637" cy="65087"/>
            </a:xfrm>
            <a:custGeom>
              <a:avLst/>
              <a:gdLst>
                <a:gd name="T0" fmla="*/ 323 w 335"/>
                <a:gd name="T1" fmla="*/ 24 h 24"/>
                <a:gd name="T2" fmla="*/ 12 w 335"/>
                <a:gd name="T3" fmla="*/ 24 h 24"/>
                <a:gd name="T4" fmla="*/ 0 w 335"/>
                <a:gd name="T5" fmla="*/ 12 h 24"/>
                <a:gd name="T6" fmla="*/ 0 w 335"/>
                <a:gd name="T7" fmla="*/ 12 h 24"/>
                <a:gd name="T8" fmla="*/ 12 w 335"/>
                <a:gd name="T9" fmla="*/ 0 h 24"/>
                <a:gd name="T10" fmla="*/ 323 w 335"/>
                <a:gd name="T11" fmla="*/ 0 h 24"/>
                <a:gd name="T12" fmla="*/ 335 w 335"/>
                <a:gd name="T13" fmla="*/ 12 h 24"/>
                <a:gd name="T14" fmla="*/ 335 w 335"/>
                <a:gd name="T15" fmla="*/ 12 h 24"/>
                <a:gd name="T16" fmla="*/ 323 w 335"/>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5" h="24">
                  <a:moveTo>
                    <a:pt x="323" y="24"/>
                  </a:moveTo>
                  <a:cubicBezTo>
                    <a:pt x="12" y="24"/>
                    <a:pt x="12" y="24"/>
                    <a:pt x="12" y="24"/>
                  </a:cubicBezTo>
                  <a:cubicBezTo>
                    <a:pt x="5" y="24"/>
                    <a:pt x="0" y="19"/>
                    <a:pt x="0" y="12"/>
                  </a:cubicBezTo>
                  <a:cubicBezTo>
                    <a:pt x="0" y="12"/>
                    <a:pt x="0" y="12"/>
                    <a:pt x="0" y="12"/>
                  </a:cubicBezTo>
                  <a:cubicBezTo>
                    <a:pt x="0" y="6"/>
                    <a:pt x="5" y="0"/>
                    <a:pt x="12" y="0"/>
                  </a:cubicBezTo>
                  <a:cubicBezTo>
                    <a:pt x="323" y="0"/>
                    <a:pt x="323" y="0"/>
                    <a:pt x="323" y="0"/>
                  </a:cubicBezTo>
                  <a:cubicBezTo>
                    <a:pt x="330" y="0"/>
                    <a:pt x="335" y="6"/>
                    <a:pt x="335" y="12"/>
                  </a:cubicBezTo>
                  <a:cubicBezTo>
                    <a:pt x="335" y="12"/>
                    <a:pt x="335" y="12"/>
                    <a:pt x="335" y="12"/>
                  </a:cubicBezTo>
                  <a:cubicBezTo>
                    <a:pt x="335" y="19"/>
                    <a:pt x="330" y="24"/>
                    <a:pt x="323" y="24"/>
                  </a:cubicBezTo>
                  <a:close/>
                </a:path>
              </a:pathLst>
            </a:cu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6" name="任意多边形: 形状 105">
              <a:extLst>
                <a:ext uri="{FF2B5EF4-FFF2-40B4-BE49-F238E27FC236}">
                  <a16:creationId xmlns:a16="http://schemas.microsoft.com/office/drawing/2014/main" id="{A17ADA19-5CE5-95D8-5494-712A5AE7B623}"/>
                </a:ext>
              </a:extLst>
            </p:cNvPr>
            <p:cNvSpPr>
              <a:spLocks/>
            </p:cNvSpPr>
            <p:nvPr userDrawn="1"/>
          </p:nvSpPr>
          <p:spPr bwMode="auto">
            <a:xfrm>
              <a:off x="6640513" y="3087688"/>
              <a:ext cx="531812" cy="63500"/>
            </a:xfrm>
            <a:custGeom>
              <a:avLst/>
              <a:gdLst>
                <a:gd name="T0" fmla="*/ 184 w 196"/>
                <a:gd name="T1" fmla="*/ 23 h 23"/>
                <a:gd name="T2" fmla="*/ 12 w 196"/>
                <a:gd name="T3" fmla="*/ 23 h 23"/>
                <a:gd name="T4" fmla="*/ 0 w 196"/>
                <a:gd name="T5" fmla="*/ 11 h 23"/>
                <a:gd name="T6" fmla="*/ 0 w 196"/>
                <a:gd name="T7" fmla="*/ 11 h 23"/>
                <a:gd name="T8" fmla="*/ 12 w 196"/>
                <a:gd name="T9" fmla="*/ 0 h 23"/>
                <a:gd name="T10" fmla="*/ 184 w 196"/>
                <a:gd name="T11" fmla="*/ 0 h 23"/>
                <a:gd name="T12" fmla="*/ 196 w 196"/>
                <a:gd name="T13" fmla="*/ 11 h 23"/>
                <a:gd name="T14" fmla="*/ 196 w 196"/>
                <a:gd name="T15" fmla="*/ 11 h 23"/>
                <a:gd name="T16" fmla="*/ 184 w 196"/>
                <a:gd name="T1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23">
                  <a:moveTo>
                    <a:pt x="184" y="23"/>
                  </a:moveTo>
                  <a:cubicBezTo>
                    <a:pt x="12" y="23"/>
                    <a:pt x="12" y="23"/>
                    <a:pt x="12" y="23"/>
                  </a:cubicBezTo>
                  <a:cubicBezTo>
                    <a:pt x="5" y="23"/>
                    <a:pt x="0" y="18"/>
                    <a:pt x="0" y="11"/>
                  </a:cubicBezTo>
                  <a:cubicBezTo>
                    <a:pt x="0" y="11"/>
                    <a:pt x="0" y="11"/>
                    <a:pt x="0" y="11"/>
                  </a:cubicBezTo>
                  <a:cubicBezTo>
                    <a:pt x="0" y="5"/>
                    <a:pt x="5" y="0"/>
                    <a:pt x="12" y="0"/>
                  </a:cubicBezTo>
                  <a:cubicBezTo>
                    <a:pt x="184" y="0"/>
                    <a:pt x="184" y="0"/>
                    <a:pt x="184" y="0"/>
                  </a:cubicBezTo>
                  <a:cubicBezTo>
                    <a:pt x="190" y="0"/>
                    <a:pt x="196" y="5"/>
                    <a:pt x="196" y="11"/>
                  </a:cubicBezTo>
                  <a:cubicBezTo>
                    <a:pt x="196" y="11"/>
                    <a:pt x="196" y="11"/>
                    <a:pt x="196" y="11"/>
                  </a:cubicBezTo>
                  <a:cubicBezTo>
                    <a:pt x="196" y="18"/>
                    <a:pt x="190" y="23"/>
                    <a:pt x="184" y="23"/>
                  </a:cubicBezTo>
                  <a:close/>
                </a:path>
              </a:pathLst>
            </a:cu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7" name="任意多边形: 形状 106">
              <a:extLst>
                <a:ext uri="{FF2B5EF4-FFF2-40B4-BE49-F238E27FC236}">
                  <a16:creationId xmlns:a16="http://schemas.microsoft.com/office/drawing/2014/main" id="{A7CDFECA-1F7E-6D43-E8E5-B395D0324CE3}"/>
                </a:ext>
              </a:extLst>
            </p:cNvPr>
            <p:cNvSpPr>
              <a:spLocks noEditPoints="1"/>
            </p:cNvSpPr>
            <p:nvPr userDrawn="1"/>
          </p:nvSpPr>
          <p:spPr bwMode="auto">
            <a:xfrm>
              <a:off x="6729413" y="1379538"/>
              <a:ext cx="344487" cy="339725"/>
            </a:xfrm>
            <a:custGeom>
              <a:avLst/>
              <a:gdLst>
                <a:gd name="T0" fmla="*/ 2 w 127"/>
                <a:gd name="T1" fmla="*/ 125 h 125"/>
                <a:gd name="T2" fmla="*/ 0 w 127"/>
                <a:gd name="T3" fmla="*/ 123 h 125"/>
                <a:gd name="T4" fmla="*/ 0 w 127"/>
                <a:gd name="T5" fmla="*/ 107 h 125"/>
                <a:gd name="T6" fmla="*/ 2 w 127"/>
                <a:gd name="T7" fmla="*/ 105 h 125"/>
                <a:gd name="T8" fmla="*/ 4 w 127"/>
                <a:gd name="T9" fmla="*/ 107 h 125"/>
                <a:gd name="T10" fmla="*/ 4 w 127"/>
                <a:gd name="T11" fmla="*/ 123 h 125"/>
                <a:gd name="T12" fmla="*/ 2 w 127"/>
                <a:gd name="T13" fmla="*/ 125 h 125"/>
                <a:gd name="T14" fmla="*/ 2 w 127"/>
                <a:gd name="T15" fmla="*/ 93 h 125"/>
                <a:gd name="T16" fmla="*/ 0 w 127"/>
                <a:gd name="T17" fmla="*/ 91 h 125"/>
                <a:gd name="T18" fmla="*/ 0 w 127"/>
                <a:gd name="T19" fmla="*/ 75 h 125"/>
                <a:gd name="T20" fmla="*/ 2 w 127"/>
                <a:gd name="T21" fmla="*/ 73 h 125"/>
                <a:gd name="T22" fmla="*/ 4 w 127"/>
                <a:gd name="T23" fmla="*/ 75 h 125"/>
                <a:gd name="T24" fmla="*/ 4 w 127"/>
                <a:gd name="T25" fmla="*/ 91 h 125"/>
                <a:gd name="T26" fmla="*/ 2 w 127"/>
                <a:gd name="T27" fmla="*/ 93 h 125"/>
                <a:gd name="T28" fmla="*/ 2 w 127"/>
                <a:gd name="T29" fmla="*/ 61 h 125"/>
                <a:gd name="T30" fmla="*/ 0 w 127"/>
                <a:gd name="T31" fmla="*/ 59 h 125"/>
                <a:gd name="T32" fmla="*/ 0 w 127"/>
                <a:gd name="T33" fmla="*/ 48 h 125"/>
                <a:gd name="T34" fmla="*/ 1 w 127"/>
                <a:gd name="T35" fmla="*/ 43 h 125"/>
                <a:gd name="T36" fmla="*/ 3 w 127"/>
                <a:gd name="T37" fmla="*/ 41 h 125"/>
                <a:gd name="T38" fmla="*/ 5 w 127"/>
                <a:gd name="T39" fmla="*/ 43 h 125"/>
                <a:gd name="T40" fmla="*/ 4 w 127"/>
                <a:gd name="T41" fmla="*/ 48 h 125"/>
                <a:gd name="T42" fmla="*/ 4 w 127"/>
                <a:gd name="T43" fmla="*/ 59 h 125"/>
                <a:gd name="T44" fmla="*/ 2 w 127"/>
                <a:gd name="T45" fmla="*/ 61 h 125"/>
                <a:gd name="T46" fmla="*/ 7 w 127"/>
                <a:gd name="T47" fmla="*/ 30 h 125"/>
                <a:gd name="T48" fmla="*/ 6 w 127"/>
                <a:gd name="T49" fmla="*/ 30 h 125"/>
                <a:gd name="T50" fmla="*/ 5 w 127"/>
                <a:gd name="T51" fmla="*/ 27 h 125"/>
                <a:gd name="T52" fmla="*/ 15 w 127"/>
                <a:gd name="T53" fmla="*/ 14 h 125"/>
                <a:gd name="T54" fmla="*/ 18 w 127"/>
                <a:gd name="T55" fmla="*/ 14 h 125"/>
                <a:gd name="T56" fmla="*/ 18 w 127"/>
                <a:gd name="T57" fmla="*/ 16 h 125"/>
                <a:gd name="T58" fmla="*/ 9 w 127"/>
                <a:gd name="T59" fmla="*/ 29 h 125"/>
                <a:gd name="T60" fmla="*/ 7 w 127"/>
                <a:gd name="T61" fmla="*/ 30 h 125"/>
                <a:gd name="T62" fmla="*/ 29 w 127"/>
                <a:gd name="T63" fmla="*/ 8 h 125"/>
                <a:gd name="T64" fmla="*/ 28 w 127"/>
                <a:gd name="T65" fmla="*/ 7 h 125"/>
                <a:gd name="T66" fmla="*/ 29 w 127"/>
                <a:gd name="T67" fmla="*/ 4 h 125"/>
                <a:gd name="T68" fmla="*/ 45 w 127"/>
                <a:gd name="T69" fmla="*/ 0 h 125"/>
                <a:gd name="T70" fmla="*/ 47 w 127"/>
                <a:gd name="T71" fmla="*/ 2 h 125"/>
                <a:gd name="T72" fmla="*/ 45 w 127"/>
                <a:gd name="T73" fmla="*/ 4 h 125"/>
                <a:gd name="T74" fmla="*/ 30 w 127"/>
                <a:gd name="T75" fmla="*/ 8 h 125"/>
                <a:gd name="T76" fmla="*/ 29 w 127"/>
                <a:gd name="T77" fmla="*/ 8 h 125"/>
                <a:gd name="T78" fmla="*/ 125 w 127"/>
                <a:gd name="T79" fmla="*/ 4 h 125"/>
                <a:gd name="T80" fmla="*/ 123 w 127"/>
                <a:gd name="T81" fmla="*/ 2 h 125"/>
                <a:gd name="T82" fmla="*/ 125 w 127"/>
                <a:gd name="T83" fmla="*/ 0 h 125"/>
                <a:gd name="T84" fmla="*/ 125 w 127"/>
                <a:gd name="T85" fmla="*/ 0 h 125"/>
                <a:gd name="T86" fmla="*/ 127 w 127"/>
                <a:gd name="T87" fmla="*/ 2 h 125"/>
                <a:gd name="T88" fmla="*/ 125 w 127"/>
                <a:gd name="T89" fmla="*/ 4 h 125"/>
                <a:gd name="T90" fmla="*/ 109 w 127"/>
                <a:gd name="T91" fmla="*/ 4 h 125"/>
                <a:gd name="T92" fmla="*/ 93 w 127"/>
                <a:gd name="T93" fmla="*/ 4 h 125"/>
                <a:gd name="T94" fmla="*/ 91 w 127"/>
                <a:gd name="T95" fmla="*/ 2 h 125"/>
                <a:gd name="T96" fmla="*/ 93 w 127"/>
                <a:gd name="T97" fmla="*/ 0 h 125"/>
                <a:gd name="T98" fmla="*/ 109 w 127"/>
                <a:gd name="T99" fmla="*/ 0 h 125"/>
                <a:gd name="T100" fmla="*/ 111 w 127"/>
                <a:gd name="T101" fmla="*/ 2 h 125"/>
                <a:gd name="T102" fmla="*/ 109 w 127"/>
                <a:gd name="T103" fmla="*/ 4 h 125"/>
                <a:gd name="T104" fmla="*/ 77 w 127"/>
                <a:gd name="T105" fmla="*/ 4 h 125"/>
                <a:gd name="T106" fmla="*/ 61 w 127"/>
                <a:gd name="T107" fmla="*/ 4 h 125"/>
                <a:gd name="T108" fmla="*/ 59 w 127"/>
                <a:gd name="T109" fmla="*/ 2 h 125"/>
                <a:gd name="T110" fmla="*/ 61 w 127"/>
                <a:gd name="T111" fmla="*/ 0 h 125"/>
                <a:gd name="T112" fmla="*/ 77 w 127"/>
                <a:gd name="T113" fmla="*/ 0 h 125"/>
                <a:gd name="T114" fmla="*/ 79 w 127"/>
                <a:gd name="T115" fmla="*/ 2 h 125"/>
                <a:gd name="T116" fmla="*/ 77 w 127"/>
                <a:gd name="T117" fmla="*/ 4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7" h="125">
                  <a:moveTo>
                    <a:pt x="2" y="125"/>
                  </a:moveTo>
                  <a:cubicBezTo>
                    <a:pt x="1" y="125"/>
                    <a:pt x="0" y="124"/>
                    <a:pt x="0" y="123"/>
                  </a:cubicBezTo>
                  <a:cubicBezTo>
                    <a:pt x="0" y="107"/>
                    <a:pt x="0" y="107"/>
                    <a:pt x="0" y="107"/>
                  </a:cubicBezTo>
                  <a:cubicBezTo>
                    <a:pt x="0" y="106"/>
                    <a:pt x="1" y="105"/>
                    <a:pt x="2" y="105"/>
                  </a:cubicBezTo>
                  <a:cubicBezTo>
                    <a:pt x="4" y="105"/>
                    <a:pt x="4" y="106"/>
                    <a:pt x="4" y="107"/>
                  </a:cubicBezTo>
                  <a:cubicBezTo>
                    <a:pt x="4" y="123"/>
                    <a:pt x="4" y="123"/>
                    <a:pt x="4" y="123"/>
                  </a:cubicBezTo>
                  <a:cubicBezTo>
                    <a:pt x="4" y="124"/>
                    <a:pt x="4" y="125"/>
                    <a:pt x="2" y="125"/>
                  </a:cubicBezTo>
                  <a:close/>
                  <a:moveTo>
                    <a:pt x="2" y="93"/>
                  </a:moveTo>
                  <a:cubicBezTo>
                    <a:pt x="1" y="93"/>
                    <a:pt x="0" y="92"/>
                    <a:pt x="0" y="91"/>
                  </a:cubicBezTo>
                  <a:cubicBezTo>
                    <a:pt x="0" y="75"/>
                    <a:pt x="0" y="75"/>
                    <a:pt x="0" y="75"/>
                  </a:cubicBezTo>
                  <a:cubicBezTo>
                    <a:pt x="0" y="74"/>
                    <a:pt x="1" y="73"/>
                    <a:pt x="2" y="73"/>
                  </a:cubicBezTo>
                  <a:cubicBezTo>
                    <a:pt x="4" y="73"/>
                    <a:pt x="4" y="74"/>
                    <a:pt x="4" y="75"/>
                  </a:cubicBezTo>
                  <a:cubicBezTo>
                    <a:pt x="4" y="91"/>
                    <a:pt x="4" y="91"/>
                    <a:pt x="4" y="91"/>
                  </a:cubicBezTo>
                  <a:cubicBezTo>
                    <a:pt x="4" y="92"/>
                    <a:pt x="4" y="93"/>
                    <a:pt x="2" y="93"/>
                  </a:cubicBezTo>
                  <a:close/>
                  <a:moveTo>
                    <a:pt x="2" y="61"/>
                  </a:moveTo>
                  <a:cubicBezTo>
                    <a:pt x="1" y="61"/>
                    <a:pt x="0" y="60"/>
                    <a:pt x="0" y="59"/>
                  </a:cubicBezTo>
                  <a:cubicBezTo>
                    <a:pt x="0" y="48"/>
                    <a:pt x="0" y="48"/>
                    <a:pt x="0" y="48"/>
                  </a:cubicBezTo>
                  <a:cubicBezTo>
                    <a:pt x="0" y="46"/>
                    <a:pt x="1" y="45"/>
                    <a:pt x="1" y="43"/>
                  </a:cubicBezTo>
                  <a:cubicBezTo>
                    <a:pt x="1" y="42"/>
                    <a:pt x="2" y="41"/>
                    <a:pt x="3" y="41"/>
                  </a:cubicBezTo>
                  <a:cubicBezTo>
                    <a:pt x="4" y="41"/>
                    <a:pt x="5" y="42"/>
                    <a:pt x="5" y="43"/>
                  </a:cubicBezTo>
                  <a:cubicBezTo>
                    <a:pt x="5" y="45"/>
                    <a:pt x="4" y="46"/>
                    <a:pt x="4" y="48"/>
                  </a:cubicBezTo>
                  <a:cubicBezTo>
                    <a:pt x="4" y="59"/>
                    <a:pt x="4" y="59"/>
                    <a:pt x="4" y="59"/>
                  </a:cubicBezTo>
                  <a:cubicBezTo>
                    <a:pt x="4" y="60"/>
                    <a:pt x="4" y="61"/>
                    <a:pt x="2" y="61"/>
                  </a:cubicBezTo>
                  <a:close/>
                  <a:moveTo>
                    <a:pt x="7" y="30"/>
                  </a:moveTo>
                  <a:cubicBezTo>
                    <a:pt x="7" y="30"/>
                    <a:pt x="6" y="30"/>
                    <a:pt x="6" y="30"/>
                  </a:cubicBezTo>
                  <a:cubicBezTo>
                    <a:pt x="5" y="29"/>
                    <a:pt x="5" y="28"/>
                    <a:pt x="5" y="27"/>
                  </a:cubicBezTo>
                  <a:cubicBezTo>
                    <a:pt x="8" y="22"/>
                    <a:pt x="11" y="18"/>
                    <a:pt x="15" y="14"/>
                  </a:cubicBezTo>
                  <a:cubicBezTo>
                    <a:pt x="16" y="13"/>
                    <a:pt x="17" y="13"/>
                    <a:pt x="18" y="14"/>
                  </a:cubicBezTo>
                  <a:cubicBezTo>
                    <a:pt x="18" y="14"/>
                    <a:pt x="18" y="16"/>
                    <a:pt x="18" y="16"/>
                  </a:cubicBezTo>
                  <a:cubicBezTo>
                    <a:pt x="14" y="20"/>
                    <a:pt x="11" y="24"/>
                    <a:pt x="9" y="29"/>
                  </a:cubicBezTo>
                  <a:cubicBezTo>
                    <a:pt x="8" y="30"/>
                    <a:pt x="8" y="30"/>
                    <a:pt x="7" y="30"/>
                  </a:cubicBezTo>
                  <a:close/>
                  <a:moveTo>
                    <a:pt x="29" y="8"/>
                  </a:moveTo>
                  <a:cubicBezTo>
                    <a:pt x="29" y="8"/>
                    <a:pt x="28" y="8"/>
                    <a:pt x="28" y="7"/>
                  </a:cubicBezTo>
                  <a:cubicBezTo>
                    <a:pt x="27" y="6"/>
                    <a:pt x="28" y="5"/>
                    <a:pt x="29" y="4"/>
                  </a:cubicBezTo>
                  <a:cubicBezTo>
                    <a:pt x="34" y="2"/>
                    <a:pt x="39" y="0"/>
                    <a:pt x="45" y="0"/>
                  </a:cubicBezTo>
                  <a:cubicBezTo>
                    <a:pt x="46" y="0"/>
                    <a:pt x="47" y="1"/>
                    <a:pt x="47" y="2"/>
                  </a:cubicBezTo>
                  <a:cubicBezTo>
                    <a:pt x="47" y="3"/>
                    <a:pt x="46" y="4"/>
                    <a:pt x="45" y="4"/>
                  </a:cubicBezTo>
                  <a:cubicBezTo>
                    <a:pt x="40" y="4"/>
                    <a:pt x="35" y="6"/>
                    <a:pt x="30" y="8"/>
                  </a:cubicBezTo>
                  <a:cubicBezTo>
                    <a:pt x="30" y="8"/>
                    <a:pt x="30" y="8"/>
                    <a:pt x="29" y="8"/>
                  </a:cubicBezTo>
                  <a:close/>
                  <a:moveTo>
                    <a:pt x="125" y="4"/>
                  </a:moveTo>
                  <a:cubicBezTo>
                    <a:pt x="124" y="4"/>
                    <a:pt x="123" y="3"/>
                    <a:pt x="123" y="2"/>
                  </a:cubicBezTo>
                  <a:cubicBezTo>
                    <a:pt x="123" y="1"/>
                    <a:pt x="124" y="0"/>
                    <a:pt x="125" y="0"/>
                  </a:cubicBezTo>
                  <a:cubicBezTo>
                    <a:pt x="125" y="0"/>
                    <a:pt x="125" y="0"/>
                    <a:pt x="125" y="0"/>
                  </a:cubicBezTo>
                  <a:cubicBezTo>
                    <a:pt x="126" y="0"/>
                    <a:pt x="127" y="1"/>
                    <a:pt x="127" y="2"/>
                  </a:cubicBezTo>
                  <a:cubicBezTo>
                    <a:pt x="127" y="3"/>
                    <a:pt x="126" y="4"/>
                    <a:pt x="125" y="4"/>
                  </a:cubicBezTo>
                  <a:close/>
                  <a:moveTo>
                    <a:pt x="109" y="4"/>
                  </a:moveTo>
                  <a:cubicBezTo>
                    <a:pt x="93" y="4"/>
                    <a:pt x="93" y="4"/>
                    <a:pt x="93" y="4"/>
                  </a:cubicBezTo>
                  <a:cubicBezTo>
                    <a:pt x="92" y="4"/>
                    <a:pt x="91" y="3"/>
                    <a:pt x="91" y="2"/>
                  </a:cubicBezTo>
                  <a:cubicBezTo>
                    <a:pt x="91" y="1"/>
                    <a:pt x="92" y="0"/>
                    <a:pt x="93" y="0"/>
                  </a:cubicBezTo>
                  <a:cubicBezTo>
                    <a:pt x="109" y="0"/>
                    <a:pt x="109" y="0"/>
                    <a:pt x="109" y="0"/>
                  </a:cubicBezTo>
                  <a:cubicBezTo>
                    <a:pt x="110" y="0"/>
                    <a:pt x="111" y="1"/>
                    <a:pt x="111" y="2"/>
                  </a:cubicBezTo>
                  <a:cubicBezTo>
                    <a:pt x="111" y="3"/>
                    <a:pt x="110" y="4"/>
                    <a:pt x="109" y="4"/>
                  </a:cubicBezTo>
                  <a:close/>
                  <a:moveTo>
                    <a:pt x="77" y="4"/>
                  </a:moveTo>
                  <a:cubicBezTo>
                    <a:pt x="61" y="4"/>
                    <a:pt x="61" y="4"/>
                    <a:pt x="61" y="4"/>
                  </a:cubicBezTo>
                  <a:cubicBezTo>
                    <a:pt x="60" y="4"/>
                    <a:pt x="59" y="3"/>
                    <a:pt x="59" y="2"/>
                  </a:cubicBezTo>
                  <a:cubicBezTo>
                    <a:pt x="59" y="1"/>
                    <a:pt x="60" y="0"/>
                    <a:pt x="61" y="0"/>
                  </a:cubicBezTo>
                  <a:cubicBezTo>
                    <a:pt x="77" y="0"/>
                    <a:pt x="77" y="0"/>
                    <a:pt x="77" y="0"/>
                  </a:cubicBezTo>
                  <a:cubicBezTo>
                    <a:pt x="78" y="0"/>
                    <a:pt x="79" y="1"/>
                    <a:pt x="79" y="2"/>
                  </a:cubicBezTo>
                  <a:cubicBezTo>
                    <a:pt x="79" y="3"/>
                    <a:pt x="78" y="4"/>
                    <a:pt x="77" y="4"/>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 name="标题 1">
            <a:extLst>
              <a:ext uri="{FF2B5EF4-FFF2-40B4-BE49-F238E27FC236}">
                <a16:creationId xmlns:a16="http://schemas.microsoft.com/office/drawing/2014/main" id="{000C7662-4F6D-4B06-BB36-235FC06BF816}"/>
              </a:ext>
            </a:extLst>
          </p:cNvPr>
          <p:cNvSpPr>
            <a:spLocks noGrp="1"/>
          </p:cNvSpPr>
          <p:nvPr userDrawn="1">
            <p:ph type="title"/>
          </p:nvPr>
        </p:nvSpPr>
        <p:spPr>
          <a:xfrm>
            <a:off x="5787736" y="2423551"/>
            <a:ext cx="5731164" cy="951057"/>
          </a:xfrm>
        </p:spPr>
        <p:txBody>
          <a:bodyPr vert="horz" lIns="91440" tIns="45720" rIns="91440" bIns="45720" rtlCol="0" anchor="b">
            <a:normAutofit/>
          </a:bodyPr>
          <a:lstStyle>
            <a:lvl1pPr algn="r">
              <a:defRPr lang="zh-CN" altLang="en-US" sz="2400"/>
            </a:lvl1pPr>
          </a:lstStyle>
          <a:p>
            <a:pPr lvl="0" defTabSz="914354"/>
            <a:r>
              <a:rPr lang="en-US" altLang="zh-CN" dirty="0"/>
              <a:t>Click to edit Master title style</a:t>
            </a:r>
            <a:endParaRPr lang="zh-CN" altLang="en-US" dirty="0"/>
          </a:p>
        </p:txBody>
      </p:sp>
      <p:sp>
        <p:nvSpPr>
          <p:cNvPr id="3" name="文本占位符 2">
            <a:extLst>
              <a:ext uri="{FF2B5EF4-FFF2-40B4-BE49-F238E27FC236}">
                <a16:creationId xmlns:a16="http://schemas.microsoft.com/office/drawing/2014/main" id="{9FF9930E-40DF-417D-8161-BD38EB172DC1}"/>
              </a:ext>
            </a:extLst>
          </p:cNvPr>
          <p:cNvSpPr>
            <a:spLocks noGrp="1"/>
          </p:cNvSpPr>
          <p:nvPr userDrawn="1">
            <p:ph type="body" idx="1"/>
          </p:nvPr>
        </p:nvSpPr>
        <p:spPr>
          <a:xfrm>
            <a:off x="5787736" y="3374609"/>
            <a:ext cx="5731164" cy="723916"/>
          </a:xfrm>
        </p:spPr>
        <p:txBody>
          <a:bodyPr/>
          <a:lstStyle>
            <a:lvl1pPr marL="0" indent="0" algn="r">
              <a:buNone/>
              <a:defRPr lang="en-US" altLang="zh-CN" sz="1200" kern="120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dirty="0"/>
              <a:t>Click to edit Master text styles</a:t>
            </a:r>
          </a:p>
        </p:txBody>
      </p:sp>
      <p:sp>
        <p:nvSpPr>
          <p:cNvPr id="4" name="日期占位符 3">
            <a:extLst>
              <a:ext uri="{FF2B5EF4-FFF2-40B4-BE49-F238E27FC236}">
                <a16:creationId xmlns:a16="http://schemas.microsoft.com/office/drawing/2014/main" id="{E5279D9A-DC49-4C12-80D3-3D89C2783F3A}"/>
              </a:ext>
            </a:extLst>
          </p:cNvPr>
          <p:cNvSpPr>
            <a:spLocks noGrp="1"/>
          </p:cNvSpPr>
          <p:nvPr userDrawn="1">
            <p:ph type="dt" sz="half" idx="10"/>
          </p:nvPr>
        </p:nvSpPr>
        <p:spPr/>
        <p:txBody>
          <a:bodyPr/>
          <a:lstStyle/>
          <a:p>
            <a:fld id="{6834F10D-3A58-4285-A9DB-D9098A7BEDDD}" type="datetime1">
              <a:rPr lang="zh-CN" altLang="en-US" smtClean="0"/>
              <a:t>2023/2/19</a:t>
            </a:fld>
            <a:endParaRPr lang="zh-CN" altLang="en-US"/>
          </a:p>
        </p:txBody>
      </p:sp>
      <p:sp>
        <p:nvSpPr>
          <p:cNvPr id="5" name="页脚占位符 4">
            <a:extLst>
              <a:ext uri="{FF2B5EF4-FFF2-40B4-BE49-F238E27FC236}">
                <a16:creationId xmlns:a16="http://schemas.microsoft.com/office/drawing/2014/main" id="{51EF8C95-8814-4768-850F-851B6434A9EE}"/>
              </a:ext>
            </a:extLst>
          </p:cNvPr>
          <p:cNvSpPr>
            <a:spLocks noGrp="1"/>
          </p:cNvSpPr>
          <p:nvPr userDrawn="1">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894C1D7-7C5A-49B3-9D05-119C615E16B1}"/>
              </a:ext>
            </a:extLst>
          </p:cNvPr>
          <p:cNvSpPr>
            <a:spLocks noGrp="1"/>
          </p:cNvSpPr>
          <p:nvPr userDrawn="1">
            <p:ph type="sldNum" sz="quarter" idx="12"/>
          </p:nvPr>
        </p:nvSpPr>
        <p:spPr/>
        <p:txBody>
          <a:bodyPr/>
          <a:lstStyle/>
          <a:p>
            <a:fld id="{7F65B630-C7FF-41C0-9923-C5E5E29EED81}" type="slidenum">
              <a:rPr lang="zh-CN" altLang="en-US" smtClean="0"/>
              <a:t>‹#›</a:t>
            </a:fld>
            <a:endParaRPr lang="zh-CN" altLang="en-US"/>
          </a:p>
        </p:txBody>
      </p:sp>
    </p:spTree>
    <p:extLst>
      <p:ext uri="{BB962C8B-B14F-4D97-AF65-F5344CB8AC3E}">
        <p14:creationId xmlns:p14="http://schemas.microsoft.com/office/powerpoint/2010/main" val="64122077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2EDE83-63CC-4B33-B715-3953EADE2100}"/>
              </a:ext>
            </a:extLst>
          </p:cNvPr>
          <p:cNvSpPr>
            <a:spLocks noGrp="1"/>
          </p:cNvSpPr>
          <p:nvPr>
            <p:ph type="title"/>
          </p:nvPr>
        </p:nvSpPr>
        <p:spPr/>
        <p:txBody>
          <a:bodyPr/>
          <a:lstStyle/>
          <a:p>
            <a:r>
              <a:rPr lang="en-US" altLang="zh-CN"/>
              <a:t>Click to edit Master title style</a:t>
            </a:r>
            <a:endParaRPr lang="zh-CN" altLang="en-US"/>
          </a:p>
        </p:txBody>
      </p:sp>
      <p:sp>
        <p:nvSpPr>
          <p:cNvPr id="3" name="日期占位符 2">
            <a:extLst>
              <a:ext uri="{FF2B5EF4-FFF2-40B4-BE49-F238E27FC236}">
                <a16:creationId xmlns:a16="http://schemas.microsoft.com/office/drawing/2014/main" id="{1514619F-25D0-4307-81CD-C24C74EF140E}"/>
              </a:ext>
            </a:extLst>
          </p:cNvPr>
          <p:cNvSpPr>
            <a:spLocks noGrp="1"/>
          </p:cNvSpPr>
          <p:nvPr>
            <p:ph type="dt" sz="half" idx="10"/>
          </p:nvPr>
        </p:nvSpPr>
        <p:spPr/>
        <p:txBody>
          <a:bodyPr/>
          <a:lstStyle/>
          <a:p>
            <a:fld id="{748B5987-9647-4253-899C-3B9819D6D8A0}" type="datetime1">
              <a:rPr lang="zh-CN" altLang="en-US" smtClean="0"/>
              <a:t>2023/2/19</a:t>
            </a:fld>
            <a:endParaRPr lang="zh-CN" altLang="en-US"/>
          </a:p>
        </p:txBody>
      </p:sp>
      <p:sp>
        <p:nvSpPr>
          <p:cNvPr id="4" name="页脚占位符 3">
            <a:extLst>
              <a:ext uri="{FF2B5EF4-FFF2-40B4-BE49-F238E27FC236}">
                <a16:creationId xmlns:a16="http://schemas.microsoft.com/office/drawing/2014/main" id="{C802B25F-898B-4C1A-94A9-699B8B55DF0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A842F0A-76EB-4E77-8AF6-5F91F22881FE}"/>
              </a:ext>
            </a:extLst>
          </p:cNvPr>
          <p:cNvSpPr>
            <a:spLocks noGrp="1"/>
          </p:cNvSpPr>
          <p:nvPr>
            <p:ph type="sldNum" sz="quarter" idx="12"/>
          </p:nvPr>
        </p:nvSpPr>
        <p:spPr/>
        <p:txBody>
          <a:bodyPr/>
          <a:lstStyle/>
          <a:p>
            <a:fld id="{7F65B630-C7FF-41C0-9923-C5E5E29EED81}" type="slidenum">
              <a:rPr lang="zh-CN" altLang="en-US" smtClean="0"/>
              <a:t>‹#›</a:t>
            </a:fld>
            <a:endParaRPr lang="zh-CN" altLang="en-US"/>
          </a:p>
        </p:txBody>
      </p:sp>
    </p:spTree>
    <p:extLst>
      <p:ext uri="{BB962C8B-B14F-4D97-AF65-F5344CB8AC3E}">
        <p14:creationId xmlns:p14="http://schemas.microsoft.com/office/powerpoint/2010/main" val="325764226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C9D6027-F7C7-4EF3-85DD-09E27ACEEACA}"/>
              </a:ext>
            </a:extLst>
          </p:cNvPr>
          <p:cNvSpPr>
            <a:spLocks noGrp="1"/>
          </p:cNvSpPr>
          <p:nvPr>
            <p:ph type="dt" sz="half" idx="10"/>
          </p:nvPr>
        </p:nvSpPr>
        <p:spPr/>
        <p:txBody>
          <a:bodyPr/>
          <a:lstStyle/>
          <a:p>
            <a:fld id="{A50ECBEB-8597-4EA4-9D29-E1D7025CFAA0}" type="datetime1">
              <a:rPr lang="zh-CN" altLang="en-US" smtClean="0"/>
              <a:t>2023/2/19</a:t>
            </a:fld>
            <a:endParaRPr lang="zh-CN" altLang="en-US"/>
          </a:p>
        </p:txBody>
      </p:sp>
      <p:sp>
        <p:nvSpPr>
          <p:cNvPr id="3" name="页脚占位符 2">
            <a:extLst>
              <a:ext uri="{FF2B5EF4-FFF2-40B4-BE49-F238E27FC236}">
                <a16:creationId xmlns:a16="http://schemas.microsoft.com/office/drawing/2014/main" id="{66262BA1-A5A7-45F4-B365-E880E1C324C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F80CF1E8-0939-4B4D-A4D3-E47E208FC47E}"/>
              </a:ext>
            </a:extLst>
          </p:cNvPr>
          <p:cNvSpPr>
            <a:spLocks noGrp="1"/>
          </p:cNvSpPr>
          <p:nvPr>
            <p:ph type="sldNum" sz="quarter" idx="12"/>
          </p:nvPr>
        </p:nvSpPr>
        <p:spPr/>
        <p:txBody>
          <a:bodyPr/>
          <a:lstStyle/>
          <a:p>
            <a:fld id="{7F65B630-C7FF-41C0-9923-C5E5E29EED81}" type="slidenum">
              <a:rPr lang="zh-CN" altLang="en-US" smtClean="0"/>
              <a:t>‹#›</a:t>
            </a:fld>
            <a:endParaRPr lang="zh-CN" altLang="en-US"/>
          </a:p>
        </p:txBody>
      </p:sp>
    </p:spTree>
    <p:extLst>
      <p:ext uri="{BB962C8B-B14F-4D97-AF65-F5344CB8AC3E}">
        <p14:creationId xmlns:p14="http://schemas.microsoft.com/office/powerpoint/2010/main" val="177162472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542A361-A2C3-0A98-9966-75B780C1C1F8}"/>
              </a:ext>
            </a:extLst>
          </p:cNvPr>
          <p:cNvGrpSpPr/>
          <p:nvPr userDrawn="1"/>
        </p:nvGrpSpPr>
        <p:grpSpPr>
          <a:xfrm>
            <a:off x="2400430" y="-48533"/>
            <a:ext cx="9791570" cy="6975525"/>
            <a:chOff x="2400430" y="-48533"/>
            <a:chExt cx="9791570" cy="6975525"/>
          </a:xfrm>
        </p:grpSpPr>
        <p:pic>
          <p:nvPicPr>
            <p:cNvPr id="3" name="图形 2">
              <a:extLst>
                <a:ext uri="{FF2B5EF4-FFF2-40B4-BE49-F238E27FC236}">
                  <a16:creationId xmlns:a16="http://schemas.microsoft.com/office/drawing/2014/main" id="{7C2C25D8-7641-EE85-3295-26B1DFB1E91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400430" y="-48533"/>
              <a:ext cx="9791570" cy="6975525"/>
            </a:xfrm>
            <a:prstGeom prst="rect">
              <a:avLst/>
            </a:prstGeom>
          </p:spPr>
        </p:pic>
        <p:grpSp>
          <p:nvGrpSpPr>
            <p:cNvPr id="4" name="组合 3">
              <a:extLst>
                <a:ext uri="{FF2B5EF4-FFF2-40B4-BE49-F238E27FC236}">
                  <a16:creationId xmlns:a16="http://schemas.microsoft.com/office/drawing/2014/main" id="{A158052E-59D4-192E-B565-F926F5AC9A34}"/>
                </a:ext>
              </a:extLst>
            </p:cNvPr>
            <p:cNvGrpSpPr/>
            <p:nvPr userDrawn="1"/>
          </p:nvGrpSpPr>
          <p:grpSpPr>
            <a:xfrm>
              <a:off x="5789651" y="1249363"/>
              <a:ext cx="5913437" cy="4986337"/>
              <a:chOff x="5605463" y="1249363"/>
              <a:chExt cx="5913437" cy="4986337"/>
            </a:xfrm>
          </p:grpSpPr>
          <p:sp>
            <p:nvSpPr>
              <p:cNvPr id="5" name="矩形 4">
                <a:extLst>
                  <a:ext uri="{FF2B5EF4-FFF2-40B4-BE49-F238E27FC236}">
                    <a16:creationId xmlns:a16="http://schemas.microsoft.com/office/drawing/2014/main" id="{DB2FEF5E-2AC9-FF03-59FE-A3257C0FFFD6}"/>
                  </a:ext>
                </a:extLst>
              </p:cNvPr>
              <p:cNvSpPr>
                <a:spLocks noChangeAspect="1" noChangeArrowheads="1" noTextEdit="1"/>
              </p:cNvSpPr>
              <p:nvPr userDrawn="1"/>
            </p:nvSpPr>
            <p:spPr bwMode="auto">
              <a:xfrm>
                <a:off x="5605463" y="1249363"/>
                <a:ext cx="5913437" cy="4986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 name="椭圆 5">
                <a:extLst>
                  <a:ext uri="{FF2B5EF4-FFF2-40B4-BE49-F238E27FC236}">
                    <a16:creationId xmlns:a16="http://schemas.microsoft.com/office/drawing/2014/main" id="{36DFABC5-0A0E-C2F3-66E6-5A4B36EDAA19}"/>
                  </a:ext>
                </a:extLst>
              </p:cNvPr>
              <p:cNvSpPr>
                <a:spLocks noChangeArrowheads="1"/>
              </p:cNvSpPr>
              <p:nvPr userDrawn="1"/>
            </p:nvSpPr>
            <p:spPr bwMode="auto">
              <a:xfrm>
                <a:off x="5608638" y="5535613"/>
                <a:ext cx="5910262" cy="696912"/>
              </a:xfrm>
              <a:prstGeom prst="ellipse">
                <a:avLst/>
              </a:prstGeom>
              <a:solidFill>
                <a:srgbClr val="164B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任意多边形: 形状 9">
                <a:extLst>
                  <a:ext uri="{FF2B5EF4-FFF2-40B4-BE49-F238E27FC236}">
                    <a16:creationId xmlns:a16="http://schemas.microsoft.com/office/drawing/2014/main" id="{57F80867-92A4-A8B7-CC64-1B02222F8DCA}"/>
                  </a:ext>
                </a:extLst>
              </p:cNvPr>
              <p:cNvSpPr>
                <a:spLocks/>
              </p:cNvSpPr>
              <p:nvPr userDrawn="1"/>
            </p:nvSpPr>
            <p:spPr bwMode="auto">
              <a:xfrm>
                <a:off x="6194425" y="4333875"/>
                <a:ext cx="520700" cy="992187"/>
              </a:xfrm>
              <a:custGeom>
                <a:avLst/>
                <a:gdLst>
                  <a:gd name="T0" fmla="*/ 164 w 192"/>
                  <a:gd name="T1" fmla="*/ 365 h 365"/>
                  <a:gd name="T2" fmla="*/ 2 w 192"/>
                  <a:gd name="T3" fmla="*/ 0 h 365"/>
                  <a:gd name="T4" fmla="*/ 192 w 192"/>
                  <a:gd name="T5" fmla="*/ 193 h 365"/>
                  <a:gd name="T6" fmla="*/ 164 w 192"/>
                  <a:gd name="T7" fmla="*/ 365 h 365"/>
                </a:gdLst>
                <a:ahLst/>
                <a:cxnLst>
                  <a:cxn ang="0">
                    <a:pos x="T0" y="T1"/>
                  </a:cxn>
                  <a:cxn ang="0">
                    <a:pos x="T2" y="T3"/>
                  </a:cxn>
                  <a:cxn ang="0">
                    <a:pos x="T4" y="T5"/>
                  </a:cxn>
                  <a:cxn ang="0">
                    <a:pos x="T6" y="T7"/>
                  </a:cxn>
                </a:cxnLst>
                <a:rect l="0" t="0" r="r" b="b"/>
                <a:pathLst>
                  <a:path w="192" h="365">
                    <a:moveTo>
                      <a:pt x="164" y="365"/>
                    </a:moveTo>
                    <a:cubicBezTo>
                      <a:pt x="164" y="365"/>
                      <a:pt x="0" y="97"/>
                      <a:pt x="2" y="0"/>
                    </a:cubicBezTo>
                    <a:cubicBezTo>
                      <a:pt x="2" y="0"/>
                      <a:pt x="110" y="4"/>
                      <a:pt x="192" y="193"/>
                    </a:cubicBezTo>
                    <a:lnTo>
                      <a:pt x="164" y="365"/>
                    </a:lnTo>
                    <a:close/>
                  </a:path>
                </a:pathLst>
              </a:custGeom>
              <a:solidFill>
                <a:srgbClr val="124D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任意多边形: 形状 10">
                <a:extLst>
                  <a:ext uri="{FF2B5EF4-FFF2-40B4-BE49-F238E27FC236}">
                    <a16:creationId xmlns:a16="http://schemas.microsoft.com/office/drawing/2014/main" id="{D7EA579D-F3F0-338B-904D-D55E1026ADF9}"/>
                  </a:ext>
                </a:extLst>
              </p:cNvPr>
              <p:cNvSpPr>
                <a:spLocks/>
              </p:cNvSpPr>
              <p:nvPr userDrawn="1"/>
            </p:nvSpPr>
            <p:spPr bwMode="auto">
              <a:xfrm>
                <a:off x="5961063" y="4883150"/>
                <a:ext cx="725487" cy="587375"/>
              </a:xfrm>
              <a:custGeom>
                <a:avLst/>
                <a:gdLst>
                  <a:gd name="T0" fmla="*/ 183 w 267"/>
                  <a:gd name="T1" fmla="*/ 32 h 216"/>
                  <a:gd name="T2" fmla="*/ 0 w 267"/>
                  <a:gd name="T3" fmla="*/ 32 h 216"/>
                  <a:gd name="T4" fmla="*/ 267 w 267"/>
                  <a:gd name="T5" fmla="*/ 216 h 216"/>
                  <a:gd name="T6" fmla="*/ 245 w 267"/>
                  <a:gd name="T7" fmla="*/ 62 h 216"/>
                  <a:gd name="T8" fmla="*/ 183 w 267"/>
                  <a:gd name="T9" fmla="*/ 32 h 216"/>
                </a:gdLst>
                <a:ahLst/>
                <a:cxnLst>
                  <a:cxn ang="0">
                    <a:pos x="T0" y="T1"/>
                  </a:cxn>
                  <a:cxn ang="0">
                    <a:pos x="T2" y="T3"/>
                  </a:cxn>
                  <a:cxn ang="0">
                    <a:pos x="T4" y="T5"/>
                  </a:cxn>
                  <a:cxn ang="0">
                    <a:pos x="T6" y="T7"/>
                  </a:cxn>
                  <a:cxn ang="0">
                    <a:pos x="T8" y="T9"/>
                  </a:cxn>
                </a:cxnLst>
                <a:rect l="0" t="0" r="r" b="b"/>
                <a:pathLst>
                  <a:path w="267" h="216">
                    <a:moveTo>
                      <a:pt x="183" y="32"/>
                    </a:moveTo>
                    <a:cubicBezTo>
                      <a:pt x="183" y="32"/>
                      <a:pt x="79" y="0"/>
                      <a:pt x="0" y="32"/>
                    </a:cubicBezTo>
                    <a:cubicBezTo>
                      <a:pt x="0" y="32"/>
                      <a:pt x="114" y="162"/>
                      <a:pt x="267" y="216"/>
                    </a:cubicBezTo>
                    <a:cubicBezTo>
                      <a:pt x="245" y="62"/>
                      <a:pt x="245" y="62"/>
                      <a:pt x="245" y="62"/>
                    </a:cubicBezTo>
                    <a:lnTo>
                      <a:pt x="183" y="32"/>
                    </a:lnTo>
                    <a:close/>
                  </a:path>
                </a:pathLst>
              </a:custGeom>
              <a:solidFill>
                <a:srgbClr val="1E5DD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矩形 11">
                <a:extLst>
                  <a:ext uri="{FF2B5EF4-FFF2-40B4-BE49-F238E27FC236}">
                    <a16:creationId xmlns:a16="http://schemas.microsoft.com/office/drawing/2014/main" id="{7B9D8F78-2F4B-2EC6-B386-1951123A885D}"/>
                  </a:ext>
                </a:extLst>
              </p:cNvPr>
              <p:cNvSpPr>
                <a:spLocks noChangeArrowheads="1"/>
              </p:cNvSpPr>
              <p:nvPr userDrawn="1"/>
            </p:nvSpPr>
            <p:spPr bwMode="auto">
              <a:xfrm>
                <a:off x="6338888" y="1852613"/>
                <a:ext cx="1362075" cy="1449387"/>
              </a:xfrm>
              <a:prstGeom prst="rect">
                <a:avLst/>
              </a:prstGeom>
              <a:solidFill>
                <a:srgbClr val="3E7A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任意多边形: 形状 12">
                <a:extLst>
                  <a:ext uri="{FF2B5EF4-FFF2-40B4-BE49-F238E27FC236}">
                    <a16:creationId xmlns:a16="http://schemas.microsoft.com/office/drawing/2014/main" id="{167BE89B-C8B4-AE1E-6674-0D54E44A29FA}"/>
                  </a:ext>
                </a:extLst>
              </p:cNvPr>
              <p:cNvSpPr>
                <a:spLocks/>
              </p:cNvSpPr>
              <p:nvPr userDrawn="1"/>
            </p:nvSpPr>
            <p:spPr bwMode="auto">
              <a:xfrm>
                <a:off x="6577013" y="4692650"/>
                <a:ext cx="1211262" cy="354012"/>
              </a:xfrm>
              <a:custGeom>
                <a:avLst/>
                <a:gdLst>
                  <a:gd name="T0" fmla="*/ 763 w 763"/>
                  <a:gd name="T1" fmla="*/ 223 h 223"/>
                  <a:gd name="T2" fmla="*/ 0 w 763"/>
                  <a:gd name="T3" fmla="*/ 223 h 223"/>
                  <a:gd name="T4" fmla="*/ 24 w 763"/>
                  <a:gd name="T5" fmla="*/ 0 h 223"/>
                  <a:gd name="T6" fmla="*/ 763 w 763"/>
                  <a:gd name="T7" fmla="*/ 0 h 223"/>
                  <a:gd name="T8" fmla="*/ 763 w 763"/>
                  <a:gd name="T9" fmla="*/ 223 h 223"/>
                </a:gdLst>
                <a:ahLst/>
                <a:cxnLst>
                  <a:cxn ang="0">
                    <a:pos x="T0" y="T1"/>
                  </a:cxn>
                  <a:cxn ang="0">
                    <a:pos x="T2" y="T3"/>
                  </a:cxn>
                  <a:cxn ang="0">
                    <a:pos x="T4" y="T5"/>
                  </a:cxn>
                  <a:cxn ang="0">
                    <a:pos x="T6" y="T7"/>
                  </a:cxn>
                  <a:cxn ang="0">
                    <a:pos x="T8" y="T9"/>
                  </a:cxn>
                </a:cxnLst>
                <a:rect l="0" t="0" r="r" b="b"/>
                <a:pathLst>
                  <a:path w="763" h="223">
                    <a:moveTo>
                      <a:pt x="763" y="223"/>
                    </a:moveTo>
                    <a:lnTo>
                      <a:pt x="0" y="223"/>
                    </a:lnTo>
                    <a:lnTo>
                      <a:pt x="24" y="0"/>
                    </a:lnTo>
                    <a:lnTo>
                      <a:pt x="763" y="0"/>
                    </a:lnTo>
                    <a:lnTo>
                      <a:pt x="763" y="223"/>
                    </a:lnTo>
                    <a:close/>
                  </a:path>
                </a:pathLst>
              </a:custGeom>
              <a:solidFill>
                <a:srgbClr val="BDF4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矩形 13">
                <a:extLst>
                  <a:ext uri="{FF2B5EF4-FFF2-40B4-BE49-F238E27FC236}">
                    <a16:creationId xmlns:a16="http://schemas.microsoft.com/office/drawing/2014/main" id="{21868B5A-A5A1-F7C8-0C7E-9C925814E3AC}"/>
                  </a:ext>
                </a:extLst>
              </p:cNvPr>
              <p:cNvSpPr>
                <a:spLocks noChangeArrowheads="1"/>
              </p:cNvSpPr>
              <p:nvPr userDrawn="1"/>
            </p:nvSpPr>
            <p:spPr bwMode="auto">
              <a:xfrm>
                <a:off x="6650038" y="5046663"/>
                <a:ext cx="1138237" cy="654050"/>
              </a:xfrm>
              <a:prstGeom prst="rect">
                <a:avLst/>
              </a:prstGeom>
              <a:solidFill>
                <a:srgbClr val="95E1B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任意多边形: 形状 14">
                <a:extLst>
                  <a:ext uri="{FF2B5EF4-FFF2-40B4-BE49-F238E27FC236}">
                    <a16:creationId xmlns:a16="http://schemas.microsoft.com/office/drawing/2014/main" id="{2E9E954C-817C-F7D2-97F1-4E0184E6F3A7}"/>
                  </a:ext>
                </a:extLst>
              </p:cNvPr>
              <p:cNvSpPr>
                <a:spLocks/>
              </p:cNvSpPr>
              <p:nvPr userDrawn="1"/>
            </p:nvSpPr>
            <p:spPr bwMode="auto">
              <a:xfrm>
                <a:off x="7288213" y="5472113"/>
                <a:ext cx="296862" cy="68262"/>
              </a:xfrm>
              <a:custGeom>
                <a:avLst/>
                <a:gdLst>
                  <a:gd name="T0" fmla="*/ 97 w 109"/>
                  <a:gd name="T1" fmla="*/ 25 h 25"/>
                  <a:gd name="T2" fmla="*/ 12 w 109"/>
                  <a:gd name="T3" fmla="*/ 25 h 25"/>
                  <a:gd name="T4" fmla="*/ 0 w 109"/>
                  <a:gd name="T5" fmla="*/ 13 h 25"/>
                  <a:gd name="T6" fmla="*/ 0 w 109"/>
                  <a:gd name="T7" fmla="*/ 13 h 25"/>
                  <a:gd name="T8" fmla="*/ 12 w 109"/>
                  <a:gd name="T9" fmla="*/ 0 h 25"/>
                  <a:gd name="T10" fmla="*/ 97 w 109"/>
                  <a:gd name="T11" fmla="*/ 0 h 25"/>
                  <a:gd name="T12" fmla="*/ 109 w 109"/>
                  <a:gd name="T13" fmla="*/ 13 h 25"/>
                  <a:gd name="T14" fmla="*/ 109 w 109"/>
                  <a:gd name="T15" fmla="*/ 13 h 25"/>
                  <a:gd name="T16" fmla="*/ 97 w 109"/>
                  <a:gd name="T17"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9" h="25">
                    <a:moveTo>
                      <a:pt x="97" y="25"/>
                    </a:moveTo>
                    <a:cubicBezTo>
                      <a:pt x="12" y="25"/>
                      <a:pt x="12" y="25"/>
                      <a:pt x="12" y="25"/>
                    </a:cubicBezTo>
                    <a:cubicBezTo>
                      <a:pt x="5" y="25"/>
                      <a:pt x="0" y="19"/>
                      <a:pt x="0" y="13"/>
                    </a:cubicBezTo>
                    <a:cubicBezTo>
                      <a:pt x="0" y="13"/>
                      <a:pt x="0" y="13"/>
                      <a:pt x="0" y="13"/>
                    </a:cubicBezTo>
                    <a:cubicBezTo>
                      <a:pt x="0" y="6"/>
                      <a:pt x="5" y="0"/>
                      <a:pt x="12" y="0"/>
                    </a:cubicBezTo>
                    <a:cubicBezTo>
                      <a:pt x="97" y="0"/>
                      <a:pt x="97" y="0"/>
                      <a:pt x="97" y="0"/>
                    </a:cubicBezTo>
                    <a:cubicBezTo>
                      <a:pt x="104" y="0"/>
                      <a:pt x="109" y="6"/>
                      <a:pt x="109" y="13"/>
                    </a:cubicBezTo>
                    <a:cubicBezTo>
                      <a:pt x="109" y="13"/>
                      <a:pt x="109" y="13"/>
                      <a:pt x="109" y="13"/>
                    </a:cubicBezTo>
                    <a:cubicBezTo>
                      <a:pt x="109" y="19"/>
                      <a:pt x="104" y="25"/>
                      <a:pt x="97" y="25"/>
                    </a:cubicBezTo>
                    <a:close/>
                  </a:path>
                </a:pathLst>
              </a:custGeom>
              <a:solidFill>
                <a:srgbClr val="B5F6D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 name="任意多边形: 形状 15">
                <a:extLst>
                  <a:ext uri="{FF2B5EF4-FFF2-40B4-BE49-F238E27FC236}">
                    <a16:creationId xmlns:a16="http://schemas.microsoft.com/office/drawing/2014/main" id="{C054225A-6561-0927-158E-C562F920E1A3}"/>
                  </a:ext>
                </a:extLst>
              </p:cNvPr>
              <p:cNvSpPr>
                <a:spLocks/>
              </p:cNvSpPr>
              <p:nvPr userDrawn="1"/>
            </p:nvSpPr>
            <p:spPr bwMode="auto">
              <a:xfrm>
                <a:off x="7183438" y="5575300"/>
                <a:ext cx="401637" cy="65087"/>
              </a:xfrm>
              <a:custGeom>
                <a:avLst/>
                <a:gdLst>
                  <a:gd name="T0" fmla="*/ 136 w 148"/>
                  <a:gd name="T1" fmla="*/ 24 h 24"/>
                  <a:gd name="T2" fmla="*/ 12 w 148"/>
                  <a:gd name="T3" fmla="*/ 24 h 24"/>
                  <a:gd name="T4" fmla="*/ 0 w 148"/>
                  <a:gd name="T5" fmla="*/ 12 h 24"/>
                  <a:gd name="T6" fmla="*/ 0 w 148"/>
                  <a:gd name="T7" fmla="*/ 12 h 24"/>
                  <a:gd name="T8" fmla="*/ 12 w 148"/>
                  <a:gd name="T9" fmla="*/ 0 h 24"/>
                  <a:gd name="T10" fmla="*/ 136 w 148"/>
                  <a:gd name="T11" fmla="*/ 0 h 24"/>
                  <a:gd name="T12" fmla="*/ 148 w 148"/>
                  <a:gd name="T13" fmla="*/ 12 h 24"/>
                  <a:gd name="T14" fmla="*/ 148 w 148"/>
                  <a:gd name="T15" fmla="*/ 12 h 24"/>
                  <a:gd name="T16" fmla="*/ 136 w 148"/>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8" h="24">
                    <a:moveTo>
                      <a:pt x="136" y="24"/>
                    </a:moveTo>
                    <a:cubicBezTo>
                      <a:pt x="12" y="24"/>
                      <a:pt x="12" y="24"/>
                      <a:pt x="12" y="24"/>
                    </a:cubicBezTo>
                    <a:cubicBezTo>
                      <a:pt x="6" y="24"/>
                      <a:pt x="0" y="19"/>
                      <a:pt x="0" y="12"/>
                    </a:cubicBezTo>
                    <a:cubicBezTo>
                      <a:pt x="0" y="12"/>
                      <a:pt x="0" y="12"/>
                      <a:pt x="0" y="12"/>
                    </a:cubicBezTo>
                    <a:cubicBezTo>
                      <a:pt x="0" y="5"/>
                      <a:pt x="6" y="0"/>
                      <a:pt x="12" y="0"/>
                    </a:cubicBezTo>
                    <a:cubicBezTo>
                      <a:pt x="136" y="0"/>
                      <a:pt x="136" y="0"/>
                      <a:pt x="136" y="0"/>
                    </a:cubicBezTo>
                    <a:cubicBezTo>
                      <a:pt x="143" y="0"/>
                      <a:pt x="148" y="5"/>
                      <a:pt x="148" y="12"/>
                    </a:cubicBezTo>
                    <a:cubicBezTo>
                      <a:pt x="148" y="12"/>
                      <a:pt x="148" y="12"/>
                      <a:pt x="148" y="12"/>
                    </a:cubicBezTo>
                    <a:cubicBezTo>
                      <a:pt x="148" y="19"/>
                      <a:pt x="143" y="24"/>
                      <a:pt x="136" y="24"/>
                    </a:cubicBezTo>
                    <a:close/>
                  </a:path>
                </a:pathLst>
              </a:custGeom>
              <a:solidFill>
                <a:srgbClr val="B5F6D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任意多边形: 形状 16">
                <a:extLst>
                  <a:ext uri="{FF2B5EF4-FFF2-40B4-BE49-F238E27FC236}">
                    <a16:creationId xmlns:a16="http://schemas.microsoft.com/office/drawing/2014/main" id="{7770F305-481D-E580-E3E6-861D06FD41D0}"/>
                  </a:ext>
                </a:extLst>
              </p:cNvPr>
              <p:cNvSpPr>
                <a:spLocks/>
              </p:cNvSpPr>
              <p:nvPr userDrawn="1"/>
            </p:nvSpPr>
            <p:spPr bwMode="auto">
              <a:xfrm>
                <a:off x="6492875" y="4691063"/>
                <a:ext cx="147637" cy="341312"/>
              </a:xfrm>
              <a:custGeom>
                <a:avLst/>
                <a:gdLst>
                  <a:gd name="T0" fmla="*/ 7 w 54"/>
                  <a:gd name="T1" fmla="*/ 126 h 126"/>
                  <a:gd name="T2" fmla="*/ 5 w 54"/>
                  <a:gd name="T3" fmla="*/ 126 h 126"/>
                  <a:gd name="T4" fmla="*/ 1 w 54"/>
                  <a:gd name="T5" fmla="*/ 118 h 126"/>
                  <a:gd name="T6" fmla="*/ 41 w 54"/>
                  <a:gd name="T7" fmla="*/ 4 h 126"/>
                  <a:gd name="T8" fmla="*/ 49 w 54"/>
                  <a:gd name="T9" fmla="*/ 1 h 126"/>
                  <a:gd name="T10" fmla="*/ 53 w 54"/>
                  <a:gd name="T11" fmla="*/ 8 h 126"/>
                  <a:gd name="T12" fmla="*/ 13 w 54"/>
                  <a:gd name="T13" fmla="*/ 122 h 126"/>
                  <a:gd name="T14" fmla="*/ 7 w 54"/>
                  <a:gd name="T15" fmla="*/ 126 h 12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4" h="126">
                    <a:moveTo>
                      <a:pt x="7" y="126"/>
                    </a:moveTo>
                    <a:cubicBezTo>
                      <a:pt x="6" y="126"/>
                      <a:pt x="6" y="126"/>
                      <a:pt x="5" y="126"/>
                    </a:cubicBezTo>
                    <a:cubicBezTo>
                      <a:pt x="2" y="125"/>
                      <a:pt x="0" y="121"/>
                      <a:pt x="1" y="118"/>
                    </a:cubicBezTo>
                    <a:cubicBezTo>
                      <a:pt x="41" y="4"/>
                      <a:pt x="41" y="4"/>
                      <a:pt x="41" y="4"/>
                    </a:cubicBezTo>
                    <a:cubicBezTo>
                      <a:pt x="42" y="1"/>
                      <a:pt x="46" y="0"/>
                      <a:pt x="49" y="1"/>
                    </a:cubicBezTo>
                    <a:cubicBezTo>
                      <a:pt x="52" y="2"/>
                      <a:pt x="54" y="5"/>
                      <a:pt x="53" y="8"/>
                    </a:cubicBezTo>
                    <a:cubicBezTo>
                      <a:pt x="13" y="122"/>
                      <a:pt x="13" y="122"/>
                      <a:pt x="13" y="122"/>
                    </a:cubicBezTo>
                    <a:cubicBezTo>
                      <a:pt x="12" y="125"/>
                      <a:pt x="10" y="126"/>
                      <a:pt x="7" y="126"/>
                    </a:cubicBezTo>
                    <a:close/>
                  </a:path>
                </a:pathLst>
              </a:custGeom>
              <a:solidFill>
                <a:srgbClr val="BDF4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矩形 17">
                <a:extLst>
                  <a:ext uri="{FF2B5EF4-FFF2-40B4-BE49-F238E27FC236}">
                    <a16:creationId xmlns:a16="http://schemas.microsoft.com/office/drawing/2014/main" id="{9BE8A552-9509-90DA-7E3C-420D1D0E4BA3}"/>
                  </a:ext>
                </a:extLst>
              </p:cNvPr>
              <p:cNvSpPr>
                <a:spLocks noChangeArrowheads="1"/>
              </p:cNvSpPr>
              <p:nvPr userDrawn="1"/>
            </p:nvSpPr>
            <p:spPr bwMode="auto">
              <a:xfrm>
                <a:off x="6805613" y="5318125"/>
                <a:ext cx="222250" cy="385762"/>
              </a:xfrm>
              <a:prstGeom prst="rect">
                <a:avLst/>
              </a:prstGeom>
              <a:solidFill>
                <a:srgbClr val="77D0A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矩形 18">
                <a:extLst>
                  <a:ext uri="{FF2B5EF4-FFF2-40B4-BE49-F238E27FC236}">
                    <a16:creationId xmlns:a16="http://schemas.microsoft.com/office/drawing/2014/main" id="{C9E4EC20-C318-0000-772D-49D3EEC5E8EE}"/>
                  </a:ext>
                </a:extLst>
              </p:cNvPr>
              <p:cNvSpPr>
                <a:spLocks noChangeArrowheads="1"/>
              </p:cNvSpPr>
              <p:nvPr userDrawn="1"/>
            </p:nvSpPr>
            <p:spPr bwMode="auto">
              <a:xfrm>
                <a:off x="6650038" y="5046663"/>
                <a:ext cx="1138237" cy="58737"/>
              </a:xfrm>
              <a:prstGeom prst="rect">
                <a:avLst/>
              </a:prstGeom>
              <a:solidFill>
                <a:srgbClr val="77D0A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矩形 19">
                <a:extLst>
                  <a:ext uri="{FF2B5EF4-FFF2-40B4-BE49-F238E27FC236}">
                    <a16:creationId xmlns:a16="http://schemas.microsoft.com/office/drawing/2014/main" id="{58B5C52B-DAFB-AB31-FDC6-05FDDF0B8C10}"/>
                  </a:ext>
                </a:extLst>
              </p:cNvPr>
              <p:cNvSpPr>
                <a:spLocks noChangeArrowheads="1"/>
              </p:cNvSpPr>
              <p:nvPr userDrawn="1"/>
            </p:nvSpPr>
            <p:spPr bwMode="auto">
              <a:xfrm>
                <a:off x="6316663" y="5307013"/>
                <a:ext cx="615950" cy="168275"/>
              </a:xfrm>
              <a:prstGeom prst="rect">
                <a:avLst/>
              </a:prstGeom>
              <a:solidFill>
                <a:srgbClr val="8CB2F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矩形 20">
                <a:extLst>
                  <a:ext uri="{FF2B5EF4-FFF2-40B4-BE49-F238E27FC236}">
                    <a16:creationId xmlns:a16="http://schemas.microsoft.com/office/drawing/2014/main" id="{0804E2D2-CD00-4033-67BD-A8EABF16CE62}"/>
                  </a:ext>
                </a:extLst>
              </p:cNvPr>
              <p:cNvSpPr>
                <a:spLocks noChangeArrowheads="1"/>
              </p:cNvSpPr>
              <p:nvPr userDrawn="1"/>
            </p:nvSpPr>
            <p:spPr bwMode="auto">
              <a:xfrm>
                <a:off x="6338888" y="5472113"/>
                <a:ext cx="574675" cy="271462"/>
              </a:xfrm>
              <a:prstGeom prst="rect">
                <a:avLst/>
              </a:prstGeom>
              <a:solidFill>
                <a:srgbClr val="73A0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矩形 21">
                <a:extLst>
                  <a:ext uri="{FF2B5EF4-FFF2-40B4-BE49-F238E27FC236}">
                    <a16:creationId xmlns:a16="http://schemas.microsoft.com/office/drawing/2014/main" id="{F9B251FE-6E08-A735-7A9D-A19282FE6BFA}"/>
                  </a:ext>
                </a:extLst>
              </p:cNvPr>
              <p:cNvSpPr>
                <a:spLocks noChangeArrowheads="1"/>
              </p:cNvSpPr>
              <p:nvPr userDrawn="1"/>
            </p:nvSpPr>
            <p:spPr bwMode="auto">
              <a:xfrm>
                <a:off x="6338888" y="5472113"/>
                <a:ext cx="574675" cy="49212"/>
              </a:xfrm>
              <a:prstGeom prst="rect">
                <a:avLst/>
              </a:prstGeom>
              <a:solidFill>
                <a:srgbClr val="6994F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矩形 22">
                <a:extLst>
                  <a:ext uri="{FF2B5EF4-FFF2-40B4-BE49-F238E27FC236}">
                    <a16:creationId xmlns:a16="http://schemas.microsoft.com/office/drawing/2014/main" id="{2EC35ADD-8AAE-009E-7B0F-852105F77359}"/>
                  </a:ext>
                </a:extLst>
              </p:cNvPr>
              <p:cNvSpPr>
                <a:spLocks noChangeArrowheads="1"/>
              </p:cNvSpPr>
              <p:nvPr userDrawn="1"/>
            </p:nvSpPr>
            <p:spPr bwMode="auto">
              <a:xfrm>
                <a:off x="7943850" y="1460500"/>
                <a:ext cx="795337" cy="1046162"/>
              </a:xfrm>
              <a:prstGeom prst="rect">
                <a:avLst/>
              </a:prstGeom>
              <a:solidFill>
                <a:srgbClr val="3E7A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任意多边形: 形状 23">
                <a:extLst>
                  <a:ext uri="{FF2B5EF4-FFF2-40B4-BE49-F238E27FC236}">
                    <a16:creationId xmlns:a16="http://schemas.microsoft.com/office/drawing/2014/main" id="{EF463FA6-494E-C06D-571C-84C24C9778F9}"/>
                  </a:ext>
                </a:extLst>
              </p:cNvPr>
              <p:cNvSpPr>
                <a:spLocks/>
              </p:cNvSpPr>
              <p:nvPr userDrawn="1"/>
            </p:nvSpPr>
            <p:spPr bwMode="auto">
              <a:xfrm>
                <a:off x="7718425" y="3957638"/>
                <a:ext cx="2847975" cy="1824037"/>
              </a:xfrm>
              <a:custGeom>
                <a:avLst/>
                <a:gdLst>
                  <a:gd name="T0" fmla="*/ 1031 w 1049"/>
                  <a:gd name="T1" fmla="*/ 672 h 672"/>
                  <a:gd name="T2" fmla="*/ 18 w 1049"/>
                  <a:gd name="T3" fmla="*/ 672 h 672"/>
                  <a:gd name="T4" fmla="*/ 0 w 1049"/>
                  <a:gd name="T5" fmla="*/ 654 h 672"/>
                  <a:gd name="T6" fmla="*/ 0 w 1049"/>
                  <a:gd name="T7" fmla="*/ 18 h 672"/>
                  <a:gd name="T8" fmla="*/ 18 w 1049"/>
                  <a:gd name="T9" fmla="*/ 0 h 672"/>
                  <a:gd name="T10" fmla="*/ 1031 w 1049"/>
                  <a:gd name="T11" fmla="*/ 0 h 672"/>
                  <a:gd name="T12" fmla="*/ 1049 w 1049"/>
                  <a:gd name="T13" fmla="*/ 18 h 672"/>
                  <a:gd name="T14" fmla="*/ 1049 w 1049"/>
                  <a:gd name="T15" fmla="*/ 654 h 672"/>
                  <a:gd name="T16" fmla="*/ 1031 w 1049"/>
                  <a:gd name="T17" fmla="*/ 672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49" h="672">
                    <a:moveTo>
                      <a:pt x="1031" y="672"/>
                    </a:moveTo>
                    <a:cubicBezTo>
                      <a:pt x="18" y="672"/>
                      <a:pt x="18" y="672"/>
                      <a:pt x="18" y="672"/>
                    </a:cubicBezTo>
                    <a:cubicBezTo>
                      <a:pt x="8" y="672"/>
                      <a:pt x="0" y="664"/>
                      <a:pt x="0" y="654"/>
                    </a:cubicBezTo>
                    <a:cubicBezTo>
                      <a:pt x="0" y="18"/>
                      <a:pt x="0" y="18"/>
                      <a:pt x="0" y="18"/>
                    </a:cubicBezTo>
                    <a:cubicBezTo>
                      <a:pt x="0" y="8"/>
                      <a:pt x="8" y="0"/>
                      <a:pt x="18" y="0"/>
                    </a:cubicBezTo>
                    <a:cubicBezTo>
                      <a:pt x="1031" y="0"/>
                      <a:pt x="1031" y="0"/>
                      <a:pt x="1031" y="0"/>
                    </a:cubicBezTo>
                    <a:cubicBezTo>
                      <a:pt x="1041" y="0"/>
                      <a:pt x="1049" y="8"/>
                      <a:pt x="1049" y="18"/>
                    </a:cubicBezTo>
                    <a:cubicBezTo>
                      <a:pt x="1049" y="654"/>
                      <a:pt x="1049" y="654"/>
                      <a:pt x="1049" y="654"/>
                    </a:cubicBezTo>
                    <a:cubicBezTo>
                      <a:pt x="1049" y="664"/>
                      <a:pt x="1041" y="672"/>
                      <a:pt x="1031" y="672"/>
                    </a:cubicBezTo>
                    <a:close/>
                  </a:path>
                </a:pathLst>
              </a:custGeom>
              <a:solidFill>
                <a:srgbClr val="77A3F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矩形 24">
                <a:extLst>
                  <a:ext uri="{FF2B5EF4-FFF2-40B4-BE49-F238E27FC236}">
                    <a16:creationId xmlns:a16="http://schemas.microsoft.com/office/drawing/2014/main" id="{E1F14B18-8429-E3A6-0BD5-2BF18922B527}"/>
                  </a:ext>
                </a:extLst>
              </p:cNvPr>
              <p:cNvSpPr>
                <a:spLocks noChangeArrowheads="1"/>
              </p:cNvSpPr>
              <p:nvPr userDrawn="1"/>
            </p:nvSpPr>
            <p:spPr bwMode="auto">
              <a:xfrm>
                <a:off x="7867650" y="4071938"/>
                <a:ext cx="1392237" cy="433387"/>
              </a:xfrm>
              <a:prstGeom prst="rect">
                <a:avLst/>
              </a:prstGeom>
              <a:solidFill>
                <a:srgbClr val="8EB4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任意多边形: 形状 25">
                <a:extLst>
                  <a:ext uri="{FF2B5EF4-FFF2-40B4-BE49-F238E27FC236}">
                    <a16:creationId xmlns:a16="http://schemas.microsoft.com/office/drawing/2014/main" id="{722B3CAE-D24F-8195-3406-ABD1E8488528}"/>
                  </a:ext>
                </a:extLst>
              </p:cNvPr>
              <p:cNvSpPr>
                <a:spLocks/>
              </p:cNvSpPr>
              <p:nvPr userDrawn="1"/>
            </p:nvSpPr>
            <p:spPr bwMode="auto">
              <a:xfrm>
                <a:off x="8350250" y="4248150"/>
                <a:ext cx="427037" cy="77787"/>
              </a:xfrm>
              <a:custGeom>
                <a:avLst/>
                <a:gdLst>
                  <a:gd name="T0" fmla="*/ 142 w 157"/>
                  <a:gd name="T1" fmla="*/ 29 h 29"/>
                  <a:gd name="T2" fmla="*/ 15 w 157"/>
                  <a:gd name="T3" fmla="*/ 29 h 29"/>
                  <a:gd name="T4" fmla="*/ 0 w 157"/>
                  <a:gd name="T5" fmla="*/ 15 h 29"/>
                  <a:gd name="T6" fmla="*/ 0 w 157"/>
                  <a:gd name="T7" fmla="*/ 15 h 29"/>
                  <a:gd name="T8" fmla="*/ 15 w 157"/>
                  <a:gd name="T9" fmla="*/ 0 h 29"/>
                  <a:gd name="T10" fmla="*/ 142 w 157"/>
                  <a:gd name="T11" fmla="*/ 0 h 29"/>
                  <a:gd name="T12" fmla="*/ 157 w 157"/>
                  <a:gd name="T13" fmla="*/ 15 h 29"/>
                  <a:gd name="T14" fmla="*/ 157 w 157"/>
                  <a:gd name="T15" fmla="*/ 15 h 29"/>
                  <a:gd name="T16" fmla="*/ 142 w 157"/>
                  <a:gd name="T17"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29">
                    <a:moveTo>
                      <a:pt x="142" y="29"/>
                    </a:moveTo>
                    <a:cubicBezTo>
                      <a:pt x="15" y="29"/>
                      <a:pt x="15" y="29"/>
                      <a:pt x="15" y="29"/>
                    </a:cubicBezTo>
                    <a:cubicBezTo>
                      <a:pt x="7" y="29"/>
                      <a:pt x="0" y="23"/>
                      <a:pt x="0" y="15"/>
                    </a:cubicBezTo>
                    <a:cubicBezTo>
                      <a:pt x="0" y="15"/>
                      <a:pt x="0" y="15"/>
                      <a:pt x="0" y="15"/>
                    </a:cubicBezTo>
                    <a:cubicBezTo>
                      <a:pt x="0" y="6"/>
                      <a:pt x="7" y="0"/>
                      <a:pt x="15" y="0"/>
                    </a:cubicBezTo>
                    <a:cubicBezTo>
                      <a:pt x="142" y="0"/>
                      <a:pt x="142" y="0"/>
                      <a:pt x="142" y="0"/>
                    </a:cubicBezTo>
                    <a:cubicBezTo>
                      <a:pt x="150" y="0"/>
                      <a:pt x="157" y="6"/>
                      <a:pt x="157" y="15"/>
                    </a:cubicBezTo>
                    <a:cubicBezTo>
                      <a:pt x="157" y="15"/>
                      <a:pt x="157" y="15"/>
                      <a:pt x="157" y="15"/>
                    </a:cubicBezTo>
                    <a:cubicBezTo>
                      <a:pt x="157" y="23"/>
                      <a:pt x="150" y="29"/>
                      <a:pt x="142" y="29"/>
                    </a:cubicBezTo>
                    <a:close/>
                  </a:path>
                </a:pathLst>
              </a:custGeom>
              <a:solidFill>
                <a:srgbClr val="538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矩形 26">
                <a:extLst>
                  <a:ext uri="{FF2B5EF4-FFF2-40B4-BE49-F238E27FC236}">
                    <a16:creationId xmlns:a16="http://schemas.microsoft.com/office/drawing/2014/main" id="{F17093D1-874C-DDE6-F805-42CCB0EBB4B3}"/>
                  </a:ext>
                </a:extLst>
              </p:cNvPr>
              <p:cNvSpPr>
                <a:spLocks noChangeArrowheads="1"/>
              </p:cNvSpPr>
              <p:nvPr userDrawn="1"/>
            </p:nvSpPr>
            <p:spPr bwMode="auto">
              <a:xfrm>
                <a:off x="7867650" y="4638675"/>
                <a:ext cx="1392237" cy="434975"/>
              </a:xfrm>
              <a:prstGeom prst="rect">
                <a:avLst/>
              </a:prstGeom>
              <a:solidFill>
                <a:srgbClr val="8EB4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 name="任意多边形: 形状 27">
                <a:extLst>
                  <a:ext uri="{FF2B5EF4-FFF2-40B4-BE49-F238E27FC236}">
                    <a16:creationId xmlns:a16="http://schemas.microsoft.com/office/drawing/2014/main" id="{E5D71A92-48F2-8D84-3268-F0C098D3482E}"/>
                  </a:ext>
                </a:extLst>
              </p:cNvPr>
              <p:cNvSpPr>
                <a:spLocks/>
              </p:cNvSpPr>
              <p:nvPr userDrawn="1"/>
            </p:nvSpPr>
            <p:spPr bwMode="auto">
              <a:xfrm>
                <a:off x="8350250" y="4814888"/>
                <a:ext cx="427037" cy="82550"/>
              </a:xfrm>
              <a:custGeom>
                <a:avLst/>
                <a:gdLst>
                  <a:gd name="T0" fmla="*/ 142 w 157"/>
                  <a:gd name="T1" fmla="*/ 30 h 30"/>
                  <a:gd name="T2" fmla="*/ 15 w 157"/>
                  <a:gd name="T3" fmla="*/ 30 h 30"/>
                  <a:gd name="T4" fmla="*/ 0 w 157"/>
                  <a:gd name="T5" fmla="*/ 15 h 30"/>
                  <a:gd name="T6" fmla="*/ 0 w 157"/>
                  <a:gd name="T7" fmla="*/ 15 h 30"/>
                  <a:gd name="T8" fmla="*/ 15 w 157"/>
                  <a:gd name="T9" fmla="*/ 0 h 30"/>
                  <a:gd name="T10" fmla="*/ 142 w 157"/>
                  <a:gd name="T11" fmla="*/ 0 h 30"/>
                  <a:gd name="T12" fmla="*/ 157 w 157"/>
                  <a:gd name="T13" fmla="*/ 15 h 30"/>
                  <a:gd name="T14" fmla="*/ 157 w 157"/>
                  <a:gd name="T15" fmla="*/ 15 h 30"/>
                  <a:gd name="T16" fmla="*/ 142 w 157"/>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30">
                    <a:moveTo>
                      <a:pt x="142" y="30"/>
                    </a:moveTo>
                    <a:cubicBezTo>
                      <a:pt x="15" y="30"/>
                      <a:pt x="15" y="30"/>
                      <a:pt x="15" y="30"/>
                    </a:cubicBezTo>
                    <a:cubicBezTo>
                      <a:pt x="7" y="30"/>
                      <a:pt x="0" y="24"/>
                      <a:pt x="0" y="15"/>
                    </a:cubicBezTo>
                    <a:cubicBezTo>
                      <a:pt x="0" y="15"/>
                      <a:pt x="0" y="15"/>
                      <a:pt x="0" y="15"/>
                    </a:cubicBezTo>
                    <a:cubicBezTo>
                      <a:pt x="0" y="7"/>
                      <a:pt x="7" y="0"/>
                      <a:pt x="15" y="0"/>
                    </a:cubicBezTo>
                    <a:cubicBezTo>
                      <a:pt x="142" y="0"/>
                      <a:pt x="142" y="0"/>
                      <a:pt x="142" y="0"/>
                    </a:cubicBezTo>
                    <a:cubicBezTo>
                      <a:pt x="150" y="0"/>
                      <a:pt x="157" y="7"/>
                      <a:pt x="157" y="15"/>
                    </a:cubicBezTo>
                    <a:cubicBezTo>
                      <a:pt x="157" y="15"/>
                      <a:pt x="157" y="15"/>
                      <a:pt x="157" y="15"/>
                    </a:cubicBezTo>
                    <a:cubicBezTo>
                      <a:pt x="157" y="24"/>
                      <a:pt x="150" y="30"/>
                      <a:pt x="142" y="30"/>
                    </a:cubicBezTo>
                    <a:close/>
                  </a:path>
                </a:pathLst>
              </a:custGeom>
              <a:solidFill>
                <a:srgbClr val="538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矩形 28">
                <a:extLst>
                  <a:ext uri="{FF2B5EF4-FFF2-40B4-BE49-F238E27FC236}">
                    <a16:creationId xmlns:a16="http://schemas.microsoft.com/office/drawing/2014/main" id="{1D40663E-C001-7008-1B51-473AED66DE19}"/>
                  </a:ext>
                </a:extLst>
              </p:cNvPr>
              <p:cNvSpPr>
                <a:spLocks noChangeArrowheads="1"/>
              </p:cNvSpPr>
              <p:nvPr userDrawn="1"/>
            </p:nvSpPr>
            <p:spPr bwMode="auto">
              <a:xfrm>
                <a:off x="7867650" y="5211763"/>
                <a:ext cx="1392237" cy="434975"/>
              </a:xfrm>
              <a:prstGeom prst="rect">
                <a:avLst/>
              </a:prstGeom>
              <a:solidFill>
                <a:srgbClr val="8EB4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 name="任意多边形: 形状 29">
                <a:extLst>
                  <a:ext uri="{FF2B5EF4-FFF2-40B4-BE49-F238E27FC236}">
                    <a16:creationId xmlns:a16="http://schemas.microsoft.com/office/drawing/2014/main" id="{EBF3E163-1FF6-82B7-4807-E86E1EFB0B8F}"/>
                  </a:ext>
                </a:extLst>
              </p:cNvPr>
              <p:cNvSpPr>
                <a:spLocks/>
              </p:cNvSpPr>
              <p:nvPr userDrawn="1"/>
            </p:nvSpPr>
            <p:spPr bwMode="auto">
              <a:xfrm>
                <a:off x="8350250" y="5387975"/>
                <a:ext cx="427037" cy="82550"/>
              </a:xfrm>
              <a:custGeom>
                <a:avLst/>
                <a:gdLst>
                  <a:gd name="T0" fmla="*/ 142 w 157"/>
                  <a:gd name="T1" fmla="*/ 30 h 30"/>
                  <a:gd name="T2" fmla="*/ 15 w 157"/>
                  <a:gd name="T3" fmla="*/ 30 h 30"/>
                  <a:gd name="T4" fmla="*/ 0 w 157"/>
                  <a:gd name="T5" fmla="*/ 15 h 30"/>
                  <a:gd name="T6" fmla="*/ 0 w 157"/>
                  <a:gd name="T7" fmla="*/ 15 h 30"/>
                  <a:gd name="T8" fmla="*/ 15 w 157"/>
                  <a:gd name="T9" fmla="*/ 0 h 30"/>
                  <a:gd name="T10" fmla="*/ 142 w 157"/>
                  <a:gd name="T11" fmla="*/ 0 h 30"/>
                  <a:gd name="T12" fmla="*/ 157 w 157"/>
                  <a:gd name="T13" fmla="*/ 15 h 30"/>
                  <a:gd name="T14" fmla="*/ 157 w 157"/>
                  <a:gd name="T15" fmla="*/ 15 h 30"/>
                  <a:gd name="T16" fmla="*/ 142 w 157"/>
                  <a:gd name="T17" fmla="*/ 3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7" h="30">
                    <a:moveTo>
                      <a:pt x="142" y="30"/>
                    </a:moveTo>
                    <a:cubicBezTo>
                      <a:pt x="15" y="30"/>
                      <a:pt x="15" y="30"/>
                      <a:pt x="15" y="30"/>
                    </a:cubicBezTo>
                    <a:cubicBezTo>
                      <a:pt x="7" y="30"/>
                      <a:pt x="0" y="23"/>
                      <a:pt x="0" y="15"/>
                    </a:cubicBezTo>
                    <a:cubicBezTo>
                      <a:pt x="0" y="15"/>
                      <a:pt x="0" y="15"/>
                      <a:pt x="0" y="15"/>
                    </a:cubicBezTo>
                    <a:cubicBezTo>
                      <a:pt x="0" y="7"/>
                      <a:pt x="7" y="0"/>
                      <a:pt x="15" y="0"/>
                    </a:cubicBezTo>
                    <a:cubicBezTo>
                      <a:pt x="142" y="0"/>
                      <a:pt x="142" y="0"/>
                      <a:pt x="142" y="0"/>
                    </a:cubicBezTo>
                    <a:cubicBezTo>
                      <a:pt x="150" y="0"/>
                      <a:pt x="157" y="7"/>
                      <a:pt x="157" y="15"/>
                    </a:cubicBezTo>
                    <a:cubicBezTo>
                      <a:pt x="157" y="15"/>
                      <a:pt x="157" y="15"/>
                      <a:pt x="157" y="15"/>
                    </a:cubicBezTo>
                    <a:cubicBezTo>
                      <a:pt x="157" y="23"/>
                      <a:pt x="150" y="30"/>
                      <a:pt x="142" y="30"/>
                    </a:cubicBezTo>
                    <a:close/>
                  </a:path>
                </a:pathLst>
              </a:custGeom>
              <a:solidFill>
                <a:srgbClr val="538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矩形 30">
                <a:extLst>
                  <a:ext uri="{FF2B5EF4-FFF2-40B4-BE49-F238E27FC236}">
                    <a16:creationId xmlns:a16="http://schemas.microsoft.com/office/drawing/2014/main" id="{63EE7CFD-0277-C8C3-4AF7-DDC70CFB9FE2}"/>
                  </a:ext>
                </a:extLst>
              </p:cNvPr>
              <p:cNvSpPr>
                <a:spLocks noChangeArrowheads="1"/>
              </p:cNvSpPr>
              <p:nvPr userDrawn="1"/>
            </p:nvSpPr>
            <p:spPr bwMode="auto">
              <a:xfrm>
                <a:off x="9366250" y="4087813"/>
                <a:ext cx="1047750" cy="1541462"/>
              </a:xfrm>
              <a:prstGeom prst="rect">
                <a:avLst/>
              </a:prstGeom>
              <a:solidFill>
                <a:srgbClr val="8EB4F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2" name="任意多边形: 形状 31">
                <a:extLst>
                  <a:ext uri="{FF2B5EF4-FFF2-40B4-BE49-F238E27FC236}">
                    <a16:creationId xmlns:a16="http://schemas.microsoft.com/office/drawing/2014/main" id="{48AE071D-C6C3-1069-867C-20A5A0C56AFC}"/>
                  </a:ext>
                </a:extLst>
              </p:cNvPr>
              <p:cNvSpPr>
                <a:spLocks/>
              </p:cNvSpPr>
              <p:nvPr userDrawn="1"/>
            </p:nvSpPr>
            <p:spPr bwMode="auto">
              <a:xfrm>
                <a:off x="9471025" y="4692650"/>
                <a:ext cx="76200" cy="317500"/>
              </a:xfrm>
              <a:custGeom>
                <a:avLst/>
                <a:gdLst>
                  <a:gd name="T0" fmla="*/ 14 w 28"/>
                  <a:gd name="T1" fmla="*/ 117 h 117"/>
                  <a:gd name="T2" fmla="*/ 14 w 28"/>
                  <a:gd name="T3" fmla="*/ 117 h 117"/>
                  <a:gd name="T4" fmla="*/ 0 w 28"/>
                  <a:gd name="T5" fmla="*/ 103 h 117"/>
                  <a:gd name="T6" fmla="*/ 0 w 28"/>
                  <a:gd name="T7" fmla="*/ 13 h 117"/>
                  <a:gd name="T8" fmla="*/ 14 w 28"/>
                  <a:gd name="T9" fmla="*/ 0 h 117"/>
                  <a:gd name="T10" fmla="*/ 14 w 28"/>
                  <a:gd name="T11" fmla="*/ 0 h 117"/>
                  <a:gd name="T12" fmla="*/ 28 w 28"/>
                  <a:gd name="T13" fmla="*/ 13 h 117"/>
                  <a:gd name="T14" fmla="*/ 28 w 28"/>
                  <a:gd name="T15" fmla="*/ 103 h 117"/>
                  <a:gd name="T16" fmla="*/ 14 w 28"/>
                  <a:gd name="T17" fmla="*/ 117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 h="117">
                    <a:moveTo>
                      <a:pt x="14" y="117"/>
                    </a:moveTo>
                    <a:cubicBezTo>
                      <a:pt x="14" y="117"/>
                      <a:pt x="14" y="117"/>
                      <a:pt x="14" y="117"/>
                    </a:cubicBezTo>
                    <a:cubicBezTo>
                      <a:pt x="7" y="117"/>
                      <a:pt x="0" y="110"/>
                      <a:pt x="0" y="103"/>
                    </a:cubicBezTo>
                    <a:cubicBezTo>
                      <a:pt x="0" y="13"/>
                      <a:pt x="0" y="13"/>
                      <a:pt x="0" y="13"/>
                    </a:cubicBezTo>
                    <a:cubicBezTo>
                      <a:pt x="0" y="6"/>
                      <a:pt x="7" y="0"/>
                      <a:pt x="14" y="0"/>
                    </a:cubicBezTo>
                    <a:cubicBezTo>
                      <a:pt x="14" y="0"/>
                      <a:pt x="14" y="0"/>
                      <a:pt x="14" y="0"/>
                    </a:cubicBezTo>
                    <a:cubicBezTo>
                      <a:pt x="21" y="0"/>
                      <a:pt x="28" y="6"/>
                      <a:pt x="28" y="13"/>
                    </a:cubicBezTo>
                    <a:cubicBezTo>
                      <a:pt x="28" y="103"/>
                      <a:pt x="28" y="103"/>
                      <a:pt x="28" y="103"/>
                    </a:cubicBezTo>
                    <a:cubicBezTo>
                      <a:pt x="28" y="110"/>
                      <a:pt x="21" y="117"/>
                      <a:pt x="14" y="117"/>
                    </a:cubicBezTo>
                    <a:close/>
                  </a:path>
                </a:pathLst>
              </a:custGeom>
              <a:solidFill>
                <a:srgbClr val="5387E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任意多边形: 形状 32">
                <a:extLst>
                  <a:ext uri="{FF2B5EF4-FFF2-40B4-BE49-F238E27FC236}">
                    <a16:creationId xmlns:a16="http://schemas.microsoft.com/office/drawing/2014/main" id="{0377FFC0-8B7F-B6F2-9303-5096B2EE0FC2}"/>
                  </a:ext>
                </a:extLst>
              </p:cNvPr>
              <p:cNvSpPr>
                <a:spLocks/>
              </p:cNvSpPr>
              <p:nvPr userDrawn="1"/>
            </p:nvSpPr>
            <p:spPr bwMode="auto">
              <a:xfrm>
                <a:off x="9645650" y="3405188"/>
                <a:ext cx="806450" cy="552450"/>
              </a:xfrm>
              <a:custGeom>
                <a:avLst/>
                <a:gdLst>
                  <a:gd name="T0" fmla="*/ 397 w 508"/>
                  <a:gd name="T1" fmla="*/ 0 h 348"/>
                  <a:gd name="T2" fmla="*/ 301 w 508"/>
                  <a:gd name="T3" fmla="*/ 115 h 348"/>
                  <a:gd name="T4" fmla="*/ 0 w 508"/>
                  <a:gd name="T5" fmla="*/ 115 h 348"/>
                  <a:gd name="T6" fmla="*/ 0 w 508"/>
                  <a:gd name="T7" fmla="*/ 348 h 348"/>
                  <a:gd name="T8" fmla="*/ 508 w 508"/>
                  <a:gd name="T9" fmla="*/ 348 h 348"/>
                  <a:gd name="T10" fmla="*/ 508 w 508"/>
                  <a:gd name="T11" fmla="*/ 142 h 348"/>
                  <a:gd name="T12" fmla="*/ 508 w 508"/>
                  <a:gd name="T13" fmla="*/ 115 h 348"/>
                  <a:gd name="T14" fmla="*/ 508 w 508"/>
                  <a:gd name="T15" fmla="*/ 0 h 348"/>
                  <a:gd name="T16" fmla="*/ 397 w 508"/>
                  <a:gd name="T17" fmla="*/ 0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8" h="348">
                    <a:moveTo>
                      <a:pt x="397" y="0"/>
                    </a:moveTo>
                    <a:lnTo>
                      <a:pt x="301" y="115"/>
                    </a:lnTo>
                    <a:lnTo>
                      <a:pt x="0" y="115"/>
                    </a:lnTo>
                    <a:lnTo>
                      <a:pt x="0" y="348"/>
                    </a:lnTo>
                    <a:lnTo>
                      <a:pt x="508" y="348"/>
                    </a:lnTo>
                    <a:lnTo>
                      <a:pt x="508" y="142"/>
                    </a:lnTo>
                    <a:lnTo>
                      <a:pt x="508" y="115"/>
                    </a:lnTo>
                    <a:lnTo>
                      <a:pt x="508" y="0"/>
                    </a:lnTo>
                    <a:lnTo>
                      <a:pt x="397" y="0"/>
                    </a:lnTo>
                    <a:close/>
                  </a:path>
                </a:pathLst>
              </a:custGeom>
              <a:solidFill>
                <a:srgbClr val="97DF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矩形 33">
                <a:extLst>
                  <a:ext uri="{FF2B5EF4-FFF2-40B4-BE49-F238E27FC236}">
                    <a16:creationId xmlns:a16="http://schemas.microsoft.com/office/drawing/2014/main" id="{A0178B34-F027-1F4B-2CE4-03C3F7A01DD8}"/>
                  </a:ext>
                </a:extLst>
              </p:cNvPr>
              <p:cNvSpPr>
                <a:spLocks noChangeArrowheads="1"/>
              </p:cNvSpPr>
              <p:nvPr userDrawn="1"/>
            </p:nvSpPr>
            <p:spPr bwMode="auto">
              <a:xfrm>
                <a:off x="9707563" y="3321050"/>
                <a:ext cx="101600" cy="266700"/>
              </a:xfrm>
              <a:prstGeom prst="rect">
                <a:avLst/>
              </a:prstGeom>
              <a:solidFill>
                <a:srgbClr val="A6CA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矩形 34">
                <a:extLst>
                  <a:ext uri="{FF2B5EF4-FFF2-40B4-BE49-F238E27FC236}">
                    <a16:creationId xmlns:a16="http://schemas.microsoft.com/office/drawing/2014/main" id="{7C95CE1A-3F42-75CA-586D-810070CBCB5A}"/>
                  </a:ext>
                </a:extLst>
              </p:cNvPr>
              <p:cNvSpPr>
                <a:spLocks noChangeArrowheads="1"/>
              </p:cNvSpPr>
              <p:nvPr userDrawn="1"/>
            </p:nvSpPr>
            <p:spPr bwMode="auto">
              <a:xfrm>
                <a:off x="9809163" y="3321050"/>
                <a:ext cx="100012" cy="266700"/>
              </a:xfrm>
              <a:prstGeom prst="rect">
                <a:avLst/>
              </a:prstGeom>
              <a:solidFill>
                <a:srgbClr val="FFD17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任意多边形: 形状 35">
                <a:extLst>
                  <a:ext uri="{FF2B5EF4-FFF2-40B4-BE49-F238E27FC236}">
                    <a16:creationId xmlns:a16="http://schemas.microsoft.com/office/drawing/2014/main" id="{86B0FCBE-3431-2FA7-F3D6-3476E7A9DA80}"/>
                  </a:ext>
                </a:extLst>
              </p:cNvPr>
              <p:cNvSpPr>
                <a:spLocks/>
              </p:cNvSpPr>
              <p:nvPr userDrawn="1"/>
            </p:nvSpPr>
            <p:spPr bwMode="auto">
              <a:xfrm>
                <a:off x="9909175" y="3321050"/>
                <a:ext cx="203200" cy="266700"/>
              </a:xfrm>
              <a:custGeom>
                <a:avLst/>
                <a:gdLst>
                  <a:gd name="T0" fmla="*/ 128 w 128"/>
                  <a:gd name="T1" fmla="*/ 168 h 168"/>
                  <a:gd name="T2" fmla="*/ 66 w 128"/>
                  <a:gd name="T3" fmla="*/ 168 h 168"/>
                  <a:gd name="T4" fmla="*/ 0 w 128"/>
                  <a:gd name="T5" fmla="*/ 0 h 168"/>
                  <a:gd name="T6" fmla="*/ 61 w 128"/>
                  <a:gd name="T7" fmla="*/ 0 h 168"/>
                  <a:gd name="T8" fmla="*/ 128 w 128"/>
                  <a:gd name="T9" fmla="*/ 168 h 168"/>
                </a:gdLst>
                <a:ahLst/>
                <a:cxnLst>
                  <a:cxn ang="0">
                    <a:pos x="T0" y="T1"/>
                  </a:cxn>
                  <a:cxn ang="0">
                    <a:pos x="T2" y="T3"/>
                  </a:cxn>
                  <a:cxn ang="0">
                    <a:pos x="T4" y="T5"/>
                  </a:cxn>
                  <a:cxn ang="0">
                    <a:pos x="T6" y="T7"/>
                  </a:cxn>
                  <a:cxn ang="0">
                    <a:pos x="T8" y="T9"/>
                  </a:cxn>
                </a:cxnLst>
                <a:rect l="0" t="0" r="r" b="b"/>
                <a:pathLst>
                  <a:path w="128" h="168">
                    <a:moveTo>
                      <a:pt x="128" y="168"/>
                    </a:moveTo>
                    <a:lnTo>
                      <a:pt x="66" y="168"/>
                    </a:lnTo>
                    <a:lnTo>
                      <a:pt x="0" y="0"/>
                    </a:lnTo>
                    <a:lnTo>
                      <a:pt x="61" y="0"/>
                    </a:lnTo>
                    <a:lnTo>
                      <a:pt x="128" y="168"/>
                    </a:lnTo>
                    <a:close/>
                  </a:path>
                </a:pathLst>
              </a:custGeom>
              <a:solidFill>
                <a:srgbClr val="FF76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任意多边形: 形状 36">
                <a:extLst>
                  <a:ext uri="{FF2B5EF4-FFF2-40B4-BE49-F238E27FC236}">
                    <a16:creationId xmlns:a16="http://schemas.microsoft.com/office/drawing/2014/main" id="{5EC82834-E12A-EBA1-C18F-ADD3366AA8D2}"/>
                  </a:ext>
                </a:extLst>
              </p:cNvPr>
              <p:cNvSpPr>
                <a:spLocks/>
              </p:cNvSpPr>
              <p:nvPr userDrawn="1"/>
            </p:nvSpPr>
            <p:spPr bwMode="auto">
              <a:xfrm>
                <a:off x="9577388" y="2108200"/>
                <a:ext cx="904875" cy="608012"/>
              </a:xfrm>
              <a:custGeom>
                <a:avLst/>
                <a:gdLst>
                  <a:gd name="T0" fmla="*/ 327 w 333"/>
                  <a:gd name="T1" fmla="*/ 224 h 224"/>
                  <a:gd name="T2" fmla="*/ 6 w 333"/>
                  <a:gd name="T3" fmla="*/ 224 h 224"/>
                  <a:gd name="T4" fmla="*/ 0 w 333"/>
                  <a:gd name="T5" fmla="*/ 218 h 224"/>
                  <a:gd name="T6" fmla="*/ 0 w 333"/>
                  <a:gd name="T7" fmla="*/ 6 h 224"/>
                  <a:gd name="T8" fmla="*/ 6 w 333"/>
                  <a:gd name="T9" fmla="*/ 0 h 224"/>
                  <a:gd name="T10" fmla="*/ 327 w 333"/>
                  <a:gd name="T11" fmla="*/ 0 h 224"/>
                  <a:gd name="T12" fmla="*/ 333 w 333"/>
                  <a:gd name="T13" fmla="*/ 6 h 224"/>
                  <a:gd name="T14" fmla="*/ 333 w 333"/>
                  <a:gd name="T15" fmla="*/ 218 h 224"/>
                  <a:gd name="T16" fmla="*/ 327 w 333"/>
                  <a:gd name="T17" fmla="*/ 22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3" h="224">
                    <a:moveTo>
                      <a:pt x="327" y="224"/>
                    </a:moveTo>
                    <a:cubicBezTo>
                      <a:pt x="6" y="224"/>
                      <a:pt x="6" y="224"/>
                      <a:pt x="6" y="224"/>
                    </a:cubicBezTo>
                    <a:cubicBezTo>
                      <a:pt x="2" y="224"/>
                      <a:pt x="0" y="221"/>
                      <a:pt x="0" y="218"/>
                    </a:cubicBezTo>
                    <a:cubicBezTo>
                      <a:pt x="0" y="6"/>
                      <a:pt x="0" y="6"/>
                      <a:pt x="0" y="6"/>
                    </a:cubicBezTo>
                    <a:cubicBezTo>
                      <a:pt x="0" y="3"/>
                      <a:pt x="2" y="0"/>
                      <a:pt x="6" y="0"/>
                    </a:cubicBezTo>
                    <a:cubicBezTo>
                      <a:pt x="327" y="0"/>
                      <a:pt x="327" y="0"/>
                      <a:pt x="327" y="0"/>
                    </a:cubicBezTo>
                    <a:cubicBezTo>
                      <a:pt x="330" y="0"/>
                      <a:pt x="333" y="3"/>
                      <a:pt x="333" y="6"/>
                    </a:cubicBezTo>
                    <a:cubicBezTo>
                      <a:pt x="333" y="218"/>
                      <a:pt x="333" y="218"/>
                      <a:pt x="333" y="218"/>
                    </a:cubicBezTo>
                    <a:cubicBezTo>
                      <a:pt x="333" y="221"/>
                      <a:pt x="330" y="224"/>
                      <a:pt x="327" y="224"/>
                    </a:cubicBezTo>
                    <a:close/>
                  </a:path>
                </a:pathLst>
              </a:custGeom>
              <a:solidFill>
                <a:srgbClr val="1F55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矩形 37">
                <a:extLst>
                  <a:ext uri="{FF2B5EF4-FFF2-40B4-BE49-F238E27FC236}">
                    <a16:creationId xmlns:a16="http://schemas.microsoft.com/office/drawing/2014/main" id="{D987273F-4B05-8356-484D-442AD39C062D}"/>
                  </a:ext>
                </a:extLst>
              </p:cNvPr>
              <p:cNvSpPr>
                <a:spLocks noChangeArrowheads="1"/>
              </p:cNvSpPr>
              <p:nvPr userDrawn="1"/>
            </p:nvSpPr>
            <p:spPr bwMode="auto">
              <a:xfrm>
                <a:off x="10112375" y="3846513"/>
                <a:ext cx="260350" cy="65087"/>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 name="任意多边形: 形状 38">
                <a:extLst>
                  <a:ext uri="{FF2B5EF4-FFF2-40B4-BE49-F238E27FC236}">
                    <a16:creationId xmlns:a16="http://schemas.microsoft.com/office/drawing/2014/main" id="{C5A19E0C-FE27-69EF-A2DD-01BF8813BD81}"/>
                  </a:ext>
                </a:extLst>
              </p:cNvPr>
              <p:cNvSpPr>
                <a:spLocks/>
              </p:cNvSpPr>
              <p:nvPr userDrawn="1"/>
            </p:nvSpPr>
            <p:spPr bwMode="auto">
              <a:xfrm>
                <a:off x="8494713" y="5540375"/>
                <a:ext cx="157162" cy="198437"/>
              </a:xfrm>
              <a:custGeom>
                <a:avLst/>
                <a:gdLst>
                  <a:gd name="T0" fmla="*/ 2 w 58"/>
                  <a:gd name="T1" fmla="*/ 5 h 73"/>
                  <a:gd name="T2" fmla="*/ 3 w 58"/>
                  <a:gd name="T3" fmla="*/ 62 h 73"/>
                  <a:gd name="T4" fmla="*/ 31 w 58"/>
                  <a:gd name="T5" fmla="*/ 72 h 73"/>
                  <a:gd name="T6" fmla="*/ 55 w 58"/>
                  <a:gd name="T7" fmla="*/ 66 h 73"/>
                  <a:gd name="T8" fmla="*/ 58 w 58"/>
                  <a:gd name="T9" fmla="*/ 0 h 73"/>
                  <a:gd name="T10" fmla="*/ 2 w 58"/>
                  <a:gd name="T11" fmla="*/ 5 h 73"/>
                </a:gdLst>
                <a:ahLst/>
                <a:cxnLst>
                  <a:cxn ang="0">
                    <a:pos x="T0" y="T1"/>
                  </a:cxn>
                  <a:cxn ang="0">
                    <a:pos x="T2" y="T3"/>
                  </a:cxn>
                  <a:cxn ang="0">
                    <a:pos x="T4" y="T5"/>
                  </a:cxn>
                  <a:cxn ang="0">
                    <a:pos x="T6" y="T7"/>
                  </a:cxn>
                  <a:cxn ang="0">
                    <a:pos x="T8" y="T9"/>
                  </a:cxn>
                  <a:cxn ang="0">
                    <a:pos x="T10" y="T11"/>
                  </a:cxn>
                </a:cxnLst>
                <a:rect l="0" t="0" r="r" b="b"/>
                <a:pathLst>
                  <a:path w="58" h="73">
                    <a:moveTo>
                      <a:pt x="2" y="5"/>
                    </a:moveTo>
                    <a:cubicBezTo>
                      <a:pt x="3" y="62"/>
                      <a:pt x="3" y="62"/>
                      <a:pt x="3" y="62"/>
                    </a:cubicBezTo>
                    <a:cubicBezTo>
                      <a:pt x="3" y="62"/>
                      <a:pt x="0" y="72"/>
                      <a:pt x="31" y="72"/>
                    </a:cubicBezTo>
                    <a:cubicBezTo>
                      <a:pt x="31" y="72"/>
                      <a:pt x="43" y="73"/>
                      <a:pt x="55" y="66"/>
                    </a:cubicBezTo>
                    <a:cubicBezTo>
                      <a:pt x="58" y="0"/>
                      <a:pt x="58" y="0"/>
                      <a:pt x="58" y="0"/>
                    </a:cubicBezTo>
                    <a:lnTo>
                      <a:pt x="2" y="5"/>
                    </a:ln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0" name="任意多边形: 形状 39">
                <a:extLst>
                  <a:ext uri="{FF2B5EF4-FFF2-40B4-BE49-F238E27FC236}">
                    <a16:creationId xmlns:a16="http://schemas.microsoft.com/office/drawing/2014/main" id="{C42CB041-C1CE-221B-7A94-19D4785AEEEC}"/>
                  </a:ext>
                </a:extLst>
              </p:cNvPr>
              <p:cNvSpPr>
                <a:spLocks/>
              </p:cNvSpPr>
              <p:nvPr userDrawn="1"/>
            </p:nvSpPr>
            <p:spPr bwMode="auto">
              <a:xfrm>
                <a:off x="9290050" y="5518150"/>
                <a:ext cx="157162" cy="223837"/>
              </a:xfrm>
              <a:custGeom>
                <a:avLst/>
                <a:gdLst>
                  <a:gd name="T0" fmla="*/ 56 w 58"/>
                  <a:gd name="T1" fmla="*/ 0 h 82"/>
                  <a:gd name="T2" fmla="*/ 56 w 58"/>
                  <a:gd name="T3" fmla="*/ 70 h 82"/>
                  <a:gd name="T4" fmla="*/ 27 w 58"/>
                  <a:gd name="T5" fmla="*/ 81 h 82"/>
                  <a:gd name="T6" fmla="*/ 4 w 58"/>
                  <a:gd name="T7" fmla="*/ 74 h 82"/>
                  <a:gd name="T8" fmla="*/ 0 w 58"/>
                  <a:gd name="T9" fmla="*/ 8 h 82"/>
                  <a:gd name="T10" fmla="*/ 56 w 58"/>
                  <a:gd name="T11" fmla="*/ 0 h 82"/>
                </a:gdLst>
                <a:ahLst/>
                <a:cxnLst>
                  <a:cxn ang="0">
                    <a:pos x="T0" y="T1"/>
                  </a:cxn>
                  <a:cxn ang="0">
                    <a:pos x="T2" y="T3"/>
                  </a:cxn>
                  <a:cxn ang="0">
                    <a:pos x="T4" y="T5"/>
                  </a:cxn>
                  <a:cxn ang="0">
                    <a:pos x="T6" y="T7"/>
                  </a:cxn>
                  <a:cxn ang="0">
                    <a:pos x="T8" y="T9"/>
                  </a:cxn>
                  <a:cxn ang="0">
                    <a:pos x="T10" y="T11"/>
                  </a:cxn>
                </a:cxnLst>
                <a:rect l="0" t="0" r="r" b="b"/>
                <a:pathLst>
                  <a:path w="58" h="82">
                    <a:moveTo>
                      <a:pt x="56" y="0"/>
                    </a:moveTo>
                    <a:cubicBezTo>
                      <a:pt x="56" y="70"/>
                      <a:pt x="56" y="70"/>
                      <a:pt x="56" y="70"/>
                    </a:cubicBezTo>
                    <a:cubicBezTo>
                      <a:pt x="56" y="70"/>
                      <a:pt x="58" y="81"/>
                      <a:pt x="27" y="81"/>
                    </a:cubicBezTo>
                    <a:cubicBezTo>
                      <a:pt x="27" y="81"/>
                      <a:pt x="16" y="82"/>
                      <a:pt x="4" y="74"/>
                    </a:cubicBezTo>
                    <a:cubicBezTo>
                      <a:pt x="0" y="8"/>
                      <a:pt x="0" y="8"/>
                      <a:pt x="0" y="8"/>
                    </a:cubicBezTo>
                    <a:lnTo>
                      <a:pt x="56" y="0"/>
                    </a:ln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任意多边形: 形状 40">
                <a:extLst>
                  <a:ext uri="{FF2B5EF4-FFF2-40B4-BE49-F238E27FC236}">
                    <a16:creationId xmlns:a16="http://schemas.microsoft.com/office/drawing/2014/main" id="{A3214F4C-F45B-F609-14DB-382B66F115CC}"/>
                  </a:ext>
                </a:extLst>
              </p:cNvPr>
              <p:cNvSpPr>
                <a:spLocks/>
              </p:cNvSpPr>
              <p:nvPr userDrawn="1"/>
            </p:nvSpPr>
            <p:spPr bwMode="auto">
              <a:xfrm>
                <a:off x="8480425" y="3817938"/>
                <a:ext cx="990600" cy="1676400"/>
              </a:xfrm>
              <a:custGeom>
                <a:avLst/>
                <a:gdLst>
                  <a:gd name="T0" fmla="*/ 19 w 365"/>
                  <a:gd name="T1" fmla="*/ 24 h 617"/>
                  <a:gd name="T2" fmla="*/ 0 w 365"/>
                  <a:gd name="T3" fmla="*/ 341 h 617"/>
                  <a:gd name="T4" fmla="*/ 0 w 365"/>
                  <a:gd name="T5" fmla="*/ 617 h 617"/>
                  <a:gd name="T6" fmla="*/ 78 w 365"/>
                  <a:gd name="T7" fmla="*/ 617 h 617"/>
                  <a:gd name="T8" fmla="*/ 98 w 365"/>
                  <a:gd name="T9" fmla="*/ 367 h 617"/>
                  <a:gd name="T10" fmla="*/ 137 w 365"/>
                  <a:gd name="T11" fmla="*/ 124 h 617"/>
                  <a:gd name="T12" fmla="*/ 150 w 365"/>
                  <a:gd name="T13" fmla="*/ 127 h 617"/>
                  <a:gd name="T14" fmla="*/ 270 w 365"/>
                  <a:gd name="T15" fmla="*/ 609 h 617"/>
                  <a:gd name="T16" fmla="*/ 365 w 365"/>
                  <a:gd name="T17" fmla="*/ 608 h 617"/>
                  <a:gd name="T18" fmla="*/ 254 w 365"/>
                  <a:gd name="T19" fmla="*/ 0 h 617"/>
                  <a:gd name="T20" fmla="*/ 19 w 365"/>
                  <a:gd name="T21" fmla="*/ 24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5" h="617">
                    <a:moveTo>
                      <a:pt x="19" y="24"/>
                    </a:moveTo>
                    <a:cubicBezTo>
                      <a:pt x="0" y="341"/>
                      <a:pt x="0" y="341"/>
                      <a:pt x="0" y="341"/>
                    </a:cubicBezTo>
                    <a:cubicBezTo>
                      <a:pt x="0" y="617"/>
                      <a:pt x="0" y="617"/>
                      <a:pt x="0" y="617"/>
                    </a:cubicBezTo>
                    <a:cubicBezTo>
                      <a:pt x="78" y="617"/>
                      <a:pt x="78" y="617"/>
                      <a:pt x="78" y="617"/>
                    </a:cubicBezTo>
                    <a:cubicBezTo>
                      <a:pt x="98" y="367"/>
                      <a:pt x="98" y="367"/>
                      <a:pt x="98" y="367"/>
                    </a:cubicBezTo>
                    <a:cubicBezTo>
                      <a:pt x="137" y="124"/>
                      <a:pt x="137" y="124"/>
                      <a:pt x="137" y="124"/>
                    </a:cubicBezTo>
                    <a:cubicBezTo>
                      <a:pt x="137" y="124"/>
                      <a:pt x="141" y="111"/>
                      <a:pt x="150" y="127"/>
                    </a:cubicBezTo>
                    <a:cubicBezTo>
                      <a:pt x="270" y="609"/>
                      <a:pt x="270" y="609"/>
                      <a:pt x="270" y="609"/>
                    </a:cubicBezTo>
                    <a:cubicBezTo>
                      <a:pt x="365" y="608"/>
                      <a:pt x="365" y="608"/>
                      <a:pt x="365" y="608"/>
                    </a:cubicBezTo>
                    <a:cubicBezTo>
                      <a:pt x="254" y="0"/>
                      <a:pt x="254" y="0"/>
                      <a:pt x="254" y="0"/>
                    </a:cubicBezTo>
                    <a:lnTo>
                      <a:pt x="19" y="24"/>
                    </a:lnTo>
                    <a:close/>
                  </a:path>
                </a:pathLst>
              </a:custGeom>
              <a:solidFill>
                <a:srgbClr val="23398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任意多边形: 形状 41">
                <a:extLst>
                  <a:ext uri="{FF2B5EF4-FFF2-40B4-BE49-F238E27FC236}">
                    <a16:creationId xmlns:a16="http://schemas.microsoft.com/office/drawing/2014/main" id="{2CB6B625-ACE8-7F8E-D695-32297BC0227D}"/>
                  </a:ext>
                </a:extLst>
              </p:cNvPr>
              <p:cNvSpPr>
                <a:spLocks/>
              </p:cNvSpPr>
              <p:nvPr userDrawn="1"/>
            </p:nvSpPr>
            <p:spPr bwMode="auto">
              <a:xfrm>
                <a:off x="8578850" y="3817938"/>
                <a:ext cx="892175" cy="1652587"/>
              </a:xfrm>
              <a:custGeom>
                <a:avLst/>
                <a:gdLst>
                  <a:gd name="T0" fmla="*/ 192 w 329"/>
                  <a:gd name="T1" fmla="*/ 68 h 608"/>
                  <a:gd name="T2" fmla="*/ 306 w 329"/>
                  <a:gd name="T3" fmla="*/ 608 h 608"/>
                  <a:gd name="T4" fmla="*/ 329 w 329"/>
                  <a:gd name="T5" fmla="*/ 608 h 608"/>
                  <a:gd name="T6" fmla="*/ 218 w 329"/>
                  <a:gd name="T7" fmla="*/ 0 h 608"/>
                  <a:gd name="T8" fmla="*/ 0 w 329"/>
                  <a:gd name="T9" fmla="*/ 34 h 608"/>
                  <a:gd name="T10" fmla="*/ 192 w 329"/>
                  <a:gd name="T11" fmla="*/ 68 h 608"/>
                </a:gdLst>
                <a:ahLst/>
                <a:cxnLst>
                  <a:cxn ang="0">
                    <a:pos x="T0" y="T1"/>
                  </a:cxn>
                  <a:cxn ang="0">
                    <a:pos x="T2" y="T3"/>
                  </a:cxn>
                  <a:cxn ang="0">
                    <a:pos x="T4" y="T5"/>
                  </a:cxn>
                  <a:cxn ang="0">
                    <a:pos x="T6" y="T7"/>
                  </a:cxn>
                  <a:cxn ang="0">
                    <a:pos x="T8" y="T9"/>
                  </a:cxn>
                  <a:cxn ang="0">
                    <a:pos x="T10" y="T11"/>
                  </a:cxn>
                </a:cxnLst>
                <a:rect l="0" t="0" r="r" b="b"/>
                <a:pathLst>
                  <a:path w="329" h="608">
                    <a:moveTo>
                      <a:pt x="192" y="68"/>
                    </a:moveTo>
                    <a:cubicBezTo>
                      <a:pt x="306" y="608"/>
                      <a:pt x="306" y="608"/>
                      <a:pt x="306" y="608"/>
                    </a:cubicBezTo>
                    <a:cubicBezTo>
                      <a:pt x="329" y="608"/>
                      <a:pt x="329" y="608"/>
                      <a:pt x="329" y="608"/>
                    </a:cubicBezTo>
                    <a:cubicBezTo>
                      <a:pt x="218" y="0"/>
                      <a:pt x="218" y="0"/>
                      <a:pt x="218" y="0"/>
                    </a:cubicBezTo>
                    <a:cubicBezTo>
                      <a:pt x="0" y="34"/>
                      <a:pt x="0" y="34"/>
                      <a:pt x="0" y="34"/>
                    </a:cubicBezTo>
                    <a:cubicBezTo>
                      <a:pt x="0" y="34"/>
                      <a:pt x="81" y="89"/>
                      <a:pt x="192" y="68"/>
                    </a:cubicBezTo>
                    <a:close/>
                  </a:path>
                </a:pathLst>
              </a:custGeom>
              <a:solidFill>
                <a:srgbClr val="1E16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3" name="任意多边形: 形状 42">
                <a:extLst>
                  <a:ext uri="{FF2B5EF4-FFF2-40B4-BE49-F238E27FC236}">
                    <a16:creationId xmlns:a16="http://schemas.microsoft.com/office/drawing/2014/main" id="{96B0A362-8518-E35A-65E9-E8DCA3283C92}"/>
                  </a:ext>
                </a:extLst>
              </p:cNvPr>
              <p:cNvSpPr>
                <a:spLocks/>
              </p:cNvSpPr>
              <p:nvPr userDrawn="1"/>
            </p:nvSpPr>
            <p:spPr bwMode="auto">
              <a:xfrm>
                <a:off x="9336088" y="2911475"/>
                <a:ext cx="773112" cy="673100"/>
              </a:xfrm>
              <a:custGeom>
                <a:avLst/>
                <a:gdLst>
                  <a:gd name="T0" fmla="*/ 0 w 285"/>
                  <a:gd name="T1" fmla="*/ 208 h 248"/>
                  <a:gd name="T2" fmla="*/ 24 w 285"/>
                  <a:gd name="T3" fmla="*/ 232 h 248"/>
                  <a:gd name="T4" fmla="*/ 64 w 285"/>
                  <a:gd name="T5" fmla="*/ 220 h 248"/>
                  <a:gd name="T6" fmla="*/ 228 w 285"/>
                  <a:gd name="T7" fmla="*/ 28 h 248"/>
                  <a:gd name="T8" fmla="*/ 274 w 285"/>
                  <a:gd name="T9" fmla="*/ 24 h 248"/>
                  <a:gd name="T10" fmla="*/ 285 w 285"/>
                  <a:gd name="T11" fmla="*/ 15 h 248"/>
                  <a:gd name="T12" fmla="*/ 270 w 285"/>
                  <a:gd name="T13" fmla="*/ 0 h 248"/>
                  <a:gd name="T14" fmla="*/ 266 w 285"/>
                  <a:gd name="T15" fmla="*/ 0 h 248"/>
                  <a:gd name="T16" fmla="*/ 208 w 285"/>
                  <a:gd name="T17" fmla="*/ 0 h 248"/>
                  <a:gd name="T18" fmla="*/ 180 w 285"/>
                  <a:gd name="T19" fmla="*/ 8 h 248"/>
                  <a:gd name="T20" fmla="*/ 48 w 285"/>
                  <a:gd name="T21" fmla="*/ 164 h 248"/>
                  <a:gd name="T22" fmla="*/ 28 w 285"/>
                  <a:gd name="T23" fmla="*/ 148 h 248"/>
                  <a:gd name="T24" fmla="*/ 0 w 285"/>
                  <a:gd name="T25" fmla="*/ 208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5" h="248">
                    <a:moveTo>
                      <a:pt x="0" y="208"/>
                    </a:moveTo>
                    <a:cubicBezTo>
                      <a:pt x="24" y="232"/>
                      <a:pt x="24" y="232"/>
                      <a:pt x="24" y="232"/>
                    </a:cubicBezTo>
                    <a:cubicBezTo>
                      <a:pt x="24" y="232"/>
                      <a:pt x="44" y="248"/>
                      <a:pt x="64" y="220"/>
                    </a:cubicBezTo>
                    <a:cubicBezTo>
                      <a:pt x="228" y="28"/>
                      <a:pt x="228" y="28"/>
                      <a:pt x="228" y="28"/>
                    </a:cubicBezTo>
                    <a:cubicBezTo>
                      <a:pt x="274" y="24"/>
                      <a:pt x="274" y="24"/>
                      <a:pt x="274" y="24"/>
                    </a:cubicBezTo>
                    <a:cubicBezTo>
                      <a:pt x="279" y="24"/>
                      <a:pt x="284" y="20"/>
                      <a:pt x="285" y="15"/>
                    </a:cubicBezTo>
                    <a:cubicBezTo>
                      <a:pt x="285" y="10"/>
                      <a:pt x="282" y="4"/>
                      <a:pt x="270" y="0"/>
                    </a:cubicBezTo>
                    <a:cubicBezTo>
                      <a:pt x="269" y="0"/>
                      <a:pt x="267" y="0"/>
                      <a:pt x="266" y="0"/>
                    </a:cubicBezTo>
                    <a:cubicBezTo>
                      <a:pt x="208" y="0"/>
                      <a:pt x="208" y="0"/>
                      <a:pt x="208" y="0"/>
                    </a:cubicBezTo>
                    <a:cubicBezTo>
                      <a:pt x="208" y="0"/>
                      <a:pt x="188" y="0"/>
                      <a:pt x="180" y="8"/>
                    </a:cubicBezTo>
                    <a:cubicBezTo>
                      <a:pt x="48" y="164"/>
                      <a:pt x="48" y="164"/>
                      <a:pt x="48" y="164"/>
                    </a:cubicBezTo>
                    <a:cubicBezTo>
                      <a:pt x="28" y="148"/>
                      <a:pt x="28" y="148"/>
                      <a:pt x="28" y="148"/>
                    </a:cubicBezTo>
                    <a:lnTo>
                      <a:pt x="0" y="208"/>
                    </a:ln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任意多边形: 形状 43">
                <a:extLst>
                  <a:ext uri="{FF2B5EF4-FFF2-40B4-BE49-F238E27FC236}">
                    <a16:creationId xmlns:a16="http://schemas.microsoft.com/office/drawing/2014/main" id="{E90D6465-FC5F-3C18-EA19-6316125CD502}"/>
                  </a:ext>
                </a:extLst>
              </p:cNvPr>
              <p:cNvSpPr>
                <a:spLocks/>
              </p:cNvSpPr>
              <p:nvPr userDrawn="1"/>
            </p:nvSpPr>
            <p:spPr bwMode="auto">
              <a:xfrm>
                <a:off x="9336088" y="2952750"/>
                <a:ext cx="773112" cy="631825"/>
              </a:xfrm>
              <a:custGeom>
                <a:avLst/>
                <a:gdLst>
                  <a:gd name="T0" fmla="*/ 0 w 285"/>
                  <a:gd name="T1" fmla="*/ 193 h 233"/>
                  <a:gd name="T2" fmla="*/ 24 w 285"/>
                  <a:gd name="T3" fmla="*/ 217 h 233"/>
                  <a:gd name="T4" fmla="*/ 64 w 285"/>
                  <a:gd name="T5" fmla="*/ 205 h 233"/>
                  <a:gd name="T6" fmla="*/ 228 w 285"/>
                  <a:gd name="T7" fmla="*/ 13 h 233"/>
                  <a:gd name="T8" fmla="*/ 274 w 285"/>
                  <a:gd name="T9" fmla="*/ 9 h 233"/>
                  <a:gd name="T10" fmla="*/ 285 w 285"/>
                  <a:gd name="T11" fmla="*/ 0 h 233"/>
                  <a:gd name="T12" fmla="*/ 224 w 285"/>
                  <a:gd name="T13" fmla="*/ 7 h 233"/>
                  <a:gd name="T14" fmla="*/ 54 w 285"/>
                  <a:gd name="T15" fmla="*/ 205 h 233"/>
                  <a:gd name="T16" fmla="*/ 32 w 285"/>
                  <a:gd name="T17" fmla="*/ 206 h 233"/>
                  <a:gd name="T18" fmla="*/ 8 w 285"/>
                  <a:gd name="T19" fmla="*/ 184 h 233"/>
                  <a:gd name="T20" fmla="*/ 0 w 285"/>
                  <a:gd name="T21" fmla="*/ 193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5" h="233">
                    <a:moveTo>
                      <a:pt x="0" y="193"/>
                    </a:moveTo>
                    <a:cubicBezTo>
                      <a:pt x="24" y="217"/>
                      <a:pt x="24" y="217"/>
                      <a:pt x="24" y="217"/>
                    </a:cubicBezTo>
                    <a:cubicBezTo>
                      <a:pt x="24" y="217"/>
                      <a:pt x="44" y="233"/>
                      <a:pt x="64" y="205"/>
                    </a:cubicBezTo>
                    <a:cubicBezTo>
                      <a:pt x="228" y="13"/>
                      <a:pt x="228" y="13"/>
                      <a:pt x="228" y="13"/>
                    </a:cubicBezTo>
                    <a:cubicBezTo>
                      <a:pt x="274" y="9"/>
                      <a:pt x="274" y="9"/>
                      <a:pt x="274" y="9"/>
                    </a:cubicBezTo>
                    <a:cubicBezTo>
                      <a:pt x="279" y="9"/>
                      <a:pt x="284" y="5"/>
                      <a:pt x="285" y="0"/>
                    </a:cubicBezTo>
                    <a:cubicBezTo>
                      <a:pt x="224" y="7"/>
                      <a:pt x="224" y="7"/>
                      <a:pt x="224" y="7"/>
                    </a:cubicBezTo>
                    <a:cubicBezTo>
                      <a:pt x="54" y="205"/>
                      <a:pt x="54" y="205"/>
                      <a:pt x="54" y="205"/>
                    </a:cubicBezTo>
                    <a:cubicBezTo>
                      <a:pt x="48" y="211"/>
                      <a:pt x="38" y="212"/>
                      <a:pt x="32" y="206"/>
                    </a:cubicBezTo>
                    <a:cubicBezTo>
                      <a:pt x="8" y="184"/>
                      <a:pt x="8" y="184"/>
                      <a:pt x="8" y="184"/>
                    </a:cubicBezTo>
                    <a:lnTo>
                      <a:pt x="0" y="193"/>
                    </a:lnTo>
                    <a:close/>
                  </a:path>
                </a:pathLst>
              </a:custGeom>
              <a:solidFill>
                <a:srgbClr val="EFB1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 name="任意多边形: 形状 44">
                <a:extLst>
                  <a:ext uri="{FF2B5EF4-FFF2-40B4-BE49-F238E27FC236}">
                    <a16:creationId xmlns:a16="http://schemas.microsoft.com/office/drawing/2014/main" id="{FD41F57C-6CB0-F046-C160-EA6E4089D55D}"/>
                  </a:ext>
                </a:extLst>
              </p:cNvPr>
              <p:cNvSpPr>
                <a:spLocks/>
              </p:cNvSpPr>
              <p:nvPr userDrawn="1"/>
            </p:nvSpPr>
            <p:spPr bwMode="auto">
              <a:xfrm>
                <a:off x="7785100" y="2017713"/>
                <a:ext cx="587375" cy="785812"/>
              </a:xfrm>
              <a:custGeom>
                <a:avLst/>
                <a:gdLst>
                  <a:gd name="T0" fmla="*/ 171 w 216"/>
                  <a:gd name="T1" fmla="*/ 289 h 289"/>
                  <a:gd name="T2" fmla="*/ 63 w 216"/>
                  <a:gd name="T3" fmla="*/ 113 h 289"/>
                  <a:gd name="T4" fmla="*/ 23 w 216"/>
                  <a:gd name="T5" fmla="*/ 73 h 289"/>
                  <a:gd name="T6" fmla="*/ 35 w 216"/>
                  <a:gd name="T7" fmla="*/ 57 h 289"/>
                  <a:gd name="T8" fmla="*/ 8 w 216"/>
                  <a:gd name="T9" fmla="*/ 19 h 289"/>
                  <a:gd name="T10" fmla="*/ 27 w 216"/>
                  <a:gd name="T11" fmla="*/ 13 h 289"/>
                  <a:gd name="T12" fmla="*/ 61 w 216"/>
                  <a:gd name="T13" fmla="*/ 41 h 289"/>
                  <a:gd name="T14" fmla="*/ 97 w 216"/>
                  <a:gd name="T15" fmla="*/ 97 h 289"/>
                  <a:gd name="T16" fmla="*/ 216 w 216"/>
                  <a:gd name="T17" fmla="*/ 247 h 289"/>
                  <a:gd name="T18" fmla="*/ 171 w 216"/>
                  <a:gd name="T19" fmla="*/ 289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6" h="289">
                    <a:moveTo>
                      <a:pt x="171" y="289"/>
                    </a:moveTo>
                    <a:cubicBezTo>
                      <a:pt x="171" y="289"/>
                      <a:pt x="75" y="149"/>
                      <a:pt x="63" y="113"/>
                    </a:cubicBezTo>
                    <a:cubicBezTo>
                      <a:pt x="63" y="113"/>
                      <a:pt x="15" y="109"/>
                      <a:pt x="23" y="73"/>
                    </a:cubicBezTo>
                    <a:cubicBezTo>
                      <a:pt x="23" y="73"/>
                      <a:pt x="23" y="57"/>
                      <a:pt x="35" y="57"/>
                    </a:cubicBezTo>
                    <a:cubicBezTo>
                      <a:pt x="8" y="19"/>
                      <a:pt x="8" y="19"/>
                      <a:pt x="8" y="19"/>
                    </a:cubicBezTo>
                    <a:cubicBezTo>
                      <a:pt x="8" y="19"/>
                      <a:pt x="0" y="0"/>
                      <a:pt x="27" y="13"/>
                    </a:cubicBezTo>
                    <a:cubicBezTo>
                      <a:pt x="61" y="41"/>
                      <a:pt x="61" y="41"/>
                      <a:pt x="61" y="41"/>
                    </a:cubicBezTo>
                    <a:cubicBezTo>
                      <a:pt x="61" y="41"/>
                      <a:pt x="103" y="41"/>
                      <a:pt x="97" y="97"/>
                    </a:cubicBezTo>
                    <a:cubicBezTo>
                      <a:pt x="97" y="97"/>
                      <a:pt x="169" y="209"/>
                      <a:pt x="216" y="247"/>
                    </a:cubicBezTo>
                    <a:lnTo>
                      <a:pt x="171" y="289"/>
                    </a:ln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 name="任意多边形: 形状 45">
                <a:extLst>
                  <a:ext uri="{FF2B5EF4-FFF2-40B4-BE49-F238E27FC236}">
                    <a16:creationId xmlns:a16="http://schemas.microsoft.com/office/drawing/2014/main" id="{31EEBB5E-82C5-FE7A-92D9-86BAB303A39E}"/>
                  </a:ext>
                </a:extLst>
              </p:cNvPr>
              <p:cNvSpPr>
                <a:spLocks/>
              </p:cNvSpPr>
              <p:nvPr userDrawn="1"/>
            </p:nvSpPr>
            <p:spPr bwMode="auto">
              <a:xfrm>
                <a:off x="7804150" y="2070100"/>
                <a:ext cx="488950" cy="733425"/>
              </a:xfrm>
              <a:custGeom>
                <a:avLst/>
                <a:gdLst>
                  <a:gd name="T0" fmla="*/ 0 w 180"/>
                  <a:gd name="T1" fmla="*/ 0 h 270"/>
                  <a:gd name="T2" fmla="*/ 27 w 180"/>
                  <a:gd name="T3" fmla="*/ 38 h 270"/>
                  <a:gd name="T4" fmla="*/ 15 w 180"/>
                  <a:gd name="T5" fmla="*/ 54 h 270"/>
                  <a:gd name="T6" fmla="*/ 55 w 180"/>
                  <a:gd name="T7" fmla="*/ 94 h 270"/>
                  <a:gd name="T8" fmla="*/ 163 w 180"/>
                  <a:gd name="T9" fmla="*/ 270 h 270"/>
                  <a:gd name="T10" fmla="*/ 180 w 180"/>
                  <a:gd name="T11" fmla="*/ 259 h 270"/>
                  <a:gd name="T12" fmla="*/ 60 w 180"/>
                  <a:gd name="T13" fmla="*/ 89 h 270"/>
                  <a:gd name="T14" fmla="*/ 20 w 180"/>
                  <a:gd name="T15" fmla="*/ 50 h 270"/>
                  <a:gd name="T16" fmla="*/ 37 w 180"/>
                  <a:gd name="T17" fmla="*/ 39 h 270"/>
                  <a:gd name="T18" fmla="*/ 0 w 180"/>
                  <a:gd name="T19" fmla="*/ 0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0" h="270">
                    <a:moveTo>
                      <a:pt x="0" y="0"/>
                    </a:moveTo>
                    <a:cubicBezTo>
                      <a:pt x="27" y="38"/>
                      <a:pt x="27" y="38"/>
                      <a:pt x="27" y="38"/>
                    </a:cubicBezTo>
                    <a:cubicBezTo>
                      <a:pt x="15" y="38"/>
                      <a:pt x="15" y="54"/>
                      <a:pt x="15" y="54"/>
                    </a:cubicBezTo>
                    <a:cubicBezTo>
                      <a:pt x="7" y="90"/>
                      <a:pt x="55" y="94"/>
                      <a:pt x="55" y="94"/>
                    </a:cubicBezTo>
                    <a:cubicBezTo>
                      <a:pt x="67" y="130"/>
                      <a:pt x="163" y="270"/>
                      <a:pt x="163" y="270"/>
                    </a:cubicBezTo>
                    <a:cubicBezTo>
                      <a:pt x="180" y="259"/>
                      <a:pt x="180" y="259"/>
                      <a:pt x="180" y="259"/>
                    </a:cubicBezTo>
                    <a:cubicBezTo>
                      <a:pt x="60" y="89"/>
                      <a:pt x="60" y="89"/>
                      <a:pt x="60" y="89"/>
                    </a:cubicBezTo>
                    <a:cubicBezTo>
                      <a:pt x="60" y="89"/>
                      <a:pt x="13" y="76"/>
                      <a:pt x="20" y="50"/>
                    </a:cubicBezTo>
                    <a:cubicBezTo>
                      <a:pt x="20" y="50"/>
                      <a:pt x="23" y="40"/>
                      <a:pt x="37" y="39"/>
                    </a:cubicBezTo>
                    <a:lnTo>
                      <a:pt x="0" y="0"/>
                    </a:lnTo>
                    <a:close/>
                  </a:path>
                </a:pathLst>
              </a:custGeom>
              <a:solidFill>
                <a:srgbClr val="EFB1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 name="任意多边形: 形状 46">
                <a:extLst>
                  <a:ext uri="{FF2B5EF4-FFF2-40B4-BE49-F238E27FC236}">
                    <a16:creationId xmlns:a16="http://schemas.microsoft.com/office/drawing/2014/main" id="{4D095239-A465-5550-D741-9C659E0DB4C3}"/>
                  </a:ext>
                </a:extLst>
              </p:cNvPr>
              <p:cNvSpPr>
                <a:spLocks/>
              </p:cNvSpPr>
              <p:nvPr userDrawn="1"/>
            </p:nvSpPr>
            <p:spPr bwMode="auto">
              <a:xfrm>
                <a:off x="8683625" y="2738438"/>
                <a:ext cx="271462" cy="280987"/>
              </a:xfrm>
              <a:custGeom>
                <a:avLst/>
                <a:gdLst>
                  <a:gd name="T0" fmla="*/ 32 w 100"/>
                  <a:gd name="T1" fmla="*/ 16 h 104"/>
                  <a:gd name="T2" fmla="*/ 32 w 100"/>
                  <a:gd name="T3" fmla="*/ 56 h 104"/>
                  <a:gd name="T4" fmla="*/ 8 w 100"/>
                  <a:gd name="T5" fmla="*/ 64 h 104"/>
                  <a:gd name="T6" fmla="*/ 0 w 100"/>
                  <a:gd name="T7" fmla="*/ 80 h 104"/>
                  <a:gd name="T8" fmla="*/ 40 w 100"/>
                  <a:gd name="T9" fmla="*/ 96 h 104"/>
                  <a:gd name="T10" fmla="*/ 96 w 100"/>
                  <a:gd name="T11" fmla="*/ 104 h 104"/>
                  <a:gd name="T12" fmla="*/ 100 w 100"/>
                  <a:gd name="T13" fmla="*/ 68 h 104"/>
                  <a:gd name="T14" fmla="*/ 80 w 100"/>
                  <a:gd name="T15" fmla="*/ 60 h 104"/>
                  <a:gd name="T16" fmla="*/ 84 w 100"/>
                  <a:gd name="T17" fmla="*/ 0 h 104"/>
                  <a:gd name="T18" fmla="*/ 32 w 100"/>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4">
                    <a:moveTo>
                      <a:pt x="32" y="16"/>
                    </a:moveTo>
                    <a:cubicBezTo>
                      <a:pt x="32" y="56"/>
                      <a:pt x="32" y="56"/>
                      <a:pt x="32" y="56"/>
                    </a:cubicBezTo>
                    <a:cubicBezTo>
                      <a:pt x="8" y="64"/>
                      <a:pt x="8" y="64"/>
                      <a:pt x="8" y="64"/>
                    </a:cubicBezTo>
                    <a:cubicBezTo>
                      <a:pt x="0" y="80"/>
                      <a:pt x="0" y="80"/>
                      <a:pt x="0" y="80"/>
                    </a:cubicBezTo>
                    <a:cubicBezTo>
                      <a:pt x="0" y="80"/>
                      <a:pt x="36" y="92"/>
                      <a:pt x="40" y="96"/>
                    </a:cubicBezTo>
                    <a:cubicBezTo>
                      <a:pt x="44" y="100"/>
                      <a:pt x="96" y="104"/>
                      <a:pt x="96" y="104"/>
                    </a:cubicBezTo>
                    <a:cubicBezTo>
                      <a:pt x="100" y="68"/>
                      <a:pt x="100" y="68"/>
                      <a:pt x="100" y="68"/>
                    </a:cubicBezTo>
                    <a:cubicBezTo>
                      <a:pt x="80" y="60"/>
                      <a:pt x="80" y="60"/>
                      <a:pt x="80" y="60"/>
                    </a:cubicBezTo>
                    <a:cubicBezTo>
                      <a:pt x="84" y="0"/>
                      <a:pt x="84" y="0"/>
                      <a:pt x="84" y="0"/>
                    </a:cubicBezTo>
                    <a:lnTo>
                      <a:pt x="32" y="16"/>
                    </a:ln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 name="任意多边形: 形状 47">
                <a:extLst>
                  <a:ext uri="{FF2B5EF4-FFF2-40B4-BE49-F238E27FC236}">
                    <a16:creationId xmlns:a16="http://schemas.microsoft.com/office/drawing/2014/main" id="{501CC48F-7EF0-8D5A-022B-D4064903508B}"/>
                  </a:ext>
                </a:extLst>
              </p:cNvPr>
              <p:cNvSpPr>
                <a:spLocks/>
              </p:cNvSpPr>
              <p:nvPr userDrawn="1"/>
            </p:nvSpPr>
            <p:spPr bwMode="auto">
              <a:xfrm>
                <a:off x="8637588" y="2270125"/>
                <a:ext cx="458787" cy="369887"/>
              </a:xfrm>
              <a:custGeom>
                <a:avLst/>
                <a:gdLst>
                  <a:gd name="T0" fmla="*/ 33 w 169"/>
                  <a:gd name="T1" fmla="*/ 99 h 136"/>
                  <a:gd name="T2" fmla="*/ 32 w 169"/>
                  <a:gd name="T3" fmla="*/ 100 h 136"/>
                  <a:gd name="T4" fmla="*/ 25 w 169"/>
                  <a:gd name="T5" fmla="*/ 40 h 136"/>
                  <a:gd name="T6" fmla="*/ 49 w 169"/>
                  <a:gd name="T7" fmla="*/ 0 h 136"/>
                  <a:gd name="T8" fmla="*/ 77 w 169"/>
                  <a:gd name="T9" fmla="*/ 32 h 136"/>
                  <a:gd name="T10" fmla="*/ 145 w 169"/>
                  <a:gd name="T11" fmla="*/ 100 h 136"/>
                  <a:gd name="T12" fmla="*/ 133 w 169"/>
                  <a:gd name="T13" fmla="*/ 136 h 136"/>
                  <a:gd name="T14" fmla="*/ 109 w 169"/>
                  <a:gd name="T15" fmla="*/ 136 h 136"/>
                  <a:gd name="T16" fmla="*/ 116 w 169"/>
                  <a:gd name="T17" fmla="*/ 105 h 136"/>
                  <a:gd name="T18" fmla="*/ 99 w 169"/>
                  <a:gd name="T19" fmla="*/ 81 h 136"/>
                  <a:gd name="T20" fmla="*/ 60 w 169"/>
                  <a:gd name="T21" fmla="*/ 77 h 136"/>
                  <a:gd name="T22" fmla="*/ 38 w 169"/>
                  <a:gd name="T23" fmla="*/ 89 h 136"/>
                  <a:gd name="T24" fmla="*/ 33 w 169"/>
                  <a:gd name="T25" fmla="*/ 99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9" h="136">
                    <a:moveTo>
                      <a:pt x="33" y="99"/>
                    </a:moveTo>
                    <a:cubicBezTo>
                      <a:pt x="33" y="99"/>
                      <a:pt x="33" y="100"/>
                      <a:pt x="32" y="100"/>
                    </a:cubicBezTo>
                    <a:cubicBezTo>
                      <a:pt x="27" y="98"/>
                      <a:pt x="0" y="87"/>
                      <a:pt x="25" y="40"/>
                    </a:cubicBezTo>
                    <a:cubicBezTo>
                      <a:pt x="49" y="0"/>
                      <a:pt x="49" y="0"/>
                      <a:pt x="49" y="0"/>
                    </a:cubicBezTo>
                    <a:cubicBezTo>
                      <a:pt x="49" y="0"/>
                      <a:pt x="41" y="24"/>
                      <a:pt x="77" y="32"/>
                    </a:cubicBezTo>
                    <a:cubicBezTo>
                      <a:pt x="77" y="32"/>
                      <a:pt x="169" y="48"/>
                      <a:pt x="145" y="100"/>
                    </a:cubicBezTo>
                    <a:cubicBezTo>
                      <a:pt x="133" y="136"/>
                      <a:pt x="133" y="136"/>
                      <a:pt x="133" y="136"/>
                    </a:cubicBezTo>
                    <a:cubicBezTo>
                      <a:pt x="133" y="136"/>
                      <a:pt x="117" y="124"/>
                      <a:pt x="109" y="136"/>
                    </a:cubicBezTo>
                    <a:cubicBezTo>
                      <a:pt x="116" y="105"/>
                      <a:pt x="116" y="105"/>
                      <a:pt x="116" y="105"/>
                    </a:cubicBezTo>
                    <a:cubicBezTo>
                      <a:pt x="119" y="94"/>
                      <a:pt x="111" y="83"/>
                      <a:pt x="99" y="81"/>
                    </a:cubicBezTo>
                    <a:cubicBezTo>
                      <a:pt x="60" y="77"/>
                      <a:pt x="60" y="77"/>
                      <a:pt x="60" y="77"/>
                    </a:cubicBezTo>
                    <a:cubicBezTo>
                      <a:pt x="51" y="76"/>
                      <a:pt x="42" y="81"/>
                      <a:pt x="38" y="89"/>
                    </a:cubicBezTo>
                    <a:lnTo>
                      <a:pt x="33" y="99"/>
                    </a:lnTo>
                    <a:close/>
                  </a:path>
                </a:pathLst>
              </a:custGeom>
              <a:solidFill>
                <a:srgbClr val="0F1E8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任意多边形: 形状 48">
                <a:extLst>
                  <a:ext uri="{FF2B5EF4-FFF2-40B4-BE49-F238E27FC236}">
                    <a16:creationId xmlns:a16="http://schemas.microsoft.com/office/drawing/2014/main" id="{5AF4F45B-53B1-18B0-A004-2EE3E2C96750}"/>
                  </a:ext>
                </a:extLst>
              </p:cNvPr>
              <p:cNvSpPr>
                <a:spLocks/>
              </p:cNvSpPr>
              <p:nvPr userDrawn="1"/>
            </p:nvSpPr>
            <p:spPr bwMode="auto">
              <a:xfrm>
                <a:off x="8675688" y="2444750"/>
                <a:ext cx="358775" cy="358775"/>
              </a:xfrm>
              <a:custGeom>
                <a:avLst/>
                <a:gdLst>
                  <a:gd name="T0" fmla="*/ 23 w 132"/>
                  <a:gd name="T1" fmla="*/ 20 h 132"/>
                  <a:gd name="T2" fmla="*/ 5 w 132"/>
                  <a:gd name="T3" fmla="*/ 117 h 132"/>
                  <a:gd name="T4" fmla="*/ 17 w 132"/>
                  <a:gd name="T5" fmla="*/ 129 h 132"/>
                  <a:gd name="T6" fmla="*/ 95 w 132"/>
                  <a:gd name="T7" fmla="*/ 104 h 132"/>
                  <a:gd name="T8" fmla="*/ 123 w 132"/>
                  <a:gd name="T9" fmla="*/ 68 h 132"/>
                  <a:gd name="T10" fmla="*/ 108 w 132"/>
                  <a:gd name="T11" fmla="*/ 56 h 132"/>
                  <a:gd name="T12" fmla="*/ 99 w 132"/>
                  <a:gd name="T13" fmla="*/ 60 h 132"/>
                  <a:gd name="T14" fmla="*/ 103 w 132"/>
                  <a:gd name="T15" fmla="*/ 36 h 132"/>
                  <a:gd name="T16" fmla="*/ 63 w 132"/>
                  <a:gd name="T17" fmla="*/ 8 h 132"/>
                  <a:gd name="T18" fmla="*/ 23 w 132"/>
                  <a:gd name="T19" fmla="*/ 2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2" h="132">
                    <a:moveTo>
                      <a:pt x="23" y="20"/>
                    </a:moveTo>
                    <a:cubicBezTo>
                      <a:pt x="23" y="20"/>
                      <a:pt x="0" y="80"/>
                      <a:pt x="5" y="117"/>
                    </a:cubicBezTo>
                    <a:cubicBezTo>
                      <a:pt x="6" y="124"/>
                      <a:pt x="11" y="128"/>
                      <a:pt x="17" y="129"/>
                    </a:cubicBezTo>
                    <a:cubicBezTo>
                      <a:pt x="39" y="131"/>
                      <a:pt x="89" y="132"/>
                      <a:pt x="95" y="104"/>
                    </a:cubicBezTo>
                    <a:cubicBezTo>
                      <a:pt x="95" y="104"/>
                      <a:pt x="132" y="97"/>
                      <a:pt x="123" y="68"/>
                    </a:cubicBezTo>
                    <a:cubicBezTo>
                      <a:pt x="120" y="61"/>
                      <a:pt x="115" y="56"/>
                      <a:pt x="108" y="56"/>
                    </a:cubicBezTo>
                    <a:cubicBezTo>
                      <a:pt x="105" y="56"/>
                      <a:pt x="102" y="57"/>
                      <a:pt x="99" y="60"/>
                    </a:cubicBezTo>
                    <a:cubicBezTo>
                      <a:pt x="103" y="36"/>
                      <a:pt x="103" y="36"/>
                      <a:pt x="103" y="36"/>
                    </a:cubicBezTo>
                    <a:cubicBezTo>
                      <a:pt x="103" y="36"/>
                      <a:pt x="111" y="12"/>
                      <a:pt x="63" y="8"/>
                    </a:cubicBezTo>
                    <a:cubicBezTo>
                      <a:pt x="63" y="8"/>
                      <a:pt x="31" y="0"/>
                      <a:pt x="23" y="20"/>
                    </a:cubicBezTo>
                    <a:close/>
                  </a:path>
                </a:pathLst>
              </a:custGeom>
              <a:solidFill>
                <a:srgbClr val="F9CFD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 name="任意多边形: 形状 49">
                <a:extLst>
                  <a:ext uri="{FF2B5EF4-FFF2-40B4-BE49-F238E27FC236}">
                    <a16:creationId xmlns:a16="http://schemas.microsoft.com/office/drawing/2014/main" id="{428B7824-2CA4-15B9-059D-772905F5D487}"/>
                  </a:ext>
                </a:extLst>
              </p:cNvPr>
              <p:cNvSpPr>
                <a:spLocks/>
              </p:cNvSpPr>
              <p:nvPr userDrawn="1"/>
            </p:nvSpPr>
            <p:spPr bwMode="auto">
              <a:xfrm>
                <a:off x="8140700" y="2682875"/>
                <a:ext cx="1314450" cy="1325562"/>
              </a:xfrm>
              <a:custGeom>
                <a:avLst/>
                <a:gdLst>
                  <a:gd name="T0" fmla="*/ 228 w 484"/>
                  <a:gd name="T1" fmla="*/ 76 h 488"/>
                  <a:gd name="T2" fmla="*/ 99 w 484"/>
                  <a:gd name="T3" fmla="*/ 6 h 488"/>
                  <a:gd name="T4" fmla="*/ 76 w 484"/>
                  <a:gd name="T5" fmla="*/ 6 h 488"/>
                  <a:gd name="T6" fmla="*/ 4 w 484"/>
                  <a:gd name="T7" fmla="*/ 68 h 488"/>
                  <a:gd name="T8" fmla="*/ 12 w 484"/>
                  <a:gd name="T9" fmla="*/ 88 h 488"/>
                  <a:gd name="T10" fmla="*/ 136 w 484"/>
                  <a:gd name="T11" fmla="*/ 184 h 488"/>
                  <a:gd name="T12" fmla="*/ 124 w 484"/>
                  <a:gd name="T13" fmla="*/ 436 h 488"/>
                  <a:gd name="T14" fmla="*/ 144 w 484"/>
                  <a:gd name="T15" fmla="*/ 460 h 488"/>
                  <a:gd name="T16" fmla="*/ 392 w 484"/>
                  <a:gd name="T17" fmla="*/ 444 h 488"/>
                  <a:gd name="T18" fmla="*/ 396 w 484"/>
                  <a:gd name="T19" fmla="*/ 424 h 488"/>
                  <a:gd name="T20" fmla="*/ 372 w 484"/>
                  <a:gd name="T21" fmla="*/ 276 h 488"/>
                  <a:gd name="T22" fmla="*/ 404 w 484"/>
                  <a:gd name="T23" fmla="*/ 308 h 488"/>
                  <a:gd name="T24" fmla="*/ 428 w 484"/>
                  <a:gd name="T25" fmla="*/ 312 h 488"/>
                  <a:gd name="T26" fmla="*/ 480 w 484"/>
                  <a:gd name="T27" fmla="*/ 236 h 488"/>
                  <a:gd name="T28" fmla="*/ 472 w 484"/>
                  <a:gd name="T29" fmla="*/ 212 h 488"/>
                  <a:gd name="T30" fmla="*/ 408 w 484"/>
                  <a:gd name="T31" fmla="*/ 136 h 488"/>
                  <a:gd name="T32" fmla="*/ 352 w 484"/>
                  <a:gd name="T33" fmla="*/ 100 h 488"/>
                  <a:gd name="T34" fmla="*/ 298 w 484"/>
                  <a:gd name="T35" fmla="*/ 87 h 488"/>
                  <a:gd name="T36" fmla="*/ 252 w 484"/>
                  <a:gd name="T37" fmla="*/ 116 h 488"/>
                  <a:gd name="T38" fmla="*/ 228 w 484"/>
                  <a:gd name="T39" fmla="*/ 76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4" h="488">
                    <a:moveTo>
                      <a:pt x="228" y="76"/>
                    </a:moveTo>
                    <a:cubicBezTo>
                      <a:pt x="228" y="76"/>
                      <a:pt x="151" y="48"/>
                      <a:pt x="99" y="6"/>
                    </a:cubicBezTo>
                    <a:cubicBezTo>
                      <a:pt x="93" y="0"/>
                      <a:pt x="83" y="0"/>
                      <a:pt x="76" y="6"/>
                    </a:cubicBezTo>
                    <a:cubicBezTo>
                      <a:pt x="4" y="68"/>
                      <a:pt x="4" y="68"/>
                      <a:pt x="4" y="68"/>
                    </a:cubicBezTo>
                    <a:cubicBezTo>
                      <a:pt x="4" y="68"/>
                      <a:pt x="0" y="76"/>
                      <a:pt x="12" y="88"/>
                    </a:cubicBezTo>
                    <a:cubicBezTo>
                      <a:pt x="12" y="88"/>
                      <a:pt x="96" y="168"/>
                      <a:pt x="136" y="184"/>
                    </a:cubicBezTo>
                    <a:cubicBezTo>
                      <a:pt x="124" y="436"/>
                      <a:pt x="124" y="436"/>
                      <a:pt x="124" y="436"/>
                    </a:cubicBezTo>
                    <a:cubicBezTo>
                      <a:pt x="124" y="436"/>
                      <a:pt x="116" y="456"/>
                      <a:pt x="144" y="460"/>
                    </a:cubicBezTo>
                    <a:cubicBezTo>
                      <a:pt x="144" y="460"/>
                      <a:pt x="304" y="488"/>
                      <a:pt x="392" y="444"/>
                    </a:cubicBezTo>
                    <a:cubicBezTo>
                      <a:pt x="392" y="444"/>
                      <a:pt x="400" y="440"/>
                      <a:pt x="396" y="424"/>
                    </a:cubicBezTo>
                    <a:cubicBezTo>
                      <a:pt x="372" y="276"/>
                      <a:pt x="372" y="276"/>
                      <a:pt x="372" y="276"/>
                    </a:cubicBezTo>
                    <a:cubicBezTo>
                      <a:pt x="404" y="308"/>
                      <a:pt x="404" y="308"/>
                      <a:pt x="404" y="308"/>
                    </a:cubicBezTo>
                    <a:cubicBezTo>
                      <a:pt x="404" y="308"/>
                      <a:pt x="412" y="324"/>
                      <a:pt x="428" y="312"/>
                    </a:cubicBezTo>
                    <a:cubicBezTo>
                      <a:pt x="480" y="236"/>
                      <a:pt x="480" y="236"/>
                      <a:pt x="480" y="236"/>
                    </a:cubicBezTo>
                    <a:cubicBezTo>
                      <a:pt x="480" y="236"/>
                      <a:pt x="484" y="228"/>
                      <a:pt x="472" y="212"/>
                    </a:cubicBezTo>
                    <a:cubicBezTo>
                      <a:pt x="408" y="136"/>
                      <a:pt x="408" y="136"/>
                      <a:pt x="408" y="136"/>
                    </a:cubicBezTo>
                    <a:cubicBezTo>
                      <a:pt x="408" y="136"/>
                      <a:pt x="396" y="108"/>
                      <a:pt x="352" y="100"/>
                    </a:cubicBezTo>
                    <a:cubicBezTo>
                      <a:pt x="308" y="92"/>
                      <a:pt x="298" y="87"/>
                      <a:pt x="298" y="87"/>
                    </a:cubicBezTo>
                    <a:cubicBezTo>
                      <a:pt x="298" y="87"/>
                      <a:pt x="292" y="124"/>
                      <a:pt x="252" y="116"/>
                    </a:cubicBezTo>
                    <a:cubicBezTo>
                      <a:pt x="252" y="116"/>
                      <a:pt x="200" y="104"/>
                      <a:pt x="228" y="76"/>
                    </a:cubicBezTo>
                    <a:close/>
                  </a:path>
                </a:pathLst>
              </a:custGeom>
              <a:solidFill>
                <a:srgbClr val="C6F9F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 name="任意多边形: 形状 50">
                <a:extLst>
                  <a:ext uri="{FF2B5EF4-FFF2-40B4-BE49-F238E27FC236}">
                    <a16:creationId xmlns:a16="http://schemas.microsoft.com/office/drawing/2014/main" id="{42BD517E-8FDD-22FB-1053-CD8952C339DF}"/>
                  </a:ext>
                </a:extLst>
              </p:cNvPr>
              <p:cNvSpPr>
                <a:spLocks/>
              </p:cNvSpPr>
              <p:nvPr userDrawn="1"/>
            </p:nvSpPr>
            <p:spPr bwMode="auto">
              <a:xfrm>
                <a:off x="9123363" y="3405188"/>
                <a:ext cx="188912" cy="506412"/>
              </a:xfrm>
              <a:custGeom>
                <a:avLst/>
                <a:gdLst>
                  <a:gd name="T0" fmla="*/ 0 w 69"/>
                  <a:gd name="T1" fmla="*/ 0 h 186"/>
                  <a:gd name="T2" fmla="*/ 10 w 69"/>
                  <a:gd name="T3" fmla="*/ 186 h 186"/>
                  <a:gd name="T4" fmla="*/ 30 w 69"/>
                  <a:gd name="T5" fmla="*/ 178 h 186"/>
                  <a:gd name="T6" fmla="*/ 34 w 69"/>
                  <a:gd name="T7" fmla="*/ 158 h 186"/>
                  <a:gd name="T8" fmla="*/ 10 w 69"/>
                  <a:gd name="T9" fmla="*/ 10 h 186"/>
                  <a:gd name="T10" fmla="*/ 42 w 69"/>
                  <a:gd name="T11" fmla="*/ 42 h 186"/>
                  <a:gd name="T12" fmla="*/ 66 w 69"/>
                  <a:gd name="T13" fmla="*/ 46 h 186"/>
                  <a:gd name="T14" fmla="*/ 69 w 69"/>
                  <a:gd name="T15" fmla="*/ 41 h 186"/>
                  <a:gd name="T16" fmla="*/ 0 w 69"/>
                  <a:gd name="T17"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9" h="186">
                    <a:moveTo>
                      <a:pt x="0" y="0"/>
                    </a:moveTo>
                    <a:cubicBezTo>
                      <a:pt x="10" y="186"/>
                      <a:pt x="10" y="186"/>
                      <a:pt x="10" y="186"/>
                    </a:cubicBezTo>
                    <a:cubicBezTo>
                      <a:pt x="17" y="184"/>
                      <a:pt x="24" y="181"/>
                      <a:pt x="30" y="178"/>
                    </a:cubicBezTo>
                    <a:cubicBezTo>
                      <a:pt x="30" y="178"/>
                      <a:pt x="38" y="174"/>
                      <a:pt x="34" y="158"/>
                    </a:cubicBezTo>
                    <a:cubicBezTo>
                      <a:pt x="10" y="10"/>
                      <a:pt x="10" y="10"/>
                      <a:pt x="10" y="10"/>
                    </a:cubicBezTo>
                    <a:cubicBezTo>
                      <a:pt x="42" y="42"/>
                      <a:pt x="42" y="42"/>
                      <a:pt x="42" y="42"/>
                    </a:cubicBezTo>
                    <a:cubicBezTo>
                      <a:pt x="42" y="42"/>
                      <a:pt x="50" y="58"/>
                      <a:pt x="66" y="46"/>
                    </a:cubicBezTo>
                    <a:cubicBezTo>
                      <a:pt x="69" y="41"/>
                      <a:pt x="69" y="41"/>
                      <a:pt x="69" y="41"/>
                    </a:cubicBezTo>
                    <a:lnTo>
                      <a:pt x="0" y="0"/>
                    </a:lnTo>
                    <a:close/>
                  </a:path>
                </a:pathLst>
              </a:custGeom>
              <a:solidFill>
                <a:srgbClr val="A6E2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 name="任意多边形: 形状 51">
                <a:extLst>
                  <a:ext uri="{FF2B5EF4-FFF2-40B4-BE49-F238E27FC236}">
                    <a16:creationId xmlns:a16="http://schemas.microsoft.com/office/drawing/2014/main" id="{006E96D6-C1B0-A518-4A2D-232AE3F7F744}"/>
                  </a:ext>
                </a:extLst>
              </p:cNvPr>
              <p:cNvSpPr>
                <a:spLocks/>
              </p:cNvSpPr>
              <p:nvPr userDrawn="1"/>
            </p:nvSpPr>
            <p:spPr bwMode="auto">
              <a:xfrm>
                <a:off x="8621713" y="4156075"/>
                <a:ext cx="230187" cy="1349375"/>
              </a:xfrm>
              <a:custGeom>
                <a:avLst/>
                <a:gdLst>
                  <a:gd name="T0" fmla="*/ 145 w 145"/>
                  <a:gd name="T1" fmla="*/ 0 h 850"/>
                  <a:gd name="T2" fmla="*/ 111 w 145"/>
                  <a:gd name="T3" fmla="*/ 25 h 850"/>
                  <a:gd name="T4" fmla="*/ 0 w 145"/>
                  <a:gd name="T5" fmla="*/ 850 h 850"/>
                  <a:gd name="T6" fmla="*/ 45 w 145"/>
                  <a:gd name="T7" fmla="*/ 843 h 850"/>
                  <a:gd name="T8" fmla="*/ 145 w 145"/>
                  <a:gd name="T9" fmla="*/ 0 h 850"/>
                </a:gdLst>
                <a:ahLst/>
                <a:cxnLst>
                  <a:cxn ang="0">
                    <a:pos x="T0" y="T1"/>
                  </a:cxn>
                  <a:cxn ang="0">
                    <a:pos x="T2" y="T3"/>
                  </a:cxn>
                  <a:cxn ang="0">
                    <a:pos x="T4" y="T5"/>
                  </a:cxn>
                  <a:cxn ang="0">
                    <a:pos x="T6" y="T7"/>
                  </a:cxn>
                  <a:cxn ang="0">
                    <a:pos x="T8" y="T9"/>
                  </a:cxn>
                </a:cxnLst>
                <a:rect l="0" t="0" r="r" b="b"/>
                <a:pathLst>
                  <a:path w="145" h="850">
                    <a:moveTo>
                      <a:pt x="145" y="0"/>
                    </a:moveTo>
                    <a:lnTo>
                      <a:pt x="111" y="25"/>
                    </a:lnTo>
                    <a:lnTo>
                      <a:pt x="0" y="850"/>
                    </a:lnTo>
                    <a:lnTo>
                      <a:pt x="45" y="843"/>
                    </a:lnTo>
                    <a:lnTo>
                      <a:pt x="145" y="0"/>
                    </a:lnTo>
                    <a:close/>
                  </a:path>
                </a:pathLst>
              </a:custGeom>
              <a:solidFill>
                <a:srgbClr val="1E167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 name="任意多边形: 形状 52">
                <a:extLst>
                  <a:ext uri="{FF2B5EF4-FFF2-40B4-BE49-F238E27FC236}">
                    <a16:creationId xmlns:a16="http://schemas.microsoft.com/office/drawing/2014/main" id="{ECB139BA-5E0D-E4BF-CBB0-4EDD4F893102}"/>
                  </a:ext>
                </a:extLst>
              </p:cNvPr>
              <p:cNvSpPr>
                <a:spLocks/>
              </p:cNvSpPr>
              <p:nvPr userDrawn="1"/>
            </p:nvSpPr>
            <p:spPr bwMode="auto">
              <a:xfrm>
                <a:off x="8140700" y="2857500"/>
                <a:ext cx="392112" cy="806450"/>
              </a:xfrm>
              <a:custGeom>
                <a:avLst/>
                <a:gdLst>
                  <a:gd name="T0" fmla="*/ 144 w 144"/>
                  <a:gd name="T1" fmla="*/ 107 h 297"/>
                  <a:gd name="T2" fmla="*/ 9 w 144"/>
                  <a:gd name="T3" fmla="*/ 0 h 297"/>
                  <a:gd name="T4" fmla="*/ 4 w 144"/>
                  <a:gd name="T5" fmla="*/ 4 h 297"/>
                  <a:gd name="T6" fmla="*/ 12 w 144"/>
                  <a:gd name="T7" fmla="*/ 24 h 297"/>
                  <a:gd name="T8" fmla="*/ 136 w 144"/>
                  <a:gd name="T9" fmla="*/ 120 h 297"/>
                  <a:gd name="T10" fmla="*/ 128 w 144"/>
                  <a:gd name="T11" fmla="*/ 297 h 297"/>
                  <a:gd name="T12" fmla="*/ 144 w 144"/>
                  <a:gd name="T13" fmla="*/ 107 h 297"/>
                </a:gdLst>
                <a:ahLst/>
                <a:cxnLst>
                  <a:cxn ang="0">
                    <a:pos x="T0" y="T1"/>
                  </a:cxn>
                  <a:cxn ang="0">
                    <a:pos x="T2" y="T3"/>
                  </a:cxn>
                  <a:cxn ang="0">
                    <a:pos x="T4" y="T5"/>
                  </a:cxn>
                  <a:cxn ang="0">
                    <a:pos x="T6" y="T7"/>
                  </a:cxn>
                  <a:cxn ang="0">
                    <a:pos x="T8" y="T9"/>
                  </a:cxn>
                  <a:cxn ang="0">
                    <a:pos x="T10" y="T11"/>
                  </a:cxn>
                  <a:cxn ang="0">
                    <a:pos x="T12" y="T13"/>
                  </a:cxn>
                </a:cxnLst>
                <a:rect l="0" t="0" r="r" b="b"/>
                <a:pathLst>
                  <a:path w="144" h="297">
                    <a:moveTo>
                      <a:pt x="144" y="107"/>
                    </a:moveTo>
                    <a:cubicBezTo>
                      <a:pt x="96" y="87"/>
                      <a:pt x="28" y="20"/>
                      <a:pt x="9" y="0"/>
                    </a:cubicBezTo>
                    <a:cubicBezTo>
                      <a:pt x="4" y="4"/>
                      <a:pt x="4" y="4"/>
                      <a:pt x="4" y="4"/>
                    </a:cubicBezTo>
                    <a:cubicBezTo>
                      <a:pt x="4" y="4"/>
                      <a:pt x="0" y="12"/>
                      <a:pt x="12" y="24"/>
                    </a:cubicBezTo>
                    <a:cubicBezTo>
                      <a:pt x="12" y="24"/>
                      <a:pt x="96" y="104"/>
                      <a:pt x="136" y="120"/>
                    </a:cubicBezTo>
                    <a:cubicBezTo>
                      <a:pt x="128" y="297"/>
                      <a:pt x="128" y="297"/>
                      <a:pt x="128" y="297"/>
                    </a:cubicBezTo>
                    <a:lnTo>
                      <a:pt x="144" y="107"/>
                    </a:lnTo>
                    <a:close/>
                  </a:path>
                </a:pathLst>
              </a:custGeom>
              <a:solidFill>
                <a:srgbClr val="A6E2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 name="任意多边形: 形状 53">
                <a:extLst>
                  <a:ext uri="{FF2B5EF4-FFF2-40B4-BE49-F238E27FC236}">
                    <a16:creationId xmlns:a16="http://schemas.microsoft.com/office/drawing/2014/main" id="{225B0C96-BA7D-8F38-CE27-A72715EFBBF4}"/>
                  </a:ext>
                </a:extLst>
              </p:cNvPr>
              <p:cNvSpPr>
                <a:spLocks/>
              </p:cNvSpPr>
              <p:nvPr userDrawn="1"/>
            </p:nvSpPr>
            <p:spPr bwMode="auto">
              <a:xfrm>
                <a:off x="8675688" y="3063875"/>
                <a:ext cx="185737" cy="477837"/>
              </a:xfrm>
              <a:custGeom>
                <a:avLst/>
                <a:gdLst>
                  <a:gd name="T0" fmla="*/ 0 w 68"/>
                  <a:gd name="T1" fmla="*/ 0 h 176"/>
                  <a:gd name="T2" fmla="*/ 68 w 68"/>
                  <a:gd name="T3" fmla="*/ 176 h 176"/>
                  <a:gd name="T4" fmla="*/ 0 w 68"/>
                  <a:gd name="T5" fmla="*/ 0 h 176"/>
                </a:gdLst>
                <a:ahLst/>
                <a:cxnLst>
                  <a:cxn ang="0">
                    <a:pos x="T0" y="T1"/>
                  </a:cxn>
                  <a:cxn ang="0">
                    <a:pos x="T2" y="T3"/>
                  </a:cxn>
                  <a:cxn ang="0">
                    <a:pos x="T4" y="T5"/>
                  </a:cxn>
                </a:cxnLst>
                <a:rect l="0" t="0" r="r" b="b"/>
                <a:pathLst>
                  <a:path w="68" h="176">
                    <a:moveTo>
                      <a:pt x="0" y="0"/>
                    </a:moveTo>
                    <a:cubicBezTo>
                      <a:pt x="0" y="0"/>
                      <a:pt x="23" y="122"/>
                      <a:pt x="68" y="176"/>
                    </a:cubicBezTo>
                    <a:cubicBezTo>
                      <a:pt x="68" y="176"/>
                      <a:pt x="10" y="131"/>
                      <a:pt x="0" y="0"/>
                    </a:cubicBezTo>
                    <a:close/>
                  </a:path>
                </a:pathLst>
              </a:custGeom>
              <a:solidFill>
                <a:srgbClr val="A6E2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 name="任意多边形: 形状 54">
                <a:extLst>
                  <a:ext uri="{FF2B5EF4-FFF2-40B4-BE49-F238E27FC236}">
                    <a16:creationId xmlns:a16="http://schemas.microsoft.com/office/drawing/2014/main" id="{FFB6C5E1-14A5-A03F-1ADA-1956BD062757}"/>
                  </a:ext>
                </a:extLst>
              </p:cNvPr>
              <p:cNvSpPr>
                <a:spLocks/>
              </p:cNvSpPr>
              <p:nvPr userDrawn="1"/>
            </p:nvSpPr>
            <p:spPr bwMode="auto">
              <a:xfrm>
                <a:off x="8545513" y="5548313"/>
                <a:ext cx="106362" cy="182562"/>
              </a:xfrm>
              <a:custGeom>
                <a:avLst/>
                <a:gdLst>
                  <a:gd name="T0" fmla="*/ 39 w 39"/>
                  <a:gd name="T1" fmla="*/ 0 h 67"/>
                  <a:gd name="T2" fmla="*/ 0 w 39"/>
                  <a:gd name="T3" fmla="*/ 3 h 67"/>
                  <a:gd name="T4" fmla="*/ 28 w 39"/>
                  <a:gd name="T5" fmla="*/ 12 h 67"/>
                  <a:gd name="T6" fmla="*/ 28 w 39"/>
                  <a:gd name="T7" fmla="*/ 67 h 67"/>
                  <a:gd name="T8" fmla="*/ 36 w 39"/>
                  <a:gd name="T9" fmla="*/ 63 h 67"/>
                  <a:gd name="T10" fmla="*/ 39 w 39"/>
                  <a:gd name="T11" fmla="*/ 0 h 67"/>
                </a:gdLst>
                <a:ahLst/>
                <a:cxnLst>
                  <a:cxn ang="0">
                    <a:pos x="T0" y="T1"/>
                  </a:cxn>
                  <a:cxn ang="0">
                    <a:pos x="T2" y="T3"/>
                  </a:cxn>
                  <a:cxn ang="0">
                    <a:pos x="T4" y="T5"/>
                  </a:cxn>
                  <a:cxn ang="0">
                    <a:pos x="T6" y="T7"/>
                  </a:cxn>
                  <a:cxn ang="0">
                    <a:pos x="T8" y="T9"/>
                  </a:cxn>
                  <a:cxn ang="0">
                    <a:pos x="T10" y="T11"/>
                  </a:cxn>
                </a:cxnLst>
                <a:rect l="0" t="0" r="r" b="b"/>
                <a:pathLst>
                  <a:path w="39" h="67">
                    <a:moveTo>
                      <a:pt x="39" y="0"/>
                    </a:moveTo>
                    <a:cubicBezTo>
                      <a:pt x="0" y="3"/>
                      <a:pt x="0" y="3"/>
                      <a:pt x="0" y="3"/>
                    </a:cubicBezTo>
                    <a:cubicBezTo>
                      <a:pt x="28" y="12"/>
                      <a:pt x="28" y="12"/>
                      <a:pt x="28" y="12"/>
                    </a:cubicBezTo>
                    <a:cubicBezTo>
                      <a:pt x="28" y="12"/>
                      <a:pt x="27" y="49"/>
                      <a:pt x="28" y="67"/>
                    </a:cubicBezTo>
                    <a:cubicBezTo>
                      <a:pt x="30" y="66"/>
                      <a:pt x="33" y="65"/>
                      <a:pt x="36" y="63"/>
                    </a:cubicBezTo>
                    <a:lnTo>
                      <a:pt x="39" y="0"/>
                    </a:lnTo>
                    <a:close/>
                  </a:path>
                </a:pathLst>
              </a:custGeom>
              <a:solidFill>
                <a:srgbClr val="EFB1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6" name="任意多边形: 形状 55">
                <a:extLst>
                  <a:ext uri="{FF2B5EF4-FFF2-40B4-BE49-F238E27FC236}">
                    <a16:creationId xmlns:a16="http://schemas.microsoft.com/office/drawing/2014/main" id="{236D2AC5-6A5B-F0DD-109F-94ECBDDE42A0}"/>
                  </a:ext>
                </a:extLst>
              </p:cNvPr>
              <p:cNvSpPr>
                <a:spLocks/>
              </p:cNvSpPr>
              <p:nvPr userDrawn="1"/>
            </p:nvSpPr>
            <p:spPr bwMode="auto">
              <a:xfrm>
                <a:off x="8439150" y="5472113"/>
                <a:ext cx="277812" cy="95250"/>
              </a:xfrm>
              <a:custGeom>
                <a:avLst/>
                <a:gdLst>
                  <a:gd name="T0" fmla="*/ 0 w 102"/>
                  <a:gd name="T1" fmla="*/ 10 h 35"/>
                  <a:gd name="T2" fmla="*/ 0 w 102"/>
                  <a:gd name="T3" fmla="*/ 32 h 35"/>
                  <a:gd name="T4" fmla="*/ 2 w 102"/>
                  <a:gd name="T5" fmla="*/ 35 h 35"/>
                  <a:gd name="T6" fmla="*/ 97 w 102"/>
                  <a:gd name="T7" fmla="*/ 33 h 35"/>
                  <a:gd name="T8" fmla="*/ 99 w 102"/>
                  <a:gd name="T9" fmla="*/ 30 h 35"/>
                  <a:gd name="T10" fmla="*/ 102 w 102"/>
                  <a:gd name="T11" fmla="*/ 3 h 35"/>
                  <a:gd name="T12" fmla="*/ 99 w 102"/>
                  <a:gd name="T13" fmla="*/ 0 h 35"/>
                  <a:gd name="T14" fmla="*/ 2 w 102"/>
                  <a:gd name="T15" fmla="*/ 8 h 35"/>
                  <a:gd name="T16" fmla="*/ 0 w 102"/>
                  <a:gd name="T17" fmla="*/ 1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 h="35">
                    <a:moveTo>
                      <a:pt x="0" y="10"/>
                    </a:moveTo>
                    <a:cubicBezTo>
                      <a:pt x="0" y="32"/>
                      <a:pt x="0" y="32"/>
                      <a:pt x="0" y="32"/>
                    </a:cubicBezTo>
                    <a:cubicBezTo>
                      <a:pt x="0" y="33"/>
                      <a:pt x="1" y="35"/>
                      <a:pt x="2" y="35"/>
                    </a:cubicBezTo>
                    <a:cubicBezTo>
                      <a:pt x="97" y="33"/>
                      <a:pt x="97" y="33"/>
                      <a:pt x="97" y="33"/>
                    </a:cubicBezTo>
                    <a:cubicBezTo>
                      <a:pt x="98" y="33"/>
                      <a:pt x="99" y="31"/>
                      <a:pt x="99" y="30"/>
                    </a:cubicBezTo>
                    <a:cubicBezTo>
                      <a:pt x="102" y="3"/>
                      <a:pt x="102" y="3"/>
                      <a:pt x="102" y="3"/>
                    </a:cubicBezTo>
                    <a:cubicBezTo>
                      <a:pt x="102" y="2"/>
                      <a:pt x="101" y="0"/>
                      <a:pt x="99" y="0"/>
                    </a:cubicBezTo>
                    <a:cubicBezTo>
                      <a:pt x="2" y="8"/>
                      <a:pt x="2" y="8"/>
                      <a:pt x="2" y="8"/>
                    </a:cubicBezTo>
                    <a:cubicBezTo>
                      <a:pt x="1" y="8"/>
                      <a:pt x="0" y="9"/>
                      <a:pt x="0" y="10"/>
                    </a:cubicBezTo>
                    <a:close/>
                  </a:path>
                </a:pathLst>
              </a:custGeom>
              <a:solidFill>
                <a:srgbClr val="3953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7" name="任意多边形: 形状 56">
                <a:extLst>
                  <a:ext uri="{FF2B5EF4-FFF2-40B4-BE49-F238E27FC236}">
                    <a16:creationId xmlns:a16="http://schemas.microsoft.com/office/drawing/2014/main" id="{4E82E673-7A29-BCBC-3558-D95FC409A452}"/>
                  </a:ext>
                </a:extLst>
              </p:cNvPr>
              <p:cNvSpPr>
                <a:spLocks/>
              </p:cNvSpPr>
              <p:nvPr userDrawn="1"/>
            </p:nvSpPr>
            <p:spPr bwMode="auto">
              <a:xfrm>
                <a:off x="8113713" y="5681663"/>
                <a:ext cx="598487" cy="201612"/>
              </a:xfrm>
              <a:custGeom>
                <a:avLst/>
                <a:gdLst>
                  <a:gd name="T0" fmla="*/ 142 w 220"/>
                  <a:gd name="T1" fmla="*/ 0 h 74"/>
                  <a:gd name="T2" fmla="*/ 4 w 220"/>
                  <a:gd name="T3" fmla="*/ 52 h 74"/>
                  <a:gd name="T4" fmla="*/ 0 w 220"/>
                  <a:gd name="T5" fmla="*/ 60 h 74"/>
                  <a:gd name="T6" fmla="*/ 0 w 220"/>
                  <a:gd name="T7" fmla="*/ 71 h 74"/>
                  <a:gd name="T8" fmla="*/ 3 w 220"/>
                  <a:gd name="T9" fmla="*/ 74 h 74"/>
                  <a:gd name="T10" fmla="*/ 214 w 220"/>
                  <a:gd name="T11" fmla="*/ 74 h 74"/>
                  <a:gd name="T12" fmla="*/ 217 w 220"/>
                  <a:gd name="T13" fmla="*/ 72 h 74"/>
                  <a:gd name="T14" fmla="*/ 219 w 220"/>
                  <a:gd name="T15" fmla="*/ 51 h 74"/>
                  <a:gd name="T16" fmla="*/ 212 w 220"/>
                  <a:gd name="T17" fmla="*/ 18 h 74"/>
                  <a:gd name="T18" fmla="*/ 206 w 220"/>
                  <a:gd name="T19" fmla="*/ 10 h 74"/>
                  <a:gd name="T20" fmla="*/ 194 w 220"/>
                  <a:gd name="T21" fmla="*/ 6 h 74"/>
                  <a:gd name="T22" fmla="*/ 170 w 220"/>
                  <a:gd name="T23" fmla="*/ 17 h 74"/>
                  <a:gd name="T24" fmla="*/ 142 w 220"/>
                  <a:gd name="T25" fmla="*/ 0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0" h="74">
                    <a:moveTo>
                      <a:pt x="142" y="0"/>
                    </a:moveTo>
                    <a:cubicBezTo>
                      <a:pt x="142" y="0"/>
                      <a:pt x="44" y="22"/>
                      <a:pt x="4" y="52"/>
                    </a:cubicBezTo>
                    <a:cubicBezTo>
                      <a:pt x="1" y="54"/>
                      <a:pt x="0" y="57"/>
                      <a:pt x="0" y="60"/>
                    </a:cubicBezTo>
                    <a:cubicBezTo>
                      <a:pt x="0" y="71"/>
                      <a:pt x="0" y="71"/>
                      <a:pt x="0" y="71"/>
                    </a:cubicBezTo>
                    <a:cubicBezTo>
                      <a:pt x="0" y="73"/>
                      <a:pt x="1" y="74"/>
                      <a:pt x="3" y="74"/>
                    </a:cubicBezTo>
                    <a:cubicBezTo>
                      <a:pt x="214" y="74"/>
                      <a:pt x="214" y="74"/>
                      <a:pt x="214" y="74"/>
                    </a:cubicBezTo>
                    <a:cubicBezTo>
                      <a:pt x="216" y="74"/>
                      <a:pt x="217" y="73"/>
                      <a:pt x="217" y="72"/>
                    </a:cubicBezTo>
                    <a:cubicBezTo>
                      <a:pt x="218" y="67"/>
                      <a:pt x="220" y="57"/>
                      <a:pt x="219" y="51"/>
                    </a:cubicBezTo>
                    <a:cubicBezTo>
                      <a:pt x="212" y="18"/>
                      <a:pt x="212" y="18"/>
                      <a:pt x="212" y="18"/>
                    </a:cubicBezTo>
                    <a:cubicBezTo>
                      <a:pt x="212" y="14"/>
                      <a:pt x="209" y="11"/>
                      <a:pt x="206" y="10"/>
                    </a:cubicBezTo>
                    <a:cubicBezTo>
                      <a:pt x="194" y="6"/>
                      <a:pt x="194" y="6"/>
                      <a:pt x="194" y="6"/>
                    </a:cubicBezTo>
                    <a:cubicBezTo>
                      <a:pt x="194" y="6"/>
                      <a:pt x="191" y="14"/>
                      <a:pt x="170" y="17"/>
                    </a:cubicBezTo>
                    <a:cubicBezTo>
                      <a:pt x="170" y="17"/>
                      <a:pt x="142" y="20"/>
                      <a:pt x="142" y="0"/>
                    </a:cubicBezTo>
                    <a:close/>
                  </a:path>
                </a:pathLst>
              </a:custGeom>
              <a:solidFill>
                <a:srgbClr val="FFCD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8" name="任意多边形: 形状 57">
                <a:extLst>
                  <a:ext uri="{FF2B5EF4-FFF2-40B4-BE49-F238E27FC236}">
                    <a16:creationId xmlns:a16="http://schemas.microsoft.com/office/drawing/2014/main" id="{C82267D7-0514-39D1-EF0B-7194A140EF68}"/>
                  </a:ext>
                </a:extLst>
              </p:cNvPr>
              <p:cNvSpPr>
                <a:spLocks/>
              </p:cNvSpPr>
              <p:nvPr userDrawn="1"/>
            </p:nvSpPr>
            <p:spPr bwMode="auto">
              <a:xfrm>
                <a:off x="9290050" y="5526088"/>
                <a:ext cx="106362" cy="198437"/>
              </a:xfrm>
              <a:custGeom>
                <a:avLst/>
                <a:gdLst>
                  <a:gd name="T0" fmla="*/ 0 w 39"/>
                  <a:gd name="T1" fmla="*/ 5 h 73"/>
                  <a:gd name="T2" fmla="*/ 4 w 39"/>
                  <a:gd name="T3" fmla="*/ 71 h 73"/>
                  <a:gd name="T4" fmla="*/ 7 w 39"/>
                  <a:gd name="T5" fmla="*/ 73 h 73"/>
                  <a:gd name="T6" fmla="*/ 13 w 39"/>
                  <a:gd name="T7" fmla="*/ 11 h 73"/>
                  <a:gd name="T8" fmla="*/ 39 w 39"/>
                  <a:gd name="T9" fmla="*/ 0 h 73"/>
                  <a:gd name="T10" fmla="*/ 0 w 39"/>
                  <a:gd name="T11" fmla="*/ 5 h 73"/>
                </a:gdLst>
                <a:ahLst/>
                <a:cxnLst>
                  <a:cxn ang="0">
                    <a:pos x="T0" y="T1"/>
                  </a:cxn>
                  <a:cxn ang="0">
                    <a:pos x="T2" y="T3"/>
                  </a:cxn>
                  <a:cxn ang="0">
                    <a:pos x="T4" y="T5"/>
                  </a:cxn>
                  <a:cxn ang="0">
                    <a:pos x="T6" y="T7"/>
                  </a:cxn>
                  <a:cxn ang="0">
                    <a:pos x="T8" y="T9"/>
                  </a:cxn>
                  <a:cxn ang="0">
                    <a:pos x="T10" y="T11"/>
                  </a:cxn>
                </a:cxnLst>
                <a:rect l="0" t="0" r="r" b="b"/>
                <a:pathLst>
                  <a:path w="39" h="73">
                    <a:moveTo>
                      <a:pt x="0" y="5"/>
                    </a:moveTo>
                    <a:cubicBezTo>
                      <a:pt x="4" y="71"/>
                      <a:pt x="4" y="71"/>
                      <a:pt x="4" y="71"/>
                    </a:cubicBezTo>
                    <a:cubicBezTo>
                      <a:pt x="5" y="72"/>
                      <a:pt x="6" y="73"/>
                      <a:pt x="7" y="73"/>
                    </a:cubicBezTo>
                    <a:cubicBezTo>
                      <a:pt x="13" y="11"/>
                      <a:pt x="13" y="11"/>
                      <a:pt x="13" y="11"/>
                    </a:cubicBezTo>
                    <a:cubicBezTo>
                      <a:pt x="39" y="0"/>
                      <a:pt x="39" y="0"/>
                      <a:pt x="39" y="0"/>
                    </a:cubicBezTo>
                    <a:lnTo>
                      <a:pt x="0" y="5"/>
                    </a:lnTo>
                    <a:close/>
                  </a:path>
                </a:pathLst>
              </a:custGeom>
              <a:solidFill>
                <a:srgbClr val="EFB1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9" name="任意多边形: 形状 58">
                <a:extLst>
                  <a:ext uri="{FF2B5EF4-FFF2-40B4-BE49-F238E27FC236}">
                    <a16:creationId xmlns:a16="http://schemas.microsoft.com/office/drawing/2014/main" id="{B8C51BD6-8142-163C-C0B1-99630099F1CF}"/>
                  </a:ext>
                </a:extLst>
              </p:cNvPr>
              <p:cNvSpPr>
                <a:spLocks/>
              </p:cNvSpPr>
              <p:nvPr userDrawn="1"/>
            </p:nvSpPr>
            <p:spPr bwMode="auto">
              <a:xfrm>
                <a:off x="9229725" y="5681663"/>
                <a:ext cx="600075" cy="203200"/>
              </a:xfrm>
              <a:custGeom>
                <a:avLst/>
                <a:gdLst>
                  <a:gd name="T0" fmla="*/ 78 w 221"/>
                  <a:gd name="T1" fmla="*/ 0 h 75"/>
                  <a:gd name="T2" fmla="*/ 217 w 221"/>
                  <a:gd name="T3" fmla="*/ 52 h 75"/>
                  <a:gd name="T4" fmla="*/ 221 w 221"/>
                  <a:gd name="T5" fmla="*/ 60 h 75"/>
                  <a:gd name="T6" fmla="*/ 221 w 221"/>
                  <a:gd name="T7" fmla="*/ 71 h 75"/>
                  <a:gd name="T8" fmla="*/ 217 w 221"/>
                  <a:gd name="T9" fmla="*/ 75 h 75"/>
                  <a:gd name="T10" fmla="*/ 6 w 221"/>
                  <a:gd name="T11" fmla="*/ 75 h 75"/>
                  <a:gd name="T12" fmla="*/ 3 w 221"/>
                  <a:gd name="T13" fmla="*/ 72 h 75"/>
                  <a:gd name="T14" fmla="*/ 2 w 221"/>
                  <a:gd name="T15" fmla="*/ 52 h 75"/>
                  <a:gd name="T16" fmla="*/ 8 w 221"/>
                  <a:gd name="T17" fmla="*/ 18 h 75"/>
                  <a:gd name="T18" fmla="*/ 14 w 221"/>
                  <a:gd name="T19" fmla="*/ 10 h 75"/>
                  <a:gd name="T20" fmla="*/ 26 w 221"/>
                  <a:gd name="T21" fmla="*/ 6 h 75"/>
                  <a:gd name="T22" fmla="*/ 50 w 221"/>
                  <a:gd name="T23" fmla="*/ 17 h 75"/>
                  <a:gd name="T24" fmla="*/ 78 w 221"/>
                  <a:gd name="T25" fmla="*/ 0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1" h="75">
                    <a:moveTo>
                      <a:pt x="78" y="0"/>
                    </a:moveTo>
                    <a:cubicBezTo>
                      <a:pt x="78" y="0"/>
                      <a:pt x="177" y="22"/>
                      <a:pt x="217" y="52"/>
                    </a:cubicBezTo>
                    <a:cubicBezTo>
                      <a:pt x="219" y="54"/>
                      <a:pt x="221" y="57"/>
                      <a:pt x="221" y="60"/>
                    </a:cubicBezTo>
                    <a:cubicBezTo>
                      <a:pt x="221" y="71"/>
                      <a:pt x="221" y="71"/>
                      <a:pt x="221" y="71"/>
                    </a:cubicBezTo>
                    <a:cubicBezTo>
                      <a:pt x="221" y="73"/>
                      <a:pt x="219" y="75"/>
                      <a:pt x="217" y="75"/>
                    </a:cubicBezTo>
                    <a:cubicBezTo>
                      <a:pt x="6" y="75"/>
                      <a:pt x="6" y="75"/>
                      <a:pt x="6" y="75"/>
                    </a:cubicBezTo>
                    <a:cubicBezTo>
                      <a:pt x="5" y="75"/>
                      <a:pt x="3" y="74"/>
                      <a:pt x="3" y="72"/>
                    </a:cubicBezTo>
                    <a:cubicBezTo>
                      <a:pt x="2" y="68"/>
                      <a:pt x="0" y="58"/>
                      <a:pt x="2" y="52"/>
                    </a:cubicBezTo>
                    <a:cubicBezTo>
                      <a:pt x="8" y="18"/>
                      <a:pt x="8" y="18"/>
                      <a:pt x="8" y="18"/>
                    </a:cubicBezTo>
                    <a:cubicBezTo>
                      <a:pt x="8" y="14"/>
                      <a:pt x="11" y="11"/>
                      <a:pt x="14" y="10"/>
                    </a:cubicBezTo>
                    <a:cubicBezTo>
                      <a:pt x="26" y="6"/>
                      <a:pt x="26" y="6"/>
                      <a:pt x="26" y="6"/>
                    </a:cubicBezTo>
                    <a:cubicBezTo>
                      <a:pt x="26" y="6"/>
                      <a:pt x="29" y="14"/>
                      <a:pt x="50" y="17"/>
                    </a:cubicBezTo>
                    <a:cubicBezTo>
                      <a:pt x="50" y="17"/>
                      <a:pt x="78" y="21"/>
                      <a:pt x="78" y="0"/>
                    </a:cubicBezTo>
                    <a:close/>
                  </a:path>
                </a:pathLst>
              </a:custGeom>
              <a:solidFill>
                <a:srgbClr val="FFCD8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0" name="任意多边形: 形状 59">
                <a:extLst>
                  <a:ext uri="{FF2B5EF4-FFF2-40B4-BE49-F238E27FC236}">
                    <a16:creationId xmlns:a16="http://schemas.microsoft.com/office/drawing/2014/main" id="{841B3A77-2BD9-7230-5EE0-42BDAC5CAFBE}"/>
                  </a:ext>
                </a:extLst>
              </p:cNvPr>
              <p:cNvSpPr>
                <a:spLocks/>
              </p:cNvSpPr>
              <p:nvPr userDrawn="1"/>
            </p:nvSpPr>
            <p:spPr bwMode="auto">
              <a:xfrm>
                <a:off x="9205913" y="5448300"/>
                <a:ext cx="279400" cy="92075"/>
              </a:xfrm>
              <a:custGeom>
                <a:avLst/>
                <a:gdLst>
                  <a:gd name="T0" fmla="*/ 0 w 103"/>
                  <a:gd name="T1" fmla="*/ 10 h 34"/>
                  <a:gd name="T2" fmla="*/ 0 w 103"/>
                  <a:gd name="T3" fmla="*/ 31 h 34"/>
                  <a:gd name="T4" fmla="*/ 3 w 103"/>
                  <a:gd name="T5" fmla="*/ 34 h 34"/>
                  <a:gd name="T6" fmla="*/ 98 w 103"/>
                  <a:gd name="T7" fmla="*/ 32 h 34"/>
                  <a:gd name="T8" fmla="*/ 100 w 103"/>
                  <a:gd name="T9" fmla="*/ 30 h 34"/>
                  <a:gd name="T10" fmla="*/ 103 w 103"/>
                  <a:gd name="T11" fmla="*/ 3 h 34"/>
                  <a:gd name="T12" fmla="*/ 100 w 103"/>
                  <a:gd name="T13" fmla="*/ 0 h 34"/>
                  <a:gd name="T14" fmla="*/ 3 w 103"/>
                  <a:gd name="T15" fmla="*/ 7 h 34"/>
                  <a:gd name="T16" fmla="*/ 0 w 103"/>
                  <a:gd name="T17" fmla="*/ 1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34">
                    <a:moveTo>
                      <a:pt x="0" y="10"/>
                    </a:moveTo>
                    <a:cubicBezTo>
                      <a:pt x="0" y="31"/>
                      <a:pt x="0" y="31"/>
                      <a:pt x="0" y="31"/>
                    </a:cubicBezTo>
                    <a:cubicBezTo>
                      <a:pt x="0" y="33"/>
                      <a:pt x="2" y="34"/>
                      <a:pt x="3" y="34"/>
                    </a:cubicBezTo>
                    <a:cubicBezTo>
                      <a:pt x="98" y="32"/>
                      <a:pt x="98" y="32"/>
                      <a:pt x="98" y="32"/>
                    </a:cubicBezTo>
                    <a:cubicBezTo>
                      <a:pt x="99" y="32"/>
                      <a:pt x="100" y="31"/>
                      <a:pt x="100" y="30"/>
                    </a:cubicBezTo>
                    <a:cubicBezTo>
                      <a:pt x="103" y="3"/>
                      <a:pt x="103" y="3"/>
                      <a:pt x="103" y="3"/>
                    </a:cubicBezTo>
                    <a:cubicBezTo>
                      <a:pt x="103" y="1"/>
                      <a:pt x="102" y="0"/>
                      <a:pt x="100" y="0"/>
                    </a:cubicBezTo>
                    <a:cubicBezTo>
                      <a:pt x="3" y="7"/>
                      <a:pt x="3" y="7"/>
                      <a:pt x="3" y="7"/>
                    </a:cubicBezTo>
                    <a:cubicBezTo>
                      <a:pt x="2" y="7"/>
                      <a:pt x="0" y="9"/>
                      <a:pt x="0" y="10"/>
                    </a:cubicBezTo>
                    <a:close/>
                  </a:path>
                </a:pathLst>
              </a:custGeom>
              <a:solidFill>
                <a:srgbClr val="3953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1" name="任意多边形: 形状 60">
                <a:extLst>
                  <a:ext uri="{FF2B5EF4-FFF2-40B4-BE49-F238E27FC236}">
                    <a16:creationId xmlns:a16="http://schemas.microsoft.com/office/drawing/2014/main" id="{A3063C81-663E-99F9-0DDB-C3E2592749C3}"/>
                  </a:ext>
                </a:extLst>
              </p:cNvPr>
              <p:cNvSpPr>
                <a:spLocks/>
              </p:cNvSpPr>
              <p:nvPr userDrawn="1"/>
            </p:nvSpPr>
            <p:spPr bwMode="auto">
              <a:xfrm>
                <a:off x="8196263" y="5697538"/>
                <a:ext cx="234950" cy="92075"/>
              </a:xfrm>
              <a:custGeom>
                <a:avLst/>
                <a:gdLst>
                  <a:gd name="T0" fmla="*/ 14 w 87"/>
                  <a:gd name="T1" fmla="*/ 34 h 34"/>
                  <a:gd name="T2" fmla="*/ 10 w 87"/>
                  <a:gd name="T3" fmla="*/ 34 h 34"/>
                  <a:gd name="T4" fmla="*/ 1 w 87"/>
                  <a:gd name="T5" fmla="*/ 32 h 34"/>
                  <a:gd name="T6" fmla="*/ 0 w 87"/>
                  <a:gd name="T7" fmla="*/ 31 h 34"/>
                  <a:gd name="T8" fmla="*/ 1 w 87"/>
                  <a:gd name="T9" fmla="*/ 30 h 34"/>
                  <a:gd name="T10" fmla="*/ 10 w 87"/>
                  <a:gd name="T11" fmla="*/ 32 h 34"/>
                  <a:gd name="T12" fmla="*/ 21 w 87"/>
                  <a:gd name="T13" fmla="*/ 31 h 34"/>
                  <a:gd name="T14" fmla="*/ 80 w 87"/>
                  <a:gd name="T15" fmla="*/ 13 h 34"/>
                  <a:gd name="T16" fmla="*/ 83 w 87"/>
                  <a:gd name="T17" fmla="*/ 10 h 34"/>
                  <a:gd name="T18" fmla="*/ 85 w 87"/>
                  <a:gd name="T19" fmla="*/ 1 h 34"/>
                  <a:gd name="T20" fmla="*/ 86 w 87"/>
                  <a:gd name="T21" fmla="*/ 0 h 34"/>
                  <a:gd name="T22" fmla="*/ 87 w 87"/>
                  <a:gd name="T23" fmla="*/ 1 h 34"/>
                  <a:gd name="T24" fmla="*/ 85 w 87"/>
                  <a:gd name="T25" fmla="*/ 11 h 34"/>
                  <a:gd name="T26" fmla="*/ 81 w 87"/>
                  <a:gd name="T27" fmla="*/ 15 h 34"/>
                  <a:gd name="T28" fmla="*/ 21 w 87"/>
                  <a:gd name="T29" fmla="*/ 33 h 34"/>
                  <a:gd name="T30" fmla="*/ 14 w 87"/>
                  <a:gd name="T3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7" h="34">
                    <a:moveTo>
                      <a:pt x="14" y="34"/>
                    </a:moveTo>
                    <a:cubicBezTo>
                      <a:pt x="13" y="34"/>
                      <a:pt x="11" y="34"/>
                      <a:pt x="10" y="34"/>
                    </a:cubicBezTo>
                    <a:cubicBezTo>
                      <a:pt x="1" y="32"/>
                      <a:pt x="1" y="32"/>
                      <a:pt x="1" y="32"/>
                    </a:cubicBezTo>
                    <a:cubicBezTo>
                      <a:pt x="0" y="32"/>
                      <a:pt x="0" y="31"/>
                      <a:pt x="0" y="31"/>
                    </a:cubicBezTo>
                    <a:cubicBezTo>
                      <a:pt x="0" y="30"/>
                      <a:pt x="1" y="30"/>
                      <a:pt x="1" y="30"/>
                    </a:cubicBezTo>
                    <a:cubicBezTo>
                      <a:pt x="10" y="32"/>
                      <a:pt x="10" y="32"/>
                      <a:pt x="10" y="32"/>
                    </a:cubicBezTo>
                    <a:cubicBezTo>
                      <a:pt x="14" y="33"/>
                      <a:pt x="17" y="32"/>
                      <a:pt x="21" y="31"/>
                    </a:cubicBezTo>
                    <a:cubicBezTo>
                      <a:pt x="26" y="30"/>
                      <a:pt x="69" y="17"/>
                      <a:pt x="80" y="13"/>
                    </a:cubicBezTo>
                    <a:cubicBezTo>
                      <a:pt x="82" y="13"/>
                      <a:pt x="83" y="12"/>
                      <a:pt x="83" y="10"/>
                    </a:cubicBezTo>
                    <a:cubicBezTo>
                      <a:pt x="85" y="1"/>
                      <a:pt x="85" y="1"/>
                      <a:pt x="85" y="1"/>
                    </a:cubicBezTo>
                    <a:cubicBezTo>
                      <a:pt x="85" y="0"/>
                      <a:pt x="86" y="0"/>
                      <a:pt x="86" y="0"/>
                    </a:cubicBezTo>
                    <a:cubicBezTo>
                      <a:pt x="87" y="0"/>
                      <a:pt x="87" y="1"/>
                      <a:pt x="87" y="1"/>
                    </a:cubicBezTo>
                    <a:cubicBezTo>
                      <a:pt x="85" y="11"/>
                      <a:pt x="85" y="11"/>
                      <a:pt x="85" y="11"/>
                    </a:cubicBezTo>
                    <a:cubicBezTo>
                      <a:pt x="84" y="13"/>
                      <a:pt x="83" y="14"/>
                      <a:pt x="81" y="15"/>
                    </a:cubicBezTo>
                    <a:cubicBezTo>
                      <a:pt x="69" y="19"/>
                      <a:pt x="26" y="32"/>
                      <a:pt x="21" y="33"/>
                    </a:cubicBezTo>
                    <a:cubicBezTo>
                      <a:pt x="19" y="34"/>
                      <a:pt x="17" y="34"/>
                      <a:pt x="14" y="34"/>
                    </a:cubicBezTo>
                    <a:close/>
                  </a:path>
                </a:pathLst>
              </a:custGeom>
              <a:solidFill>
                <a:srgbClr val="DEA6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任意多边形: 形状 61">
                <a:extLst>
                  <a:ext uri="{FF2B5EF4-FFF2-40B4-BE49-F238E27FC236}">
                    <a16:creationId xmlns:a16="http://schemas.microsoft.com/office/drawing/2014/main" id="{8F588E4E-36A8-8AF4-4522-9556C44E2780}"/>
                  </a:ext>
                </a:extLst>
              </p:cNvPr>
              <p:cNvSpPr>
                <a:spLocks/>
              </p:cNvSpPr>
              <p:nvPr userDrawn="1"/>
            </p:nvSpPr>
            <p:spPr bwMode="auto">
              <a:xfrm>
                <a:off x="8296275" y="5799138"/>
                <a:ext cx="409575" cy="85725"/>
              </a:xfrm>
              <a:custGeom>
                <a:avLst/>
                <a:gdLst>
                  <a:gd name="T0" fmla="*/ 1 w 151"/>
                  <a:gd name="T1" fmla="*/ 32 h 32"/>
                  <a:gd name="T2" fmla="*/ 0 w 151"/>
                  <a:gd name="T3" fmla="*/ 32 h 32"/>
                  <a:gd name="T4" fmla="*/ 0 w 151"/>
                  <a:gd name="T5" fmla="*/ 31 h 32"/>
                  <a:gd name="T6" fmla="*/ 26 w 151"/>
                  <a:gd name="T7" fmla="*/ 15 h 32"/>
                  <a:gd name="T8" fmla="*/ 124 w 151"/>
                  <a:gd name="T9" fmla="*/ 14 h 32"/>
                  <a:gd name="T10" fmla="*/ 142 w 151"/>
                  <a:gd name="T11" fmla="*/ 7 h 32"/>
                  <a:gd name="T12" fmla="*/ 150 w 151"/>
                  <a:gd name="T13" fmla="*/ 0 h 32"/>
                  <a:gd name="T14" fmla="*/ 151 w 151"/>
                  <a:gd name="T15" fmla="*/ 0 h 32"/>
                  <a:gd name="T16" fmla="*/ 151 w 151"/>
                  <a:gd name="T17" fmla="*/ 2 h 32"/>
                  <a:gd name="T18" fmla="*/ 144 w 151"/>
                  <a:gd name="T19" fmla="*/ 8 h 32"/>
                  <a:gd name="T20" fmla="*/ 124 w 151"/>
                  <a:gd name="T21" fmla="*/ 16 h 32"/>
                  <a:gd name="T22" fmla="*/ 26 w 151"/>
                  <a:gd name="T23" fmla="*/ 17 h 32"/>
                  <a:gd name="T24" fmla="*/ 2 w 151"/>
                  <a:gd name="T25" fmla="*/ 32 h 32"/>
                  <a:gd name="T26" fmla="*/ 1 w 151"/>
                  <a:gd name="T27"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1" h="32">
                    <a:moveTo>
                      <a:pt x="1" y="32"/>
                    </a:moveTo>
                    <a:cubicBezTo>
                      <a:pt x="1" y="32"/>
                      <a:pt x="1" y="32"/>
                      <a:pt x="0" y="32"/>
                    </a:cubicBezTo>
                    <a:cubicBezTo>
                      <a:pt x="0" y="32"/>
                      <a:pt x="0" y="31"/>
                      <a:pt x="0" y="31"/>
                    </a:cubicBezTo>
                    <a:cubicBezTo>
                      <a:pt x="5" y="21"/>
                      <a:pt x="15" y="15"/>
                      <a:pt x="26" y="15"/>
                    </a:cubicBezTo>
                    <a:cubicBezTo>
                      <a:pt x="124" y="14"/>
                      <a:pt x="124" y="14"/>
                      <a:pt x="124" y="14"/>
                    </a:cubicBezTo>
                    <a:cubicBezTo>
                      <a:pt x="131" y="14"/>
                      <a:pt x="137" y="11"/>
                      <a:pt x="142" y="7"/>
                    </a:cubicBezTo>
                    <a:cubicBezTo>
                      <a:pt x="150" y="0"/>
                      <a:pt x="150" y="0"/>
                      <a:pt x="150" y="0"/>
                    </a:cubicBezTo>
                    <a:cubicBezTo>
                      <a:pt x="150" y="0"/>
                      <a:pt x="151" y="0"/>
                      <a:pt x="151" y="0"/>
                    </a:cubicBezTo>
                    <a:cubicBezTo>
                      <a:pt x="151" y="1"/>
                      <a:pt x="151" y="1"/>
                      <a:pt x="151" y="2"/>
                    </a:cubicBezTo>
                    <a:cubicBezTo>
                      <a:pt x="144" y="8"/>
                      <a:pt x="144" y="8"/>
                      <a:pt x="144" y="8"/>
                    </a:cubicBezTo>
                    <a:cubicBezTo>
                      <a:pt x="138" y="13"/>
                      <a:pt x="131" y="16"/>
                      <a:pt x="124" y="16"/>
                    </a:cubicBezTo>
                    <a:cubicBezTo>
                      <a:pt x="26" y="17"/>
                      <a:pt x="26" y="17"/>
                      <a:pt x="26" y="17"/>
                    </a:cubicBezTo>
                    <a:cubicBezTo>
                      <a:pt x="16" y="17"/>
                      <a:pt x="7" y="23"/>
                      <a:pt x="2" y="32"/>
                    </a:cubicBezTo>
                    <a:cubicBezTo>
                      <a:pt x="2" y="32"/>
                      <a:pt x="1" y="32"/>
                      <a:pt x="1" y="32"/>
                    </a:cubicBezTo>
                    <a:close/>
                  </a:path>
                </a:pathLst>
              </a:custGeom>
              <a:solidFill>
                <a:srgbClr val="DEA6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任意多边形: 形状 62">
                <a:extLst>
                  <a:ext uri="{FF2B5EF4-FFF2-40B4-BE49-F238E27FC236}">
                    <a16:creationId xmlns:a16="http://schemas.microsoft.com/office/drawing/2014/main" id="{A57DA1E0-5828-13A7-387E-1B687BF6810A}"/>
                  </a:ext>
                </a:extLst>
              </p:cNvPr>
              <p:cNvSpPr>
                <a:spLocks/>
              </p:cNvSpPr>
              <p:nvPr userDrawn="1"/>
            </p:nvSpPr>
            <p:spPr bwMode="auto">
              <a:xfrm>
                <a:off x="9509125" y="5697538"/>
                <a:ext cx="236537" cy="92075"/>
              </a:xfrm>
              <a:custGeom>
                <a:avLst/>
                <a:gdLst>
                  <a:gd name="T0" fmla="*/ 73 w 87"/>
                  <a:gd name="T1" fmla="*/ 34 h 34"/>
                  <a:gd name="T2" fmla="*/ 66 w 87"/>
                  <a:gd name="T3" fmla="*/ 33 h 34"/>
                  <a:gd name="T4" fmla="*/ 6 w 87"/>
                  <a:gd name="T5" fmla="*/ 15 h 34"/>
                  <a:gd name="T6" fmla="*/ 2 w 87"/>
                  <a:gd name="T7" fmla="*/ 11 h 34"/>
                  <a:gd name="T8" fmla="*/ 0 w 87"/>
                  <a:gd name="T9" fmla="*/ 1 h 34"/>
                  <a:gd name="T10" fmla="*/ 1 w 87"/>
                  <a:gd name="T11" fmla="*/ 0 h 34"/>
                  <a:gd name="T12" fmla="*/ 2 w 87"/>
                  <a:gd name="T13" fmla="*/ 1 h 34"/>
                  <a:gd name="T14" fmla="*/ 4 w 87"/>
                  <a:gd name="T15" fmla="*/ 10 h 34"/>
                  <a:gd name="T16" fmla="*/ 7 w 87"/>
                  <a:gd name="T17" fmla="*/ 13 h 34"/>
                  <a:gd name="T18" fmla="*/ 67 w 87"/>
                  <a:gd name="T19" fmla="*/ 31 h 34"/>
                  <a:gd name="T20" fmla="*/ 77 w 87"/>
                  <a:gd name="T21" fmla="*/ 32 h 34"/>
                  <a:gd name="T22" fmla="*/ 86 w 87"/>
                  <a:gd name="T23" fmla="*/ 30 h 34"/>
                  <a:gd name="T24" fmla="*/ 87 w 87"/>
                  <a:gd name="T25" fmla="*/ 31 h 34"/>
                  <a:gd name="T26" fmla="*/ 86 w 87"/>
                  <a:gd name="T27" fmla="*/ 32 h 34"/>
                  <a:gd name="T28" fmla="*/ 78 w 87"/>
                  <a:gd name="T29" fmla="*/ 34 h 34"/>
                  <a:gd name="T30" fmla="*/ 73 w 87"/>
                  <a:gd name="T3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7" h="34">
                    <a:moveTo>
                      <a:pt x="73" y="34"/>
                    </a:moveTo>
                    <a:cubicBezTo>
                      <a:pt x="71" y="34"/>
                      <a:pt x="68" y="34"/>
                      <a:pt x="66" y="33"/>
                    </a:cubicBezTo>
                    <a:cubicBezTo>
                      <a:pt x="61" y="32"/>
                      <a:pt x="18" y="19"/>
                      <a:pt x="6" y="15"/>
                    </a:cubicBezTo>
                    <a:cubicBezTo>
                      <a:pt x="4" y="14"/>
                      <a:pt x="3" y="13"/>
                      <a:pt x="2" y="11"/>
                    </a:cubicBezTo>
                    <a:cubicBezTo>
                      <a:pt x="0" y="1"/>
                      <a:pt x="0" y="1"/>
                      <a:pt x="0" y="1"/>
                    </a:cubicBezTo>
                    <a:cubicBezTo>
                      <a:pt x="0" y="1"/>
                      <a:pt x="0" y="0"/>
                      <a:pt x="1" y="0"/>
                    </a:cubicBezTo>
                    <a:cubicBezTo>
                      <a:pt x="1" y="0"/>
                      <a:pt x="2" y="0"/>
                      <a:pt x="2" y="1"/>
                    </a:cubicBezTo>
                    <a:cubicBezTo>
                      <a:pt x="4" y="10"/>
                      <a:pt x="4" y="10"/>
                      <a:pt x="4" y="10"/>
                    </a:cubicBezTo>
                    <a:cubicBezTo>
                      <a:pt x="5" y="12"/>
                      <a:pt x="6" y="13"/>
                      <a:pt x="7" y="13"/>
                    </a:cubicBezTo>
                    <a:cubicBezTo>
                      <a:pt x="18" y="17"/>
                      <a:pt x="62" y="30"/>
                      <a:pt x="67" y="31"/>
                    </a:cubicBezTo>
                    <a:cubicBezTo>
                      <a:pt x="70" y="32"/>
                      <a:pt x="74" y="33"/>
                      <a:pt x="77" y="32"/>
                    </a:cubicBezTo>
                    <a:cubicBezTo>
                      <a:pt x="86" y="30"/>
                      <a:pt x="86" y="30"/>
                      <a:pt x="86" y="30"/>
                    </a:cubicBezTo>
                    <a:cubicBezTo>
                      <a:pt x="87" y="30"/>
                      <a:pt x="87" y="30"/>
                      <a:pt x="87" y="31"/>
                    </a:cubicBezTo>
                    <a:cubicBezTo>
                      <a:pt x="87" y="31"/>
                      <a:pt x="87" y="32"/>
                      <a:pt x="86" y="32"/>
                    </a:cubicBezTo>
                    <a:cubicBezTo>
                      <a:pt x="78" y="34"/>
                      <a:pt x="78" y="34"/>
                      <a:pt x="78" y="34"/>
                    </a:cubicBezTo>
                    <a:cubicBezTo>
                      <a:pt x="76" y="34"/>
                      <a:pt x="75" y="34"/>
                      <a:pt x="73" y="34"/>
                    </a:cubicBezTo>
                    <a:close/>
                  </a:path>
                </a:pathLst>
              </a:custGeom>
              <a:solidFill>
                <a:srgbClr val="DEA6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任意多边形: 形状 63">
                <a:extLst>
                  <a:ext uri="{FF2B5EF4-FFF2-40B4-BE49-F238E27FC236}">
                    <a16:creationId xmlns:a16="http://schemas.microsoft.com/office/drawing/2014/main" id="{BDCF0E82-430D-B28E-A8BB-A3E42F1F3339}"/>
                  </a:ext>
                </a:extLst>
              </p:cNvPr>
              <p:cNvSpPr>
                <a:spLocks/>
              </p:cNvSpPr>
              <p:nvPr userDrawn="1"/>
            </p:nvSpPr>
            <p:spPr bwMode="auto">
              <a:xfrm>
                <a:off x="9236075" y="5799138"/>
                <a:ext cx="409575" cy="85725"/>
              </a:xfrm>
              <a:custGeom>
                <a:avLst/>
                <a:gdLst>
                  <a:gd name="T0" fmla="*/ 150 w 151"/>
                  <a:gd name="T1" fmla="*/ 32 h 32"/>
                  <a:gd name="T2" fmla="*/ 149 w 151"/>
                  <a:gd name="T3" fmla="*/ 32 h 32"/>
                  <a:gd name="T4" fmla="*/ 125 w 151"/>
                  <a:gd name="T5" fmla="*/ 17 h 32"/>
                  <a:gd name="T6" fmla="*/ 27 w 151"/>
                  <a:gd name="T7" fmla="*/ 16 h 32"/>
                  <a:gd name="T8" fmla="*/ 7 w 151"/>
                  <a:gd name="T9" fmla="*/ 8 h 32"/>
                  <a:gd name="T10" fmla="*/ 0 w 151"/>
                  <a:gd name="T11" fmla="*/ 2 h 32"/>
                  <a:gd name="T12" fmla="*/ 0 w 151"/>
                  <a:gd name="T13" fmla="*/ 0 h 32"/>
                  <a:gd name="T14" fmla="*/ 2 w 151"/>
                  <a:gd name="T15" fmla="*/ 0 h 32"/>
                  <a:gd name="T16" fmla="*/ 9 w 151"/>
                  <a:gd name="T17" fmla="*/ 7 h 32"/>
                  <a:gd name="T18" fmla="*/ 27 w 151"/>
                  <a:gd name="T19" fmla="*/ 14 h 32"/>
                  <a:gd name="T20" fmla="*/ 125 w 151"/>
                  <a:gd name="T21" fmla="*/ 15 h 32"/>
                  <a:gd name="T22" fmla="*/ 151 w 151"/>
                  <a:gd name="T23" fmla="*/ 31 h 32"/>
                  <a:gd name="T24" fmla="*/ 151 w 151"/>
                  <a:gd name="T25" fmla="*/ 32 h 32"/>
                  <a:gd name="T26" fmla="*/ 150 w 151"/>
                  <a:gd name="T27"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1" h="32">
                    <a:moveTo>
                      <a:pt x="150" y="32"/>
                    </a:moveTo>
                    <a:cubicBezTo>
                      <a:pt x="150" y="32"/>
                      <a:pt x="150" y="32"/>
                      <a:pt x="149" y="32"/>
                    </a:cubicBezTo>
                    <a:cubicBezTo>
                      <a:pt x="145" y="23"/>
                      <a:pt x="135" y="17"/>
                      <a:pt x="125" y="17"/>
                    </a:cubicBezTo>
                    <a:cubicBezTo>
                      <a:pt x="27" y="16"/>
                      <a:pt x="27" y="16"/>
                      <a:pt x="27" y="16"/>
                    </a:cubicBezTo>
                    <a:cubicBezTo>
                      <a:pt x="20" y="16"/>
                      <a:pt x="13" y="13"/>
                      <a:pt x="7" y="8"/>
                    </a:cubicBezTo>
                    <a:cubicBezTo>
                      <a:pt x="0" y="2"/>
                      <a:pt x="0" y="2"/>
                      <a:pt x="0" y="2"/>
                    </a:cubicBezTo>
                    <a:cubicBezTo>
                      <a:pt x="0" y="1"/>
                      <a:pt x="0" y="1"/>
                      <a:pt x="0" y="0"/>
                    </a:cubicBezTo>
                    <a:cubicBezTo>
                      <a:pt x="1" y="0"/>
                      <a:pt x="1" y="0"/>
                      <a:pt x="2" y="0"/>
                    </a:cubicBezTo>
                    <a:cubicBezTo>
                      <a:pt x="9" y="7"/>
                      <a:pt x="9" y="7"/>
                      <a:pt x="9" y="7"/>
                    </a:cubicBezTo>
                    <a:cubicBezTo>
                      <a:pt x="14" y="11"/>
                      <a:pt x="20" y="14"/>
                      <a:pt x="27" y="14"/>
                    </a:cubicBezTo>
                    <a:cubicBezTo>
                      <a:pt x="125" y="15"/>
                      <a:pt x="125" y="15"/>
                      <a:pt x="125" y="15"/>
                    </a:cubicBezTo>
                    <a:cubicBezTo>
                      <a:pt x="136" y="15"/>
                      <a:pt x="146" y="21"/>
                      <a:pt x="151" y="31"/>
                    </a:cubicBezTo>
                    <a:cubicBezTo>
                      <a:pt x="151" y="31"/>
                      <a:pt x="151" y="32"/>
                      <a:pt x="151" y="32"/>
                    </a:cubicBezTo>
                    <a:cubicBezTo>
                      <a:pt x="151" y="32"/>
                      <a:pt x="150" y="32"/>
                      <a:pt x="150" y="32"/>
                    </a:cubicBezTo>
                    <a:close/>
                  </a:path>
                </a:pathLst>
              </a:custGeom>
              <a:solidFill>
                <a:srgbClr val="DEA65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直接连接符 64">
                <a:extLst>
                  <a:ext uri="{FF2B5EF4-FFF2-40B4-BE49-F238E27FC236}">
                    <a16:creationId xmlns:a16="http://schemas.microsoft.com/office/drawing/2014/main" id="{31A0D6F3-EEC2-5605-59A2-FF521BD3DAFC}"/>
                  </a:ext>
                </a:extLst>
              </p:cNvPr>
              <p:cNvSpPr>
                <a:spLocks noChangeShapeType="1"/>
              </p:cNvSpPr>
              <p:nvPr userDrawn="1"/>
            </p:nvSpPr>
            <p:spPr bwMode="auto">
              <a:xfrm>
                <a:off x="9721850" y="235743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直接连接符 65">
                <a:extLst>
                  <a:ext uri="{FF2B5EF4-FFF2-40B4-BE49-F238E27FC236}">
                    <a16:creationId xmlns:a16="http://schemas.microsoft.com/office/drawing/2014/main" id="{8E2A0A7C-1944-F794-59F5-CF83396E0AEF}"/>
                  </a:ext>
                </a:extLst>
              </p:cNvPr>
              <p:cNvSpPr>
                <a:spLocks noChangeShapeType="1"/>
              </p:cNvSpPr>
              <p:nvPr userDrawn="1"/>
            </p:nvSpPr>
            <p:spPr bwMode="auto">
              <a:xfrm>
                <a:off x="9721850" y="2357438"/>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任意多边形: 形状 66">
                <a:extLst>
                  <a:ext uri="{FF2B5EF4-FFF2-40B4-BE49-F238E27FC236}">
                    <a16:creationId xmlns:a16="http://schemas.microsoft.com/office/drawing/2014/main" id="{6FAA715D-F002-ACBC-C27E-62E8D7FEBFD2}"/>
                  </a:ext>
                </a:extLst>
              </p:cNvPr>
              <p:cNvSpPr>
                <a:spLocks/>
              </p:cNvSpPr>
              <p:nvPr userDrawn="1"/>
            </p:nvSpPr>
            <p:spPr bwMode="auto">
              <a:xfrm>
                <a:off x="9432925" y="2227263"/>
                <a:ext cx="923925" cy="622300"/>
              </a:xfrm>
              <a:custGeom>
                <a:avLst/>
                <a:gdLst>
                  <a:gd name="T0" fmla="*/ 334 w 340"/>
                  <a:gd name="T1" fmla="*/ 229 h 229"/>
                  <a:gd name="T2" fmla="*/ 6 w 340"/>
                  <a:gd name="T3" fmla="*/ 229 h 229"/>
                  <a:gd name="T4" fmla="*/ 0 w 340"/>
                  <a:gd name="T5" fmla="*/ 223 h 229"/>
                  <a:gd name="T6" fmla="*/ 0 w 340"/>
                  <a:gd name="T7" fmla="*/ 7 h 229"/>
                  <a:gd name="T8" fmla="*/ 6 w 340"/>
                  <a:gd name="T9" fmla="*/ 0 h 229"/>
                  <a:gd name="T10" fmla="*/ 334 w 340"/>
                  <a:gd name="T11" fmla="*/ 0 h 229"/>
                  <a:gd name="T12" fmla="*/ 340 w 340"/>
                  <a:gd name="T13" fmla="*/ 7 h 229"/>
                  <a:gd name="T14" fmla="*/ 340 w 340"/>
                  <a:gd name="T15" fmla="*/ 223 h 229"/>
                  <a:gd name="T16" fmla="*/ 334 w 340"/>
                  <a:gd name="T17" fmla="*/ 229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0" h="229">
                    <a:moveTo>
                      <a:pt x="334" y="229"/>
                    </a:moveTo>
                    <a:cubicBezTo>
                      <a:pt x="6" y="229"/>
                      <a:pt x="6" y="229"/>
                      <a:pt x="6" y="229"/>
                    </a:cubicBezTo>
                    <a:cubicBezTo>
                      <a:pt x="3" y="229"/>
                      <a:pt x="0" y="226"/>
                      <a:pt x="0" y="223"/>
                    </a:cubicBezTo>
                    <a:cubicBezTo>
                      <a:pt x="0" y="7"/>
                      <a:pt x="0" y="7"/>
                      <a:pt x="0" y="7"/>
                    </a:cubicBezTo>
                    <a:cubicBezTo>
                      <a:pt x="0" y="3"/>
                      <a:pt x="3" y="0"/>
                      <a:pt x="6" y="0"/>
                    </a:cubicBezTo>
                    <a:cubicBezTo>
                      <a:pt x="334" y="0"/>
                      <a:pt x="334" y="0"/>
                      <a:pt x="334" y="0"/>
                    </a:cubicBezTo>
                    <a:cubicBezTo>
                      <a:pt x="337" y="0"/>
                      <a:pt x="340" y="3"/>
                      <a:pt x="340" y="7"/>
                    </a:cubicBezTo>
                    <a:cubicBezTo>
                      <a:pt x="340" y="223"/>
                      <a:pt x="340" y="223"/>
                      <a:pt x="340" y="223"/>
                    </a:cubicBezTo>
                    <a:cubicBezTo>
                      <a:pt x="340" y="226"/>
                      <a:pt x="337" y="229"/>
                      <a:pt x="334" y="229"/>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任意多边形: 形状 67">
                <a:extLst>
                  <a:ext uri="{FF2B5EF4-FFF2-40B4-BE49-F238E27FC236}">
                    <a16:creationId xmlns:a16="http://schemas.microsoft.com/office/drawing/2014/main" id="{AD9F37AC-37AD-8D01-C4D5-7627ED3528E9}"/>
                  </a:ext>
                </a:extLst>
              </p:cNvPr>
              <p:cNvSpPr>
                <a:spLocks/>
              </p:cNvSpPr>
              <p:nvPr userDrawn="1"/>
            </p:nvSpPr>
            <p:spPr bwMode="auto">
              <a:xfrm>
                <a:off x="9761538" y="2335213"/>
                <a:ext cx="168275" cy="168275"/>
              </a:xfrm>
              <a:custGeom>
                <a:avLst/>
                <a:gdLst>
                  <a:gd name="T0" fmla="*/ 62 w 62"/>
                  <a:gd name="T1" fmla="*/ 62 h 62"/>
                  <a:gd name="T2" fmla="*/ 0 w 62"/>
                  <a:gd name="T3" fmla="*/ 0 h 62"/>
                  <a:gd name="T4" fmla="*/ 0 w 62"/>
                  <a:gd name="T5" fmla="*/ 62 h 62"/>
                  <a:gd name="T6" fmla="*/ 62 w 62"/>
                  <a:gd name="T7" fmla="*/ 62 h 62"/>
                </a:gdLst>
                <a:ahLst/>
                <a:cxnLst>
                  <a:cxn ang="0">
                    <a:pos x="T0" y="T1"/>
                  </a:cxn>
                  <a:cxn ang="0">
                    <a:pos x="T2" y="T3"/>
                  </a:cxn>
                  <a:cxn ang="0">
                    <a:pos x="T4" y="T5"/>
                  </a:cxn>
                  <a:cxn ang="0">
                    <a:pos x="T6" y="T7"/>
                  </a:cxn>
                </a:cxnLst>
                <a:rect l="0" t="0" r="r" b="b"/>
                <a:pathLst>
                  <a:path w="62" h="62">
                    <a:moveTo>
                      <a:pt x="62" y="62"/>
                    </a:moveTo>
                    <a:cubicBezTo>
                      <a:pt x="62" y="28"/>
                      <a:pt x="34" y="0"/>
                      <a:pt x="0" y="0"/>
                    </a:cubicBezTo>
                    <a:cubicBezTo>
                      <a:pt x="0" y="62"/>
                      <a:pt x="0" y="62"/>
                      <a:pt x="0" y="62"/>
                    </a:cubicBezTo>
                    <a:lnTo>
                      <a:pt x="62" y="62"/>
                    </a:lnTo>
                    <a:close/>
                  </a:path>
                </a:pathLst>
              </a:custGeom>
              <a:solidFill>
                <a:srgbClr val="1A58E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9" name="任意多边形: 形状 68">
                <a:extLst>
                  <a:ext uri="{FF2B5EF4-FFF2-40B4-BE49-F238E27FC236}">
                    <a16:creationId xmlns:a16="http://schemas.microsoft.com/office/drawing/2014/main" id="{53ED434A-365A-9584-709F-D633B6D85845}"/>
                  </a:ext>
                </a:extLst>
              </p:cNvPr>
              <p:cNvSpPr>
                <a:spLocks/>
              </p:cNvSpPr>
              <p:nvPr userDrawn="1"/>
            </p:nvSpPr>
            <p:spPr bwMode="auto">
              <a:xfrm>
                <a:off x="9553575" y="2390775"/>
                <a:ext cx="339725" cy="341312"/>
              </a:xfrm>
              <a:custGeom>
                <a:avLst/>
                <a:gdLst>
                  <a:gd name="T0" fmla="*/ 62 w 125"/>
                  <a:gd name="T1" fmla="*/ 0 h 126"/>
                  <a:gd name="T2" fmla="*/ 62 w 125"/>
                  <a:gd name="T3" fmla="*/ 63 h 126"/>
                  <a:gd name="T4" fmla="*/ 125 w 125"/>
                  <a:gd name="T5" fmla="*/ 63 h 126"/>
                  <a:gd name="T6" fmla="*/ 62 w 125"/>
                  <a:gd name="T7" fmla="*/ 126 h 126"/>
                  <a:gd name="T8" fmla="*/ 0 w 125"/>
                  <a:gd name="T9" fmla="*/ 63 h 126"/>
                  <a:gd name="T10" fmla="*/ 62 w 125"/>
                  <a:gd name="T11" fmla="*/ 0 h 126"/>
                </a:gdLst>
                <a:ahLst/>
                <a:cxnLst>
                  <a:cxn ang="0">
                    <a:pos x="T0" y="T1"/>
                  </a:cxn>
                  <a:cxn ang="0">
                    <a:pos x="T2" y="T3"/>
                  </a:cxn>
                  <a:cxn ang="0">
                    <a:pos x="T4" y="T5"/>
                  </a:cxn>
                  <a:cxn ang="0">
                    <a:pos x="T6" y="T7"/>
                  </a:cxn>
                  <a:cxn ang="0">
                    <a:pos x="T8" y="T9"/>
                  </a:cxn>
                  <a:cxn ang="0">
                    <a:pos x="T10" y="T11"/>
                  </a:cxn>
                </a:cxnLst>
                <a:rect l="0" t="0" r="r" b="b"/>
                <a:pathLst>
                  <a:path w="125" h="126">
                    <a:moveTo>
                      <a:pt x="62" y="0"/>
                    </a:moveTo>
                    <a:cubicBezTo>
                      <a:pt x="62" y="63"/>
                      <a:pt x="62" y="63"/>
                      <a:pt x="62" y="63"/>
                    </a:cubicBezTo>
                    <a:cubicBezTo>
                      <a:pt x="125" y="63"/>
                      <a:pt x="125" y="63"/>
                      <a:pt x="125" y="63"/>
                    </a:cubicBezTo>
                    <a:cubicBezTo>
                      <a:pt x="125" y="98"/>
                      <a:pt x="97" y="126"/>
                      <a:pt x="62" y="126"/>
                    </a:cubicBezTo>
                    <a:cubicBezTo>
                      <a:pt x="28" y="126"/>
                      <a:pt x="0" y="98"/>
                      <a:pt x="0" y="63"/>
                    </a:cubicBezTo>
                    <a:cubicBezTo>
                      <a:pt x="0" y="28"/>
                      <a:pt x="28" y="0"/>
                      <a:pt x="62" y="0"/>
                    </a:cubicBezTo>
                  </a:path>
                </a:pathLst>
              </a:custGeom>
              <a:solidFill>
                <a:srgbClr val="F16AB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0" name="矩形 69">
                <a:extLst>
                  <a:ext uri="{FF2B5EF4-FFF2-40B4-BE49-F238E27FC236}">
                    <a16:creationId xmlns:a16="http://schemas.microsoft.com/office/drawing/2014/main" id="{68F62246-AEFA-F966-B4E0-516603B7BBD0}"/>
                  </a:ext>
                </a:extLst>
              </p:cNvPr>
              <p:cNvSpPr>
                <a:spLocks noChangeArrowheads="1"/>
              </p:cNvSpPr>
              <p:nvPr userDrawn="1"/>
            </p:nvSpPr>
            <p:spPr bwMode="auto">
              <a:xfrm>
                <a:off x="10013950" y="2398713"/>
                <a:ext cx="247650" cy="65087"/>
              </a:xfrm>
              <a:prstGeom prst="rect">
                <a:avLst/>
              </a:prstGeom>
              <a:solidFill>
                <a:srgbClr val="DCEA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矩形 70">
                <a:extLst>
                  <a:ext uri="{FF2B5EF4-FFF2-40B4-BE49-F238E27FC236}">
                    <a16:creationId xmlns:a16="http://schemas.microsoft.com/office/drawing/2014/main" id="{53AA6F90-F9C3-FEA4-029A-2F834B554CAF}"/>
                  </a:ext>
                </a:extLst>
              </p:cNvPr>
              <p:cNvSpPr>
                <a:spLocks noChangeArrowheads="1"/>
              </p:cNvSpPr>
              <p:nvPr userDrawn="1"/>
            </p:nvSpPr>
            <p:spPr bwMode="auto">
              <a:xfrm>
                <a:off x="10013950" y="2506663"/>
                <a:ext cx="247650" cy="65087"/>
              </a:xfrm>
              <a:prstGeom prst="rect">
                <a:avLst/>
              </a:prstGeom>
              <a:solidFill>
                <a:srgbClr val="DCEA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矩形 71">
                <a:extLst>
                  <a:ext uri="{FF2B5EF4-FFF2-40B4-BE49-F238E27FC236}">
                    <a16:creationId xmlns:a16="http://schemas.microsoft.com/office/drawing/2014/main" id="{FE8910AE-4A09-E4FB-9F92-B6AFDE832E80}"/>
                  </a:ext>
                </a:extLst>
              </p:cNvPr>
              <p:cNvSpPr>
                <a:spLocks noChangeArrowheads="1"/>
              </p:cNvSpPr>
              <p:nvPr userDrawn="1"/>
            </p:nvSpPr>
            <p:spPr bwMode="auto">
              <a:xfrm>
                <a:off x="10013950" y="2616200"/>
                <a:ext cx="166687" cy="61912"/>
              </a:xfrm>
              <a:prstGeom prst="rect">
                <a:avLst/>
              </a:prstGeom>
              <a:solidFill>
                <a:srgbClr val="DCEA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3" name="矩形 72">
                <a:extLst>
                  <a:ext uri="{FF2B5EF4-FFF2-40B4-BE49-F238E27FC236}">
                    <a16:creationId xmlns:a16="http://schemas.microsoft.com/office/drawing/2014/main" id="{734CEDA7-EAC4-979F-BE17-CE35E483E2B0}"/>
                  </a:ext>
                </a:extLst>
              </p:cNvPr>
              <p:cNvSpPr>
                <a:spLocks noChangeArrowheads="1"/>
              </p:cNvSpPr>
              <p:nvPr userDrawn="1"/>
            </p:nvSpPr>
            <p:spPr bwMode="auto">
              <a:xfrm>
                <a:off x="8885238" y="1651000"/>
                <a:ext cx="608012" cy="255587"/>
              </a:xfrm>
              <a:prstGeom prst="rect">
                <a:avLst/>
              </a:prstGeom>
              <a:solidFill>
                <a:srgbClr val="FDD18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任意多边形: 形状 73">
                <a:extLst>
                  <a:ext uri="{FF2B5EF4-FFF2-40B4-BE49-F238E27FC236}">
                    <a16:creationId xmlns:a16="http://schemas.microsoft.com/office/drawing/2014/main" id="{D055730A-22B5-B1CF-E836-3D3E0D6DDC59}"/>
                  </a:ext>
                </a:extLst>
              </p:cNvPr>
              <p:cNvSpPr>
                <a:spLocks/>
              </p:cNvSpPr>
              <p:nvPr userDrawn="1"/>
            </p:nvSpPr>
            <p:spPr bwMode="auto">
              <a:xfrm>
                <a:off x="8966200" y="1714500"/>
                <a:ext cx="446087" cy="42862"/>
              </a:xfrm>
              <a:custGeom>
                <a:avLst/>
                <a:gdLst>
                  <a:gd name="T0" fmla="*/ 156 w 164"/>
                  <a:gd name="T1" fmla="*/ 16 h 16"/>
                  <a:gd name="T2" fmla="*/ 8 w 164"/>
                  <a:gd name="T3" fmla="*/ 16 h 16"/>
                  <a:gd name="T4" fmla="*/ 0 w 164"/>
                  <a:gd name="T5" fmla="*/ 8 h 16"/>
                  <a:gd name="T6" fmla="*/ 0 w 164"/>
                  <a:gd name="T7" fmla="*/ 8 h 16"/>
                  <a:gd name="T8" fmla="*/ 8 w 164"/>
                  <a:gd name="T9" fmla="*/ 0 h 16"/>
                  <a:gd name="T10" fmla="*/ 156 w 164"/>
                  <a:gd name="T11" fmla="*/ 0 h 16"/>
                  <a:gd name="T12" fmla="*/ 164 w 164"/>
                  <a:gd name="T13" fmla="*/ 8 h 16"/>
                  <a:gd name="T14" fmla="*/ 164 w 164"/>
                  <a:gd name="T15" fmla="*/ 8 h 16"/>
                  <a:gd name="T16" fmla="*/ 156 w 164"/>
                  <a:gd name="T17" fmla="*/ 1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4" h="16">
                    <a:moveTo>
                      <a:pt x="156" y="16"/>
                    </a:moveTo>
                    <a:cubicBezTo>
                      <a:pt x="8" y="16"/>
                      <a:pt x="8" y="16"/>
                      <a:pt x="8" y="16"/>
                    </a:cubicBezTo>
                    <a:cubicBezTo>
                      <a:pt x="3" y="16"/>
                      <a:pt x="0" y="12"/>
                      <a:pt x="0" y="8"/>
                    </a:cubicBezTo>
                    <a:cubicBezTo>
                      <a:pt x="0" y="8"/>
                      <a:pt x="0" y="8"/>
                      <a:pt x="0" y="8"/>
                    </a:cubicBezTo>
                    <a:cubicBezTo>
                      <a:pt x="0" y="4"/>
                      <a:pt x="3" y="0"/>
                      <a:pt x="8" y="0"/>
                    </a:cubicBezTo>
                    <a:cubicBezTo>
                      <a:pt x="156" y="0"/>
                      <a:pt x="156" y="0"/>
                      <a:pt x="156" y="0"/>
                    </a:cubicBezTo>
                    <a:cubicBezTo>
                      <a:pt x="160" y="0"/>
                      <a:pt x="164" y="4"/>
                      <a:pt x="164" y="8"/>
                    </a:cubicBezTo>
                    <a:cubicBezTo>
                      <a:pt x="164" y="8"/>
                      <a:pt x="164" y="8"/>
                      <a:pt x="164" y="8"/>
                    </a:cubicBezTo>
                    <a:cubicBezTo>
                      <a:pt x="164" y="12"/>
                      <a:pt x="160" y="16"/>
                      <a:pt x="156" y="16"/>
                    </a:cubicBezTo>
                    <a:close/>
                  </a:path>
                </a:pathLst>
              </a:custGeom>
              <a:solidFill>
                <a:srgbClr val="FFF0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任意多边形: 形状 74">
                <a:extLst>
                  <a:ext uri="{FF2B5EF4-FFF2-40B4-BE49-F238E27FC236}">
                    <a16:creationId xmlns:a16="http://schemas.microsoft.com/office/drawing/2014/main" id="{412C3860-FBEF-E6DA-268F-943A54A04F10}"/>
                  </a:ext>
                </a:extLst>
              </p:cNvPr>
              <p:cNvSpPr>
                <a:spLocks/>
              </p:cNvSpPr>
              <p:nvPr userDrawn="1"/>
            </p:nvSpPr>
            <p:spPr bwMode="auto">
              <a:xfrm>
                <a:off x="8966200" y="1800225"/>
                <a:ext cx="328612" cy="41275"/>
              </a:xfrm>
              <a:custGeom>
                <a:avLst/>
                <a:gdLst>
                  <a:gd name="T0" fmla="*/ 114 w 121"/>
                  <a:gd name="T1" fmla="*/ 15 h 15"/>
                  <a:gd name="T2" fmla="*/ 7 w 121"/>
                  <a:gd name="T3" fmla="*/ 15 h 15"/>
                  <a:gd name="T4" fmla="*/ 0 w 121"/>
                  <a:gd name="T5" fmla="*/ 9 h 15"/>
                  <a:gd name="T6" fmla="*/ 0 w 121"/>
                  <a:gd name="T7" fmla="*/ 6 h 15"/>
                  <a:gd name="T8" fmla="*/ 7 w 121"/>
                  <a:gd name="T9" fmla="*/ 0 h 15"/>
                  <a:gd name="T10" fmla="*/ 114 w 121"/>
                  <a:gd name="T11" fmla="*/ 0 h 15"/>
                  <a:gd name="T12" fmla="*/ 121 w 121"/>
                  <a:gd name="T13" fmla="*/ 6 h 15"/>
                  <a:gd name="T14" fmla="*/ 121 w 121"/>
                  <a:gd name="T15" fmla="*/ 9 h 15"/>
                  <a:gd name="T16" fmla="*/ 114 w 121"/>
                  <a:gd name="T17"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1" h="15">
                    <a:moveTo>
                      <a:pt x="114" y="15"/>
                    </a:moveTo>
                    <a:cubicBezTo>
                      <a:pt x="7" y="15"/>
                      <a:pt x="7" y="15"/>
                      <a:pt x="7" y="15"/>
                    </a:cubicBezTo>
                    <a:cubicBezTo>
                      <a:pt x="3" y="15"/>
                      <a:pt x="0" y="12"/>
                      <a:pt x="0" y="9"/>
                    </a:cubicBezTo>
                    <a:cubicBezTo>
                      <a:pt x="0" y="6"/>
                      <a:pt x="0" y="6"/>
                      <a:pt x="0" y="6"/>
                    </a:cubicBezTo>
                    <a:cubicBezTo>
                      <a:pt x="0" y="3"/>
                      <a:pt x="3" y="0"/>
                      <a:pt x="7" y="0"/>
                    </a:cubicBezTo>
                    <a:cubicBezTo>
                      <a:pt x="114" y="0"/>
                      <a:pt x="114" y="0"/>
                      <a:pt x="114" y="0"/>
                    </a:cubicBezTo>
                    <a:cubicBezTo>
                      <a:pt x="118" y="0"/>
                      <a:pt x="121" y="3"/>
                      <a:pt x="121" y="6"/>
                    </a:cubicBezTo>
                    <a:cubicBezTo>
                      <a:pt x="121" y="9"/>
                      <a:pt x="121" y="9"/>
                      <a:pt x="121" y="9"/>
                    </a:cubicBezTo>
                    <a:cubicBezTo>
                      <a:pt x="121" y="12"/>
                      <a:pt x="118" y="15"/>
                      <a:pt x="114" y="15"/>
                    </a:cubicBezTo>
                    <a:close/>
                  </a:path>
                </a:pathLst>
              </a:custGeom>
              <a:solidFill>
                <a:srgbClr val="FFF0D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矩形 75">
                <a:extLst>
                  <a:ext uri="{FF2B5EF4-FFF2-40B4-BE49-F238E27FC236}">
                    <a16:creationId xmlns:a16="http://schemas.microsoft.com/office/drawing/2014/main" id="{9C621B34-721E-174A-F020-C69757A0DF16}"/>
                  </a:ext>
                </a:extLst>
              </p:cNvPr>
              <p:cNvSpPr>
                <a:spLocks noChangeArrowheads="1"/>
              </p:cNvSpPr>
              <p:nvPr userDrawn="1"/>
            </p:nvSpPr>
            <p:spPr bwMode="auto">
              <a:xfrm>
                <a:off x="10242550" y="1298575"/>
                <a:ext cx="461962" cy="608012"/>
              </a:xfrm>
              <a:prstGeom prst="rect">
                <a:avLst/>
              </a:prstGeom>
              <a:solidFill>
                <a:srgbClr val="3E7A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7" name="椭圆 76">
                <a:extLst>
                  <a:ext uri="{FF2B5EF4-FFF2-40B4-BE49-F238E27FC236}">
                    <a16:creationId xmlns:a16="http://schemas.microsoft.com/office/drawing/2014/main" id="{29DE9EDD-419D-9C67-FE27-A75B24923179}"/>
                  </a:ext>
                </a:extLst>
              </p:cNvPr>
              <p:cNvSpPr>
                <a:spLocks noChangeArrowheads="1"/>
              </p:cNvSpPr>
              <p:nvPr userDrawn="1"/>
            </p:nvSpPr>
            <p:spPr bwMode="auto">
              <a:xfrm>
                <a:off x="10644188" y="2273300"/>
                <a:ext cx="263525" cy="263525"/>
              </a:xfrm>
              <a:prstGeom prst="ellipse">
                <a:avLst/>
              </a:prstGeom>
              <a:solidFill>
                <a:srgbClr val="8BB2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8" name="任意多边形: 形状 77">
                <a:extLst>
                  <a:ext uri="{FF2B5EF4-FFF2-40B4-BE49-F238E27FC236}">
                    <a16:creationId xmlns:a16="http://schemas.microsoft.com/office/drawing/2014/main" id="{ABFDFA9D-149B-0619-70CF-5991AADC8281}"/>
                  </a:ext>
                </a:extLst>
              </p:cNvPr>
              <p:cNvSpPr>
                <a:spLocks/>
              </p:cNvSpPr>
              <p:nvPr userDrawn="1"/>
            </p:nvSpPr>
            <p:spPr bwMode="auto">
              <a:xfrm>
                <a:off x="10685463" y="2346325"/>
                <a:ext cx="182562" cy="114300"/>
              </a:xfrm>
              <a:custGeom>
                <a:avLst/>
                <a:gdLst>
                  <a:gd name="T0" fmla="*/ 24 w 67"/>
                  <a:gd name="T1" fmla="*/ 42 h 42"/>
                  <a:gd name="T2" fmla="*/ 19 w 67"/>
                  <a:gd name="T3" fmla="*/ 41 h 42"/>
                  <a:gd name="T4" fmla="*/ 2 w 67"/>
                  <a:gd name="T5" fmla="*/ 29 h 42"/>
                  <a:gd name="T6" fmla="*/ 1 w 67"/>
                  <a:gd name="T7" fmla="*/ 26 h 42"/>
                  <a:gd name="T8" fmla="*/ 4 w 67"/>
                  <a:gd name="T9" fmla="*/ 26 h 42"/>
                  <a:gd name="T10" fmla="*/ 21 w 67"/>
                  <a:gd name="T11" fmla="*/ 37 h 42"/>
                  <a:gd name="T12" fmla="*/ 28 w 67"/>
                  <a:gd name="T13" fmla="*/ 37 h 42"/>
                  <a:gd name="T14" fmla="*/ 64 w 67"/>
                  <a:gd name="T15" fmla="*/ 0 h 42"/>
                  <a:gd name="T16" fmla="*/ 67 w 67"/>
                  <a:gd name="T17" fmla="*/ 0 h 42"/>
                  <a:gd name="T18" fmla="*/ 67 w 67"/>
                  <a:gd name="T19" fmla="*/ 3 h 42"/>
                  <a:gd name="T20" fmla="*/ 31 w 67"/>
                  <a:gd name="T21" fmla="*/ 40 h 42"/>
                  <a:gd name="T22" fmla="*/ 24 w 67"/>
                  <a:gd name="T23"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 h="42">
                    <a:moveTo>
                      <a:pt x="24" y="42"/>
                    </a:moveTo>
                    <a:cubicBezTo>
                      <a:pt x="23" y="42"/>
                      <a:pt x="21" y="42"/>
                      <a:pt x="19" y="41"/>
                    </a:cubicBezTo>
                    <a:cubicBezTo>
                      <a:pt x="2" y="29"/>
                      <a:pt x="2" y="29"/>
                      <a:pt x="2" y="29"/>
                    </a:cubicBezTo>
                    <a:cubicBezTo>
                      <a:pt x="1" y="29"/>
                      <a:pt x="0" y="27"/>
                      <a:pt x="1" y="26"/>
                    </a:cubicBezTo>
                    <a:cubicBezTo>
                      <a:pt x="2" y="26"/>
                      <a:pt x="3" y="25"/>
                      <a:pt x="4" y="26"/>
                    </a:cubicBezTo>
                    <a:cubicBezTo>
                      <a:pt x="21" y="37"/>
                      <a:pt x="21" y="37"/>
                      <a:pt x="21" y="37"/>
                    </a:cubicBezTo>
                    <a:cubicBezTo>
                      <a:pt x="24" y="39"/>
                      <a:pt x="26" y="39"/>
                      <a:pt x="28" y="37"/>
                    </a:cubicBezTo>
                    <a:cubicBezTo>
                      <a:pt x="64" y="0"/>
                      <a:pt x="64" y="0"/>
                      <a:pt x="64" y="0"/>
                    </a:cubicBezTo>
                    <a:cubicBezTo>
                      <a:pt x="65" y="0"/>
                      <a:pt x="66" y="0"/>
                      <a:pt x="67" y="0"/>
                    </a:cubicBezTo>
                    <a:cubicBezTo>
                      <a:pt x="67" y="1"/>
                      <a:pt x="67" y="2"/>
                      <a:pt x="67" y="3"/>
                    </a:cubicBezTo>
                    <a:cubicBezTo>
                      <a:pt x="31" y="40"/>
                      <a:pt x="31" y="40"/>
                      <a:pt x="31" y="40"/>
                    </a:cubicBezTo>
                    <a:cubicBezTo>
                      <a:pt x="29" y="41"/>
                      <a:pt x="27" y="42"/>
                      <a:pt x="24" y="42"/>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9" name="椭圆 78">
                <a:extLst>
                  <a:ext uri="{FF2B5EF4-FFF2-40B4-BE49-F238E27FC236}">
                    <a16:creationId xmlns:a16="http://schemas.microsoft.com/office/drawing/2014/main" id="{1B635283-AFF2-6F52-6465-5AE0552AEB76}"/>
                  </a:ext>
                </a:extLst>
              </p:cNvPr>
              <p:cNvSpPr>
                <a:spLocks noChangeArrowheads="1"/>
              </p:cNvSpPr>
              <p:nvPr userDrawn="1"/>
            </p:nvSpPr>
            <p:spPr bwMode="auto">
              <a:xfrm>
                <a:off x="7108825" y="1252538"/>
                <a:ext cx="263525" cy="263525"/>
              </a:xfrm>
              <a:prstGeom prst="ellipse">
                <a:avLst/>
              </a:prstGeom>
              <a:solidFill>
                <a:srgbClr val="8BB2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0" name="任意多边形: 形状 79">
                <a:extLst>
                  <a:ext uri="{FF2B5EF4-FFF2-40B4-BE49-F238E27FC236}">
                    <a16:creationId xmlns:a16="http://schemas.microsoft.com/office/drawing/2014/main" id="{41FA3DDE-4F4D-67A5-9DB0-B3B2EA2C9E94}"/>
                  </a:ext>
                </a:extLst>
              </p:cNvPr>
              <p:cNvSpPr>
                <a:spLocks/>
              </p:cNvSpPr>
              <p:nvPr userDrawn="1"/>
            </p:nvSpPr>
            <p:spPr bwMode="auto">
              <a:xfrm>
                <a:off x="7150100" y="1325563"/>
                <a:ext cx="182562" cy="115887"/>
              </a:xfrm>
              <a:custGeom>
                <a:avLst/>
                <a:gdLst>
                  <a:gd name="T0" fmla="*/ 24 w 67"/>
                  <a:gd name="T1" fmla="*/ 43 h 43"/>
                  <a:gd name="T2" fmla="*/ 18 w 67"/>
                  <a:gd name="T3" fmla="*/ 42 h 43"/>
                  <a:gd name="T4" fmla="*/ 1 w 67"/>
                  <a:gd name="T5" fmla="*/ 30 h 43"/>
                  <a:gd name="T6" fmla="*/ 0 w 67"/>
                  <a:gd name="T7" fmla="*/ 27 h 43"/>
                  <a:gd name="T8" fmla="*/ 3 w 67"/>
                  <a:gd name="T9" fmla="*/ 27 h 43"/>
                  <a:gd name="T10" fmla="*/ 21 w 67"/>
                  <a:gd name="T11" fmla="*/ 38 h 43"/>
                  <a:gd name="T12" fmla="*/ 27 w 67"/>
                  <a:gd name="T13" fmla="*/ 38 h 43"/>
                  <a:gd name="T14" fmla="*/ 63 w 67"/>
                  <a:gd name="T15" fmla="*/ 1 h 43"/>
                  <a:gd name="T16" fmla="*/ 66 w 67"/>
                  <a:gd name="T17" fmla="*/ 1 h 43"/>
                  <a:gd name="T18" fmla="*/ 66 w 67"/>
                  <a:gd name="T19" fmla="*/ 4 h 43"/>
                  <a:gd name="T20" fmla="*/ 30 w 67"/>
                  <a:gd name="T21" fmla="*/ 40 h 43"/>
                  <a:gd name="T22" fmla="*/ 24 w 67"/>
                  <a:gd name="T23"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7" h="43">
                    <a:moveTo>
                      <a:pt x="24" y="43"/>
                    </a:moveTo>
                    <a:cubicBezTo>
                      <a:pt x="22" y="43"/>
                      <a:pt x="20" y="43"/>
                      <a:pt x="18" y="42"/>
                    </a:cubicBezTo>
                    <a:cubicBezTo>
                      <a:pt x="1" y="30"/>
                      <a:pt x="1" y="30"/>
                      <a:pt x="1" y="30"/>
                    </a:cubicBezTo>
                    <a:cubicBezTo>
                      <a:pt x="0" y="30"/>
                      <a:pt x="0" y="28"/>
                      <a:pt x="0" y="27"/>
                    </a:cubicBezTo>
                    <a:cubicBezTo>
                      <a:pt x="1" y="26"/>
                      <a:pt x="2" y="26"/>
                      <a:pt x="3" y="27"/>
                    </a:cubicBezTo>
                    <a:cubicBezTo>
                      <a:pt x="21" y="38"/>
                      <a:pt x="21" y="38"/>
                      <a:pt x="21" y="38"/>
                    </a:cubicBezTo>
                    <a:cubicBezTo>
                      <a:pt x="23" y="40"/>
                      <a:pt x="26" y="39"/>
                      <a:pt x="27" y="38"/>
                    </a:cubicBezTo>
                    <a:cubicBezTo>
                      <a:pt x="63" y="1"/>
                      <a:pt x="63" y="1"/>
                      <a:pt x="63" y="1"/>
                    </a:cubicBezTo>
                    <a:cubicBezTo>
                      <a:pt x="64" y="0"/>
                      <a:pt x="65" y="0"/>
                      <a:pt x="66" y="1"/>
                    </a:cubicBezTo>
                    <a:cubicBezTo>
                      <a:pt x="67" y="2"/>
                      <a:pt x="67" y="3"/>
                      <a:pt x="66" y="4"/>
                    </a:cubicBezTo>
                    <a:cubicBezTo>
                      <a:pt x="30" y="40"/>
                      <a:pt x="30" y="40"/>
                      <a:pt x="30" y="40"/>
                    </a:cubicBezTo>
                    <a:cubicBezTo>
                      <a:pt x="28" y="42"/>
                      <a:pt x="26" y="43"/>
                      <a:pt x="24" y="43"/>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1" name="任意多边形: 形状 80">
                <a:extLst>
                  <a:ext uri="{FF2B5EF4-FFF2-40B4-BE49-F238E27FC236}">
                    <a16:creationId xmlns:a16="http://schemas.microsoft.com/office/drawing/2014/main" id="{8E0B7064-06A1-4013-2ECF-BCF1F713903A}"/>
                  </a:ext>
                </a:extLst>
              </p:cNvPr>
              <p:cNvSpPr>
                <a:spLocks noEditPoints="1"/>
              </p:cNvSpPr>
              <p:nvPr userDrawn="1"/>
            </p:nvSpPr>
            <p:spPr bwMode="auto">
              <a:xfrm>
                <a:off x="10174288" y="2862263"/>
                <a:ext cx="579437" cy="1000125"/>
              </a:xfrm>
              <a:custGeom>
                <a:avLst/>
                <a:gdLst>
                  <a:gd name="T0" fmla="*/ 154 w 213"/>
                  <a:gd name="T1" fmla="*/ 366 h 368"/>
                  <a:gd name="T2" fmla="*/ 174 w 213"/>
                  <a:gd name="T3" fmla="*/ 366 h 368"/>
                  <a:gd name="T4" fmla="*/ 124 w 213"/>
                  <a:gd name="T5" fmla="*/ 368 h 368"/>
                  <a:gd name="T6" fmla="*/ 140 w 213"/>
                  <a:gd name="T7" fmla="*/ 364 h 368"/>
                  <a:gd name="T8" fmla="*/ 188 w 213"/>
                  <a:gd name="T9" fmla="*/ 367 h 368"/>
                  <a:gd name="T10" fmla="*/ 201 w 213"/>
                  <a:gd name="T11" fmla="*/ 357 h 368"/>
                  <a:gd name="T12" fmla="*/ 188 w 213"/>
                  <a:gd name="T13" fmla="*/ 367 h 368"/>
                  <a:gd name="T14" fmla="*/ 210 w 213"/>
                  <a:gd name="T15" fmla="*/ 347 h 368"/>
                  <a:gd name="T16" fmla="*/ 209 w 213"/>
                  <a:gd name="T17" fmla="*/ 329 h 368"/>
                  <a:gd name="T18" fmla="*/ 213 w 213"/>
                  <a:gd name="T19" fmla="*/ 338 h 368"/>
                  <a:gd name="T20" fmla="*/ 211 w 213"/>
                  <a:gd name="T21" fmla="*/ 315 h 368"/>
                  <a:gd name="T22" fmla="*/ 211 w 213"/>
                  <a:gd name="T23" fmla="*/ 295 h 368"/>
                  <a:gd name="T24" fmla="*/ 211 w 213"/>
                  <a:gd name="T25" fmla="*/ 315 h 368"/>
                  <a:gd name="T26" fmla="*/ 209 w 213"/>
                  <a:gd name="T27" fmla="*/ 265 h 368"/>
                  <a:gd name="T28" fmla="*/ 213 w 213"/>
                  <a:gd name="T29" fmla="*/ 281 h 368"/>
                  <a:gd name="T30" fmla="*/ 209 w 213"/>
                  <a:gd name="T31" fmla="*/ 249 h 368"/>
                  <a:gd name="T32" fmla="*/ 213 w 213"/>
                  <a:gd name="T33" fmla="*/ 233 h 368"/>
                  <a:gd name="T34" fmla="*/ 211 w 213"/>
                  <a:gd name="T35" fmla="*/ 219 h 368"/>
                  <a:gd name="T36" fmla="*/ 211 w 213"/>
                  <a:gd name="T37" fmla="*/ 199 h 368"/>
                  <a:gd name="T38" fmla="*/ 211 w 213"/>
                  <a:gd name="T39" fmla="*/ 219 h 368"/>
                  <a:gd name="T40" fmla="*/ 209 w 213"/>
                  <a:gd name="T41" fmla="*/ 169 h 368"/>
                  <a:gd name="T42" fmla="*/ 213 w 213"/>
                  <a:gd name="T43" fmla="*/ 185 h 368"/>
                  <a:gd name="T44" fmla="*/ 209 w 213"/>
                  <a:gd name="T45" fmla="*/ 153 h 368"/>
                  <a:gd name="T46" fmla="*/ 213 w 213"/>
                  <a:gd name="T47" fmla="*/ 137 h 368"/>
                  <a:gd name="T48" fmla="*/ 211 w 213"/>
                  <a:gd name="T49" fmla="*/ 123 h 368"/>
                  <a:gd name="T50" fmla="*/ 208 w 213"/>
                  <a:gd name="T51" fmla="*/ 105 h 368"/>
                  <a:gd name="T52" fmla="*/ 213 w 213"/>
                  <a:gd name="T53" fmla="*/ 112 h 368"/>
                  <a:gd name="T54" fmla="*/ 202 w 213"/>
                  <a:gd name="T55" fmla="*/ 93 h 368"/>
                  <a:gd name="T56" fmla="*/ 186 w 213"/>
                  <a:gd name="T57" fmla="*/ 84 h 368"/>
                  <a:gd name="T58" fmla="*/ 203 w 213"/>
                  <a:gd name="T59" fmla="*/ 93 h 368"/>
                  <a:gd name="T60" fmla="*/ 27 w 213"/>
                  <a:gd name="T61" fmla="*/ 86 h 368"/>
                  <a:gd name="T62" fmla="*/ 30 w 213"/>
                  <a:gd name="T63" fmla="*/ 82 h 368"/>
                  <a:gd name="T64" fmla="*/ 44 w 213"/>
                  <a:gd name="T65" fmla="*/ 86 h 368"/>
                  <a:gd name="T66" fmla="*/ 172 w 213"/>
                  <a:gd name="T67" fmla="*/ 86 h 368"/>
                  <a:gd name="T68" fmla="*/ 156 w 213"/>
                  <a:gd name="T69" fmla="*/ 82 h 368"/>
                  <a:gd name="T70" fmla="*/ 172 w 213"/>
                  <a:gd name="T71" fmla="*/ 86 h 368"/>
                  <a:gd name="T72" fmla="*/ 122 w 213"/>
                  <a:gd name="T73" fmla="*/ 84 h 368"/>
                  <a:gd name="T74" fmla="*/ 142 w 213"/>
                  <a:gd name="T75" fmla="*/ 84 h 368"/>
                  <a:gd name="T76" fmla="*/ 92 w 213"/>
                  <a:gd name="T77" fmla="*/ 86 h 368"/>
                  <a:gd name="T78" fmla="*/ 108 w 213"/>
                  <a:gd name="T79" fmla="*/ 82 h 368"/>
                  <a:gd name="T80" fmla="*/ 76 w 213"/>
                  <a:gd name="T81" fmla="*/ 86 h 368"/>
                  <a:gd name="T82" fmla="*/ 60 w 213"/>
                  <a:gd name="T83" fmla="*/ 82 h 368"/>
                  <a:gd name="T84" fmla="*/ 76 w 213"/>
                  <a:gd name="T85" fmla="*/ 86 h 368"/>
                  <a:gd name="T86" fmla="*/ 2 w 213"/>
                  <a:gd name="T87" fmla="*/ 66 h 368"/>
                  <a:gd name="T88" fmla="*/ 14 w 213"/>
                  <a:gd name="T89" fmla="*/ 77 h 368"/>
                  <a:gd name="T90" fmla="*/ 2 w 213"/>
                  <a:gd name="T91" fmla="*/ 52 h 368"/>
                  <a:gd name="T92" fmla="*/ 2 w 213"/>
                  <a:gd name="T93" fmla="*/ 32 h 368"/>
                  <a:gd name="T94" fmla="*/ 2 w 213"/>
                  <a:gd name="T95" fmla="*/ 52 h 368"/>
                  <a:gd name="T96" fmla="*/ 0 w 213"/>
                  <a:gd name="T97" fmla="*/ 2 h 368"/>
                  <a:gd name="T98" fmla="*/ 4 w 213"/>
                  <a:gd name="T99" fmla="*/ 18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13" h="368">
                    <a:moveTo>
                      <a:pt x="172" y="368"/>
                    </a:moveTo>
                    <a:cubicBezTo>
                      <a:pt x="156" y="368"/>
                      <a:pt x="156" y="368"/>
                      <a:pt x="156" y="368"/>
                    </a:cubicBezTo>
                    <a:cubicBezTo>
                      <a:pt x="155" y="368"/>
                      <a:pt x="154" y="367"/>
                      <a:pt x="154" y="366"/>
                    </a:cubicBezTo>
                    <a:cubicBezTo>
                      <a:pt x="154" y="365"/>
                      <a:pt x="155" y="364"/>
                      <a:pt x="156" y="364"/>
                    </a:cubicBezTo>
                    <a:cubicBezTo>
                      <a:pt x="172" y="364"/>
                      <a:pt x="172" y="364"/>
                      <a:pt x="172" y="364"/>
                    </a:cubicBezTo>
                    <a:cubicBezTo>
                      <a:pt x="173" y="364"/>
                      <a:pt x="174" y="365"/>
                      <a:pt x="174" y="366"/>
                    </a:cubicBezTo>
                    <a:cubicBezTo>
                      <a:pt x="174" y="367"/>
                      <a:pt x="173" y="368"/>
                      <a:pt x="172" y="368"/>
                    </a:cubicBezTo>
                    <a:close/>
                    <a:moveTo>
                      <a:pt x="140" y="368"/>
                    </a:moveTo>
                    <a:cubicBezTo>
                      <a:pt x="124" y="368"/>
                      <a:pt x="124" y="368"/>
                      <a:pt x="124" y="368"/>
                    </a:cubicBezTo>
                    <a:cubicBezTo>
                      <a:pt x="123" y="368"/>
                      <a:pt x="122" y="367"/>
                      <a:pt x="122" y="366"/>
                    </a:cubicBezTo>
                    <a:cubicBezTo>
                      <a:pt x="122" y="365"/>
                      <a:pt x="123" y="364"/>
                      <a:pt x="124" y="364"/>
                    </a:cubicBezTo>
                    <a:cubicBezTo>
                      <a:pt x="140" y="364"/>
                      <a:pt x="140" y="364"/>
                      <a:pt x="140" y="364"/>
                    </a:cubicBezTo>
                    <a:cubicBezTo>
                      <a:pt x="141" y="364"/>
                      <a:pt x="142" y="365"/>
                      <a:pt x="142" y="366"/>
                    </a:cubicBezTo>
                    <a:cubicBezTo>
                      <a:pt x="142" y="367"/>
                      <a:pt x="141" y="368"/>
                      <a:pt x="140" y="368"/>
                    </a:cubicBezTo>
                    <a:close/>
                    <a:moveTo>
                      <a:pt x="188" y="367"/>
                    </a:moveTo>
                    <a:cubicBezTo>
                      <a:pt x="187" y="367"/>
                      <a:pt x="186" y="367"/>
                      <a:pt x="186" y="366"/>
                    </a:cubicBezTo>
                    <a:cubicBezTo>
                      <a:pt x="186" y="365"/>
                      <a:pt x="187" y="364"/>
                      <a:pt x="188" y="363"/>
                    </a:cubicBezTo>
                    <a:cubicBezTo>
                      <a:pt x="193" y="362"/>
                      <a:pt x="197" y="360"/>
                      <a:pt x="201" y="357"/>
                    </a:cubicBezTo>
                    <a:cubicBezTo>
                      <a:pt x="202" y="356"/>
                      <a:pt x="203" y="356"/>
                      <a:pt x="204" y="357"/>
                    </a:cubicBezTo>
                    <a:cubicBezTo>
                      <a:pt x="204" y="358"/>
                      <a:pt x="204" y="359"/>
                      <a:pt x="203" y="360"/>
                    </a:cubicBezTo>
                    <a:cubicBezTo>
                      <a:pt x="199" y="364"/>
                      <a:pt x="194" y="366"/>
                      <a:pt x="188" y="367"/>
                    </a:cubicBezTo>
                    <a:cubicBezTo>
                      <a:pt x="188" y="367"/>
                      <a:pt x="188" y="367"/>
                      <a:pt x="188" y="367"/>
                    </a:cubicBezTo>
                    <a:close/>
                    <a:moveTo>
                      <a:pt x="210" y="347"/>
                    </a:moveTo>
                    <a:cubicBezTo>
                      <a:pt x="210" y="347"/>
                      <a:pt x="210" y="347"/>
                      <a:pt x="210" y="347"/>
                    </a:cubicBezTo>
                    <a:cubicBezTo>
                      <a:pt x="209" y="346"/>
                      <a:pt x="208" y="345"/>
                      <a:pt x="208" y="344"/>
                    </a:cubicBezTo>
                    <a:cubicBezTo>
                      <a:pt x="209" y="342"/>
                      <a:pt x="209" y="340"/>
                      <a:pt x="209" y="338"/>
                    </a:cubicBezTo>
                    <a:cubicBezTo>
                      <a:pt x="209" y="329"/>
                      <a:pt x="209" y="329"/>
                      <a:pt x="209" y="329"/>
                    </a:cubicBezTo>
                    <a:cubicBezTo>
                      <a:pt x="209" y="328"/>
                      <a:pt x="210" y="327"/>
                      <a:pt x="211" y="327"/>
                    </a:cubicBezTo>
                    <a:cubicBezTo>
                      <a:pt x="212" y="327"/>
                      <a:pt x="213" y="328"/>
                      <a:pt x="213" y="329"/>
                    </a:cubicBezTo>
                    <a:cubicBezTo>
                      <a:pt x="213" y="338"/>
                      <a:pt x="213" y="338"/>
                      <a:pt x="213" y="338"/>
                    </a:cubicBezTo>
                    <a:cubicBezTo>
                      <a:pt x="213" y="340"/>
                      <a:pt x="213" y="343"/>
                      <a:pt x="212" y="345"/>
                    </a:cubicBezTo>
                    <a:cubicBezTo>
                      <a:pt x="212" y="346"/>
                      <a:pt x="211" y="347"/>
                      <a:pt x="210" y="347"/>
                    </a:cubicBezTo>
                    <a:close/>
                    <a:moveTo>
                      <a:pt x="211" y="315"/>
                    </a:moveTo>
                    <a:cubicBezTo>
                      <a:pt x="210" y="315"/>
                      <a:pt x="209" y="314"/>
                      <a:pt x="209" y="313"/>
                    </a:cubicBezTo>
                    <a:cubicBezTo>
                      <a:pt x="209" y="297"/>
                      <a:pt x="209" y="297"/>
                      <a:pt x="209" y="297"/>
                    </a:cubicBezTo>
                    <a:cubicBezTo>
                      <a:pt x="209" y="296"/>
                      <a:pt x="210" y="295"/>
                      <a:pt x="211" y="295"/>
                    </a:cubicBezTo>
                    <a:cubicBezTo>
                      <a:pt x="212" y="295"/>
                      <a:pt x="213" y="296"/>
                      <a:pt x="213" y="297"/>
                    </a:cubicBezTo>
                    <a:cubicBezTo>
                      <a:pt x="213" y="313"/>
                      <a:pt x="213" y="313"/>
                      <a:pt x="213" y="313"/>
                    </a:cubicBezTo>
                    <a:cubicBezTo>
                      <a:pt x="213" y="314"/>
                      <a:pt x="212" y="315"/>
                      <a:pt x="211" y="315"/>
                    </a:cubicBezTo>
                    <a:close/>
                    <a:moveTo>
                      <a:pt x="211" y="283"/>
                    </a:moveTo>
                    <a:cubicBezTo>
                      <a:pt x="210" y="283"/>
                      <a:pt x="209" y="282"/>
                      <a:pt x="209" y="281"/>
                    </a:cubicBezTo>
                    <a:cubicBezTo>
                      <a:pt x="209" y="265"/>
                      <a:pt x="209" y="265"/>
                      <a:pt x="209" y="265"/>
                    </a:cubicBezTo>
                    <a:cubicBezTo>
                      <a:pt x="209" y="264"/>
                      <a:pt x="210" y="263"/>
                      <a:pt x="211" y="263"/>
                    </a:cubicBezTo>
                    <a:cubicBezTo>
                      <a:pt x="212" y="263"/>
                      <a:pt x="213" y="264"/>
                      <a:pt x="213" y="265"/>
                    </a:cubicBezTo>
                    <a:cubicBezTo>
                      <a:pt x="213" y="281"/>
                      <a:pt x="213" y="281"/>
                      <a:pt x="213" y="281"/>
                    </a:cubicBezTo>
                    <a:cubicBezTo>
                      <a:pt x="213" y="282"/>
                      <a:pt x="212" y="283"/>
                      <a:pt x="211" y="283"/>
                    </a:cubicBezTo>
                    <a:close/>
                    <a:moveTo>
                      <a:pt x="211" y="251"/>
                    </a:moveTo>
                    <a:cubicBezTo>
                      <a:pt x="210" y="251"/>
                      <a:pt x="209" y="250"/>
                      <a:pt x="209" y="249"/>
                    </a:cubicBezTo>
                    <a:cubicBezTo>
                      <a:pt x="209" y="233"/>
                      <a:pt x="209" y="233"/>
                      <a:pt x="209" y="233"/>
                    </a:cubicBezTo>
                    <a:cubicBezTo>
                      <a:pt x="209" y="232"/>
                      <a:pt x="210" y="231"/>
                      <a:pt x="211" y="231"/>
                    </a:cubicBezTo>
                    <a:cubicBezTo>
                      <a:pt x="212" y="231"/>
                      <a:pt x="213" y="232"/>
                      <a:pt x="213" y="233"/>
                    </a:cubicBezTo>
                    <a:cubicBezTo>
                      <a:pt x="213" y="249"/>
                      <a:pt x="213" y="249"/>
                      <a:pt x="213" y="249"/>
                    </a:cubicBezTo>
                    <a:cubicBezTo>
                      <a:pt x="213" y="250"/>
                      <a:pt x="212" y="251"/>
                      <a:pt x="211" y="251"/>
                    </a:cubicBezTo>
                    <a:close/>
                    <a:moveTo>
                      <a:pt x="211" y="219"/>
                    </a:moveTo>
                    <a:cubicBezTo>
                      <a:pt x="210" y="219"/>
                      <a:pt x="209" y="218"/>
                      <a:pt x="209" y="217"/>
                    </a:cubicBezTo>
                    <a:cubicBezTo>
                      <a:pt x="209" y="201"/>
                      <a:pt x="209" y="201"/>
                      <a:pt x="209" y="201"/>
                    </a:cubicBezTo>
                    <a:cubicBezTo>
                      <a:pt x="209" y="200"/>
                      <a:pt x="210" y="199"/>
                      <a:pt x="211" y="199"/>
                    </a:cubicBezTo>
                    <a:cubicBezTo>
                      <a:pt x="212" y="199"/>
                      <a:pt x="213" y="200"/>
                      <a:pt x="213" y="201"/>
                    </a:cubicBezTo>
                    <a:cubicBezTo>
                      <a:pt x="213" y="217"/>
                      <a:pt x="213" y="217"/>
                      <a:pt x="213" y="217"/>
                    </a:cubicBezTo>
                    <a:cubicBezTo>
                      <a:pt x="213" y="218"/>
                      <a:pt x="212" y="219"/>
                      <a:pt x="211" y="219"/>
                    </a:cubicBezTo>
                    <a:close/>
                    <a:moveTo>
                      <a:pt x="211" y="187"/>
                    </a:moveTo>
                    <a:cubicBezTo>
                      <a:pt x="210" y="187"/>
                      <a:pt x="209" y="186"/>
                      <a:pt x="209" y="185"/>
                    </a:cubicBezTo>
                    <a:cubicBezTo>
                      <a:pt x="209" y="169"/>
                      <a:pt x="209" y="169"/>
                      <a:pt x="209" y="169"/>
                    </a:cubicBezTo>
                    <a:cubicBezTo>
                      <a:pt x="209" y="168"/>
                      <a:pt x="210" y="167"/>
                      <a:pt x="211" y="167"/>
                    </a:cubicBezTo>
                    <a:cubicBezTo>
                      <a:pt x="212" y="167"/>
                      <a:pt x="213" y="168"/>
                      <a:pt x="213" y="169"/>
                    </a:cubicBezTo>
                    <a:cubicBezTo>
                      <a:pt x="213" y="185"/>
                      <a:pt x="213" y="185"/>
                      <a:pt x="213" y="185"/>
                    </a:cubicBezTo>
                    <a:cubicBezTo>
                      <a:pt x="213" y="186"/>
                      <a:pt x="212" y="187"/>
                      <a:pt x="211" y="187"/>
                    </a:cubicBezTo>
                    <a:close/>
                    <a:moveTo>
                      <a:pt x="211" y="155"/>
                    </a:moveTo>
                    <a:cubicBezTo>
                      <a:pt x="210" y="155"/>
                      <a:pt x="209" y="154"/>
                      <a:pt x="209" y="153"/>
                    </a:cubicBezTo>
                    <a:cubicBezTo>
                      <a:pt x="209" y="137"/>
                      <a:pt x="209" y="137"/>
                      <a:pt x="209" y="137"/>
                    </a:cubicBezTo>
                    <a:cubicBezTo>
                      <a:pt x="209" y="136"/>
                      <a:pt x="210" y="135"/>
                      <a:pt x="211" y="135"/>
                    </a:cubicBezTo>
                    <a:cubicBezTo>
                      <a:pt x="212" y="135"/>
                      <a:pt x="213" y="136"/>
                      <a:pt x="213" y="137"/>
                    </a:cubicBezTo>
                    <a:cubicBezTo>
                      <a:pt x="213" y="153"/>
                      <a:pt x="213" y="153"/>
                      <a:pt x="213" y="153"/>
                    </a:cubicBezTo>
                    <a:cubicBezTo>
                      <a:pt x="213" y="154"/>
                      <a:pt x="212" y="155"/>
                      <a:pt x="211" y="155"/>
                    </a:cubicBezTo>
                    <a:close/>
                    <a:moveTo>
                      <a:pt x="211" y="123"/>
                    </a:moveTo>
                    <a:cubicBezTo>
                      <a:pt x="210" y="123"/>
                      <a:pt x="209" y="122"/>
                      <a:pt x="209" y="121"/>
                    </a:cubicBezTo>
                    <a:cubicBezTo>
                      <a:pt x="209" y="112"/>
                      <a:pt x="209" y="112"/>
                      <a:pt x="209" y="112"/>
                    </a:cubicBezTo>
                    <a:cubicBezTo>
                      <a:pt x="209" y="110"/>
                      <a:pt x="209" y="108"/>
                      <a:pt x="208" y="105"/>
                    </a:cubicBezTo>
                    <a:cubicBezTo>
                      <a:pt x="208" y="104"/>
                      <a:pt x="208" y="103"/>
                      <a:pt x="209" y="103"/>
                    </a:cubicBezTo>
                    <a:cubicBezTo>
                      <a:pt x="211" y="103"/>
                      <a:pt x="212" y="103"/>
                      <a:pt x="212" y="104"/>
                    </a:cubicBezTo>
                    <a:cubicBezTo>
                      <a:pt x="213" y="107"/>
                      <a:pt x="213" y="110"/>
                      <a:pt x="213" y="112"/>
                    </a:cubicBezTo>
                    <a:cubicBezTo>
                      <a:pt x="213" y="121"/>
                      <a:pt x="213" y="121"/>
                      <a:pt x="213" y="121"/>
                    </a:cubicBezTo>
                    <a:cubicBezTo>
                      <a:pt x="213" y="122"/>
                      <a:pt x="212" y="123"/>
                      <a:pt x="211" y="123"/>
                    </a:cubicBezTo>
                    <a:close/>
                    <a:moveTo>
                      <a:pt x="202" y="93"/>
                    </a:moveTo>
                    <a:cubicBezTo>
                      <a:pt x="201" y="93"/>
                      <a:pt x="201" y="93"/>
                      <a:pt x="200" y="93"/>
                    </a:cubicBezTo>
                    <a:cubicBezTo>
                      <a:pt x="197" y="89"/>
                      <a:pt x="192" y="87"/>
                      <a:pt x="187" y="86"/>
                    </a:cubicBezTo>
                    <a:cubicBezTo>
                      <a:pt x="186" y="86"/>
                      <a:pt x="185" y="85"/>
                      <a:pt x="186" y="84"/>
                    </a:cubicBezTo>
                    <a:cubicBezTo>
                      <a:pt x="186" y="83"/>
                      <a:pt x="187" y="82"/>
                      <a:pt x="188" y="83"/>
                    </a:cubicBezTo>
                    <a:cubicBezTo>
                      <a:pt x="194" y="83"/>
                      <a:pt x="199" y="86"/>
                      <a:pt x="203" y="90"/>
                    </a:cubicBezTo>
                    <a:cubicBezTo>
                      <a:pt x="204" y="91"/>
                      <a:pt x="204" y="92"/>
                      <a:pt x="203" y="93"/>
                    </a:cubicBezTo>
                    <a:cubicBezTo>
                      <a:pt x="203" y="93"/>
                      <a:pt x="202" y="93"/>
                      <a:pt x="202" y="93"/>
                    </a:cubicBezTo>
                    <a:close/>
                    <a:moveTo>
                      <a:pt x="30" y="86"/>
                    </a:moveTo>
                    <a:cubicBezTo>
                      <a:pt x="29" y="86"/>
                      <a:pt x="28" y="86"/>
                      <a:pt x="27" y="86"/>
                    </a:cubicBezTo>
                    <a:cubicBezTo>
                      <a:pt x="26" y="86"/>
                      <a:pt x="25" y="85"/>
                      <a:pt x="26" y="84"/>
                    </a:cubicBezTo>
                    <a:cubicBezTo>
                      <a:pt x="26" y="83"/>
                      <a:pt x="27" y="82"/>
                      <a:pt x="28" y="82"/>
                    </a:cubicBezTo>
                    <a:cubicBezTo>
                      <a:pt x="29" y="82"/>
                      <a:pt x="29" y="82"/>
                      <a:pt x="30" y="82"/>
                    </a:cubicBezTo>
                    <a:cubicBezTo>
                      <a:pt x="44" y="82"/>
                      <a:pt x="44" y="82"/>
                      <a:pt x="44" y="82"/>
                    </a:cubicBezTo>
                    <a:cubicBezTo>
                      <a:pt x="45" y="82"/>
                      <a:pt x="46" y="83"/>
                      <a:pt x="46" y="84"/>
                    </a:cubicBezTo>
                    <a:cubicBezTo>
                      <a:pt x="46" y="85"/>
                      <a:pt x="45" y="86"/>
                      <a:pt x="44" y="86"/>
                    </a:cubicBezTo>
                    <a:cubicBezTo>
                      <a:pt x="30" y="86"/>
                      <a:pt x="30" y="86"/>
                      <a:pt x="30" y="86"/>
                    </a:cubicBezTo>
                    <a:cubicBezTo>
                      <a:pt x="30" y="86"/>
                      <a:pt x="30" y="86"/>
                      <a:pt x="30" y="86"/>
                    </a:cubicBezTo>
                    <a:close/>
                    <a:moveTo>
                      <a:pt x="172" y="86"/>
                    </a:moveTo>
                    <a:cubicBezTo>
                      <a:pt x="156" y="86"/>
                      <a:pt x="156" y="86"/>
                      <a:pt x="156" y="86"/>
                    </a:cubicBezTo>
                    <a:cubicBezTo>
                      <a:pt x="154" y="86"/>
                      <a:pt x="154" y="85"/>
                      <a:pt x="154" y="84"/>
                    </a:cubicBezTo>
                    <a:cubicBezTo>
                      <a:pt x="154" y="83"/>
                      <a:pt x="154" y="82"/>
                      <a:pt x="156" y="82"/>
                    </a:cubicBezTo>
                    <a:cubicBezTo>
                      <a:pt x="172" y="82"/>
                      <a:pt x="172" y="82"/>
                      <a:pt x="172" y="82"/>
                    </a:cubicBezTo>
                    <a:cubicBezTo>
                      <a:pt x="173" y="82"/>
                      <a:pt x="174" y="83"/>
                      <a:pt x="174" y="84"/>
                    </a:cubicBezTo>
                    <a:cubicBezTo>
                      <a:pt x="174" y="85"/>
                      <a:pt x="173" y="86"/>
                      <a:pt x="172" y="86"/>
                    </a:cubicBezTo>
                    <a:close/>
                    <a:moveTo>
                      <a:pt x="140" y="86"/>
                    </a:moveTo>
                    <a:cubicBezTo>
                      <a:pt x="124" y="86"/>
                      <a:pt x="124" y="86"/>
                      <a:pt x="124" y="86"/>
                    </a:cubicBezTo>
                    <a:cubicBezTo>
                      <a:pt x="122" y="86"/>
                      <a:pt x="122" y="85"/>
                      <a:pt x="122" y="84"/>
                    </a:cubicBezTo>
                    <a:cubicBezTo>
                      <a:pt x="122" y="83"/>
                      <a:pt x="122" y="82"/>
                      <a:pt x="124" y="82"/>
                    </a:cubicBezTo>
                    <a:cubicBezTo>
                      <a:pt x="140" y="82"/>
                      <a:pt x="140" y="82"/>
                      <a:pt x="140" y="82"/>
                    </a:cubicBezTo>
                    <a:cubicBezTo>
                      <a:pt x="141" y="82"/>
                      <a:pt x="142" y="83"/>
                      <a:pt x="142" y="84"/>
                    </a:cubicBezTo>
                    <a:cubicBezTo>
                      <a:pt x="142" y="85"/>
                      <a:pt x="141" y="86"/>
                      <a:pt x="140" y="86"/>
                    </a:cubicBezTo>
                    <a:close/>
                    <a:moveTo>
                      <a:pt x="108" y="86"/>
                    </a:moveTo>
                    <a:cubicBezTo>
                      <a:pt x="92" y="86"/>
                      <a:pt x="92" y="86"/>
                      <a:pt x="92" y="86"/>
                    </a:cubicBezTo>
                    <a:cubicBezTo>
                      <a:pt x="90" y="86"/>
                      <a:pt x="90" y="85"/>
                      <a:pt x="90" y="84"/>
                    </a:cubicBezTo>
                    <a:cubicBezTo>
                      <a:pt x="90" y="83"/>
                      <a:pt x="90" y="82"/>
                      <a:pt x="92" y="82"/>
                    </a:cubicBezTo>
                    <a:cubicBezTo>
                      <a:pt x="108" y="82"/>
                      <a:pt x="108" y="82"/>
                      <a:pt x="108" y="82"/>
                    </a:cubicBezTo>
                    <a:cubicBezTo>
                      <a:pt x="109" y="82"/>
                      <a:pt x="110" y="83"/>
                      <a:pt x="110" y="84"/>
                    </a:cubicBezTo>
                    <a:cubicBezTo>
                      <a:pt x="110" y="85"/>
                      <a:pt x="109" y="86"/>
                      <a:pt x="108" y="86"/>
                    </a:cubicBezTo>
                    <a:close/>
                    <a:moveTo>
                      <a:pt x="76" y="86"/>
                    </a:moveTo>
                    <a:cubicBezTo>
                      <a:pt x="60" y="86"/>
                      <a:pt x="60" y="86"/>
                      <a:pt x="60" y="86"/>
                    </a:cubicBezTo>
                    <a:cubicBezTo>
                      <a:pt x="58" y="86"/>
                      <a:pt x="58" y="85"/>
                      <a:pt x="58" y="84"/>
                    </a:cubicBezTo>
                    <a:cubicBezTo>
                      <a:pt x="58" y="83"/>
                      <a:pt x="58" y="82"/>
                      <a:pt x="60" y="82"/>
                    </a:cubicBezTo>
                    <a:cubicBezTo>
                      <a:pt x="76" y="82"/>
                      <a:pt x="76" y="82"/>
                      <a:pt x="76" y="82"/>
                    </a:cubicBezTo>
                    <a:cubicBezTo>
                      <a:pt x="77" y="82"/>
                      <a:pt x="78" y="83"/>
                      <a:pt x="78" y="84"/>
                    </a:cubicBezTo>
                    <a:cubicBezTo>
                      <a:pt x="78" y="85"/>
                      <a:pt x="77" y="86"/>
                      <a:pt x="76" y="86"/>
                    </a:cubicBezTo>
                    <a:close/>
                    <a:moveTo>
                      <a:pt x="13" y="80"/>
                    </a:moveTo>
                    <a:cubicBezTo>
                      <a:pt x="12" y="80"/>
                      <a:pt x="12" y="80"/>
                      <a:pt x="12" y="80"/>
                    </a:cubicBezTo>
                    <a:cubicBezTo>
                      <a:pt x="7" y="76"/>
                      <a:pt x="4" y="72"/>
                      <a:pt x="2" y="66"/>
                    </a:cubicBezTo>
                    <a:cubicBezTo>
                      <a:pt x="1" y="65"/>
                      <a:pt x="2" y="64"/>
                      <a:pt x="3" y="64"/>
                    </a:cubicBezTo>
                    <a:cubicBezTo>
                      <a:pt x="4" y="63"/>
                      <a:pt x="5" y="64"/>
                      <a:pt x="5" y="65"/>
                    </a:cubicBezTo>
                    <a:cubicBezTo>
                      <a:pt x="7" y="69"/>
                      <a:pt x="10" y="74"/>
                      <a:pt x="14" y="77"/>
                    </a:cubicBezTo>
                    <a:cubicBezTo>
                      <a:pt x="15" y="77"/>
                      <a:pt x="15" y="79"/>
                      <a:pt x="14" y="79"/>
                    </a:cubicBezTo>
                    <a:cubicBezTo>
                      <a:pt x="14" y="80"/>
                      <a:pt x="13" y="80"/>
                      <a:pt x="13" y="80"/>
                    </a:cubicBezTo>
                    <a:close/>
                    <a:moveTo>
                      <a:pt x="2" y="52"/>
                    </a:moveTo>
                    <a:cubicBezTo>
                      <a:pt x="1" y="52"/>
                      <a:pt x="0" y="51"/>
                      <a:pt x="0" y="50"/>
                    </a:cubicBezTo>
                    <a:cubicBezTo>
                      <a:pt x="0" y="34"/>
                      <a:pt x="0" y="34"/>
                      <a:pt x="0" y="34"/>
                    </a:cubicBezTo>
                    <a:cubicBezTo>
                      <a:pt x="0" y="33"/>
                      <a:pt x="1" y="32"/>
                      <a:pt x="2" y="32"/>
                    </a:cubicBezTo>
                    <a:cubicBezTo>
                      <a:pt x="3" y="32"/>
                      <a:pt x="4" y="33"/>
                      <a:pt x="4" y="34"/>
                    </a:cubicBezTo>
                    <a:cubicBezTo>
                      <a:pt x="4" y="50"/>
                      <a:pt x="4" y="50"/>
                      <a:pt x="4" y="50"/>
                    </a:cubicBezTo>
                    <a:cubicBezTo>
                      <a:pt x="4" y="51"/>
                      <a:pt x="3" y="52"/>
                      <a:pt x="2" y="52"/>
                    </a:cubicBezTo>
                    <a:close/>
                    <a:moveTo>
                      <a:pt x="2" y="20"/>
                    </a:moveTo>
                    <a:cubicBezTo>
                      <a:pt x="1" y="20"/>
                      <a:pt x="0" y="19"/>
                      <a:pt x="0" y="18"/>
                    </a:cubicBezTo>
                    <a:cubicBezTo>
                      <a:pt x="0" y="2"/>
                      <a:pt x="0" y="2"/>
                      <a:pt x="0" y="2"/>
                    </a:cubicBezTo>
                    <a:cubicBezTo>
                      <a:pt x="0" y="1"/>
                      <a:pt x="1" y="0"/>
                      <a:pt x="2" y="0"/>
                    </a:cubicBezTo>
                    <a:cubicBezTo>
                      <a:pt x="3" y="0"/>
                      <a:pt x="4" y="1"/>
                      <a:pt x="4" y="2"/>
                    </a:cubicBezTo>
                    <a:cubicBezTo>
                      <a:pt x="4" y="18"/>
                      <a:pt x="4" y="18"/>
                      <a:pt x="4" y="18"/>
                    </a:cubicBezTo>
                    <a:cubicBezTo>
                      <a:pt x="4" y="19"/>
                      <a:pt x="3" y="20"/>
                      <a:pt x="2" y="20"/>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2" name="任意多边形: 形状 81">
                <a:extLst>
                  <a:ext uri="{FF2B5EF4-FFF2-40B4-BE49-F238E27FC236}">
                    <a16:creationId xmlns:a16="http://schemas.microsoft.com/office/drawing/2014/main" id="{AFAC232D-BEF6-72ED-33AB-CFCAC089A23A}"/>
                  </a:ext>
                </a:extLst>
              </p:cNvPr>
              <p:cNvSpPr>
                <a:spLocks noEditPoints="1"/>
              </p:cNvSpPr>
              <p:nvPr userDrawn="1"/>
            </p:nvSpPr>
            <p:spPr bwMode="auto">
              <a:xfrm>
                <a:off x="9507538" y="1773238"/>
                <a:ext cx="525462" cy="323850"/>
              </a:xfrm>
              <a:custGeom>
                <a:avLst/>
                <a:gdLst>
                  <a:gd name="T0" fmla="*/ 190 w 194"/>
                  <a:gd name="T1" fmla="*/ 117 h 119"/>
                  <a:gd name="T2" fmla="*/ 192 w 194"/>
                  <a:gd name="T3" fmla="*/ 109 h 119"/>
                  <a:gd name="T4" fmla="*/ 194 w 194"/>
                  <a:gd name="T5" fmla="*/ 117 h 119"/>
                  <a:gd name="T6" fmla="*/ 192 w 194"/>
                  <a:gd name="T7" fmla="*/ 97 h 119"/>
                  <a:gd name="T8" fmla="*/ 190 w 194"/>
                  <a:gd name="T9" fmla="*/ 79 h 119"/>
                  <a:gd name="T10" fmla="*/ 194 w 194"/>
                  <a:gd name="T11" fmla="*/ 79 h 119"/>
                  <a:gd name="T12" fmla="*/ 192 w 194"/>
                  <a:gd name="T13" fmla="*/ 97 h 119"/>
                  <a:gd name="T14" fmla="*/ 190 w 194"/>
                  <a:gd name="T15" fmla="*/ 63 h 119"/>
                  <a:gd name="T16" fmla="*/ 192 w 194"/>
                  <a:gd name="T17" fmla="*/ 45 h 119"/>
                  <a:gd name="T18" fmla="*/ 194 w 194"/>
                  <a:gd name="T19" fmla="*/ 63 h 119"/>
                  <a:gd name="T20" fmla="*/ 192 w 194"/>
                  <a:gd name="T21" fmla="*/ 33 h 119"/>
                  <a:gd name="T22" fmla="*/ 190 w 194"/>
                  <a:gd name="T23" fmla="*/ 29 h 119"/>
                  <a:gd name="T24" fmla="*/ 188 w 194"/>
                  <a:gd name="T25" fmla="*/ 14 h 119"/>
                  <a:gd name="T26" fmla="*/ 194 w 194"/>
                  <a:gd name="T27" fmla="*/ 29 h 119"/>
                  <a:gd name="T28" fmla="*/ 192 w 194"/>
                  <a:gd name="T29" fmla="*/ 33 h 119"/>
                  <a:gd name="T30" fmla="*/ 177 w 194"/>
                  <a:gd name="T31" fmla="*/ 6 h 119"/>
                  <a:gd name="T32" fmla="*/ 162 w 194"/>
                  <a:gd name="T33" fmla="*/ 4 h 119"/>
                  <a:gd name="T34" fmla="*/ 162 w 194"/>
                  <a:gd name="T35" fmla="*/ 0 h 119"/>
                  <a:gd name="T36" fmla="*/ 178 w 194"/>
                  <a:gd name="T37" fmla="*/ 3 h 119"/>
                  <a:gd name="T38" fmla="*/ 178 w 194"/>
                  <a:gd name="T39" fmla="*/ 7 h 119"/>
                  <a:gd name="T40" fmla="*/ 130 w 194"/>
                  <a:gd name="T41" fmla="*/ 4 h 119"/>
                  <a:gd name="T42" fmla="*/ 130 w 194"/>
                  <a:gd name="T43" fmla="*/ 0 h 119"/>
                  <a:gd name="T44" fmla="*/ 148 w 194"/>
                  <a:gd name="T45" fmla="*/ 2 h 119"/>
                  <a:gd name="T46" fmla="*/ 114 w 194"/>
                  <a:gd name="T47" fmla="*/ 4 h 119"/>
                  <a:gd name="T48" fmla="*/ 96 w 194"/>
                  <a:gd name="T49" fmla="*/ 2 h 119"/>
                  <a:gd name="T50" fmla="*/ 114 w 194"/>
                  <a:gd name="T51" fmla="*/ 0 h 119"/>
                  <a:gd name="T52" fmla="*/ 114 w 194"/>
                  <a:gd name="T53" fmla="*/ 4 h 119"/>
                  <a:gd name="T54" fmla="*/ 66 w 194"/>
                  <a:gd name="T55" fmla="*/ 4 h 119"/>
                  <a:gd name="T56" fmla="*/ 66 w 194"/>
                  <a:gd name="T57" fmla="*/ 0 h 119"/>
                  <a:gd name="T58" fmla="*/ 84 w 194"/>
                  <a:gd name="T59" fmla="*/ 2 h 119"/>
                  <a:gd name="T60" fmla="*/ 50 w 194"/>
                  <a:gd name="T61" fmla="*/ 4 h 119"/>
                  <a:gd name="T62" fmla="*/ 32 w 194"/>
                  <a:gd name="T63" fmla="*/ 2 h 119"/>
                  <a:gd name="T64" fmla="*/ 50 w 194"/>
                  <a:gd name="T65" fmla="*/ 0 h 119"/>
                  <a:gd name="T66" fmla="*/ 50 w 194"/>
                  <a:gd name="T67" fmla="*/ 4 h 119"/>
                  <a:gd name="T68" fmla="*/ 2 w 194"/>
                  <a:gd name="T69" fmla="*/ 4 h 119"/>
                  <a:gd name="T70" fmla="*/ 2 w 194"/>
                  <a:gd name="T71" fmla="*/ 0 h 119"/>
                  <a:gd name="T72" fmla="*/ 20 w 194"/>
                  <a:gd name="T73" fmla="*/ 2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94" h="119">
                    <a:moveTo>
                      <a:pt x="192" y="119"/>
                    </a:moveTo>
                    <a:cubicBezTo>
                      <a:pt x="191" y="119"/>
                      <a:pt x="190" y="118"/>
                      <a:pt x="190" y="117"/>
                    </a:cubicBezTo>
                    <a:cubicBezTo>
                      <a:pt x="190" y="111"/>
                      <a:pt x="190" y="111"/>
                      <a:pt x="190" y="111"/>
                    </a:cubicBezTo>
                    <a:cubicBezTo>
                      <a:pt x="190" y="110"/>
                      <a:pt x="191" y="109"/>
                      <a:pt x="192" y="109"/>
                    </a:cubicBezTo>
                    <a:cubicBezTo>
                      <a:pt x="193" y="109"/>
                      <a:pt x="194" y="110"/>
                      <a:pt x="194" y="111"/>
                    </a:cubicBezTo>
                    <a:cubicBezTo>
                      <a:pt x="194" y="117"/>
                      <a:pt x="194" y="117"/>
                      <a:pt x="194" y="117"/>
                    </a:cubicBezTo>
                    <a:cubicBezTo>
                      <a:pt x="194" y="118"/>
                      <a:pt x="193" y="119"/>
                      <a:pt x="192" y="119"/>
                    </a:cubicBezTo>
                    <a:close/>
                    <a:moveTo>
                      <a:pt x="192" y="97"/>
                    </a:moveTo>
                    <a:cubicBezTo>
                      <a:pt x="191" y="97"/>
                      <a:pt x="190" y="96"/>
                      <a:pt x="190" y="95"/>
                    </a:cubicBezTo>
                    <a:cubicBezTo>
                      <a:pt x="190" y="79"/>
                      <a:pt x="190" y="79"/>
                      <a:pt x="190" y="79"/>
                    </a:cubicBezTo>
                    <a:cubicBezTo>
                      <a:pt x="190" y="78"/>
                      <a:pt x="191" y="77"/>
                      <a:pt x="192" y="77"/>
                    </a:cubicBezTo>
                    <a:cubicBezTo>
                      <a:pt x="193" y="77"/>
                      <a:pt x="194" y="78"/>
                      <a:pt x="194" y="79"/>
                    </a:cubicBezTo>
                    <a:cubicBezTo>
                      <a:pt x="194" y="95"/>
                      <a:pt x="194" y="95"/>
                      <a:pt x="194" y="95"/>
                    </a:cubicBezTo>
                    <a:cubicBezTo>
                      <a:pt x="194" y="96"/>
                      <a:pt x="193" y="97"/>
                      <a:pt x="192" y="97"/>
                    </a:cubicBezTo>
                    <a:close/>
                    <a:moveTo>
                      <a:pt x="192" y="65"/>
                    </a:moveTo>
                    <a:cubicBezTo>
                      <a:pt x="191" y="65"/>
                      <a:pt x="190" y="64"/>
                      <a:pt x="190" y="63"/>
                    </a:cubicBezTo>
                    <a:cubicBezTo>
                      <a:pt x="190" y="47"/>
                      <a:pt x="190" y="47"/>
                      <a:pt x="190" y="47"/>
                    </a:cubicBezTo>
                    <a:cubicBezTo>
                      <a:pt x="190" y="46"/>
                      <a:pt x="191" y="45"/>
                      <a:pt x="192" y="45"/>
                    </a:cubicBezTo>
                    <a:cubicBezTo>
                      <a:pt x="193" y="45"/>
                      <a:pt x="194" y="46"/>
                      <a:pt x="194" y="47"/>
                    </a:cubicBezTo>
                    <a:cubicBezTo>
                      <a:pt x="194" y="63"/>
                      <a:pt x="194" y="63"/>
                      <a:pt x="194" y="63"/>
                    </a:cubicBezTo>
                    <a:cubicBezTo>
                      <a:pt x="194" y="64"/>
                      <a:pt x="193" y="65"/>
                      <a:pt x="192" y="65"/>
                    </a:cubicBezTo>
                    <a:close/>
                    <a:moveTo>
                      <a:pt x="192" y="33"/>
                    </a:moveTo>
                    <a:cubicBezTo>
                      <a:pt x="191" y="33"/>
                      <a:pt x="190" y="32"/>
                      <a:pt x="190" y="31"/>
                    </a:cubicBezTo>
                    <a:cubicBezTo>
                      <a:pt x="190" y="29"/>
                      <a:pt x="190" y="29"/>
                      <a:pt x="190" y="29"/>
                    </a:cubicBezTo>
                    <a:cubicBezTo>
                      <a:pt x="190" y="24"/>
                      <a:pt x="189" y="20"/>
                      <a:pt x="187" y="17"/>
                    </a:cubicBezTo>
                    <a:cubicBezTo>
                      <a:pt x="187" y="16"/>
                      <a:pt x="187" y="14"/>
                      <a:pt x="188" y="14"/>
                    </a:cubicBezTo>
                    <a:cubicBezTo>
                      <a:pt x="189" y="13"/>
                      <a:pt x="190" y="14"/>
                      <a:pt x="191" y="15"/>
                    </a:cubicBezTo>
                    <a:cubicBezTo>
                      <a:pt x="193" y="19"/>
                      <a:pt x="194" y="24"/>
                      <a:pt x="194" y="29"/>
                    </a:cubicBezTo>
                    <a:cubicBezTo>
                      <a:pt x="194" y="31"/>
                      <a:pt x="194" y="31"/>
                      <a:pt x="194" y="31"/>
                    </a:cubicBezTo>
                    <a:cubicBezTo>
                      <a:pt x="194" y="32"/>
                      <a:pt x="193" y="33"/>
                      <a:pt x="192" y="33"/>
                    </a:cubicBezTo>
                    <a:close/>
                    <a:moveTo>
                      <a:pt x="178" y="7"/>
                    </a:moveTo>
                    <a:cubicBezTo>
                      <a:pt x="177" y="7"/>
                      <a:pt x="177" y="7"/>
                      <a:pt x="177" y="6"/>
                    </a:cubicBezTo>
                    <a:cubicBezTo>
                      <a:pt x="173" y="5"/>
                      <a:pt x="169" y="4"/>
                      <a:pt x="165" y="4"/>
                    </a:cubicBezTo>
                    <a:cubicBezTo>
                      <a:pt x="162" y="4"/>
                      <a:pt x="162" y="4"/>
                      <a:pt x="162" y="4"/>
                    </a:cubicBezTo>
                    <a:cubicBezTo>
                      <a:pt x="161" y="4"/>
                      <a:pt x="160" y="3"/>
                      <a:pt x="160" y="2"/>
                    </a:cubicBezTo>
                    <a:cubicBezTo>
                      <a:pt x="160" y="1"/>
                      <a:pt x="161" y="0"/>
                      <a:pt x="162" y="0"/>
                    </a:cubicBezTo>
                    <a:cubicBezTo>
                      <a:pt x="165" y="0"/>
                      <a:pt x="165" y="0"/>
                      <a:pt x="165" y="0"/>
                    </a:cubicBezTo>
                    <a:cubicBezTo>
                      <a:pt x="170" y="0"/>
                      <a:pt x="174" y="1"/>
                      <a:pt x="178" y="3"/>
                    </a:cubicBezTo>
                    <a:cubicBezTo>
                      <a:pt x="179" y="3"/>
                      <a:pt x="180" y="5"/>
                      <a:pt x="179" y="6"/>
                    </a:cubicBezTo>
                    <a:cubicBezTo>
                      <a:pt x="179" y="6"/>
                      <a:pt x="178" y="7"/>
                      <a:pt x="178" y="7"/>
                    </a:cubicBezTo>
                    <a:close/>
                    <a:moveTo>
                      <a:pt x="146" y="4"/>
                    </a:moveTo>
                    <a:cubicBezTo>
                      <a:pt x="130" y="4"/>
                      <a:pt x="130" y="4"/>
                      <a:pt x="130" y="4"/>
                    </a:cubicBezTo>
                    <a:cubicBezTo>
                      <a:pt x="129" y="4"/>
                      <a:pt x="128" y="3"/>
                      <a:pt x="128" y="2"/>
                    </a:cubicBezTo>
                    <a:cubicBezTo>
                      <a:pt x="128" y="1"/>
                      <a:pt x="129" y="0"/>
                      <a:pt x="130" y="0"/>
                    </a:cubicBezTo>
                    <a:cubicBezTo>
                      <a:pt x="146" y="0"/>
                      <a:pt x="146" y="0"/>
                      <a:pt x="146" y="0"/>
                    </a:cubicBezTo>
                    <a:cubicBezTo>
                      <a:pt x="147" y="0"/>
                      <a:pt x="148" y="1"/>
                      <a:pt x="148" y="2"/>
                    </a:cubicBezTo>
                    <a:cubicBezTo>
                      <a:pt x="148" y="3"/>
                      <a:pt x="147" y="4"/>
                      <a:pt x="146" y="4"/>
                    </a:cubicBezTo>
                    <a:close/>
                    <a:moveTo>
                      <a:pt x="114" y="4"/>
                    </a:moveTo>
                    <a:cubicBezTo>
                      <a:pt x="98" y="4"/>
                      <a:pt x="98" y="4"/>
                      <a:pt x="98" y="4"/>
                    </a:cubicBezTo>
                    <a:cubicBezTo>
                      <a:pt x="97" y="4"/>
                      <a:pt x="96" y="3"/>
                      <a:pt x="96" y="2"/>
                    </a:cubicBezTo>
                    <a:cubicBezTo>
                      <a:pt x="96" y="1"/>
                      <a:pt x="97" y="0"/>
                      <a:pt x="98" y="0"/>
                    </a:cubicBezTo>
                    <a:cubicBezTo>
                      <a:pt x="114" y="0"/>
                      <a:pt x="114" y="0"/>
                      <a:pt x="114" y="0"/>
                    </a:cubicBezTo>
                    <a:cubicBezTo>
                      <a:pt x="115" y="0"/>
                      <a:pt x="116" y="1"/>
                      <a:pt x="116" y="2"/>
                    </a:cubicBezTo>
                    <a:cubicBezTo>
                      <a:pt x="116" y="3"/>
                      <a:pt x="115" y="4"/>
                      <a:pt x="114" y="4"/>
                    </a:cubicBezTo>
                    <a:close/>
                    <a:moveTo>
                      <a:pt x="82" y="4"/>
                    </a:moveTo>
                    <a:cubicBezTo>
                      <a:pt x="66" y="4"/>
                      <a:pt x="66" y="4"/>
                      <a:pt x="66" y="4"/>
                    </a:cubicBezTo>
                    <a:cubicBezTo>
                      <a:pt x="65" y="4"/>
                      <a:pt x="64" y="3"/>
                      <a:pt x="64" y="2"/>
                    </a:cubicBezTo>
                    <a:cubicBezTo>
                      <a:pt x="64" y="1"/>
                      <a:pt x="65" y="0"/>
                      <a:pt x="66" y="0"/>
                    </a:cubicBezTo>
                    <a:cubicBezTo>
                      <a:pt x="82" y="0"/>
                      <a:pt x="82" y="0"/>
                      <a:pt x="82" y="0"/>
                    </a:cubicBezTo>
                    <a:cubicBezTo>
                      <a:pt x="83" y="0"/>
                      <a:pt x="84" y="1"/>
                      <a:pt x="84" y="2"/>
                    </a:cubicBezTo>
                    <a:cubicBezTo>
                      <a:pt x="84" y="3"/>
                      <a:pt x="83" y="4"/>
                      <a:pt x="82" y="4"/>
                    </a:cubicBezTo>
                    <a:close/>
                    <a:moveTo>
                      <a:pt x="50" y="4"/>
                    </a:moveTo>
                    <a:cubicBezTo>
                      <a:pt x="34" y="4"/>
                      <a:pt x="34" y="4"/>
                      <a:pt x="34" y="4"/>
                    </a:cubicBezTo>
                    <a:cubicBezTo>
                      <a:pt x="33" y="4"/>
                      <a:pt x="32" y="3"/>
                      <a:pt x="32" y="2"/>
                    </a:cubicBezTo>
                    <a:cubicBezTo>
                      <a:pt x="32" y="1"/>
                      <a:pt x="33" y="0"/>
                      <a:pt x="34" y="0"/>
                    </a:cubicBezTo>
                    <a:cubicBezTo>
                      <a:pt x="50" y="0"/>
                      <a:pt x="50" y="0"/>
                      <a:pt x="50" y="0"/>
                    </a:cubicBezTo>
                    <a:cubicBezTo>
                      <a:pt x="51" y="0"/>
                      <a:pt x="52" y="1"/>
                      <a:pt x="52" y="2"/>
                    </a:cubicBezTo>
                    <a:cubicBezTo>
                      <a:pt x="52" y="3"/>
                      <a:pt x="51" y="4"/>
                      <a:pt x="50" y="4"/>
                    </a:cubicBezTo>
                    <a:close/>
                    <a:moveTo>
                      <a:pt x="18" y="4"/>
                    </a:moveTo>
                    <a:cubicBezTo>
                      <a:pt x="2" y="4"/>
                      <a:pt x="2" y="4"/>
                      <a:pt x="2" y="4"/>
                    </a:cubicBezTo>
                    <a:cubicBezTo>
                      <a:pt x="1" y="4"/>
                      <a:pt x="0" y="3"/>
                      <a:pt x="0" y="2"/>
                    </a:cubicBezTo>
                    <a:cubicBezTo>
                      <a:pt x="0" y="1"/>
                      <a:pt x="1" y="0"/>
                      <a:pt x="2" y="0"/>
                    </a:cubicBezTo>
                    <a:cubicBezTo>
                      <a:pt x="18" y="0"/>
                      <a:pt x="18" y="0"/>
                      <a:pt x="18" y="0"/>
                    </a:cubicBezTo>
                    <a:cubicBezTo>
                      <a:pt x="19" y="0"/>
                      <a:pt x="20" y="1"/>
                      <a:pt x="20" y="2"/>
                    </a:cubicBezTo>
                    <a:cubicBezTo>
                      <a:pt x="20" y="3"/>
                      <a:pt x="19" y="4"/>
                      <a:pt x="18" y="4"/>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3" name="任意多边形: 形状 82">
                <a:extLst>
                  <a:ext uri="{FF2B5EF4-FFF2-40B4-BE49-F238E27FC236}">
                    <a16:creationId xmlns:a16="http://schemas.microsoft.com/office/drawing/2014/main" id="{8AB8A428-549C-4605-9F39-ECECD36AF03B}"/>
                  </a:ext>
                </a:extLst>
              </p:cNvPr>
              <p:cNvSpPr>
                <a:spLocks/>
              </p:cNvSpPr>
              <p:nvPr userDrawn="1"/>
            </p:nvSpPr>
            <p:spPr bwMode="auto">
              <a:xfrm>
                <a:off x="10566400" y="4306888"/>
                <a:ext cx="290512" cy="1042987"/>
              </a:xfrm>
              <a:custGeom>
                <a:avLst/>
                <a:gdLst>
                  <a:gd name="T0" fmla="*/ 0 w 107"/>
                  <a:gd name="T1" fmla="*/ 122 h 384"/>
                  <a:gd name="T2" fmla="*/ 107 w 107"/>
                  <a:gd name="T3" fmla="*/ 0 h 384"/>
                  <a:gd name="T4" fmla="*/ 0 w 107"/>
                  <a:gd name="T5" fmla="*/ 384 h 384"/>
                  <a:gd name="T6" fmla="*/ 0 w 107"/>
                  <a:gd name="T7" fmla="*/ 122 h 384"/>
                </a:gdLst>
                <a:ahLst/>
                <a:cxnLst>
                  <a:cxn ang="0">
                    <a:pos x="T0" y="T1"/>
                  </a:cxn>
                  <a:cxn ang="0">
                    <a:pos x="T2" y="T3"/>
                  </a:cxn>
                  <a:cxn ang="0">
                    <a:pos x="T4" y="T5"/>
                  </a:cxn>
                  <a:cxn ang="0">
                    <a:pos x="T6" y="T7"/>
                  </a:cxn>
                </a:cxnLst>
                <a:rect l="0" t="0" r="r" b="b"/>
                <a:pathLst>
                  <a:path w="107" h="384">
                    <a:moveTo>
                      <a:pt x="0" y="122"/>
                    </a:moveTo>
                    <a:cubicBezTo>
                      <a:pt x="0" y="122"/>
                      <a:pt x="49" y="3"/>
                      <a:pt x="107" y="0"/>
                    </a:cubicBezTo>
                    <a:cubicBezTo>
                      <a:pt x="107" y="0"/>
                      <a:pt x="70" y="318"/>
                      <a:pt x="0" y="384"/>
                    </a:cubicBezTo>
                    <a:lnTo>
                      <a:pt x="0" y="122"/>
                    </a:lnTo>
                    <a:close/>
                  </a:path>
                </a:pathLst>
              </a:custGeom>
              <a:solidFill>
                <a:srgbClr val="1D5C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4" name="任意多边形: 形状 83">
                <a:extLst>
                  <a:ext uri="{FF2B5EF4-FFF2-40B4-BE49-F238E27FC236}">
                    <a16:creationId xmlns:a16="http://schemas.microsoft.com/office/drawing/2014/main" id="{83A9A5BC-77F7-9A50-EBDE-1C70A47864CA}"/>
                  </a:ext>
                </a:extLst>
              </p:cNvPr>
              <p:cNvSpPr>
                <a:spLocks/>
              </p:cNvSpPr>
              <p:nvPr userDrawn="1"/>
            </p:nvSpPr>
            <p:spPr bwMode="auto">
              <a:xfrm>
                <a:off x="10566400" y="5157788"/>
                <a:ext cx="382587" cy="382587"/>
              </a:xfrm>
              <a:custGeom>
                <a:avLst/>
                <a:gdLst>
                  <a:gd name="T0" fmla="*/ 141 w 141"/>
                  <a:gd name="T1" fmla="*/ 4 h 141"/>
                  <a:gd name="T2" fmla="*/ 0 w 141"/>
                  <a:gd name="T3" fmla="*/ 141 h 141"/>
                  <a:gd name="T4" fmla="*/ 0 w 141"/>
                  <a:gd name="T5" fmla="*/ 52 h 141"/>
                  <a:gd name="T6" fmla="*/ 141 w 141"/>
                  <a:gd name="T7" fmla="*/ 4 h 141"/>
                </a:gdLst>
                <a:ahLst/>
                <a:cxnLst>
                  <a:cxn ang="0">
                    <a:pos x="T0" y="T1"/>
                  </a:cxn>
                  <a:cxn ang="0">
                    <a:pos x="T2" y="T3"/>
                  </a:cxn>
                  <a:cxn ang="0">
                    <a:pos x="T4" y="T5"/>
                  </a:cxn>
                  <a:cxn ang="0">
                    <a:pos x="T6" y="T7"/>
                  </a:cxn>
                </a:cxnLst>
                <a:rect l="0" t="0" r="r" b="b"/>
                <a:pathLst>
                  <a:path w="141" h="141">
                    <a:moveTo>
                      <a:pt x="141" y="4"/>
                    </a:moveTo>
                    <a:cubicBezTo>
                      <a:pt x="141" y="4"/>
                      <a:pt x="69" y="117"/>
                      <a:pt x="0" y="141"/>
                    </a:cubicBezTo>
                    <a:cubicBezTo>
                      <a:pt x="0" y="52"/>
                      <a:pt x="0" y="52"/>
                      <a:pt x="0" y="52"/>
                    </a:cubicBezTo>
                    <a:cubicBezTo>
                      <a:pt x="0" y="52"/>
                      <a:pt x="70" y="0"/>
                      <a:pt x="141" y="4"/>
                    </a:cubicBezTo>
                    <a:close/>
                  </a:path>
                </a:pathLst>
              </a:custGeom>
              <a:solidFill>
                <a:srgbClr val="1D5C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5" name="任意多边形: 形状 84">
                <a:extLst>
                  <a:ext uri="{FF2B5EF4-FFF2-40B4-BE49-F238E27FC236}">
                    <a16:creationId xmlns:a16="http://schemas.microsoft.com/office/drawing/2014/main" id="{929BFB8A-D5F9-D908-BEA5-71C67DE68E99}"/>
                  </a:ext>
                </a:extLst>
              </p:cNvPr>
              <p:cNvSpPr>
                <a:spLocks/>
              </p:cNvSpPr>
              <p:nvPr userDrawn="1"/>
            </p:nvSpPr>
            <p:spPr bwMode="auto">
              <a:xfrm>
                <a:off x="10566400" y="5391150"/>
                <a:ext cx="382587" cy="238125"/>
              </a:xfrm>
              <a:custGeom>
                <a:avLst/>
                <a:gdLst>
                  <a:gd name="T0" fmla="*/ 0 w 141"/>
                  <a:gd name="T1" fmla="*/ 47 h 88"/>
                  <a:gd name="T2" fmla="*/ 141 w 141"/>
                  <a:gd name="T3" fmla="*/ 14 h 88"/>
                  <a:gd name="T4" fmla="*/ 82 w 141"/>
                  <a:gd name="T5" fmla="*/ 38 h 88"/>
                  <a:gd name="T6" fmla="*/ 0 w 141"/>
                  <a:gd name="T7" fmla="*/ 88 h 88"/>
                  <a:gd name="T8" fmla="*/ 0 w 141"/>
                  <a:gd name="T9" fmla="*/ 47 h 88"/>
                </a:gdLst>
                <a:ahLst/>
                <a:cxnLst>
                  <a:cxn ang="0">
                    <a:pos x="T0" y="T1"/>
                  </a:cxn>
                  <a:cxn ang="0">
                    <a:pos x="T2" y="T3"/>
                  </a:cxn>
                  <a:cxn ang="0">
                    <a:pos x="T4" y="T5"/>
                  </a:cxn>
                  <a:cxn ang="0">
                    <a:pos x="T6" y="T7"/>
                  </a:cxn>
                  <a:cxn ang="0">
                    <a:pos x="T8" y="T9"/>
                  </a:cxn>
                </a:cxnLst>
                <a:rect l="0" t="0" r="r" b="b"/>
                <a:pathLst>
                  <a:path w="141" h="88">
                    <a:moveTo>
                      <a:pt x="0" y="47"/>
                    </a:moveTo>
                    <a:cubicBezTo>
                      <a:pt x="0" y="47"/>
                      <a:pt x="56" y="0"/>
                      <a:pt x="141" y="14"/>
                    </a:cubicBezTo>
                    <a:cubicBezTo>
                      <a:pt x="141" y="14"/>
                      <a:pt x="96" y="25"/>
                      <a:pt x="82" y="38"/>
                    </a:cubicBezTo>
                    <a:cubicBezTo>
                      <a:pt x="82" y="38"/>
                      <a:pt x="24" y="88"/>
                      <a:pt x="0" y="88"/>
                    </a:cubicBezTo>
                    <a:lnTo>
                      <a:pt x="0" y="47"/>
                    </a:lnTo>
                    <a:close/>
                  </a:path>
                </a:pathLst>
              </a:custGeom>
              <a:solidFill>
                <a:srgbClr val="1D5C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6" name="矩形 85">
                <a:extLst>
                  <a:ext uri="{FF2B5EF4-FFF2-40B4-BE49-F238E27FC236}">
                    <a16:creationId xmlns:a16="http://schemas.microsoft.com/office/drawing/2014/main" id="{C1F88AD7-5983-AFEC-20CB-11AAE0773A1B}"/>
                  </a:ext>
                </a:extLst>
              </p:cNvPr>
              <p:cNvSpPr>
                <a:spLocks noChangeArrowheads="1"/>
              </p:cNvSpPr>
              <p:nvPr userDrawn="1"/>
            </p:nvSpPr>
            <p:spPr bwMode="auto">
              <a:xfrm>
                <a:off x="7069138" y="3606800"/>
                <a:ext cx="857250" cy="760412"/>
              </a:xfrm>
              <a:prstGeom prst="rect">
                <a:avLst/>
              </a:prstGeom>
              <a:solidFill>
                <a:srgbClr val="1F55E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7" name="矩形 86">
                <a:extLst>
                  <a:ext uri="{FF2B5EF4-FFF2-40B4-BE49-F238E27FC236}">
                    <a16:creationId xmlns:a16="http://schemas.microsoft.com/office/drawing/2014/main" id="{0165A854-61C7-C79F-1C80-DD789201E543}"/>
                  </a:ext>
                </a:extLst>
              </p:cNvPr>
              <p:cNvSpPr>
                <a:spLocks noChangeArrowheads="1"/>
              </p:cNvSpPr>
              <p:nvPr userDrawn="1"/>
            </p:nvSpPr>
            <p:spPr bwMode="auto">
              <a:xfrm>
                <a:off x="7138988" y="3541713"/>
                <a:ext cx="1009650" cy="7635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8" name="矩形 87">
                <a:extLst>
                  <a:ext uri="{FF2B5EF4-FFF2-40B4-BE49-F238E27FC236}">
                    <a16:creationId xmlns:a16="http://schemas.microsoft.com/office/drawing/2014/main" id="{5DB1540A-F63B-540E-D9B3-6359D50669DB}"/>
                  </a:ext>
                </a:extLst>
              </p:cNvPr>
              <p:cNvSpPr>
                <a:spLocks noChangeArrowheads="1"/>
              </p:cNvSpPr>
              <p:nvPr userDrawn="1"/>
            </p:nvSpPr>
            <p:spPr bwMode="auto">
              <a:xfrm>
                <a:off x="7240588" y="3986213"/>
                <a:ext cx="123825" cy="206375"/>
              </a:xfrm>
              <a:prstGeom prst="rect">
                <a:avLst/>
              </a:prstGeom>
              <a:solidFill>
                <a:srgbClr val="FF6C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9" name="矩形 88">
                <a:extLst>
                  <a:ext uri="{FF2B5EF4-FFF2-40B4-BE49-F238E27FC236}">
                    <a16:creationId xmlns:a16="http://schemas.microsoft.com/office/drawing/2014/main" id="{B997E504-A96E-066D-BF20-1F08684CDED4}"/>
                  </a:ext>
                </a:extLst>
              </p:cNvPr>
              <p:cNvSpPr>
                <a:spLocks noChangeArrowheads="1"/>
              </p:cNvSpPr>
              <p:nvPr userDrawn="1"/>
            </p:nvSpPr>
            <p:spPr bwMode="auto">
              <a:xfrm>
                <a:off x="7475538" y="4024313"/>
                <a:ext cx="125412" cy="168275"/>
              </a:xfrm>
              <a:prstGeom prst="rect">
                <a:avLst/>
              </a:prstGeom>
              <a:solidFill>
                <a:srgbClr val="FF6C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0" name="矩形 89">
                <a:extLst>
                  <a:ext uri="{FF2B5EF4-FFF2-40B4-BE49-F238E27FC236}">
                    <a16:creationId xmlns:a16="http://schemas.microsoft.com/office/drawing/2014/main" id="{2C57CBB2-659A-D280-38DC-3C393696A7A4}"/>
                  </a:ext>
                </a:extLst>
              </p:cNvPr>
              <p:cNvSpPr>
                <a:spLocks noChangeArrowheads="1"/>
              </p:cNvSpPr>
              <p:nvPr userDrawn="1"/>
            </p:nvSpPr>
            <p:spPr bwMode="auto">
              <a:xfrm>
                <a:off x="7700963" y="3821113"/>
                <a:ext cx="125412" cy="371475"/>
              </a:xfrm>
              <a:prstGeom prst="rect">
                <a:avLst/>
              </a:prstGeom>
              <a:solidFill>
                <a:srgbClr val="FF6C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1" name="矩形 90">
                <a:extLst>
                  <a:ext uri="{FF2B5EF4-FFF2-40B4-BE49-F238E27FC236}">
                    <a16:creationId xmlns:a16="http://schemas.microsoft.com/office/drawing/2014/main" id="{842E9D99-8F44-E0F4-ECE1-E669B795C5A0}"/>
                  </a:ext>
                </a:extLst>
              </p:cNvPr>
              <p:cNvSpPr>
                <a:spLocks noChangeArrowheads="1"/>
              </p:cNvSpPr>
              <p:nvPr userDrawn="1"/>
            </p:nvSpPr>
            <p:spPr bwMode="auto">
              <a:xfrm>
                <a:off x="7926388" y="3636963"/>
                <a:ext cx="125412" cy="555625"/>
              </a:xfrm>
              <a:prstGeom prst="rect">
                <a:avLst/>
              </a:prstGeom>
              <a:solidFill>
                <a:srgbClr val="FF6C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2" name="任意多边形: 形状 91">
                <a:extLst>
                  <a:ext uri="{FF2B5EF4-FFF2-40B4-BE49-F238E27FC236}">
                    <a16:creationId xmlns:a16="http://schemas.microsoft.com/office/drawing/2014/main" id="{42A44B3C-FC51-7076-8477-2A343731D634}"/>
                  </a:ext>
                </a:extLst>
              </p:cNvPr>
              <p:cNvSpPr>
                <a:spLocks/>
              </p:cNvSpPr>
              <p:nvPr userDrawn="1"/>
            </p:nvSpPr>
            <p:spPr bwMode="auto">
              <a:xfrm>
                <a:off x="6237288" y="1779588"/>
                <a:ext cx="1409700" cy="542925"/>
              </a:xfrm>
              <a:custGeom>
                <a:avLst/>
                <a:gdLst>
                  <a:gd name="T0" fmla="*/ 513 w 519"/>
                  <a:gd name="T1" fmla="*/ 200 h 200"/>
                  <a:gd name="T2" fmla="*/ 6 w 519"/>
                  <a:gd name="T3" fmla="*/ 200 h 200"/>
                  <a:gd name="T4" fmla="*/ 0 w 519"/>
                  <a:gd name="T5" fmla="*/ 194 h 200"/>
                  <a:gd name="T6" fmla="*/ 0 w 519"/>
                  <a:gd name="T7" fmla="*/ 6 h 200"/>
                  <a:gd name="T8" fmla="*/ 6 w 519"/>
                  <a:gd name="T9" fmla="*/ 0 h 200"/>
                  <a:gd name="T10" fmla="*/ 513 w 519"/>
                  <a:gd name="T11" fmla="*/ 0 h 200"/>
                  <a:gd name="T12" fmla="*/ 519 w 519"/>
                  <a:gd name="T13" fmla="*/ 6 h 200"/>
                  <a:gd name="T14" fmla="*/ 519 w 519"/>
                  <a:gd name="T15" fmla="*/ 194 h 200"/>
                  <a:gd name="T16" fmla="*/ 513 w 519"/>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9" h="200">
                    <a:moveTo>
                      <a:pt x="513" y="200"/>
                    </a:moveTo>
                    <a:cubicBezTo>
                      <a:pt x="6" y="200"/>
                      <a:pt x="6" y="200"/>
                      <a:pt x="6" y="200"/>
                    </a:cubicBezTo>
                    <a:cubicBezTo>
                      <a:pt x="2" y="200"/>
                      <a:pt x="0" y="198"/>
                      <a:pt x="0" y="194"/>
                    </a:cubicBezTo>
                    <a:cubicBezTo>
                      <a:pt x="0" y="6"/>
                      <a:pt x="0" y="6"/>
                      <a:pt x="0" y="6"/>
                    </a:cubicBezTo>
                    <a:cubicBezTo>
                      <a:pt x="0" y="2"/>
                      <a:pt x="2" y="0"/>
                      <a:pt x="6" y="0"/>
                    </a:cubicBezTo>
                    <a:cubicBezTo>
                      <a:pt x="513" y="0"/>
                      <a:pt x="513" y="0"/>
                      <a:pt x="513" y="0"/>
                    </a:cubicBezTo>
                    <a:cubicBezTo>
                      <a:pt x="516" y="0"/>
                      <a:pt x="519" y="2"/>
                      <a:pt x="519" y="6"/>
                    </a:cubicBezTo>
                    <a:cubicBezTo>
                      <a:pt x="519" y="194"/>
                      <a:pt x="519" y="194"/>
                      <a:pt x="519" y="194"/>
                    </a:cubicBezTo>
                    <a:cubicBezTo>
                      <a:pt x="519" y="198"/>
                      <a:pt x="516" y="200"/>
                      <a:pt x="513" y="200"/>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3" name="矩形 92">
                <a:extLst>
                  <a:ext uri="{FF2B5EF4-FFF2-40B4-BE49-F238E27FC236}">
                    <a16:creationId xmlns:a16="http://schemas.microsoft.com/office/drawing/2014/main" id="{9B857FD6-2731-8D88-5D85-893D14E33990}"/>
                  </a:ext>
                </a:extLst>
              </p:cNvPr>
              <p:cNvSpPr>
                <a:spLocks noChangeArrowheads="1"/>
              </p:cNvSpPr>
              <p:nvPr userDrawn="1"/>
            </p:nvSpPr>
            <p:spPr bwMode="auto">
              <a:xfrm>
                <a:off x="6357938" y="1871663"/>
                <a:ext cx="347662" cy="347662"/>
              </a:xfrm>
              <a:prstGeom prst="rect">
                <a:avLst/>
              </a:prstGeom>
              <a:solidFill>
                <a:srgbClr val="F16AB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4" name="任意多边形: 形状 93">
                <a:extLst>
                  <a:ext uri="{FF2B5EF4-FFF2-40B4-BE49-F238E27FC236}">
                    <a16:creationId xmlns:a16="http://schemas.microsoft.com/office/drawing/2014/main" id="{6B4870A3-E524-B291-E9A0-A9E3E6465898}"/>
                  </a:ext>
                </a:extLst>
              </p:cNvPr>
              <p:cNvSpPr>
                <a:spLocks/>
              </p:cNvSpPr>
              <p:nvPr userDrawn="1"/>
            </p:nvSpPr>
            <p:spPr bwMode="auto">
              <a:xfrm>
                <a:off x="6778625" y="1884363"/>
                <a:ext cx="742950" cy="65087"/>
              </a:xfrm>
              <a:custGeom>
                <a:avLst/>
                <a:gdLst>
                  <a:gd name="T0" fmla="*/ 262 w 274"/>
                  <a:gd name="T1" fmla="*/ 24 h 24"/>
                  <a:gd name="T2" fmla="*/ 12 w 274"/>
                  <a:gd name="T3" fmla="*/ 24 h 24"/>
                  <a:gd name="T4" fmla="*/ 0 w 274"/>
                  <a:gd name="T5" fmla="*/ 12 h 24"/>
                  <a:gd name="T6" fmla="*/ 0 w 274"/>
                  <a:gd name="T7" fmla="*/ 12 h 24"/>
                  <a:gd name="T8" fmla="*/ 12 w 274"/>
                  <a:gd name="T9" fmla="*/ 0 h 24"/>
                  <a:gd name="T10" fmla="*/ 262 w 274"/>
                  <a:gd name="T11" fmla="*/ 0 h 24"/>
                  <a:gd name="T12" fmla="*/ 274 w 274"/>
                  <a:gd name="T13" fmla="*/ 12 h 24"/>
                  <a:gd name="T14" fmla="*/ 274 w 274"/>
                  <a:gd name="T15" fmla="*/ 12 h 24"/>
                  <a:gd name="T16" fmla="*/ 262 w 274"/>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4" h="24">
                    <a:moveTo>
                      <a:pt x="262" y="24"/>
                    </a:moveTo>
                    <a:cubicBezTo>
                      <a:pt x="12" y="24"/>
                      <a:pt x="12" y="24"/>
                      <a:pt x="12" y="24"/>
                    </a:cubicBezTo>
                    <a:cubicBezTo>
                      <a:pt x="6" y="24"/>
                      <a:pt x="0" y="19"/>
                      <a:pt x="0" y="12"/>
                    </a:cubicBezTo>
                    <a:cubicBezTo>
                      <a:pt x="0" y="12"/>
                      <a:pt x="0" y="12"/>
                      <a:pt x="0" y="12"/>
                    </a:cubicBezTo>
                    <a:cubicBezTo>
                      <a:pt x="0" y="6"/>
                      <a:pt x="6" y="0"/>
                      <a:pt x="12" y="0"/>
                    </a:cubicBezTo>
                    <a:cubicBezTo>
                      <a:pt x="262" y="0"/>
                      <a:pt x="262" y="0"/>
                      <a:pt x="262" y="0"/>
                    </a:cubicBezTo>
                    <a:cubicBezTo>
                      <a:pt x="269" y="0"/>
                      <a:pt x="274" y="6"/>
                      <a:pt x="274" y="12"/>
                    </a:cubicBezTo>
                    <a:cubicBezTo>
                      <a:pt x="274" y="12"/>
                      <a:pt x="274" y="12"/>
                      <a:pt x="274" y="12"/>
                    </a:cubicBezTo>
                    <a:cubicBezTo>
                      <a:pt x="274" y="19"/>
                      <a:pt x="269" y="24"/>
                      <a:pt x="262" y="24"/>
                    </a:cubicBezTo>
                    <a:close/>
                  </a:path>
                </a:pathLst>
              </a:custGeom>
              <a:solidFill>
                <a:srgbClr val="DCEA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5" name="任意多边形: 形状 94">
                <a:extLst>
                  <a:ext uri="{FF2B5EF4-FFF2-40B4-BE49-F238E27FC236}">
                    <a16:creationId xmlns:a16="http://schemas.microsoft.com/office/drawing/2014/main" id="{F0FE3473-FE04-699B-1E2A-626B9E19B5F6}"/>
                  </a:ext>
                </a:extLst>
              </p:cNvPr>
              <p:cNvSpPr>
                <a:spLocks/>
              </p:cNvSpPr>
              <p:nvPr userDrawn="1"/>
            </p:nvSpPr>
            <p:spPr bwMode="auto">
              <a:xfrm>
                <a:off x="6778625" y="2017713"/>
                <a:ext cx="501650" cy="68262"/>
              </a:xfrm>
              <a:custGeom>
                <a:avLst/>
                <a:gdLst>
                  <a:gd name="T0" fmla="*/ 173 w 185"/>
                  <a:gd name="T1" fmla="*/ 25 h 25"/>
                  <a:gd name="T2" fmla="*/ 12 w 185"/>
                  <a:gd name="T3" fmla="*/ 25 h 25"/>
                  <a:gd name="T4" fmla="*/ 0 w 185"/>
                  <a:gd name="T5" fmla="*/ 13 h 25"/>
                  <a:gd name="T6" fmla="*/ 0 w 185"/>
                  <a:gd name="T7" fmla="*/ 13 h 25"/>
                  <a:gd name="T8" fmla="*/ 12 w 185"/>
                  <a:gd name="T9" fmla="*/ 0 h 25"/>
                  <a:gd name="T10" fmla="*/ 173 w 185"/>
                  <a:gd name="T11" fmla="*/ 0 h 25"/>
                  <a:gd name="T12" fmla="*/ 185 w 185"/>
                  <a:gd name="T13" fmla="*/ 13 h 25"/>
                  <a:gd name="T14" fmla="*/ 185 w 185"/>
                  <a:gd name="T15" fmla="*/ 13 h 25"/>
                  <a:gd name="T16" fmla="*/ 173 w 185"/>
                  <a:gd name="T17" fmla="*/ 2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5" h="25">
                    <a:moveTo>
                      <a:pt x="173" y="25"/>
                    </a:moveTo>
                    <a:cubicBezTo>
                      <a:pt x="12" y="25"/>
                      <a:pt x="12" y="25"/>
                      <a:pt x="12" y="25"/>
                    </a:cubicBezTo>
                    <a:cubicBezTo>
                      <a:pt x="6" y="25"/>
                      <a:pt x="0" y="19"/>
                      <a:pt x="0" y="13"/>
                    </a:cubicBezTo>
                    <a:cubicBezTo>
                      <a:pt x="0" y="13"/>
                      <a:pt x="0" y="13"/>
                      <a:pt x="0" y="13"/>
                    </a:cubicBezTo>
                    <a:cubicBezTo>
                      <a:pt x="0" y="6"/>
                      <a:pt x="6" y="0"/>
                      <a:pt x="12" y="0"/>
                    </a:cubicBezTo>
                    <a:cubicBezTo>
                      <a:pt x="173" y="0"/>
                      <a:pt x="173" y="0"/>
                      <a:pt x="173" y="0"/>
                    </a:cubicBezTo>
                    <a:cubicBezTo>
                      <a:pt x="180" y="0"/>
                      <a:pt x="185" y="6"/>
                      <a:pt x="185" y="13"/>
                    </a:cubicBezTo>
                    <a:cubicBezTo>
                      <a:pt x="185" y="13"/>
                      <a:pt x="185" y="13"/>
                      <a:pt x="185" y="13"/>
                    </a:cubicBezTo>
                    <a:cubicBezTo>
                      <a:pt x="185" y="19"/>
                      <a:pt x="180" y="25"/>
                      <a:pt x="173" y="25"/>
                    </a:cubicBezTo>
                    <a:close/>
                  </a:path>
                </a:pathLst>
              </a:custGeom>
              <a:solidFill>
                <a:srgbClr val="DCEA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6" name="任意多边形: 形状 95">
                <a:extLst>
                  <a:ext uri="{FF2B5EF4-FFF2-40B4-BE49-F238E27FC236}">
                    <a16:creationId xmlns:a16="http://schemas.microsoft.com/office/drawing/2014/main" id="{4BEBAAED-CE02-995A-572D-E5CE71C66FD5}"/>
                  </a:ext>
                </a:extLst>
              </p:cNvPr>
              <p:cNvSpPr>
                <a:spLocks/>
              </p:cNvSpPr>
              <p:nvPr userDrawn="1"/>
            </p:nvSpPr>
            <p:spPr bwMode="auto">
              <a:xfrm>
                <a:off x="6778625" y="2154238"/>
                <a:ext cx="238125" cy="65087"/>
              </a:xfrm>
              <a:custGeom>
                <a:avLst/>
                <a:gdLst>
                  <a:gd name="T0" fmla="*/ 76 w 88"/>
                  <a:gd name="T1" fmla="*/ 24 h 24"/>
                  <a:gd name="T2" fmla="*/ 12 w 88"/>
                  <a:gd name="T3" fmla="*/ 24 h 24"/>
                  <a:gd name="T4" fmla="*/ 0 w 88"/>
                  <a:gd name="T5" fmla="*/ 12 h 24"/>
                  <a:gd name="T6" fmla="*/ 0 w 88"/>
                  <a:gd name="T7" fmla="*/ 12 h 24"/>
                  <a:gd name="T8" fmla="*/ 12 w 88"/>
                  <a:gd name="T9" fmla="*/ 0 h 24"/>
                  <a:gd name="T10" fmla="*/ 76 w 88"/>
                  <a:gd name="T11" fmla="*/ 0 h 24"/>
                  <a:gd name="T12" fmla="*/ 88 w 88"/>
                  <a:gd name="T13" fmla="*/ 12 h 24"/>
                  <a:gd name="T14" fmla="*/ 88 w 88"/>
                  <a:gd name="T15" fmla="*/ 12 h 24"/>
                  <a:gd name="T16" fmla="*/ 76 w 88"/>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8" h="24">
                    <a:moveTo>
                      <a:pt x="76" y="24"/>
                    </a:moveTo>
                    <a:cubicBezTo>
                      <a:pt x="12" y="24"/>
                      <a:pt x="12" y="24"/>
                      <a:pt x="12" y="24"/>
                    </a:cubicBezTo>
                    <a:cubicBezTo>
                      <a:pt x="6" y="24"/>
                      <a:pt x="0" y="19"/>
                      <a:pt x="0" y="12"/>
                    </a:cubicBezTo>
                    <a:cubicBezTo>
                      <a:pt x="0" y="12"/>
                      <a:pt x="0" y="12"/>
                      <a:pt x="0" y="12"/>
                    </a:cubicBezTo>
                    <a:cubicBezTo>
                      <a:pt x="0" y="5"/>
                      <a:pt x="6" y="0"/>
                      <a:pt x="12" y="0"/>
                    </a:cubicBezTo>
                    <a:cubicBezTo>
                      <a:pt x="76" y="0"/>
                      <a:pt x="76" y="0"/>
                      <a:pt x="76" y="0"/>
                    </a:cubicBezTo>
                    <a:cubicBezTo>
                      <a:pt x="83" y="0"/>
                      <a:pt x="88" y="5"/>
                      <a:pt x="88" y="12"/>
                    </a:cubicBezTo>
                    <a:cubicBezTo>
                      <a:pt x="88" y="12"/>
                      <a:pt x="88" y="12"/>
                      <a:pt x="88" y="12"/>
                    </a:cubicBezTo>
                    <a:cubicBezTo>
                      <a:pt x="88" y="19"/>
                      <a:pt x="83" y="24"/>
                      <a:pt x="76" y="24"/>
                    </a:cubicBezTo>
                    <a:close/>
                  </a:path>
                </a:pathLst>
              </a:custGeom>
              <a:solidFill>
                <a:srgbClr val="DCEA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7" name="任意多边形: 形状 96">
                <a:extLst>
                  <a:ext uri="{FF2B5EF4-FFF2-40B4-BE49-F238E27FC236}">
                    <a16:creationId xmlns:a16="http://schemas.microsoft.com/office/drawing/2014/main" id="{98C782B1-466A-049E-879C-D8FF6D533C40}"/>
                  </a:ext>
                </a:extLst>
              </p:cNvPr>
              <p:cNvSpPr>
                <a:spLocks/>
              </p:cNvSpPr>
              <p:nvPr userDrawn="1"/>
            </p:nvSpPr>
            <p:spPr bwMode="auto">
              <a:xfrm>
                <a:off x="6237288" y="2406650"/>
                <a:ext cx="1409700" cy="374650"/>
              </a:xfrm>
              <a:custGeom>
                <a:avLst/>
                <a:gdLst>
                  <a:gd name="T0" fmla="*/ 508 w 519"/>
                  <a:gd name="T1" fmla="*/ 138 h 138"/>
                  <a:gd name="T2" fmla="*/ 10 w 519"/>
                  <a:gd name="T3" fmla="*/ 138 h 138"/>
                  <a:gd name="T4" fmla="*/ 0 w 519"/>
                  <a:gd name="T5" fmla="*/ 128 h 138"/>
                  <a:gd name="T6" fmla="*/ 0 w 519"/>
                  <a:gd name="T7" fmla="*/ 11 h 138"/>
                  <a:gd name="T8" fmla="*/ 10 w 519"/>
                  <a:gd name="T9" fmla="*/ 0 h 138"/>
                  <a:gd name="T10" fmla="*/ 508 w 519"/>
                  <a:gd name="T11" fmla="*/ 0 h 138"/>
                  <a:gd name="T12" fmla="*/ 519 w 519"/>
                  <a:gd name="T13" fmla="*/ 11 h 138"/>
                  <a:gd name="T14" fmla="*/ 519 w 519"/>
                  <a:gd name="T15" fmla="*/ 128 h 138"/>
                  <a:gd name="T16" fmla="*/ 508 w 519"/>
                  <a:gd name="T17" fmla="*/ 13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9" h="138">
                    <a:moveTo>
                      <a:pt x="508" y="138"/>
                    </a:moveTo>
                    <a:cubicBezTo>
                      <a:pt x="10" y="138"/>
                      <a:pt x="10" y="138"/>
                      <a:pt x="10" y="138"/>
                    </a:cubicBezTo>
                    <a:cubicBezTo>
                      <a:pt x="5" y="138"/>
                      <a:pt x="0" y="133"/>
                      <a:pt x="0" y="128"/>
                    </a:cubicBezTo>
                    <a:cubicBezTo>
                      <a:pt x="0" y="11"/>
                      <a:pt x="0" y="11"/>
                      <a:pt x="0" y="11"/>
                    </a:cubicBezTo>
                    <a:cubicBezTo>
                      <a:pt x="0" y="5"/>
                      <a:pt x="5" y="0"/>
                      <a:pt x="10" y="0"/>
                    </a:cubicBezTo>
                    <a:cubicBezTo>
                      <a:pt x="508" y="0"/>
                      <a:pt x="508" y="0"/>
                      <a:pt x="508" y="0"/>
                    </a:cubicBezTo>
                    <a:cubicBezTo>
                      <a:pt x="514" y="0"/>
                      <a:pt x="519" y="5"/>
                      <a:pt x="519" y="11"/>
                    </a:cubicBezTo>
                    <a:cubicBezTo>
                      <a:pt x="519" y="128"/>
                      <a:pt x="519" y="128"/>
                      <a:pt x="519" y="128"/>
                    </a:cubicBezTo>
                    <a:cubicBezTo>
                      <a:pt x="519" y="133"/>
                      <a:pt x="514" y="138"/>
                      <a:pt x="508" y="138"/>
                    </a:cubicBezTo>
                    <a:close/>
                  </a:path>
                </a:pathLst>
              </a:custGeom>
              <a:solidFill>
                <a:srgbClr val="97DF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8" name="椭圆 97">
                <a:extLst>
                  <a:ext uri="{FF2B5EF4-FFF2-40B4-BE49-F238E27FC236}">
                    <a16:creationId xmlns:a16="http://schemas.microsoft.com/office/drawing/2014/main" id="{1C184281-0406-0A2E-4F2D-2A291815C245}"/>
                  </a:ext>
                </a:extLst>
              </p:cNvPr>
              <p:cNvSpPr>
                <a:spLocks noChangeArrowheads="1"/>
              </p:cNvSpPr>
              <p:nvPr userDrawn="1"/>
            </p:nvSpPr>
            <p:spPr bwMode="auto">
              <a:xfrm>
                <a:off x="6357938" y="2493963"/>
                <a:ext cx="203200" cy="203200"/>
              </a:xfrm>
              <a:prstGeom prst="ellipse">
                <a:avLst/>
              </a:pr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 name="任意多边形: 形状 98">
                <a:extLst>
                  <a:ext uri="{FF2B5EF4-FFF2-40B4-BE49-F238E27FC236}">
                    <a16:creationId xmlns:a16="http://schemas.microsoft.com/office/drawing/2014/main" id="{31CCA162-F1A2-9F0E-8DEA-86C18A48AD99}"/>
                  </a:ext>
                </a:extLst>
              </p:cNvPr>
              <p:cNvSpPr>
                <a:spLocks/>
              </p:cNvSpPr>
              <p:nvPr userDrawn="1"/>
            </p:nvSpPr>
            <p:spPr bwMode="auto">
              <a:xfrm>
                <a:off x="6640513" y="2493963"/>
                <a:ext cx="909637" cy="61912"/>
              </a:xfrm>
              <a:custGeom>
                <a:avLst/>
                <a:gdLst>
                  <a:gd name="T0" fmla="*/ 323 w 335"/>
                  <a:gd name="T1" fmla="*/ 23 h 23"/>
                  <a:gd name="T2" fmla="*/ 12 w 335"/>
                  <a:gd name="T3" fmla="*/ 23 h 23"/>
                  <a:gd name="T4" fmla="*/ 0 w 335"/>
                  <a:gd name="T5" fmla="*/ 11 h 23"/>
                  <a:gd name="T6" fmla="*/ 0 w 335"/>
                  <a:gd name="T7" fmla="*/ 11 h 23"/>
                  <a:gd name="T8" fmla="*/ 12 w 335"/>
                  <a:gd name="T9" fmla="*/ 0 h 23"/>
                  <a:gd name="T10" fmla="*/ 323 w 335"/>
                  <a:gd name="T11" fmla="*/ 0 h 23"/>
                  <a:gd name="T12" fmla="*/ 335 w 335"/>
                  <a:gd name="T13" fmla="*/ 11 h 23"/>
                  <a:gd name="T14" fmla="*/ 335 w 335"/>
                  <a:gd name="T15" fmla="*/ 11 h 23"/>
                  <a:gd name="T16" fmla="*/ 323 w 335"/>
                  <a:gd name="T1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5" h="23">
                    <a:moveTo>
                      <a:pt x="323" y="23"/>
                    </a:moveTo>
                    <a:cubicBezTo>
                      <a:pt x="12" y="23"/>
                      <a:pt x="12" y="23"/>
                      <a:pt x="12" y="23"/>
                    </a:cubicBezTo>
                    <a:cubicBezTo>
                      <a:pt x="5" y="23"/>
                      <a:pt x="0" y="18"/>
                      <a:pt x="0" y="11"/>
                    </a:cubicBezTo>
                    <a:cubicBezTo>
                      <a:pt x="0" y="11"/>
                      <a:pt x="0" y="11"/>
                      <a:pt x="0" y="11"/>
                    </a:cubicBezTo>
                    <a:cubicBezTo>
                      <a:pt x="0" y="5"/>
                      <a:pt x="5" y="0"/>
                      <a:pt x="12" y="0"/>
                    </a:cubicBezTo>
                    <a:cubicBezTo>
                      <a:pt x="323" y="0"/>
                      <a:pt x="323" y="0"/>
                      <a:pt x="323" y="0"/>
                    </a:cubicBezTo>
                    <a:cubicBezTo>
                      <a:pt x="330" y="0"/>
                      <a:pt x="335" y="5"/>
                      <a:pt x="335" y="11"/>
                    </a:cubicBezTo>
                    <a:cubicBezTo>
                      <a:pt x="335" y="11"/>
                      <a:pt x="335" y="11"/>
                      <a:pt x="335" y="11"/>
                    </a:cubicBezTo>
                    <a:cubicBezTo>
                      <a:pt x="335" y="18"/>
                      <a:pt x="330" y="23"/>
                      <a:pt x="323" y="23"/>
                    </a:cubicBezTo>
                    <a:close/>
                  </a:path>
                </a:pathLst>
              </a:cu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 name="任意多边形: 形状 99">
                <a:extLst>
                  <a:ext uri="{FF2B5EF4-FFF2-40B4-BE49-F238E27FC236}">
                    <a16:creationId xmlns:a16="http://schemas.microsoft.com/office/drawing/2014/main" id="{7217F618-3404-D1AE-3236-1C7B79135612}"/>
                  </a:ext>
                </a:extLst>
              </p:cNvPr>
              <p:cNvSpPr>
                <a:spLocks/>
              </p:cNvSpPr>
              <p:nvPr userDrawn="1"/>
            </p:nvSpPr>
            <p:spPr bwMode="auto">
              <a:xfrm>
                <a:off x="6640513" y="2628900"/>
                <a:ext cx="531812" cy="65087"/>
              </a:xfrm>
              <a:custGeom>
                <a:avLst/>
                <a:gdLst>
                  <a:gd name="T0" fmla="*/ 184 w 196"/>
                  <a:gd name="T1" fmla="*/ 24 h 24"/>
                  <a:gd name="T2" fmla="*/ 12 w 196"/>
                  <a:gd name="T3" fmla="*/ 24 h 24"/>
                  <a:gd name="T4" fmla="*/ 0 w 196"/>
                  <a:gd name="T5" fmla="*/ 12 h 24"/>
                  <a:gd name="T6" fmla="*/ 0 w 196"/>
                  <a:gd name="T7" fmla="*/ 12 h 24"/>
                  <a:gd name="T8" fmla="*/ 12 w 196"/>
                  <a:gd name="T9" fmla="*/ 0 h 24"/>
                  <a:gd name="T10" fmla="*/ 184 w 196"/>
                  <a:gd name="T11" fmla="*/ 0 h 24"/>
                  <a:gd name="T12" fmla="*/ 196 w 196"/>
                  <a:gd name="T13" fmla="*/ 12 h 24"/>
                  <a:gd name="T14" fmla="*/ 196 w 196"/>
                  <a:gd name="T15" fmla="*/ 12 h 24"/>
                  <a:gd name="T16" fmla="*/ 184 w 196"/>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24">
                    <a:moveTo>
                      <a:pt x="184" y="24"/>
                    </a:moveTo>
                    <a:cubicBezTo>
                      <a:pt x="12" y="24"/>
                      <a:pt x="12" y="24"/>
                      <a:pt x="12" y="24"/>
                    </a:cubicBezTo>
                    <a:cubicBezTo>
                      <a:pt x="5" y="24"/>
                      <a:pt x="0" y="18"/>
                      <a:pt x="0" y="12"/>
                    </a:cubicBezTo>
                    <a:cubicBezTo>
                      <a:pt x="0" y="12"/>
                      <a:pt x="0" y="12"/>
                      <a:pt x="0" y="12"/>
                    </a:cubicBezTo>
                    <a:cubicBezTo>
                      <a:pt x="0" y="5"/>
                      <a:pt x="5" y="0"/>
                      <a:pt x="12" y="0"/>
                    </a:cubicBezTo>
                    <a:cubicBezTo>
                      <a:pt x="184" y="0"/>
                      <a:pt x="184" y="0"/>
                      <a:pt x="184" y="0"/>
                    </a:cubicBezTo>
                    <a:cubicBezTo>
                      <a:pt x="190" y="0"/>
                      <a:pt x="196" y="5"/>
                      <a:pt x="196" y="12"/>
                    </a:cubicBezTo>
                    <a:cubicBezTo>
                      <a:pt x="196" y="12"/>
                      <a:pt x="196" y="12"/>
                      <a:pt x="196" y="12"/>
                    </a:cubicBezTo>
                    <a:cubicBezTo>
                      <a:pt x="196" y="18"/>
                      <a:pt x="190" y="24"/>
                      <a:pt x="184" y="24"/>
                    </a:cubicBezTo>
                    <a:close/>
                  </a:path>
                </a:pathLst>
              </a:cu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1" name="任意多边形: 形状 100">
                <a:extLst>
                  <a:ext uri="{FF2B5EF4-FFF2-40B4-BE49-F238E27FC236}">
                    <a16:creationId xmlns:a16="http://schemas.microsoft.com/office/drawing/2014/main" id="{A8ADA271-EC31-2591-CFE2-7F4375490F41}"/>
                  </a:ext>
                </a:extLst>
              </p:cNvPr>
              <p:cNvSpPr>
                <a:spLocks/>
              </p:cNvSpPr>
              <p:nvPr userDrawn="1"/>
            </p:nvSpPr>
            <p:spPr bwMode="auto">
              <a:xfrm>
                <a:off x="6237288" y="2865438"/>
                <a:ext cx="1409700" cy="374650"/>
              </a:xfrm>
              <a:custGeom>
                <a:avLst/>
                <a:gdLst>
                  <a:gd name="T0" fmla="*/ 509 w 519"/>
                  <a:gd name="T1" fmla="*/ 138 h 138"/>
                  <a:gd name="T2" fmla="*/ 10 w 519"/>
                  <a:gd name="T3" fmla="*/ 138 h 138"/>
                  <a:gd name="T4" fmla="*/ 0 w 519"/>
                  <a:gd name="T5" fmla="*/ 128 h 138"/>
                  <a:gd name="T6" fmla="*/ 0 w 519"/>
                  <a:gd name="T7" fmla="*/ 10 h 138"/>
                  <a:gd name="T8" fmla="*/ 10 w 519"/>
                  <a:gd name="T9" fmla="*/ 0 h 138"/>
                  <a:gd name="T10" fmla="*/ 509 w 519"/>
                  <a:gd name="T11" fmla="*/ 0 h 138"/>
                  <a:gd name="T12" fmla="*/ 519 w 519"/>
                  <a:gd name="T13" fmla="*/ 10 h 138"/>
                  <a:gd name="T14" fmla="*/ 519 w 519"/>
                  <a:gd name="T15" fmla="*/ 128 h 138"/>
                  <a:gd name="T16" fmla="*/ 509 w 519"/>
                  <a:gd name="T17" fmla="*/ 13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9" h="138">
                    <a:moveTo>
                      <a:pt x="509" y="138"/>
                    </a:moveTo>
                    <a:cubicBezTo>
                      <a:pt x="10" y="138"/>
                      <a:pt x="10" y="138"/>
                      <a:pt x="10" y="138"/>
                    </a:cubicBezTo>
                    <a:cubicBezTo>
                      <a:pt x="4" y="138"/>
                      <a:pt x="0" y="134"/>
                      <a:pt x="0" y="128"/>
                    </a:cubicBezTo>
                    <a:cubicBezTo>
                      <a:pt x="0" y="10"/>
                      <a:pt x="0" y="10"/>
                      <a:pt x="0" y="10"/>
                    </a:cubicBezTo>
                    <a:cubicBezTo>
                      <a:pt x="0" y="5"/>
                      <a:pt x="4" y="0"/>
                      <a:pt x="10" y="0"/>
                    </a:cubicBezTo>
                    <a:cubicBezTo>
                      <a:pt x="509" y="0"/>
                      <a:pt x="509" y="0"/>
                      <a:pt x="509" y="0"/>
                    </a:cubicBezTo>
                    <a:cubicBezTo>
                      <a:pt x="514" y="0"/>
                      <a:pt x="519" y="5"/>
                      <a:pt x="519" y="10"/>
                    </a:cubicBezTo>
                    <a:cubicBezTo>
                      <a:pt x="519" y="128"/>
                      <a:pt x="519" y="128"/>
                      <a:pt x="519" y="128"/>
                    </a:cubicBezTo>
                    <a:cubicBezTo>
                      <a:pt x="519" y="134"/>
                      <a:pt x="514" y="138"/>
                      <a:pt x="509" y="138"/>
                    </a:cubicBezTo>
                    <a:close/>
                  </a:path>
                </a:pathLst>
              </a:custGeom>
              <a:solidFill>
                <a:srgbClr val="97DF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2" name="椭圆 101">
                <a:extLst>
                  <a:ext uri="{FF2B5EF4-FFF2-40B4-BE49-F238E27FC236}">
                    <a16:creationId xmlns:a16="http://schemas.microsoft.com/office/drawing/2014/main" id="{5CB119B8-64BE-AFAE-AB62-3F941581BFA0}"/>
                  </a:ext>
                </a:extLst>
              </p:cNvPr>
              <p:cNvSpPr>
                <a:spLocks noChangeArrowheads="1"/>
              </p:cNvSpPr>
              <p:nvPr userDrawn="1"/>
            </p:nvSpPr>
            <p:spPr bwMode="auto">
              <a:xfrm>
                <a:off x="6357938" y="2952750"/>
                <a:ext cx="203200" cy="203200"/>
              </a:xfrm>
              <a:prstGeom prst="ellipse">
                <a:avLst/>
              </a:pr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3" name="任意多边形: 形状 102">
                <a:extLst>
                  <a:ext uri="{FF2B5EF4-FFF2-40B4-BE49-F238E27FC236}">
                    <a16:creationId xmlns:a16="http://schemas.microsoft.com/office/drawing/2014/main" id="{D54F2601-AA5C-F3ED-FE9C-69836CF21698}"/>
                  </a:ext>
                </a:extLst>
              </p:cNvPr>
              <p:cNvSpPr>
                <a:spLocks/>
              </p:cNvSpPr>
              <p:nvPr userDrawn="1"/>
            </p:nvSpPr>
            <p:spPr bwMode="auto">
              <a:xfrm>
                <a:off x="6640513" y="2949575"/>
                <a:ext cx="909637" cy="65087"/>
              </a:xfrm>
              <a:custGeom>
                <a:avLst/>
                <a:gdLst>
                  <a:gd name="T0" fmla="*/ 323 w 335"/>
                  <a:gd name="T1" fmla="*/ 24 h 24"/>
                  <a:gd name="T2" fmla="*/ 12 w 335"/>
                  <a:gd name="T3" fmla="*/ 24 h 24"/>
                  <a:gd name="T4" fmla="*/ 0 w 335"/>
                  <a:gd name="T5" fmla="*/ 12 h 24"/>
                  <a:gd name="T6" fmla="*/ 0 w 335"/>
                  <a:gd name="T7" fmla="*/ 12 h 24"/>
                  <a:gd name="T8" fmla="*/ 12 w 335"/>
                  <a:gd name="T9" fmla="*/ 0 h 24"/>
                  <a:gd name="T10" fmla="*/ 323 w 335"/>
                  <a:gd name="T11" fmla="*/ 0 h 24"/>
                  <a:gd name="T12" fmla="*/ 335 w 335"/>
                  <a:gd name="T13" fmla="*/ 12 h 24"/>
                  <a:gd name="T14" fmla="*/ 335 w 335"/>
                  <a:gd name="T15" fmla="*/ 12 h 24"/>
                  <a:gd name="T16" fmla="*/ 323 w 335"/>
                  <a:gd name="T17" fmla="*/ 2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5" h="24">
                    <a:moveTo>
                      <a:pt x="323" y="24"/>
                    </a:moveTo>
                    <a:cubicBezTo>
                      <a:pt x="12" y="24"/>
                      <a:pt x="12" y="24"/>
                      <a:pt x="12" y="24"/>
                    </a:cubicBezTo>
                    <a:cubicBezTo>
                      <a:pt x="5" y="24"/>
                      <a:pt x="0" y="19"/>
                      <a:pt x="0" y="12"/>
                    </a:cubicBezTo>
                    <a:cubicBezTo>
                      <a:pt x="0" y="12"/>
                      <a:pt x="0" y="12"/>
                      <a:pt x="0" y="12"/>
                    </a:cubicBezTo>
                    <a:cubicBezTo>
                      <a:pt x="0" y="6"/>
                      <a:pt x="5" y="0"/>
                      <a:pt x="12" y="0"/>
                    </a:cubicBezTo>
                    <a:cubicBezTo>
                      <a:pt x="323" y="0"/>
                      <a:pt x="323" y="0"/>
                      <a:pt x="323" y="0"/>
                    </a:cubicBezTo>
                    <a:cubicBezTo>
                      <a:pt x="330" y="0"/>
                      <a:pt x="335" y="6"/>
                      <a:pt x="335" y="12"/>
                    </a:cubicBezTo>
                    <a:cubicBezTo>
                      <a:pt x="335" y="12"/>
                      <a:pt x="335" y="12"/>
                      <a:pt x="335" y="12"/>
                    </a:cubicBezTo>
                    <a:cubicBezTo>
                      <a:pt x="335" y="19"/>
                      <a:pt x="330" y="24"/>
                      <a:pt x="323" y="24"/>
                    </a:cubicBezTo>
                    <a:close/>
                  </a:path>
                </a:pathLst>
              </a:cu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4" name="任意多边形: 形状 103">
                <a:extLst>
                  <a:ext uri="{FF2B5EF4-FFF2-40B4-BE49-F238E27FC236}">
                    <a16:creationId xmlns:a16="http://schemas.microsoft.com/office/drawing/2014/main" id="{AECB4A73-F6E9-03D0-D6C0-2471186AA8DA}"/>
                  </a:ext>
                </a:extLst>
              </p:cNvPr>
              <p:cNvSpPr>
                <a:spLocks/>
              </p:cNvSpPr>
              <p:nvPr userDrawn="1"/>
            </p:nvSpPr>
            <p:spPr bwMode="auto">
              <a:xfrm>
                <a:off x="6640513" y="3087688"/>
                <a:ext cx="531812" cy="63500"/>
              </a:xfrm>
              <a:custGeom>
                <a:avLst/>
                <a:gdLst>
                  <a:gd name="T0" fmla="*/ 184 w 196"/>
                  <a:gd name="T1" fmla="*/ 23 h 23"/>
                  <a:gd name="T2" fmla="*/ 12 w 196"/>
                  <a:gd name="T3" fmla="*/ 23 h 23"/>
                  <a:gd name="T4" fmla="*/ 0 w 196"/>
                  <a:gd name="T5" fmla="*/ 11 h 23"/>
                  <a:gd name="T6" fmla="*/ 0 w 196"/>
                  <a:gd name="T7" fmla="*/ 11 h 23"/>
                  <a:gd name="T8" fmla="*/ 12 w 196"/>
                  <a:gd name="T9" fmla="*/ 0 h 23"/>
                  <a:gd name="T10" fmla="*/ 184 w 196"/>
                  <a:gd name="T11" fmla="*/ 0 h 23"/>
                  <a:gd name="T12" fmla="*/ 196 w 196"/>
                  <a:gd name="T13" fmla="*/ 11 h 23"/>
                  <a:gd name="T14" fmla="*/ 196 w 196"/>
                  <a:gd name="T15" fmla="*/ 11 h 23"/>
                  <a:gd name="T16" fmla="*/ 184 w 196"/>
                  <a:gd name="T1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23">
                    <a:moveTo>
                      <a:pt x="184" y="23"/>
                    </a:moveTo>
                    <a:cubicBezTo>
                      <a:pt x="12" y="23"/>
                      <a:pt x="12" y="23"/>
                      <a:pt x="12" y="23"/>
                    </a:cubicBezTo>
                    <a:cubicBezTo>
                      <a:pt x="5" y="23"/>
                      <a:pt x="0" y="18"/>
                      <a:pt x="0" y="11"/>
                    </a:cubicBezTo>
                    <a:cubicBezTo>
                      <a:pt x="0" y="11"/>
                      <a:pt x="0" y="11"/>
                      <a:pt x="0" y="11"/>
                    </a:cubicBezTo>
                    <a:cubicBezTo>
                      <a:pt x="0" y="5"/>
                      <a:pt x="5" y="0"/>
                      <a:pt x="12" y="0"/>
                    </a:cubicBezTo>
                    <a:cubicBezTo>
                      <a:pt x="184" y="0"/>
                      <a:pt x="184" y="0"/>
                      <a:pt x="184" y="0"/>
                    </a:cubicBezTo>
                    <a:cubicBezTo>
                      <a:pt x="190" y="0"/>
                      <a:pt x="196" y="5"/>
                      <a:pt x="196" y="11"/>
                    </a:cubicBezTo>
                    <a:cubicBezTo>
                      <a:pt x="196" y="11"/>
                      <a:pt x="196" y="11"/>
                      <a:pt x="196" y="11"/>
                    </a:cubicBezTo>
                    <a:cubicBezTo>
                      <a:pt x="196" y="18"/>
                      <a:pt x="190" y="23"/>
                      <a:pt x="184" y="23"/>
                    </a:cubicBezTo>
                    <a:close/>
                  </a:path>
                </a:pathLst>
              </a:custGeom>
              <a:solidFill>
                <a:srgbClr val="CBFF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5" name="任意多边形: 形状 104">
                <a:extLst>
                  <a:ext uri="{FF2B5EF4-FFF2-40B4-BE49-F238E27FC236}">
                    <a16:creationId xmlns:a16="http://schemas.microsoft.com/office/drawing/2014/main" id="{CD1AE8B9-CB06-CE99-E258-1FA2C34765AC}"/>
                  </a:ext>
                </a:extLst>
              </p:cNvPr>
              <p:cNvSpPr>
                <a:spLocks noEditPoints="1"/>
              </p:cNvSpPr>
              <p:nvPr userDrawn="1"/>
            </p:nvSpPr>
            <p:spPr bwMode="auto">
              <a:xfrm>
                <a:off x="6729413" y="1379538"/>
                <a:ext cx="344487" cy="339725"/>
              </a:xfrm>
              <a:custGeom>
                <a:avLst/>
                <a:gdLst>
                  <a:gd name="T0" fmla="*/ 2 w 127"/>
                  <a:gd name="T1" fmla="*/ 125 h 125"/>
                  <a:gd name="T2" fmla="*/ 0 w 127"/>
                  <a:gd name="T3" fmla="*/ 123 h 125"/>
                  <a:gd name="T4" fmla="*/ 0 w 127"/>
                  <a:gd name="T5" fmla="*/ 107 h 125"/>
                  <a:gd name="T6" fmla="*/ 2 w 127"/>
                  <a:gd name="T7" fmla="*/ 105 h 125"/>
                  <a:gd name="T8" fmla="*/ 4 w 127"/>
                  <a:gd name="T9" fmla="*/ 107 h 125"/>
                  <a:gd name="T10" fmla="*/ 4 w 127"/>
                  <a:gd name="T11" fmla="*/ 123 h 125"/>
                  <a:gd name="T12" fmla="*/ 2 w 127"/>
                  <a:gd name="T13" fmla="*/ 125 h 125"/>
                  <a:gd name="T14" fmla="*/ 2 w 127"/>
                  <a:gd name="T15" fmla="*/ 93 h 125"/>
                  <a:gd name="T16" fmla="*/ 0 w 127"/>
                  <a:gd name="T17" fmla="*/ 91 h 125"/>
                  <a:gd name="T18" fmla="*/ 0 w 127"/>
                  <a:gd name="T19" fmla="*/ 75 h 125"/>
                  <a:gd name="T20" fmla="*/ 2 w 127"/>
                  <a:gd name="T21" fmla="*/ 73 h 125"/>
                  <a:gd name="T22" fmla="*/ 4 w 127"/>
                  <a:gd name="T23" fmla="*/ 75 h 125"/>
                  <a:gd name="T24" fmla="*/ 4 w 127"/>
                  <a:gd name="T25" fmla="*/ 91 h 125"/>
                  <a:gd name="T26" fmla="*/ 2 w 127"/>
                  <a:gd name="T27" fmla="*/ 93 h 125"/>
                  <a:gd name="T28" fmla="*/ 2 w 127"/>
                  <a:gd name="T29" fmla="*/ 61 h 125"/>
                  <a:gd name="T30" fmla="*/ 0 w 127"/>
                  <a:gd name="T31" fmla="*/ 59 h 125"/>
                  <a:gd name="T32" fmla="*/ 0 w 127"/>
                  <a:gd name="T33" fmla="*/ 48 h 125"/>
                  <a:gd name="T34" fmla="*/ 1 w 127"/>
                  <a:gd name="T35" fmla="*/ 43 h 125"/>
                  <a:gd name="T36" fmla="*/ 3 w 127"/>
                  <a:gd name="T37" fmla="*/ 41 h 125"/>
                  <a:gd name="T38" fmla="*/ 5 w 127"/>
                  <a:gd name="T39" fmla="*/ 43 h 125"/>
                  <a:gd name="T40" fmla="*/ 4 w 127"/>
                  <a:gd name="T41" fmla="*/ 48 h 125"/>
                  <a:gd name="T42" fmla="*/ 4 w 127"/>
                  <a:gd name="T43" fmla="*/ 59 h 125"/>
                  <a:gd name="T44" fmla="*/ 2 w 127"/>
                  <a:gd name="T45" fmla="*/ 61 h 125"/>
                  <a:gd name="T46" fmla="*/ 7 w 127"/>
                  <a:gd name="T47" fmla="*/ 30 h 125"/>
                  <a:gd name="T48" fmla="*/ 6 w 127"/>
                  <a:gd name="T49" fmla="*/ 30 h 125"/>
                  <a:gd name="T50" fmla="*/ 5 w 127"/>
                  <a:gd name="T51" fmla="*/ 27 h 125"/>
                  <a:gd name="T52" fmla="*/ 15 w 127"/>
                  <a:gd name="T53" fmla="*/ 14 h 125"/>
                  <a:gd name="T54" fmla="*/ 18 w 127"/>
                  <a:gd name="T55" fmla="*/ 14 h 125"/>
                  <a:gd name="T56" fmla="*/ 18 w 127"/>
                  <a:gd name="T57" fmla="*/ 16 h 125"/>
                  <a:gd name="T58" fmla="*/ 9 w 127"/>
                  <a:gd name="T59" fmla="*/ 29 h 125"/>
                  <a:gd name="T60" fmla="*/ 7 w 127"/>
                  <a:gd name="T61" fmla="*/ 30 h 125"/>
                  <a:gd name="T62" fmla="*/ 29 w 127"/>
                  <a:gd name="T63" fmla="*/ 8 h 125"/>
                  <a:gd name="T64" fmla="*/ 28 w 127"/>
                  <a:gd name="T65" fmla="*/ 7 h 125"/>
                  <a:gd name="T66" fmla="*/ 29 w 127"/>
                  <a:gd name="T67" fmla="*/ 4 h 125"/>
                  <a:gd name="T68" fmla="*/ 45 w 127"/>
                  <a:gd name="T69" fmla="*/ 0 h 125"/>
                  <a:gd name="T70" fmla="*/ 47 w 127"/>
                  <a:gd name="T71" fmla="*/ 2 h 125"/>
                  <a:gd name="T72" fmla="*/ 45 w 127"/>
                  <a:gd name="T73" fmla="*/ 4 h 125"/>
                  <a:gd name="T74" fmla="*/ 30 w 127"/>
                  <a:gd name="T75" fmla="*/ 8 h 125"/>
                  <a:gd name="T76" fmla="*/ 29 w 127"/>
                  <a:gd name="T77" fmla="*/ 8 h 125"/>
                  <a:gd name="T78" fmla="*/ 125 w 127"/>
                  <a:gd name="T79" fmla="*/ 4 h 125"/>
                  <a:gd name="T80" fmla="*/ 123 w 127"/>
                  <a:gd name="T81" fmla="*/ 2 h 125"/>
                  <a:gd name="T82" fmla="*/ 125 w 127"/>
                  <a:gd name="T83" fmla="*/ 0 h 125"/>
                  <a:gd name="T84" fmla="*/ 125 w 127"/>
                  <a:gd name="T85" fmla="*/ 0 h 125"/>
                  <a:gd name="T86" fmla="*/ 127 w 127"/>
                  <a:gd name="T87" fmla="*/ 2 h 125"/>
                  <a:gd name="T88" fmla="*/ 125 w 127"/>
                  <a:gd name="T89" fmla="*/ 4 h 125"/>
                  <a:gd name="T90" fmla="*/ 109 w 127"/>
                  <a:gd name="T91" fmla="*/ 4 h 125"/>
                  <a:gd name="T92" fmla="*/ 93 w 127"/>
                  <a:gd name="T93" fmla="*/ 4 h 125"/>
                  <a:gd name="T94" fmla="*/ 91 w 127"/>
                  <a:gd name="T95" fmla="*/ 2 h 125"/>
                  <a:gd name="T96" fmla="*/ 93 w 127"/>
                  <a:gd name="T97" fmla="*/ 0 h 125"/>
                  <a:gd name="T98" fmla="*/ 109 w 127"/>
                  <a:gd name="T99" fmla="*/ 0 h 125"/>
                  <a:gd name="T100" fmla="*/ 111 w 127"/>
                  <a:gd name="T101" fmla="*/ 2 h 125"/>
                  <a:gd name="T102" fmla="*/ 109 w 127"/>
                  <a:gd name="T103" fmla="*/ 4 h 125"/>
                  <a:gd name="T104" fmla="*/ 77 w 127"/>
                  <a:gd name="T105" fmla="*/ 4 h 125"/>
                  <a:gd name="T106" fmla="*/ 61 w 127"/>
                  <a:gd name="T107" fmla="*/ 4 h 125"/>
                  <a:gd name="T108" fmla="*/ 59 w 127"/>
                  <a:gd name="T109" fmla="*/ 2 h 125"/>
                  <a:gd name="T110" fmla="*/ 61 w 127"/>
                  <a:gd name="T111" fmla="*/ 0 h 125"/>
                  <a:gd name="T112" fmla="*/ 77 w 127"/>
                  <a:gd name="T113" fmla="*/ 0 h 125"/>
                  <a:gd name="T114" fmla="*/ 79 w 127"/>
                  <a:gd name="T115" fmla="*/ 2 h 125"/>
                  <a:gd name="T116" fmla="*/ 77 w 127"/>
                  <a:gd name="T117" fmla="*/ 4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7" h="125">
                    <a:moveTo>
                      <a:pt x="2" y="125"/>
                    </a:moveTo>
                    <a:cubicBezTo>
                      <a:pt x="1" y="125"/>
                      <a:pt x="0" y="124"/>
                      <a:pt x="0" y="123"/>
                    </a:cubicBezTo>
                    <a:cubicBezTo>
                      <a:pt x="0" y="107"/>
                      <a:pt x="0" y="107"/>
                      <a:pt x="0" y="107"/>
                    </a:cubicBezTo>
                    <a:cubicBezTo>
                      <a:pt x="0" y="106"/>
                      <a:pt x="1" y="105"/>
                      <a:pt x="2" y="105"/>
                    </a:cubicBezTo>
                    <a:cubicBezTo>
                      <a:pt x="4" y="105"/>
                      <a:pt x="4" y="106"/>
                      <a:pt x="4" y="107"/>
                    </a:cubicBezTo>
                    <a:cubicBezTo>
                      <a:pt x="4" y="123"/>
                      <a:pt x="4" y="123"/>
                      <a:pt x="4" y="123"/>
                    </a:cubicBezTo>
                    <a:cubicBezTo>
                      <a:pt x="4" y="124"/>
                      <a:pt x="4" y="125"/>
                      <a:pt x="2" y="125"/>
                    </a:cubicBezTo>
                    <a:close/>
                    <a:moveTo>
                      <a:pt x="2" y="93"/>
                    </a:moveTo>
                    <a:cubicBezTo>
                      <a:pt x="1" y="93"/>
                      <a:pt x="0" y="92"/>
                      <a:pt x="0" y="91"/>
                    </a:cubicBezTo>
                    <a:cubicBezTo>
                      <a:pt x="0" y="75"/>
                      <a:pt x="0" y="75"/>
                      <a:pt x="0" y="75"/>
                    </a:cubicBezTo>
                    <a:cubicBezTo>
                      <a:pt x="0" y="74"/>
                      <a:pt x="1" y="73"/>
                      <a:pt x="2" y="73"/>
                    </a:cubicBezTo>
                    <a:cubicBezTo>
                      <a:pt x="4" y="73"/>
                      <a:pt x="4" y="74"/>
                      <a:pt x="4" y="75"/>
                    </a:cubicBezTo>
                    <a:cubicBezTo>
                      <a:pt x="4" y="91"/>
                      <a:pt x="4" y="91"/>
                      <a:pt x="4" y="91"/>
                    </a:cubicBezTo>
                    <a:cubicBezTo>
                      <a:pt x="4" y="92"/>
                      <a:pt x="4" y="93"/>
                      <a:pt x="2" y="93"/>
                    </a:cubicBezTo>
                    <a:close/>
                    <a:moveTo>
                      <a:pt x="2" y="61"/>
                    </a:moveTo>
                    <a:cubicBezTo>
                      <a:pt x="1" y="61"/>
                      <a:pt x="0" y="60"/>
                      <a:pt x="0" y="59"/>
                    </a:cubicBezTo>
                    <a:cubicBezTo>
                      <a:pt x="0" y="48"/>
                      <a:pt x="0" y="48"/>
                      <a:pt x="0" y="48"/>
                    </a:cubicBezTo>
                    <a:cubicBezTo>
                      <a:pt x="0" y="46"/>
                      <a:pt x="1" y="45"/>
                      <a:pt x="1" y="43"/>
                    </a:cubicBezTo>
                    <a:cubicBezTo>
                      <a:pt x="1" y="42"/>
                      <a:pt x="2" y="41"/>
                      <a:pt x="3" y="41"/>
                    </a:cubicBezTo>
                    <a:cubicBezTo>
                      <a:pt x="4" y="41"/>
                      <a:pt x="5" y="42"/>
                      <a:pt x="5" y="43"/>
                    </a:cubicBezTo>
                    <a:cubicBezTo>
                      <a:pt x="5" y="45"/>
                      <a:pt x="4" y="46"/>
                      <a:pt x="4" y="48"/>
                    </a:cubicBezTo>
                    <a:cubicBezTo>
                      <a:pt x="4" y="59"/>
                      <a:pt x="4" y="59"/>
                      <a:pt x="4" y="59"/>
                    </a:cubicBezTo>
                    <a:cubicBezTo>
                      <a:pt x="4" y="60"/>
                      <a:pt x="4" y="61"/>
                      <a:pt x="2" y="61"/>
                    </a:cubicBezTo>
                    <a:close/>
                    <a:moveTo>
                      <a:pt x="7" y="30"/>
                    </a:moveTo>
                    <a:cubicBezTo>
                      <a:pt x="7" y="30"/>
                      <a:pt x="6" y="30"/>
                      <a:pt x="6" y="30"/>
                    </a:cubicBezTo>
                    <a:cubicBezTo>
                      <a:pt x="5" y="29"/>
                      <a:pt x="5" y="28"/>
                      <a:pt x="5" y="27"/>
                    </a:cubicBezTo>
                    <a:cubicBezTo>
                      <a:pt x="8" y="22"/>
                      <a:pt x="11" y="18"/>
                      <a:pt x="15" y="14"/>
                    </a:cubicBezTo>
                    <a:cubicBezTo>
                      <a:pt x="16" y="13"/>
                      <a:pt x="17" y="13"/>
                      <a:pt x="18" y="14"/>
                    </a:cubicBezTo>
                    <a:cubicBezTo>
                      <a:pt x="18" y="14"/>
                      <a:pt x="18" y="16"/>
                      <a:pt x="18" y="16"/>
                    </a:cubicBezTo>
                    <a:cubicBezTo>
                      <a:pt x="14" y="20"/>
                      <a:pt x="11" y="24"/>
                      <a:pt x="9" y="29"/>
                    </a:cubicBezTo>
                    <a:cubicBezTo>
                      <a:pt x="8" y="30"/>
                      <a:pt x="8" y="30"/>
                      <a:pt x="7" y="30"/>
                    </a:cubicBezTo>
                    <a:close/>
                    <a:moveTo>
                      <a:pt x="29" y="8"/>
                    </a:moveTo>
                    <a:cubicBezTo>
                      <a:pt x="29" y="8"/>
                      <a:pt x="28" y="8"/>
                      <a:pt x="28" y="7"/>
                    </a:cubicBezTo>
                    <a:cubicBezTo>
                      <a:pt x="27" y="6"/>
                      <a:pt x="28" y="5"/>
                      <a:pt x="29" y="4"/>
                    </a:cubicBezTo>
                    <a:cubicBezTo>
                      <a:pt x="34" y="2"/>
                      <a:pt x="39" y="0"/>
                      <a:pt x="45" y="0"/>
                    </a:cubicBezTo>
                    <a:cubicBezTo>
                      <a:pt x="46" y="0"/>
                      <a:pt x="47" y="1"/>
                      <a:pt x="47" y="2"/>
                    </a:cubicBezTo>
                    <a:cubicBezTo>
                      <a:pt x="47" y="3"/>
                      <a:pt x="46" y="4"/>
                      <a:pt x="45" y="4"/>
                    </a:cubicBezTo>
                    <a:cubicBezTo>
                      <a:pt x="40" y="4"/>
                      <a:pt x="35" y="6"/>
                      <a:pt x="30" y="8"/>
                    </a:cubicBezTo>
                    <a:cubicBezTo>
                      <a:pt x="30" y="8"/>
                      <a:pt x="30" y="8"/>
                      <a:pt x="29" y="8"/>
                    </a:cubicBezTo>
                    <a:close/>
                    <a:moveTo>
                      <a:pt x="125" y="4"/>
                    </a:moveTo>
                    <a:cubicBezTo>
                      <a:pt x="124" y="4"/>
                      <a:pt x="123" y="3"/>
                      <a:pt x="123" y="2"/>
                    </a:cubicBezTo>
                    <a:cubicBezTo>
                      <a:pt x="123" y="1"/>
                      <a:pt x="124" y="0"/>
                      <a:pt x="125" y="0"/>
                    </a:cubicBezTo>
                    <a:cubicBezTo>
                      <a:pt x="125" y="0"/>
                      <a:pt x="125" y="0"/>
                      <a:pt x="125" y="0"/>
                    </a:cubicBezTo>
                    <a:cubicBezTo>
                      <a:pt x="126" y="0"/>
                      <a:pt x="127" y="1"/>
                      <a:pt x="127" y="2"/>
                    </a:cubicBezTo>
                    <a:cubicBezTo>
                      <a:pt x="127" y="3"/>
                      <a:pt x="126" y="4"/>
                      <a:pt x="125" y="4"/>
                    </a:cubicBezTo>
                    <a:close/>
                    <a:moveTo>
                      <a:pt x="109" y="4"/>
                    </a:moveTo>
                    <a:cubicBezTo>
                      <a:pt x="93" y="4"/>
                      <a:pt x="93" y="4"/>
                      <a:pt x="93" y="4"/>
                    </a:cubicBezTo>
                    <a:cubicBezTo>
                      <a:pt x="92" y="4"/>
                      <a:pt x="91" y="3"/>
                      <a:pt x="91" y="2"/>
                    </a:cubicBezTo>
                    <a:cubicBezTo>
                      <a:pt x="91" y="1"/>
                      <a:pt x="92" y="0"/>
                      <a:pt x="93" y="0"/>
                    </a:cubicBezTo>
                    <a:cubicBezTo>
                      <a:pt x="109" y="0"/>
                      <a:pt x="109" y="0"/>
                      <a:pt x="109" y="0"/>
                    </a:cubicBezTo>
                    <a:cubicBezTo>
                      <a:pt x="110" y="0"/>
                      <a:pt x="111" y="1"/>
                      <a:pt x="111" y="2"/>
                    </a:cubicBezTo>
                    <a:cubicBezTo>
                      <a:pt x="111" y="3"/>
                      <a:pt x="110" y="4"/>
                      <a:pt x="109" y="4"/>
                    </a:cubicBezTo>
                    <a:close/>
                    <a:moveTo>
                      <a:pt x="77" y="4"/>
                    </a:moveTo>
                    <a:cubicBezTo>
                      <a:pt x="61" y="4"/>
                      <a:pt x="61" y="4"/>
                      <a:pt x="61" y="4"/>
                    </a:cubicBezTo>
                    <a:cubicBezTo>
                      <a:pt x="60" y="4"/>
                      <a:pt x="59" y="3"/>
                      <a:pt x="59" y="2"/>
                    </a:cubicBezTo>
                    <a:cubicBezTo>
                      <a:pt x="59" y="1"/>
                      <a:pt x="60" y="0"/>
                      <a:pt x="61" y="0"/>
                    </a:cubicBezTo>
                    <a:cubicBezTo>
                      <a:pt x="77" y="0"/>
                      <a:pt x="77" y="0"/>
                      <a:pt x="77" y="0"/>
                    </a:cubicBezTo>
                    <a:cubicBezTo>
                      <a:pt x="78" y="0"/>
                      <a:pt x="79" y="1"/>
                      <a:pt x="79" y="2"/>
                    </a:cubicBezTo>
                    <a:cubicBezTo>
                      <a:pt x="79" y="3"/>
                      <a:pt x="78" y="4"/>
                      <a:pt x="77" y="4"/>
                    </a:cubicBezTo>
                    <a:close/>
                  </a:path>
                </a:pathLst>
              </a:custGeom>
              <a:solidFill>
                <a:srgbClr val="F3F8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7" name="文本占位符 6">
            <a:extLst>
              <a:ext uri="{FF2B5EF4-FFF2-40B4-BE49-F238E27FC236}">
                <a16:creationId xmlns:a16="http://schemas.microsoft.com/office/drawing/2014/main" id="{C2320649-ACD7-42E9-A261-E6ED46ACB452}"/>
              </a:ext>
            </a:extLst>
          </p:cNvPr>
          <p:cNvSpPr>
            <a:spLocks noGrp="1"/>
          </p:cNvSpPr>
          <p:nvPr>
            <p:ph type="body" sz="quarter" idx="13"/>
          </p:nvPr>
        </p:nvSpPr>
        <p:spPr>
          <a:xfrm>
            <a:off x="660400" y="2518456"/>
            <a:ext cx="5838863" cy="1643062"/>
          </a:xfrm>
        </p:spPr>
        <p:txBody>
          <a:bodyPr vert="horz" lIns="91440" tIns="45720" rIns="91440" bIns="45720" rtlCol="0" anchor="b">
            <a:normAutofit/>
          </a:bodyPr>
          <a:lstStyle>
            <a:lvl1pPr marL="0" indent="0">
              <a:buNone/>
              <a:defRPr lang="en-US" altLang="zh-CN" sz="3200" b="1" smtClean="0">
                <a:latin typeface="+mj-lt"/>
                <a:ea typeface="+mj-ea"/>
                <a:cs typeface="+mj-cs"/>
              </a:defRPr>
            </a:lvl1pPr>
            <a:lvl2pPr marL="457200" indent="0">
              <a:buNone/>
              <a:defRPr lang="en-US" altLang="zh-CN" smtClean="0"/>
            </a:lvl2pPr>
            <a:lvl3pPr>
              <a:defRPr lang="en-US" altLang="zh-CN" smtClean="0"/>
            </a:lvl3pPr>
            <a:lvl4pPr>
              <a:defRPr lang="en-US" altLang="zh-CN" smtClean="0"/>
            </a:lvl4pPr>
            <a:lvl5pPr>
              <a:defRPr lang="zh-CN" altLang="en-US"/>
            </a:lvl5pPr>
          </a:lstStyle>
          <a:p>
            <a:pPr marL="228600" lvl="0" indent="-228600" defTabSz="914354">
              <a:spcBef>
                <a:spcPct val="0"/>
              </a:spcBef>
            </a:pPr>
            <a:r>
              <a:rPr lang="en-US" altLang="zh-CN" dirty="0"/>
              <a:t>Click to edit Master text styles</a:t>
            </a:r>
          </a:p>
        </p:txBody>
      </p:sp>
      <p:sp>
        <p:nvSpPr>
          <p:cNvPr id="8" name="文本占位符 7">
            <a:extLst>
              <a:ext uri="{FF2B5EF4-FFF2-40B4-BE49-F238E27FC236}">
                <a16:creationId xmlns:a16="http://schemas.microsoft.com/office/drawing/2014/main" id="{DC428848-58C6-4501-8214-B803889F273E}"/>
              </a:ext>
            </a:extLst>
          </p:cNvPr>
          <p:cNvSpPr>
            <a:spLocks noGrp="1"/>
          </p:cNvSpPr>
          <p:nvPr>
            <p:ph type="body" sz="quarter" idx="14" hasCustomPrompt="1"/>
          </p:nvPr>
        </p:nvSpPr>
        <p:spPr>
          <a:xfrm>
            <a:off x="6898578" y="5837829"/>
            <a:ext cx="4620322" cy="296271"/>
          </a:xfrm>
        </p:spPr>
        <p:txBody>
          <a:bodyPr vert="horz" lIns="91440" tIns="45720" rIns="91440" bIns="45720" rtlCol="0" anchor="ctr">
            <a:normAutofit/>
          </a:bodyPr>
          <a:lstStyle>
            <a:lvl1pPr marL="0" indent="0" algn="r">
              <a:buNone/>
              <a:defRPr lang="en-US" altLang="zh-CN" sz="1200" b="0" smtClean="0">
                <a:solidFill>
                  <a:srgbClr val="FFFFFF"/>
                </a:solidFill>
              </a:defRPr>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en-US" altLang="zh-CN" dirty="0"/>
              <a:t>Speaker name and title</a:t>
            </a:r>
          </a:p>
        </p:txBody>
      </p:sp>
      <p:sp>
        <p:nvSpPr>
          <p:cNvPr id="9" name="文本占位符 8">
            <a:extLst>
              <a:ext uri="{FF2B5EF4-FFF2-40B4-BE49-F238E27FC236}">
                <a16:creationId xmlns:a16="http://schemas.microsoft.com/office/drawing/2014/main" id="{A01EED25-4D2A-435D-A5F9-01DCC2F07486}"/>
              </a:ext>
            </a:extLst>
          </p:cNvPr>
          <p:cNvSpPr>
            <a:spLocks noGrp="1"/>
          </p:cNvSpPr>
          <p:nvPr>
            <p:ph type="body" sz="quarter" idx="15" hasCustomPrompt="1"/>
          </p:nvPr>
        </p:nvSpPr>
        <p:spPr>
          <a:xfrm>
            <a:off x="660400" y="5837829"/>
            <a:ext cx="4201532" cy="296271"/>
          </a:xfrm>
        </p:spPr>
        <p:txBody>
          <a:bodyPr vert="horz" lIns="91440" tIns="45720" rIns="91440" bIns="45720" rtlCol="0" anchor="ctr">
            <a:normAutofit/>
          </a:bodyPr>
          <a:lstStyle>
            <a:lvl1pPr marL="0" indent="0">
              <a:buNone/>
              <a:defRPr lang="en-US" altLang="zh-CN" sz="1200" b="0" smtClean="0"/>
            </a:lvl1pPr>
            <a:lvl2pPr>
              <a:defRPr lang="en-US" altLang="zh-CN" sz="1600" smtClean="0"/>
            </a:lvl2pPr>
            <a:lvl3pPr>
              <a:defRPr lang="en-US" altLang="zh-CN" sz="1400" smtClean="0"/>
            </a:lvl3pPr>
            <a:lvl4pPr>
              <a:defRPr lang="en-US" altLang="zh-CN" sz="1200" smtClean="0"/>
            </a:lvl4pPr>
            <a:lvl5pPr>
              <a:defRPr lang="zh-CN" altLang="en-US" sz="1200"/>
            </a:lvl5pPr>
          </a:lstStyle>
          <a:p>
            <a:r>
              <a:rPr lang="en-US" altLang="zh-CN" dirty="0"/>
              <a:t>OfficePLUS</a:t>
            </a:r>
            <a:endParaRPr lang="en-US" altLang="en-US" dirty="0"/>
          </a:p>
        </p:txBody>
      </p:sp>
    </p:spTree>
    <p:extLst>
      <p:ext uri="{BB962C8B-B14F-4D97-AF65-F5344CB8AC3E}">
        <p14:creationId xmlns:p14="http://schemas.microsoft.com/office/powerpoint/2010/main" val="344480596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6EEFE">
            <a:alpha val="60000"/>
          </a:srgbClr>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9307103-D92B-4D3C-B386-9FD58793CACA}"/>
              </a:ext>
            </a:extLst>
          </p:cNvPr>
          <p:cNvSpPr>
            <a:spLocks noGrp="1"/>
          </p:cNvSpPr>
          <p:nvPr>
            <p:ph type="title"/>
          </p:nvPr>
        </p:nvSpPr>
        <p:spPr>
          <a:xfrm>
            <a:off x="660400" y="0"/>
            <a:ext cx="10858500" cy="1028700"/>
          </a:xfrm>
          <a:prstGeom prst="rect">
            <a:avLst/>
          </a:prstGeom>
        </p:spPr>
        <p:txBody>
          <a:bodyPr vert="horz" lIns="91440" tIns="45720" rIns="91440" bIns="45720" rtlCol="0" anchor="b">
            <a:normAutofit/>
          </a:bodyPr>
          <a:lstStyle/>
          <a:p>
            <a:pPr lvl="0" defTabSz="914354"/>
            <a:r>
              <a:rPr lang="en-US" altLang="zh-CN"/>
              <a:t>Click to edit Master title style</a:t>
            </a:r>
            <a:endParaRPr lang="zh-CN" altLang="en-US" dirty="0"/>
          </a:p>
        </p:txBody>
      </p:sp>
      <p:sp>
        <p:nvSpPr>
          <p:cNvPr id="3" name="文本占位符 2">
            <a:extLst>
              <a:ext uri="{FF2B5EF4-FFF2-40B4-BE49-F238E27FC236}">
                <a16:creationId xmlns:a16="http://schemas.microsoft.com/office/drawing/2014/main" id="{0F8920D0-E0E5-40BB-AEDA-3D7A0909240E}"/>
              </a:ext>
            </a:extLst>
          </p:cNvPr>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dirty="0"/>
          </a:p>
        </p:txBody>
      </p:sp>
      <p:sp>
        <p:nvSpPr>
          <p:cNvPr id="5" name="页脚占位符 4">
            <a:extLst>
              <a:ext uri="{FF2B5EF4-FFF2-40B4-BE49-F238E27FC236}">
                <a16:creationId xmlns:a16="http://schemas.microsoft.com/office/drawing/2014/main" id="{10B16C00-AE39-4635-9F10-B7233D2AC2F8}"/>
              </a:ext>
            </a:extLst>
          </p:cNvPr>
          <p:cNvSpPr>
            <a:spLocks noGrp="1"/>
          </p:cNvSpPr>
          <p:nvPr>
            <p:ph type="ftr" sz="quarter" idx="3"/>
          </p:nvPr>
        </p:nvSpPr>
        <p:spPr>
          <a:xfrm>
            <a:off x="660401" y="6438900"/>
            <a:ext cx="3992171" cy="215900"/>
          </a:xfrm>
          <a:prstGeom prst="rect">
            <a:avLst/>
          </a:prstGeom>
        </p:spPr>
        <p:txBody>
          <a:bodyPr vert="horz" lIns="91440" tIns="45720" rIns="91440" bIns="45720" rtlCol="0" anchor="ctr"/>
          <a:lstStyle>
            <a:lvl1pPr>
              <a:defRPr lang="zh-CN" altLang="en-US" sz="1000">
                <a:solidFill>
                  <a:schemeClr val="tx1">
                    <a:lumMod val="50000"/>
                    <a:lumOff val="50000"/>
                  </a:schemeClr>
                </a:solidFill>
              </a:defRPr>
            </a:lvl1pPr>
          </a:lstStyle>
          <a:p>
            <a:endParaRPr lang="zh-CN" altLang="en-US" dirty="0"/>
          </a:p>
        </p:txBody>
      </p:sp>
      <p:sp>
        <p:nvSpPr>
          <p:cNvPr id="4" name="日期占位符 3">
            <a:extLst>
              <a:ext uri="{FF2B5EF4-FFF2-40B4-BE49-F238E27FC236}">
                <a16:creationId xmlns:a16="http://schemas.microsoft.com/office/drawing/2014/main" id="{0C12D871-753D-4991-B44B-EFAE9F8682B5}"/>
              </a:ext>
            </a:extLst>
          </p:cNvPr>
          <p:cNvSpPr>
            <a:spLocks noGrp="1"/>
          </p:cNvSpPr>
          <p:nvPr>
            <p:ph type="dt" sz="half" idx="2"/>
          </p:nvPr>
        </p:nvSpPr>
        <p:spPr>
          <a:xfrm>
            <a:off x="5504656" y="6438900"/>
            <a:ext cx="1802924" cy="215900"/>
          </a:xfrm>
          <a:prstGeom prst="rect">
            <a:avLst/>
          </a:prstGeom>
        </p:spPr>
        <p:txBody>
          <a:bodyPr vert="horz" lIns="91440" tIns="45720" rIns="91440" bIns="45720" rtlCol="0" anchor="ctr"/>
          <a:lstStyle>
            <a:lvl1pPr algn="ctr">
              <a:defRPr lang="zh-CN" altLang="en-US" sz="1000" smtClean="0">
                <a:solidFill>
                  <a:schemeClr val="tx1">
                    <a:lumMod val="50000"/>
                    <a:lumOff val="50000"/>
                  </a:schemeClr>
                </a:solidFill>
              </a:defRPr>
            </a:lvl1pPr>
          </a:lstStyle>
          <a:p>
            <a:fld id="{3EBAC152-C384-4126-A41C-02F34DED3069}" type="datetime1">
              <a:rPr lang="zh-CN" altLang="en-US" smtClean="0"/>
              <a:t>2023/2/19</a:t>
            </a:fld>
            <a:endParaRPr lang="en-US" altLang="zh-CN"/>
          </a:p>
        </p:txBody>
      </p:sp>
      <p:sp>
        <p:nvSpPr>
          <p:cNvPr id="6" name="灯片编号占位符 5">
            <a:extLst>
              <a:ext uri="{FF2B5EF4-FFF2-40B4-BE49-F238E27FC236}">
                <a16:creationId xmlns:a16="http://schemas.microsoft.com/office/drawing/2014/main" id="{6D23E9ED-4E00-42D1-BFBF-5EBD27D29806}"/>
              </a:ext>
            </a:extLst>
          </p:cNvPr>
          <p:cNvSpPr>
            <a:spLocks noGrp="1"/>
          </p:cNvSpPr>
          <p:nvPr>
            <p:ph type="sldNum" sz="quarter" idx="4"/>
          </p:nvPr>
        </p:nvSpPr>
        <p:spPr>
          <a:xfrm>
            <a:off x="8857452" y="6438900"/>
            <a:ext cx="2661448" cy="215900"/>
          </a:xfrm>
          <a:prstGeom prst="rect">
            <a:avLst/>
          </a:prstGeom>
        </p:spPr>
        <p:txBody>
          <a:bodyPr vert="horz" lIns="91440" tIns="45720" rIns="91440" bIns="45720" rtlCol="0" anchor="ctr"/>
          <a:lstStyle>
            <a:lvl1pPr algn="r">
              <a:defRPr lang="zh-CN" altLang="en-US" sz="1000" smtClean="0">
                <a:solidFill>
                  <a:schemeClr val="tx1">
                    <a:lumMod val="50000"/>
                    <a:lumOff val="50000"/>
                  </a:schemeClr>
                </a:solidFill>
              </a:defRPr>
            </a:lvl1pPr>
          </a:lstStyle>
          <a:p>
            <a:fld id="{7F65B630-C7FF-41C0-9923-C5E5E29EED81}" type="slidenum">
              <a:rPr lang="en-US" altLang="zh-CN" smtClean="0"/>
              <a:pPr/>
              <a:t>‹#›</a:t>
            </a:fld>
            <a:endParaRPr lang="en-US" altLang="zh-CN"/>
          </a:p>
        </p:txBody>
      </p:sp>
    </p:spTree>
    <p:extLst>
      <p:ext uri="{BB962C8B-B14F-4D97-AF65-F5344CB8AC3E}">
        <p14:creationId xmlns:p14="http://schemas.microsoft.com/office/powerpoint/2010/main" val="14679159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7" r:id="rId3"/>
    <p:sldLayoutId id="2147483651" r:id="rId4"/>
    <p:sldLayoutId id="2147483654" r:id="rId5"/>
    <p:sldLayoutId id="2147483655" r:id="rId6"/>
    <p:sldLayoutId id="2147483656" r:id="rId7"/>
  </p:sldLayoutIdLst>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hf hdr="0" ftr="0" dt="0"/>
  <p:txStyles>
    <p:titleStyle>
      <a:lvl1pPr algn="l" defTabSz="914400" rtl="0" eaLnBrk="1" latinLnBrk="0" hangingPunct="1">
        <a:lnSpc>
          <a:spcPct val="90000"/>
        </a:lnSpc>
        <a:spcBef>
          <a:spcPct val="0"/>
        </a:spcBef>
        <a:buNone/>
        <a:defRPr lang="zh-CN" altLang="en-US"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1.bin"/><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wmf"/><Relationship Id="rId4" Type="http://schemas.openxmlformats.org/officeDocument/2006/relationships/image" Target="../media/image8.png"/><Relationship Id="rId9"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image" Target="../media/image22.jpeg"/><Relationship Id="rId1" Type="http://schemas.openxmlformats.org/officeDocument/2006/relationships/slideLayout" Target="../slideLayouts/slideLayout6.xml"/><Relationship Id="rId4" Type="http://schemas.openxmlformats.org/officeDocument/2006/relationships/image" Target="../media/image23.emf"/></Relationships>
</file>

<file path=ppt/slides/_rels/slide26.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4.jpeg"/><Relationship Id="rId3" Type="http://schemas.openxmlformats.org/officeDocument/2006/relationships/image" Target="../media/image25.jpeg"/><Relationship Id="rId7" Type="http://schemas.openxmlformats.org/officeDocument/2006/relationships/image" Target="../media/image29.png"/><Relationship Id="rId12" Type="http://schemas.openxmlformats.org/officeDocument/2006/relationships/image" Target="../media/image33.wmf"/><Relationship Id="rId17" Type="http://schemas.openxmlformats.org/officeDocument/2006/relationships/image" Target="../media/image37.png"/><Relationship Id="rId2" Type="http://schemas.openxmlformats.org/officeDocument/2006/relationships/image" Target="../media/image24.png"/><Relationship Id="rId16" Type="http://schemas.openxmlformats.org/officeDocument/2006/relationships/image" Target="../media/image36.jpeg"/><Relationship Id="rId1" Type="http://schemas.openxmlformats.org/officeDocument/2006/relationships/slideLayout" Target="../slideLayouts/slideLayout6.xml"/><Relationship Id="rId6" Type="http://schemas.openxmlformats.org/officeDocument/2006/relationships/image" Target="../media/image28.png"/><Relationship Id="rId11" Type="http://schemas.openxmlformats.org/officeDocument/2006/relationships/oleObject" Target="../embeddings/oleObject5.bin"/><Relationship Id="rId5" Type="http://schemas.openxmlformats.org/officeDocument/2006/relationships/image" Target="../media/image27.png"/><Relationship Id="rId15" Type="http://schemas.openxmlformats.org/officeDocument/2006/relationships/hyperlink" Target="http://image.baidu.com/i?ct=503316480&amp;z=0&amp;tn=baiduimagedetail&amp;word=%B1%A3%CF%D5%CF%E4&amp;in=7281&amp;cl=2&amp;cm=1&amp;sc=0&amp;lm=-1&amp;pn=4&amp;rn=1&amp;di=2085203840&amp;ln=2000" TargetMode="External"/><Relationship Id="rId10" Type="http://schemas.openxmlformats.org/officeDocument/2006/relationships/image" Target="../media/image32.jpeg"/><Relationship Id="rId4" Type="http://schemas.openxmlformats.org/officeDocument/2006/relationships/image" Target="../media/image26.png"/><Relationship Id="rId9" Type="http://schemas.openxmlformats.org/officeDocument/2006/relationships/image" Target="../media/image31.png"/><Relationship Id="rId14" Type="http://schemas.openxmlformats.org/officeDocument/2006/relationships/image" Target="../media/image3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38.jpeg"/><Relationship Id="rId7" Type="http://schemas.openxmlformats.org/officeDocument/2006/relationships/image" Target="../media/image40.jpeg"/><Relationship Id="rId2" Type="http://schemas.openxmlformats.org/officeDocument/2006/relationships/hyperlink" Target="http://image.baidu.com/i?ct=503316480&amp;z=0&amp;tn=baiduimagedetail&amp;word=%CE%C4%BC%FE%BC%D3%C3%DC&amp;in=15962&amp;cl=2&amp;cm=1&amp;sc=0&amp;lm=-1&amp;pn=5&amp;rn=1&amp;di=2039659580&amp;ln=932" TargetMode="External"/><Relationship Id="rId1" Type="http://schemas.openxmlformats.org/officeDocument/2006/relationships/slideLayout" Target="../slideLayouts/slideLayout6.xml"/><Relationship Id="rId6" Type="http://schemas.openxmlformats.org/officeDocument/2006/relationships/hyperlink" Target="http://image.baidu.com/i?ct=503316480&amp;z=0&amp;tn=baiduimagedetail&amp;word=%CE%C4%BC%FE%BC%D3%C3%DC&amp;in=6460&amp;cl=2&amp;cm=1&amp;sc=0&amp;lm=-1&amp;pn=19&amp;rn=1&amp;di=276767936&amp;ln=932" TargetMode="External"/><Relationship Id="rId5" Type="http://schemas.openxmlformats.org/officeDocument/2006/relationships/image" Target="../media/image39.jpeg"/><Relationship Id="rId4" Type="http://schemas.openxmlformats.org/officeDocument/2006/relationships/hyperlink" Target="http://image.baidu.com/i?ct=503316480&amp;z=0&amp;tn=baiduimagedetail&amp;word=%CE%C4%BC%FE%BC%D3%C3%DC&amp;in=16909&amp;cl=2&amp;cm=1&amp;sc=0&amp;lm=-1&amp;pn=18&amp;rn=1&amp;di=2163402560&amp;ln=932"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hyperlink" Target="http://image.baidu.com/i?ct=503316480&amp;z=0&amp;tn=baiduimagedetail&amp;word=%B1%A3%CF%D5%CF%E4&amp;in=7281&amp;cl=2&amp;cm=1&amp;sc=0&amp;lm=-1&amp;pn=4&amp;rn=1&amp;di=2085203840&amp;ln=2000" TargetMode="External"/><Relationship Id="rId1" Type="http://schemas.openxmlformats.org/officeDocument/2006/relationships/slideLayout" Target="../slideLayouts/slideLayout6.xml"/><Relationship Id="rId5" Type="http://schemas.openxmlformats.org/officeDocument/2006/relationships/image" Target="../media/image42.jpeg"/><Relationship Id="rId4" Type="http://schemas.openxmlformats.org/officeDocument/2006/relationships/hyperlink" Target="http://image.baidu.com/i?ct=503316480&amp;z=0&amp;tn=baiduimagedetail&amp;word=%B1%A3%CF%D5%CF%E4&amp;in=1546&amp;cl=2&amp;cm=1&amp;sc=0&amp;lm=-1&amp;pn=7&amp;rn=1&amp;di=1543727124&amp;ln=2000"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slideLayout" Target="../slideLayouts/slideLayout6.xml"/><Relationship Id="rId5" Type="http://schemas.openxmlformats.org/officeDocument/2006/relationships/image" Target="../media/image45.jpeg"/><Relationship Id="rId4" Type="http://schemas.openxmlformats.org/officeDocument/2006/relationships/hyperlink" Target="http://image.baidu.com/i?ct=503316480&amp;z=0&amp;tn=baiduimagedetail&amp;word=%CE%C4%BC%FE&amp;in=11239&amp;cl=2&amp;cm=1&amp;sc=0&amp;lm=-1&amp;pn=15&amp;rn=1&amp;di=1537610080&amp;ln=2000"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46.wmf"/><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hyperlink" Target="demo/&#32852;&#24819;_&#22810;&#20154;USB.exe" TargetMode="Externa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wmf"/><Relationship Id="rId1" Type="http://schemas.openxmlformats.org/officeDocument/2006/relationships/slideLayout" Target="../slideLayouts/slideLayout6.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34.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9.png"/><Relationship Id="rId7" Type="http://schemas.openxmlformats.org/officeDocument/2006/relationships/image" Target="../media/image54.png"/><Relationship Id="rId2" Type="http://schemas.openxmlformats.org/officeDocument/2006/relationships/image" Target="../media/image48.wmf"/><Relationship Id="rId1" Type="http://schemas.openxmlformats.org/officeDocument/2006/relationships/slideLayout" Target="../slideLayouts/slideLayout6.xml"/><Relationship Id="rId6" Type="http://schemas.openxmlformats.org/officeDocument/2006/relationships/image" Target="../media/image53.png"/><Relationship Id="rId5" Type="http://schemas.openxmlformats.org/officeDocument/2006/relationships/image" Target="../media/image50.png"/><Relationship Id="rId4" Type="http://schemas.openxmlformats.org/officeDocument/2006/relationships/image" Target="../media/image5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hyperlink" Target="http://blogs.technet.com/blogfiles/xiwang/WindowsLiveWriter/Windows7BitLocker_F256/clip_image014_2.jpg" TargetMode="External"/><Relationship Id="rId2" Type="http://schemas.openxmlformats.org/officeDocument/2006/relationships/image" Target="../media/image55.png"/><Relationship Id="rId1" Type="http://schemas.openxmlformats.org/officeDocument/2006/relationships/slideLayout" Target="../slideLayouts/slideLayout6.xml"/><Relationship Id="rId4" Type="http://schemas.openxmlformats.org/officeDocument/2006/relationships/image" Target="../media/image56.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7.jpeg"/><Relationship Id="rId2" Type="http://schemas.openxmlformats.org/officeDocument/2006/relationships/oleObject" Target="../embeddings/oleObject6.bin"/><Relationship Id="rId1" Type="http://schemas.openxmlformats.org/officeDocument/2006/relationships/slideLayout" Target="../slideLayouts/slideLayout6.xml"/><Relationship Id="rId6" Type="http://schemas.openxmlformats.org/officeDocument/2006/relationships/hyperlink" Target="http://image.baidu.com/i?ct=503316480&amp;z=0&amp;tn=baiduimagedetail&amp;word=u%C5%CC&amp;in=4470&amp;cl=2&amp;cm=1&amp;sc=0&amp;lm=-1&amp;pn=19&amp;rn=1&amp;di=1532844964&amp;ln=2000" TargetMode="External"/><Relationship Id="rId5" Type="http://schemas.openxmlformats.org/officeDocument/2006/relationships/image" Target="../media/image4.png"/><Relationship Id="rId4" Type="http://schemas.openxmlformats.org/officeDocument/2006/relationships/oleObject" Target="../embeddings/oleObject7.bin"/></Relationships>
</file>

<file path=ppt/slides/_rels/slide3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jpe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hyperlink" Target="demo/&#26041;&#27491;_&#25991;&#20214;&#23433;&#20840;&#22495;.avi" TargetMode="External"/><Relationship Id="rId2" Type="http://schemas.openxmlformats.org/officeDocument/2006/relationships/image" Target="../media/image59.png"/><Relationship Id="rId1" Type="http://schemas.openxmlformats.org/officeDocument/2006/relationships/slideLayout" Target="../slideLayouts/slideLayout6.xml"/><Relationship Id="rId4" Type="http://schemas.openxmlformats.org/officeDocument/2006/relationships/image" Target="../media/image60.jpeg"/></Relationships>
</file>

<file path=ppt/slides/_rels/slide41.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oleObject" Target="../embeddings/oleObject8.bin"/><Relationship Id="rId1" Type="http://schemas.openxmlformats.org/officeDocument/2006/relationships/slideLayout" Target="../slideLayouts/slideLayout6.xml"/><Relationship Id="rId4" Type="http://schemas.openxmlformats.org/officeDocument/2006/relationships/image" Target="../media/image59.png"/></Relationships>
</file>

<file path=ppt/slides/_rels/slide42.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image" Target="../media/image62.jpe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hyperlink" Target="demo/&#20010;&#20154;&#23494;&#30424;.swf" TargetMode="Externa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oleObject" Target="../embeddings/oleObject9.bin"/><Relationship Id="rId1" Type="http://schemas.openxmlformats.org/officeDocument/2006/relationships/slideLayout" Target="../slideLayouts/slideLayout6.xml"/><Relationship Id="rId4" Type="http://schemas.openxmlformats.org/officeDocument/2006/relationships/image" Target="../media/image66.jpeg"/></Relationships>
</file>

<file path=ppt/slides/_rels/slide4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oleObject" Target="../embeddings/oleObject10.bin"/><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image" Target="../media/image70.jpeg"/><Relationship Id="rId1" Type="http://schemas.openxmlformats.org/officeDocument/2006/relationships/slideLayout" Target="../slideLayouts/slideLayout2.xml"/><Relationship Id="rId6" Type="http://schemas.openxmlformats.org/officeDocument/2006/relationships/image" Target="../media/image72.emf"/><Relationship Id="rId5" Type="http://schemas.openxmlformats.org/officeDocument/2006/relationships/oleObject" Target="../embeddings/oleObject12.bin"/><Relationship Id="rId4" Type="http://schemas.openxmlformats.org/officeDocument/2006/relationships/image" Target="../media/image71.emf"/></Relationships>
</file>

<file path=ppt/slides/_rels/slide49.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F5FE">
            <a:alpha val="40000"/>
          </a:srgbClr>
        </a:solidFill>
        <a:effectLst/>
      </p:bgPr>
    </p:bg>
    <p:spTree>
      <p:nvGrpSpPr>
        <p:cNvPr id="1" name=""/>
        <p:cNvGrpSpPr/>
        <p:nvPr/>
      </p:nvGrpSpPr>
      <p:grpSpPr>
        <a:xfrm>
          <a:off x="0" y="0"/>
          <a:ext cx="0" cy="0"/>
          <a:chOff x="0" y="0"/>
          <a:chExt cx="0" cy="0"/>
        </a:xfrm>
      </p:grpSpPr>
      <p:sp>
        <p:nvSpPr>
          <p:cNvPr id="9" name="标题 8">
            <a:extLst>
              <a:ext uri="{FF2B5EF4-FFF2-40B4-BE49-F238E27FC236}">
                <a16:creationId xmlns:a16="http://schemas.microsoft.com/office/drawing/2014/main" id="{6C2532AA-A647-48FF-8A25-36777AF5B18D}"/>
              </a:ext>
            </a:extLst>
          </p:cNvPr>
          <p:cNvSpPr>
            <a:spLocks noGrp="1"/>
          </p:cNvSpPr>
          <p:nvPr>
            <p:ph type="ctrTitle"/>
          </p:nvPr>
        </p:nvSpPr>
        <p:spPr>
          <a:xfrm>
            <a:off x="138763" y="2271664"/>
            <a:ext cx="6360228" cy="1686528"/>
          </a:xfrm>
        </p:spPr>
        <p:txBody>
          <a:bodyPr>
            <a:noAutofit/>
          </a:bodyPr>
          <a:lstStyle/>
          <a:p>
            <a:pPr>
              <a:lnSpc>
                <a:spcPct val="100000"/>
              </a:lnSpc>
            </a:pPr>
            <a:r>
              <a:rPr lang="zh-CN" altLang="en-US" sz="4800" dirty="0">
                <a:latin typeface="Arial" panose="020B0604020202020204" pitchFamily="34" charset="0"/>
                <a:ea typeface="微软雅黑" panose="020B0503020204020204" pitchFamily="34" charset="-122"/>
                <a:cs typeface="+mn-ea"/>
                <a:sym typeface="+mn-lt"/>
              </a:rPr>
              <a:t>中国可信计算标准</a:t>
            </a:r>
            <a:r>
              <a:rPr lang="en-US" altLang="zh-CN" sz="4800" dirty="0">
                <a:latin typeface="Arial" panose="020B0604020202020204" pitchFamily="34" charset="0"/>
                <a:ea typeface="微软雅黑" panose="020B0503020204020204" pitchFamily="34" charset="-122"/>
                <a:cs typeface="+mn-ea"/>
                <a:sym typeface="+mn-lt"/>
              </a:rPr>
              <a:t>-----TCM</a:t>
            </a:r>
            <a:r>
              <a:rPr lang="zh-CN" altLang="en-US" sz="4800" dirty="0">
                <a:latin typeface="Arial" panose="020B0604020202020204" pitchFamily="34" charset="0"/>
                <a:ea typeface="微软雅黑" panose="020B0503020204020204" pitchFamily="34" charset="-122"/>
                <a:cs typeface="+mn-ea"/>
                <a:sym typeface="+mn-lt"/>
              </a:rPr>
              <a:t>模块</a:t>
            </a:r>
          </a:p>
        </p:txBody>
      </p:sp>
      <p:sp>
        <p:nvSpPr>
          <p:cNvPr id="10" name="副标题 9">
            <a:extLst>
              <a:ext uri="{FF2B5EF4-FFF2-40B4-BE49-F238E27FC236}">
                <a16:creationId xmlns:a16="http://schemas.microsoft.com/office/drawing/2014/main" id="{0102F8CF-8DD3-43E5-B521-501A3CF124F9}"/>
              </a:ext>
            </a:extLst>
          </p:cNvPr>
          <p:cNvSpPr>
            <a:spLocks noGrp="1"/>
          </p:cNvSpPr>
          <p:nvPr>
            <p:ph type="subTitle" idx="1"/>
          </p:nvPr>
        </p:nvSpPr>
        <p:spPr>
          <a:xfrm>
            <a:off x="660399" y="4208451"/>
            <a:ext cx="2935831" cy="1363865"/>
          </a:xfrm>
          <a:prstGeom prst="roundRect">
            <a:avLst>
              <a:gd name="adj" fmla="val 18089"/>
            </a:avLst>
          </a:prstGeom>
          <a:solidFill>
            <a:srgbClr val="3E7AF6"/>
          </a:solidFill>
        </p:spPr>
        <p:txBody>
          <a:bodyPr anchor="ctr" anchorCtr="0">
            <a:normAutofit/>
          </a:bodyPr>
          <a:lstStyle/>
          <a:p>
            <a:pPr algn="ctr"/>
            <a:r>
              <a:rPr lang="zh-CN" altLang="en-US" sz="2400" b="1" dirty="0">
                <a:solidFill>
                  <a:srgbClr val="FFFFFF"/>
                </a:solidFill>
                <a:latin typeface="Arial" panose="020B0604020202020204" pitchFamily="34" charset="0"/>
                <a:ea typeface="微软雅黑" panose="020B0503020204020204" pitchFamily="34" charset="-122"/>
                <a:cs typeface="+mn-ea"/>
                <a:sym typeface="+mn-lt"/>
              </a:rPr>
              <a:t>网络空间安全学院</a:t>
            </a:r>
            <a:endParaRPr lang="en-US" altLang="zh-CN" sz="2400" b="1" dirty="0">
              <a:solidFill>
                <a:srgbClr val="FFFFFF"/>
              </a:solidFill>
              <a:latin typeface="Arial" panose="020B0604020202020204" pitchFamily="34" charset="0"/>
              <a:ea typeface="微软雅黑" panose="020B0503020204020204" pitchFamily="34" charset="-122"/>
              <a:cs typeface="+mn-ea"/>
              <a:sym typeface="+mn-lt"/>
            </a:endParaRPr>
          </a:p>
          <a:p>
            <a:pPr algn="ctr"/>
            <a:endParaRPr lang="en-US" altLang="zh-CN" sz="2400" b="1" dirty="0">
              <a:solidFill>
                <a:srgbClr val="FFFFFF"/>
              </a:solidFill>
              <a:latin typeface="Arial" panose="020B0604020202020204" pitchFamily="34" charset="0"/>
              <a:ea typeface="微软雅黑" panose="020B0503020204020204" pitchFamily="34" charset="-122"/>
              <a:cs typeface="+mn-ea"/>
              <a:sym typeface="+mn-lt"/>
            </a:endParaRPr>
          </a:p>
          <a:p>
            <a:pPr algn="ctr"/>
            <a:r>
              <a:rPr lang="zh-CN" altLang="en-US" sz="2400" b="1" dirty="0">
                <a:solidFill>
                  <a:srgbClr val="FFFFFF"/>
                </a:solidFill>
                <a:latin typeface="Arial" panose="020B0604020202020204" pitchFamily="34" charset="0"/>
                <a:ea typeface="微软雅黑" panose="020B0503020204020204" pitchFamily="34" charset="-122"/>
                <a:cs typeface="+mn-ea"/>
                <a:sym typeface="+mn-lt"/>
              </a:rPr>
              <a:t>贾洪勇</a:t>
            </a:r>
            <a:endParaRPr lang="en-GB" altLang="zh-CN" sz="2400" b="1" dirty="0">
              <a:solidFill>
                <a:srgbClr val="FFFFFF"/>
              </a:solidFill>
              <a:latin typeface="Arial" panose="020B0604020202020204" pitchFamily="34" charset="0"/>
              <a:ea typeface="微软雅黑" panose="020B0503020204020204" pitchFamily="34" charset="-122"/>
              <a:cs typeface="+mn-ea"/>
              <a:sym typeface="+mn-lt"/>
            </a:endParaRPr>
          </a:p>
        </p:txBody>
      </p:sp>
    </p:spTree>
    <p:custDataLst>
      <p:tags r:id="rId2"/>
    </p:custDataLst>
    <p:extLst>
      <p:ext uri="{BB962C8B-B14F-4D97-AF65-F5344CB8AC3E}">
        <p14:creationId xmlns:p14="http://schemas.microsoft.com/office/powerpoint/2010/main" val="142142168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5DE476D3-5BB6-009E-BA61-0764E259F157}"/>
              </a:ext>
            </a:extLst>
          </p:cNvPr>
          <p:cNvSpPr>
            <a:spLocks noGrp="1" noChangeArrowheads="1"/>
          </p:cNvSpPr>
          <p:nvPr>
            <p:ph type="title"/>
          </p:nvPr>
        </p:nvSpPr>
        <p:spPr>
          <a:xfrm>
            <a:off x="1981200" y="381000"/>
            <a:ext cx="8229600" cy="1066800"/>
          </a:xfrm>
        </p:spPr>
        <p:txBody>
          <a:bodyPr/>
          <a:lstStyle/>
          <a:p>
            <a:pPr eaLnBrk="1" hangingPunct="1"/>
            <a:r>
              <a:rPr lang="zh-CN" altLang="en-US" sz="4000">
                <a:solidFill>
                  <a:srgbClr val="002060"/>
                </a:solidFill>
              </a:rPr>
              <a:t>内容提纲</a:t>
            </a:r>
          </a:p>
        </p:txBody>
      </p:sp>
      <p:sp>
        <p:nvSpPr>
          <p:cNvPr id="52227" name="Rectangle 3">
            <a:extLst>
              <a:ext uri="{FF2B5EF4-FFF2-40B4-BE49-F238E27FC236}">
                <a16:creationId xmlns:a16="http://schemas.microsoft.com/office/drawing/2014/main" id="{45F646B8-AA6F-49EA-5079-8E65964BFDC7}"/>
              </a:ext>
            </a:extLst>
          </p:cNvPr>
          <p:cNvSpPr>
            <a:spLocks noGrp="1" noChangeArrowheads="1"/>
          </p:cNvSpPr>
          <p:nvPr>
            <p:ph type="body" idx="1"/>
          </p:nvPr>
        </p:nvSpPr>
        <p:spPr>
          <a:xfrm>
            <a:off x="2743200" y="1828800"/>
            <a:ext cx="5562600" cy="3124200"/>
          </a:xfrm>
        </p:spPr>
        <p:txBody>
          <a:bodyPr/>
          <a:lstStyle/>
          <a:p>
            <a:pPr marL="446088" lvl="1" indent="-357188">
              <a:lnSpc>
                <a:spcPct val="80000"/>
              </a:lnSpc>
              <a:buClr>
                <a:schemeClr val="bg2">
                  <a:lumMod val="50000"/>
                </a:schemeClr>
              </a:buClr>
              <a:buSzPct val="70000"/>
              <a:buFont typeface="Wingdings" pitchFamily="2" charset="2"/>
              <a:buChar char="l"/>
              <a:defRPr/>
            </a:pPr>
            <a:r>
              <a:rPr lang="zh-CN" altLang="en-US" b="1" dirty="0">
                <a:solidFill>
                  <a:srgbClr val="002060"/>
                </a:solidFill>
                <a:latin typeface="+mn-ea"/>
              </a:rPr>
              <a:t>可信计算概念与技术原理</a:t>
            </a:r>
            <a:endParaRPr lang="en-US" altLang="zh-CN" b="1" dirty="0">
              <a:solidFill>
                <a:srgbClr val="002060"/>
              </a:solidFill>
              <a:latin typeface="+mn-ea"/>
            </a:endParaRPr>
          </a:p>
          <a:p>
            <a:pPr marL="446088" lvl="1" indent="-357188">
              <a:lnSpc>
                <a:spcPct val="80000"/>
              </a:lnSpc>
              <a:buClr>
                <a:schemeClr val="bg2">
                  <a:lumMod val="50000"/>
                </a:schemeClr>
              </a:buClr>
              <a:buSzPct val="70000"/>
              <a:buFont typeface="Wingdings" pitchFamily="2" charset="2"/>
              <a:buChar char="l"/>
              <a:defRPr/>
            </a:pPr>
            <a:endParaRPr lang="zh-CN" altLang="en-US" dirty="0">
              <a:solidFill>
                <a:srgbClr val="002060"/>
              </a:solidFill>
            </a:endParaRPr>
          </a:p>
          <a:p>
            <a:pPr marL="446088" lvl="1" indent="-357188">
              <a:lnSpc>
                <a:spcPct val="80000"/>
              </a:lnSpc>
              <a:buClr>
                <a:schemeClr val="bg2">
                  <a:lumMod val="50000"/>
                </a:schemeClr>
              </a:buClr>
              <a:buSzPct val="70000"/>
              <a:buFont typeface="Wingdings" pitchFamily="2" charset="2"/>
              <a:buChar char="l"/>
              <a:defRPr/>
            </a:pPr>
            <a:r>
              <a:rPr lang="zh-CN" altLang="en-US" b="1" dirty="0">
                <a:solidFill>
                  <a:srgbClr val="002060"/>
                </a:solidFill>
              </a:rPr>
              <a:t>自主可信计算标准体系</a:t>
            </a:r>
            <a:endParaRPr lang="en-US" altLang="zh-CN" b="1" dirty="0">
              <a:solidFill>
                <a:srgbClr val="002060"/>
              </a:solidFill>
            </a:endParaRPr>
          </a:p>
          <a:p>
            <a:pPr marL="446088" lvl="1" indent="-357188">
              <a:lnSpc>
                <a:spcPct val="80000"/>
              </a:lnSpc>
              <a:buClr>
                <a:schemeClr val="bg2">
                  <a:lumMod val="50000"/>
                </a:schemeClr>
              </a:buClr>
              <a:buSzPct val="70000"/>
              <a:buFont typeface="Wingdings" pitchFamily="2" charset="2"/>
              <a:buChar char="l"/>
              <a:defRPr/>
            </a:pPr>
            <a:endParaRPr lang="en-US" altLang="zh-CN" b="1" dirty="0">
              <a:solidFill>
                <a:srgbClr val="002060"/>
              </a:solidFill>
            </a:endParaRPr>
          </a:p>
          <a:p>
            <a:pPr marL="446088" lvl="1" indent="-357188">
              <a:lnSpc>
                <a:spcPct val="80000"/>
              </a:lnSpc>
              <a:buClr>
                <a:schemeClr val="bg2">
                  <a:lumMod val="50000"/>
                </a:schemeClr>
              </a:buClr>
              <a:buSzPct val="70000"/>
              <a:buFont typeface="Wingdings" pitchFamily="2" charset="2"/>
              <a:buChar char="l"/>
              <a:defRPr/>
            </a:pPr>
            <a:r>
              <a:rPr lang="zh-CN" altLang="en-US" b="1" dirty="0">
                <a:solidFill>
                  <a:srgbClr val="002060"/>
                </a:solidFill>
                <a:latin typeface="+mn-ea"/>
              </a:rPr>
              <a:t>可信计算产业与应用</a:t>
            </a:r>
            <a:endParaRPr lang="en-US" altLang="zh-CN" b="1" dirty="0">
              <a:solidFill>
                <a:srgbClr val="002060"/>
              </a:solidFill>
              <a:latin typeface="+mn-ea"/>
            </a:endParaRPr>
          </a:p>
          <a:p>
            <a:pPr marL="446088" lvl="1" indent="-357188">
              <a:lnSpc>
                <a:spcPct val="80000"/>
              </a:lnSpc>
              <a:buClr>
                <a:schemeClr val="bg2">
                  <a:lumMod val="50000"/>
                </a:schemeClr>
              </a:buClr>
              <a:buSzPct val="70000"/>
              <a:buFont typeface="Wingdings" pitchFamily="2" charset="2"/>
              <a:buChar char="l"/>
              <a:defRPr/>
            </a:pPr>
            <a:endParaRPr lang="en-US" altLang="zh-CN" b="1" dirty="0">
              <a:solidFill>
                <a:srgbClr val="002060"/>
              </a:solidFill>
              <a:latin typeface="+mn-ea"/>
            </a:endParaRPr>
          </a:p>
          <a:p>
            <a:pPr marL="446088" lvl="1" indent="-357188">
              <a:lnSpc>
                <a:spcPct val="80000"/>
              </a:lnSpc>
              <a:buClr>
                <a:schemeClr val="bg2">
                  <a:lumMod val="50000"/>
                </a:schemeClr>
              </a:buClr>
              <a:buSzPct val="70000"/>
              <a:buFont typeface="Wingdings" pitchFamily="2" charset="2"/>
              <a:buChar char="l"/>
              <a:defRPr/>
            </a:pPr>
            <a:r>
              <a:rPr lang="zh-CN" altLang="en-US" b="1" dirty="0">
                <a:solidFill>
                  <a:srgbClr val="002060"/>
                </a:solidFill>
                <a:latin typeface="+mn-ea"/>
              </a:rPr>
              <a:t>自主可信计算产业未来发展</a:t>
            </a:r>
            <a:endParaRPr lang="en-US" altLang="zh-CN" b="1" dirty="0">
              <a:solidFill>
                <a:srgbClr val="002060"/>
              </a:solidFill>
              <a:latin typeface="+mn-ea"/>
            </a:endParaRPr>
          </a:p>
          <a:p>
            <a:pPr marL="446088" lvl="1" indent="-357188">
              <a:lnSpc>
                <a:spcPct val="80000"/>
              </a:lnSpc>
              <a:buClr>
                <a:schemeClr val="bg2">
                  <a:lumMod val="50000"/>
                </a:schemeClr>
              </a:buClr>
              <a:buSzPct val="70000"/>
              <a:buNone/>
              <a:defRPr/>
            </a:pPr>
            <a:endParaRPr lang="en-US" altLang="zh-CN" b="1" dirty="0">
              <a:solidFill>
                <a:srgbClr val="002060"/>
              </a:solidFill>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B84164BF-A77B-DC79-A5E9-E8A58327DCB7}"/>
              </a:ext>
            </a:extLst>
          </p:cNvPr>
          <p:cNvSpPr>
            <a:spLocks noGrp="1" noChangeArrowheads="1"/>
          </p:cNvSpPr>
          <p:nvPr>
            <p:ph type="title"/>
          </p:nvPr>
        </p:nvSpPr>
        <p:spPr>
          <a:xfrm>
            <a:off x="1981200" y="381000"/>
            <a:ext cx="8229600" cy="1066800"/>
          </a:xfrm>
        </p:spPr>
        <p:txBody>
          <a:bodyPr/>
          <a:lstStyle/>
          <a:p>
            <a:pPr eaLnBrk="1" hangingPunct="1"/>
            <a:r>
              <a:rPr lang="zh-CN" altLang="en-US" sz="4000">
                <a:solidFill>
                  <a:srgbClr val="002060"/>
                </a:solidFill>
              </a:rPr>
              <a:t>内容提纲</a:t>
            </a:r>
          </a:p>
        </p:txBody>
      </p:sp>
      <p:sp>
        <p:nvSpPr>
          <p:cNvPr id="52227" name="Rectangle 3">
            <a:extLst>
              <a:ext uri="{FF2B5EF4-FFF2-40B4-BE49-F238E27FC236}">
                <a16:creationId xmlns:a16="http://schemas.microsoft.com/office/drawing/2014/main" id="{EF634097-3C15-B21B-ED6D-11D37B5B0E2B}"/>
              </a:ext>
            </a:extLst>
          </p:cNvPr>
          <p:cNvSpPr>
            <a:spLocks noGrp="1" noChangeArrowheads="1"/>
          </p:cNvSpPr>
          <p:nvPr>
            <p:ph type="body" idx="1"/>
          </p:nvPr>
        </p:nvSpPr>
        <p:spPr>
          <a:xfrm>
            <a:off x="2743200" y="1828800"/>
            <a:ext cx="6248400" cy="3124200"/>
          </a:xfrm>
        </p:spPr>
        <p:txBody>
          <a:bodyPr/>
          <a:lstStyle/>
          <a:p>
            <a:pPr marL="446088" lvl="1" indent="-357188">
              <a:lnSpc>
                <a:spcPct val="80000"/>
              </a:lnSpc>
              <a:buClr>
                <a:schemeClr val="bg2">
                  <a:lumMod val="50000"/>
                </a:schemeClr>
              </a:buClr>
              <a:buSzPct val="70000"/>
              <a:buFont typeface="Wingdings" pitchFamily="2" charset="2"/>
              <a:buChar char="l"/>
              <a:defRPr/>
            </a:pPr>
            <a:r>
              <a:rPr lang="zh-CN" altLang="en-US" b="1" dirty="0">
                <a:solidFill>
                  <a:srgbClr val="002060"/>
                </a:solidFill>
                <a:latin typeface="+mn-ea"/>
              </a:rPr>
              <a:t>可信计算概念与技术原理</a:t>
            </a:r>
            <a:endParaRPr lang="en-US" altLang="zh-CN" b="1" dirty="0">
              <a:solidFill>
                <a:srgbClr val="002060"/>
              </a:solidFill>
              <a:latin typeface="+mn-ea"/>
            </a:endParaRPr>
          </a:p>
          <a:p>
            <a:pPr marL="446088" lvl="1" indent="-357188">
              <a:lnSpc>
                <a:spcPct val="80000"/>
              </a:lnSpc>
              <a:buClr>
                <a:schemeClr val="bg2">
                  <a:lumMod val="50000"/>
                </a:schemeClr>
              </a:buClr>
              <a:buSzPct val="70000"/>
              <a:buFont typeface="Wingdings" pitchFamily="2" charset="2"/>
              <a:buChar char="l"/>
              <a:defRPr/>
            </a:pPr>
            <a:endParaRPr lang="zh-CN" altLang="en-US" dirty="0">
              <a:solidFill>
                <a:srgbClr val="002060"/>
              </a:solidFill>
            </a:endParaRPr>
          </a:p>
          <a:p>
            <a:pPr marL="446088" lvl="1" indent="-357188">
              <a:lnSpc>
                <a:spcPct val="80000"/>
              </a:lnSpc>
              <a:buClr>
                <a:schemeClr val="bg2">
                  <a:lumMod val="50000"/>
                </a:schemeClr>
              </a:buClr>
              <a:buSzPct val="70000"/>
              <a:buFont typeface="Wingdings" pitchFamily="2" charset="2"/>
              <a:buChar char="l"/>
              <a:defRPr/>
            </a:pPr>
            <a:r>
              <a:rPr lang="zh-CN" altLang="en-US" b="1" dirty="0">
                <a:solidFill>
                  <a:schemeClr val="bg1">
                    <a:lumMod val="95000"/>
                  </a:schemeClr>
                </a:solidFill>
              </a:rPr>
              <a:t>自主可信计算标准体系</a:t>
            </a:r>
            <a:endParaRPr lang="en-US" altLang="zh-CN" b="1" dirty="0">
              <a:solidFill>
                <a:schemeClr val="bg1">
                  <a:lumMod val="95000"/>
                </a:schemeClr>
              </a:solidFill>
            </a:endParaRPr>
          </a:p>
          <a:p>
            <a:pPr marL="446088" lvl="1" indent="-357188">
              <a:lnSpc>
                <a:spcPct val="80000"/>
              </a:lnSpc>
              <a:buClr>
                <a:schemeClr val="bg2">
                  <a:lumMod val="50000"/>
                </a:schemeClr>
              </a:buClr>
              <a:buSzPct val="70000"/>
              <a:buFont typeface="Wingdings" pitchFamily="2" charset="2"/>
              <a:buChar char="l"/>
              <a:defRPr/>
            </a:pPr>
            <a:endParaRPr lang="en-US" altLang="zh-CN" b="1" dirty="0">
              <a:solidFill>
                <a:srgbClr val="002060"/>
              </a:solidFill>
            </a:endParaRPr>
          </a:p>
          <a:p>
            <a:pPr marL="446088" lvl="1" indent="-357188">
              <a:lnSpc>
                <a:spcPct val="80000"/>
              </a:lnSpc>
              <a:buClr>
                <a:schemeClr val="bg2">
                  <a:lumMod val="50000"/>
                </a:schemeClr>
              </a:buClr>
              <a:buSzPct val="70000"/>
              <a:buFont typeface="Wingdings" pitchFamily="2" charset="2"/>
              <a:buChar char="l"/>
              <a:defRPr/>
            </a:pPr>
            <a:r>
              <a:rPr lang="zh-CN" altLang="en-US" b="1" dirty="0">
                <a:solidFill>
                  <a:schemeClr val="bg1">
                    <a:lumMod val="95000"/>
                  </a:schemeClr>
                </a:solidFill>
                <a:latin typeface="+mn-ea"/>
              </a:rPr>
              <a:t>可信计算产业与应用</a:t>
            </a:r>
            <a:endParaRPr lang="en-US" altLang="zh-CN" b="1" dirty="0">
              <a:solidFill>
                <a:schemeClr val="bg1">
                  <a:lumMod val="95000"/>
                </a:schemeClr>
              </a:solidFill>
              <a:latin typeface="+mn-ea"/>
            </a:endParaRPr>
          </a:p>
          <a:p>
            <a:pPr marL="446088" lvl="1" indent="-357188">
              <a:lnSpc>
                <a:spcPct val="80000"/>
              </a:lnSpc>
              <a:buClr>
                <a:schemeClr val="bg2">
                  <a:lumMod val="50000"/>
                </a:schemeClr>
              </a:buClr>
              <a:buSzPct val="70000"/>
              <a:buFont typeface="Wingdings" pitchFamily="2" charset="2"/>
              <a:buChar char="l"/>
              <a:defRPr/>
            </a:pPr>
            <a:endParaRPr lang="en-US" altLang="zh-CN" b="1" dirty="0">
              <a:solidFill>
                <a:schemeClr val="bg1">
                  <a:lumMod val="95000"/>
                </a:schemeClr>
              </a:solidFill>
              <a:latin typeface="+mn-ea"/>
            </a:endParaRPr>
          </a:p>
          <a:p>
            <a:pPr marL="446088" lvl="1" indent="-357188">
              <a:lnSpc>
                <a:spcPct val="80000"/>
              </a:lnSpc>
              <a:buClr>
                <a:schemeClr val="bg2">
                  <a:lumMod val="50000"/>
                </a:schemeClr>
              </a:buClr>
              <a:buSzPct val="70000"/>
              <a:buFont typeface="Wingdings" pitchFamily="2" charset="2"/>
              <a:buChar char="l"/>
              <a:defRPr/>
            </a:pPr>
            <a:r>
              <a:rPr lang="zh-CN" altLang="en-US" b="1" dirty="0">
                <a:solidFill>
                  <a:schemeClr val="bg1">
                    <a:lumMod val="95000"/>
                  </a:schemeClr>
                </a:solidFill>
                <a:latin typeface="+mn-ea"/>
              </a:rPr>
              <a:t>自主可信计算产业未来发展</a:t>
            </a:r>
            <a:endParaRPr lang="en-US" altLang="zh-CN" b="1" dirty="0">
              <a:solidFill>
                <a:schemeClr val="bg1">
                  <a:lumMod val="95000"/>
                </a:schemeClr>
              </a:solidFill>
              <a:latin typeface="+mn-ea"/>
            </a:endParaRPr>
          </a:p>
          <a:p>
            <a:pPr marL="446088" lvl="1" indent="-357188">
              <a:lnSpc>
                <a:spcPct val="80000"/>
              </a:lnSpc>
              <a:buClr>
                <a:schemeClr val="bg2">
                  <a:lumMod val="50000"/>
                </a:schemeClr>
              </a:buClr>
              <a:buSzPct val="70000"/>
              <a:buNone/>
              <a:defRPr/>
            </a:pPr>
            <a:endParaRPr lang="en-US" altLang="zh-CN" b="1" dirty="0">
              <a:solidFill>
                <a:srgbClr val="002060"/>
              </a:solidFill>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1">
            <a:extLst>
              <a:ext uri="{FF2B5EF4-FFF2-40B4-BE49-F238E27FC236}">
                <a16:creationId xmlns:a16="http://schemas.microsoft.com/office/drawing/2014/main" id="{7FD3CDF4-9F1F-287C-0A95-F160B6A0F11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B59593AF-B459-4253-878A-657CD0B958EF}" type="slidenum">
              <a:rPr lang="en-US" altLang="zh-CN" sz="1400">
                <a:solidFill>
                  <a:schemeClr val="bg1"/>
                </a:solidFill>
              </a:rPr>
              <a:pPr eaLnBrk="1" hangingPunct="1"/>
              <a:t>4</a:t>
            </a:fld>
            <a:endParaRPr lang="en-US" altLang="zh-CN" sz="1400">
              <a:solidFill>
                <a:schemeClr val="bg1"/>
              </a:solidFill>
            </a:endParaRPr>
          </a:p>
        </p:txBody>
      </p:sp>
      <p:sp>
        <p:nvSpPr>
          <p:cNvPr id="3" name="Rectangle 16">
            <a:extLst>
              <a:ext uri="{FF2B5EF4-FFF2-40B4-BE49-F238E27FC236}">
                <a16:creationId xmlns:a16="http://schemas.microsoft.com/office/drawing/2014/main" id="{3AEB8F88-2A63-0134-976C-0B6AB39F7E1B}"/>
              </a:ext>
            </a:extLst>
          </p:cNvPr>
          <p:cNvSpPr txBox="1">
            <a:spLocks noChangeArrowheads="1"/>
          </p:cNvSpPr>
          <p:nvPr/>
        </p:nvSpPr>
        <p:spPr bwMode="auto">
          <a:xfrm>
            <a:off x="1828800" y="609600"/>
            <a:ext cx="2743200" cy="514350"/>
          </a:xfrm>
          <a:prstGeom prst="rect">
            <a:avLst/>
          </a:prstGeom>
          <a:noFill/>
          <a:ln w="9525">
            <a:noFill/>
            <a:miter lim="800000"/>
            <a:headEnd/>
            <a:tailEnd/>
          </a:ln>
          <a:effectLst/>
        </p:spPr>
        <p:txBody>
          <a:bodyPr anchor="ctr"/>
          <a:lstStyle/>
          <a:p>
            <a:pPr fontAlgn="t">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可信计算概念</a:t>
            </a:r>
          </a:p>
        </p:txBody>
      </p:sp>
      <p:grpSp>
        <p:nvGrpSpPr>
          <p:cNvPr id="2" name="组合 101">
            <a:extLst>
              <a:ext uri="{FF2B5EF4-FFF2-40B4-BE49-F238E27FC236}">
                <a16:creationId xmlns:a16="http://schemas.microsoft.com/office/drawing/2014/main" id="{EC5C7C21-8B8D-3675-87B6-B26E5A6946F4}"/>
              </a:ext>
            </a:extLst>
          </p:cNvPr>
          <p:cNvGrpSpPr>
            <a:grpSpLocks/>
          </p:cNvGrpSpPr>
          <p:nvPr/>
        </p:nvGrpSpPr>
        <p:grpSpPr bwMode="auto">
          <a:xfrm>
            <a:off x="1828800" y="1143000"/>
            <a:ext cx="8318500" cy="1346200"/>
            <a:chOff x="304800" y="1143000"/>
            <a:chExt cx="8319000" cy="1346400"/>
          </a:xfrm>
        </p:grpSpPr>
        <p:sp>
          <p:nvSpPr>
            <p:cNvPr id="5" name="圆角矩形 4">
              <a:extLst>
                <a:ext uri="{FF2B5EF4-FFF2-40B4-BE49-F238E27FC236}">
                  <a16:creationId xmlns:a16="http://schemas.microsoft.com/office/drawing/2014/main" id="{9017B23B-2108-1F25-2B10-B394536E2D47}"/>
                </a:ext>
              </a:extLst>
            </p:cNvPr>
            <p:cNvSpPr/>
            <p:nvPr/>
          </p:nvSpPr>
          <p:spPr>
            <a:xfrm>
              <a:off x="304800" y="1427205"/>
              <a:ext cx="1368507" cy="68431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algn="ctr">
                <a:defRPr/>
              </a:pPr>
              <a:r>
                <a:rPr lang="zh-CN" altLang="en-US" sz="2400" b="1" dirty="0">
                  <a:solidFill>
                    <a:srgbClr val="FF0000"/>
                  </a:solidFill>
                  <a:latin typeface="华文新魏" pitchFamily="2" charset="-122"/>
                  <a:ea typeface="华文新魏" pitchFamily="2" charset="-122"/>
                </a:rPr>
                <a:t>可信</a:t>
              </a:r>
              <a:endParaRPr lang="en-US" altLang="zh-CN" b="1" dirty="0">
                <a:solidFill>
                  <a:schemeClr val="tx1"/>
                </a:solidFill>
              </a:endParaRPr>
            </a:p>
          </p:txBody>
        </p:sp>
        <p:cxnSp>
          <p:nvCxnSpPr>
            <p:cNvPr id="7" name="直接连接符 6">
              <a:extLst>
                <a:ext uri="{FF2B5EF4-FFF2-40B4-BE49-F238E27FC236}">
                  <a16:creationId xmlns:a16="http://schemas.microsoft.com/office/drawing/2014/main" id="{5CFB4353-B1AA-5C5B-F5FF-894B19DB0AFE}"/>
                </a:ext>
              </a:extLst>
            </p:cNvPr>
            <p:cNvCxnSpPr/>
            <p:nvPr/>
          </p:nvCxnSpPr>
          <p:spPr>
            <a:xfrm rot="5400000">
              <a:off x="5169950" y="1855100"/>
              <a:ext cx="82721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圆角矩形 10">
              <a:extLst>
                <a:ext uri="{FF2B5EF4-FFF2-40B4-BE49-F238E27FC236}">
                  <a16:creationId xmlns:a16="http://schemas.microsoft.com/office/drawing/2014/main" id="{2299391A-D254-9DD6-A6FB-FC350CC6B9BF}"/>
                </a:ext>
              </a:extLst>
            </p:cNvPr>
            <p:cNvSpPr/>
            <p:nvPr/>
          </p:nvSpPr>
          <p:spPr>
            <a:xfrm>
              <a:off x="5853446" y="1219211"/>
              <a:ext cx="1081152" cy="431864"/>
            </a:xfrm>
            <a:prstGeom prst="round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lIns="36000" rIns="36000" anchor="ctr"/>
            <a:lstStyle/>
            <a:p>
              <a:pPr algn="ctr">
                <a:defRPr/>
              </a:pPr>
              <a:r>
                <a:rPr lang="zh-CN" altLang="en-US" dirty="0">
                  <a:solidFill>
                    <a:srgbClr val="002060"/>
                  </a:solidFill>
                  <a:latin typeface="华文新魏" pitchFamily="2" charset="-122"/>
                  <a:ea typeface="华文新魏" pitchFamily="2" charset="-122"/>
                </a:rPr>
                <a:t>客观特征</a:t>
              </a:r>
            </a:p>
          </p:txBody>
        </p:sp>
        <p:sp>
          <p:nvSpPr>
            <p:cNvPr id="23" name="圆角矩形 22">
              <a:extLst>
                <a:ext uri="{FF2B5EF4-FFF2-40B4-BE49-F238E27FC236}">
                  <a16:creationId xmlns:a16="http://schemas.microsoft.com/office/drawing/2014/main" id="{7A006258-4864-6320-87ED-F950BC848898}"/>
                </a:ext>
              </a:extLst>
            </p:cNvPr>
            <p:cNvSpPr/>
            <p:nvPr/>
          </p:nvSpPr>
          <p:spPr>
            <a:xfrm>
              <a:off x="5853446" y="2057536"/>
              <a:ext cx="1081152" cy="431864"/>
            </a:xfrm>
            <a:prstGeom prst="round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lIns="36000" rIns="36000" anchor="ctr"/>
            <a:lstStyle/>
            <a:p>
              <a:pPr algn="ctr">
                <a:defRPr/>
              </a:pPr>
              <a:r>
                <a:rPr lang="zh-CN" altLang="en-US" dirty="0">
                  <a:solidFill>
                    <a:srgbClr val="002060"/>
                  </a:solidFill>
                  <a:latin typeface="华文新魏" pitchFamily="2" charset="-122"/>
                  <a:ea typeface="华文新魏" pitchFamily="2" charset="-122"/>
                </a:rPr>
                <a:t>主观特征</a:t>
              </a:r>
            </a:p>
          </p:txBody>
        </p:sp>
        <p:sp>
          <p:nvSpPr>
            <p:cNvPr id="25" name="圆角矩形 24">
              <a:extLst>
                <a:ext uri="{FF2B5EF4-FFF2-40B4-BE49-F238E27FC236}">
                  <a16:creationId xmlns:a16="http://schemas.microsoft.com/office/drawing/2014/main" id="{0B3B2D5B-BB72-4C0E-BF06-09A8EA53D470}"/>
                </a:ext>
              </a:extLst>
            </p:cNvPr>
            <p:cNvSpPr/>
            <p:nvPr/>
          </p:nvSpPr>
          <p:spPr>
            <a:xfrm>
              <a:off x="7544235" y="1219211"/>
              <a:ext cx="1079565" cy="431864"/>
            </a:xfrm>
            <a:prstGeom prst="roundRect">
              <a:avLst>
                <a:gd name="adj" fmla="val 7408"/>
              </a:avLst>
            </a:prstGeom>
            <a:solidFill>
              <a:srgbClr val="33CC33"/>
            </a:solidFill>
          </p:spPr>
          <p:style>
            <a:lnRef idx="2">
              <a:schemeClr val="accent1">
                <a:shade val="50000"/>
              </a:schemeClr>
            </a:lnRef>
            <a:fillRef idx="1">
              <a:schemeClr val="accent1"/>
            </a:fillRef>
            <a:effectRef idx="0">
              <a:schemeClr val="accent1"/>
            </a:effectRef>
            <a:fontRef idx="minor">
              <a:schemeClr val="lt1"/>
            </a:fontRef>
          </p:style>
          <p:txBody>
            <a:bodyPr lIns="36000" rIns="36000" anchor="ctr"/>
            <a:lstStyle/>
            <a:p>
              <a:pPr algn="ctr">
                <a:defRPr/>
              </a:pPr>
              <a:r>
                <a:rPr lang="zh-CN" altLang="en-US" dirty="0">
                  <a:solidFill>
                    <a:schemeClr val="accent2"/>
                  </a:solidFill>
                  <a:latin typeface="华文新魏" pitchFamily="2" charset="-122"/>
                  <a:ea typeface="华文新魏" pitchFamily="2" charset="-122"/>
                </a:rPr>
                <a:t>机器判断</a:t>
              </a:r>
            </a:p>
          </p:txBody>
        </p:sp>
        <p:sp>
          <p:nvSpPr>
            <p:cNvPr id="27" name="圆角矩形 26">
              <a:extLst>
                <a:ext uri="{FF2B5EF4-FFF2-40B4-BE49-F238E27FC236}">
                  <a16:creationId xmlns:a16="http://schemas.microsoft.com/office/drawing/2014/main" id="{878821D3-2417-25CD-D526-A388A7B254A2}"/>
                </a:ext>
              </a:extLst>
            </p:cNvPr>
            <p:cNvSpPr/>
            <p:nvPr/>
          </p:nvSpPr>
          <p:spPr>
            <a:xfrm>
              <a:off x="7544235" y="2057536"/>
              <a:ext cx="1079565" cy="431864"/>
            </a:xfrm>
            <a:prstGeom prst="roundRect">
              <a:avLst>
                <a:gd name="adj" fmla="val 8124"/>
              </a:avLst>
            </a:prstGeom>
            <a:solidFill>
              <a:srgbClr val="33CC33"/>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dirty="0">
                  <a:solidFill>
                    <a:schemeClr val="accent2"/>
                  </a:solidFill>
                  <a:latin typeface="华文新魏" pitchFamily="2" charset="-122"/>
                  <a:ea typeface="华文新魏" pitchFamily="2" charset="-122"/>
                </a:rPr>
                <a:t>人判断</a:t>
              </a:r>
            </a:p>
          </p:txBody>
        </p:sp>
        <p:sp>
          <p:nvSpPr>
            <p:cNvPr id="29" name="矩形 28">
              <a:extLst>
                <a:ext uri="{FF2B5EF4-FFF2-40B4-BE49-F238E27FC236}">
                  <a16:creationId xmlns:a16="http://schemas.microsoft.com/office/drawing/2014/main" id="{69F213BD-3159-6307-31B3-9013372D58C9}"/>
                </a:ext>
              </a:extLst>
            </p:cNvPr>
            <p:cNvSpPr/>
            <p:nvPr/>
          </p:nvSpPr>
          <p:spPr>
            <a:xfrm>
              <a:off x="5050123" y="1524057"/>
              <a:ext cx="533432" cy="3048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zh-CN" altLang="en-US" sz="1400" b="1" dirty="0">
                  <a:solidFill>
                    <a:schemeClr val="accent2"/>
                  </a:solidFill>
                </a:rPr>
                <a:t>包含</a:t>
              </a:r>
            </a:p>
          </p:txBody>
        </p:sp>
        <p:sp>
          <p:nvSpPr>
            <p:cNvPr id="33" name="矩形 32">
              <a:extLst>
                <a:ext uri="{FF2B5EF4-FFF2-40B4-BE49-F238E27FC236}">
                  <a16:creationId xmlns:a16="http://schemas.microsoft.com/office/drawing/2014/main" id="{768B21D9-D83F-C000-BDCC-48EAC82CC05B}"/>
                </a:ext>
              </a:extLst>
            </p:cNvPr>
            <p:cNvSpPr/>
            <p:nvPr/>
          </p:nvSpPr>
          <p:spPr>
            <a:xfrm>
              <a:off x="6934598" y="1143000"/>
              <a:ext cx="533432" cy="3048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zh-CN" altLang="en-US" sz="1400" b="1" dirty="0">
                  <a:solidFill>
                    <a:schemeClr val="accent2"/>
                  </a:solidFill>
                </a:rPr>
                <a:t>适用</a:t>
              </a:r>
            </a:p>
          </p:txBody>
        </p:sp>
        <p:sp>
          <p:nvSpPr>
            <p:cNvPr id="40" name="矩形 39">
              <a:extLst>
                <a:ext uri="{FF2B5EF4-FFF2-40B4-BE49-F238E27FC236}">
                  <a16:creationId xmlns:a16="http://schemas.microsoft.com/office/drawing/2014/main" id="{21468C16-0702-FC34-D4AA-047C67C599B2}"/>
                </a:ext>
              </a:extLst>
            </p:cNvPr>
            <p:cNvSpPr/>
            <p:nvPr/>
          </p:nvSpPr>
          <p:spPr>
            <a:xfrm>
              <a:off x="6934598" y="1981325"/>
              <a:ext cx="533432" cy="3048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zh-CN" altLang="en-US" sz="1400" b="1" dirty="0">
                  <a:solidFill>
                    <a:schemeClr val="accent2"/>
                  </a:solidFill>
                </a:rPr>
                <a:t>适用</a:t>
              </a:r>
            </a:p>
          </p:txBody>
        </p:sp>
        <p:cxnSp>
          <p:nvCxnSpPr>
            <p:cNvPr id="48" name="直接箭头连接符 47">
              <a:extLst>
                <a:ext uri="{FF2B5EF4-FFF2-40B4-BE49-F238E27FC236}">
                  <a16:creationId xmlns:a16="http://schemas.microsoft.com/office/drawing/2014/main" id="{81B28C18-1D54-8064-9AD4-36D3D6BCEE95}"/>
                </a:ext>
              </a:extLst>
            </p:cNvPr>
            <p:cNvCxnSpPr/>
            <p:nvPr/>
          </p:nvCxnSpPr>
          <p:spPr>
            <a:xfrm>
              <a:off x="5050123" y="1828902"/>
              <a:ext cx="533432" cy="1588"/>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C980808B-ECA9-7FF3-262C-2E8A10B0EFB6}"/>
                </a:ext>
              </a:extLst>
            </p:cNvPr>
            <p:cNvCxnSpPr/>
            <p:nvPr/>
          </p:nvCxnSpPr>
          <p:spPr>
            <a:xfrm flipV="1">
              <a:off x="6934598" y="1447845"/>
              <a:ext cx="622337"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CDA402C2-46F5-B05E-871A-A31873F2894A}"/>
                </a:ext>
              </a:extLst>
            </p:cNvPr>
            <p:cNvCxnSpPr/>
            <p:nvPr/>
          </p:nvCxnSpPr>
          <p:spPr>
            <a:xfrm>
              <a:off x="6921898" y="2286170"/>
              <a:ext cx="622337" cy="158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D62127C2-AF5A-995F-D028-3D8CE18A89B4}"/>
                </a:ext>
              </a:extLst>
            </p:cNvPr>
            <p:cNvCxnSpPr/>
            <p:nvPr/>
          </p:nvCxnSpPr>
          <p:spPr>
            <a:xfrm>
              <a:off x="5583555" y="1441494"/>
              <a:ext cx="287354" cy="158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A3B79390-C2D4-B7FF-A218-F449EE66A290}"/>
                </a:ext>
              </a:extLst>
            </p:cNvPr>
            <p:cNvCxnSpPr/>
            <p:nvPr/>
          </p:nvCxnSpPr>
          <p:spPr>
            <a:xfrm>
              <a:off x="5585142" y="2273468"/>
              <a:ext cx="287355" cy="158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7" name="圆角矩形 56">
              <a:extLst>
                <a:ext uri="{FF2B5EF4-FFF2-40B4-BE49-F238E27FC236}">
                  <a16:creationId xmlns:a16="http://schemas.microsoft.com/office/drawing/2014/main" id="{665311C3-D8C7-8694-192B-5296648424A7}"/>
                </a:ext>
              </a:extLst>
            </p:cNvPr>
            <p:cNvSpPr/>
            <p:nvPr/>
          </p:nvSpPr>
          <p:spPr>
            <a:xfrm>
              <a:off x="2209915" y="1503417"/>
              <a:ext cx="2819569" cy="533479"/>
            </a:xfrm>
            <a:prstGeom prst="roundRect">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algn="ctr">
                <a:defRPr/>
              </a:pPr>
              <a:r>
                <a:rPr lang="zh-CN" altLang="en-US" b="1" dirty="0">
                  <a:solidFill>
                    <a:schemeClr val="tx1"/>
                  </a:solidFill>
                </a:rPr>
                <a:t>描述实体的一种</a:t>
              </a:r>
              <a:r>
                <a:rPr lang="zh-CN" altLang="en-US" b="1" dirty="0">
                  <a:solidFill>
                    <a:srgbClr val="002060"/>
                  </a:solidFill>
                  <a:latin typeface="华文新魏" pitchFamily="2" charset="-122"/>
                  <a:ea typeface="华文新魏" pitchFamily="2" charset="-122"/>
                </a:rPr>
                <a:t>属性特征</a:t>
              </a:r>
            </a:p>
          </p:txBody>
        </p:sp>
        <p:cxnSp>
          <p:nvCxnSpPr>
            <p:cNvPr id="58" name="直接箭头连接符 57">
              <a:extLst>
                <a:ext uri="{FF2B5EF4-FFF2-40B4-BE49-F238E27FC236}">
                  <a16:creationId xmlns:a16="http://schemas.microsoft.com/office/drawing/2014/main" id="{10A534BD-5FE4-C8D7-C7E7-7B4FB97F3D91}"/>
                </a:ext>
              </a:extLst>
            </p:cNvPr>
            <p:cNvCxnSpPr/>
            <p:nvPr/>
          </p:nvCxnSpPr>
          <p:spPr>
            <a:xfrm>
              <a:off x="1673307" y="1768568"/>
              <a:ext cx="536607" cy="158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9" name="矩形 58">
              <a:extLst>
                <a:ext uri="{FF2B5EF4-FFF2-40B4-BE49-F238E27FC236}">
                  <a16:creationId xmlns:a16="http://schemas.microsoft.com/office/drawing/2014/main" id="{ECD0E9A7-F629-377C-2F5A-2C028268CE7A}"/>
                </a:ext>
              </a:extLst>
            </p:cNvPr>
            <p:cNvSpPr/>
            <p:nvPr/>
          </p:nvSpPr>
          <p:spPr>
            <a:xfrm>
              <a:off x="1676482" y="1427205"/>
              <a:ext cx="533432" cy="3048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zh-CN" altLang="en-US" sz="1400" b="1" dirty="0">
                  <a:solidFill>
                    <a:schemeClr val="accent2"/>
                  </a:solidFill>
                </a:rPr>
                <a:t>定义</a:t>
              </a:r>
            </a:p>
          </p:txBody>
        </p:sp>
      </p:grpSp>
      <p:sp>
        <p:nvSpPr>
          <p:cNvPr id="79" name="圆角矩形标注 78">
            <a:extLst>
              <a:ext uri="{FF2B5EF4-FFF2-40B4-BE49-F238E27FC236}">
                <a16:creationId xmlns:a16="http://schemas.microsoft.com/office/drawing/2014/main" id="{647D66E8-4439-3073-6768-B0D87CCEBE69}"/>
              </a:ext>
            </a:extLst>
          </p:cNvPr>
          <p:cNvSpPr/>
          <p:nvPr/>
        </p:nvSpPr>
        <p:spPr>
          <a:xfrm>
            <a:off x="9296400" y="5257800"/>
            <a:ext cx="1295400" cy="762000"/>
          </a:xfrm>
          <a:prstGeom prst="wedgeRoundRectCallout">
            <a:avLst>
              <a:gd name="adj1" fmla="val -65055"/>
              <a:gd name="adj2" fmla="val -1318"/>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a:defRPr/>
            </a:pPr>
            <a:r>
              <a:rPr lang="zh-CN" altLang="en-US" sz="1400" b="1" dirty="0">
                <a:solidFill>
                  <a:srgbClr val="2D2D8A"/>
                </a:solidFill>
                <a:latin typeface="+mn-ea"/>
              </a:rPr>
              <a:t>依据客观特征，适应机器判断</a:t>
            </a:r>
            <a:endParaRPr lang="zh-CN" altLang="en-US" sz="1400" dirty="0">
              <a:latin typeface="+mn-ea"/>
            </a:endParaRPr>
          </a:p>
        </p:txBody>
      </p:sp>
      <p:grpSp>
        <p:nvGrpSpPr>
          <p:cNvPr id="4" name="组合 33">
            <a:extLst>
              <a:ext uri="{FF2B5EF4-FFF2-40B4-BE49-F238E27FC236}">
                <a16:creationId xmlns:a16="http://schemas.microsoft.com/office/drawing/2014/main" id="{5457E913-0207-56F9-C4C7-ED0594A7F719}"/>
              </a:ext>
            </a:extLst>
          </p:cNvPr>
          <p:cNvGrpSpPr>
            <a:grpSpLocks/>
          </p:cNvGrpSpPr>
          <p:nvPr/>
        </p:nvGrpSpPr>
        <p:grpSpPr bwMode="auto">
          <a:xfrm>
            <a:off x="2513014" y="2122488"/>
            <a:ext cx="8002587" cy="2678112"/>
            <a:chOff x="989012" y="2122800"/>
            <a:chExt cx="8002588" cy="2677800"/>
          </a:xfrm>
        </p:grpSpPr>
        <p:sp>
          <p:nvSpPr>
            <p:cNvPr id="41" name="圆角矩形 40">
              <a:extLst>
                <a:ext uri="{FF2B5EF4-FFF2-40B4-BE49-F238E27FC236}">
                  <a16:creationId xmlns:a16="http://schemas.microsoft.com/office/drawing/2014/main" id="{717409AF-3A40-8027-2F8B-CC36890A8D55}"/>
                </a:ext>
              </a:extLst>
            </p:cNvPr>
            <p:cNvSpPr/>
            <p:nvPr/>
          </p:nvSpPr>
          <p:spPr>
            <a:xfrm>
              <a:off x="1295399" y="2362484"/>
              <a:ext cx="1371600" cy="45714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algn="ctr">
                <a:defRPr/>
              </a:pPr>
              <a:r>
                <a:rPr lang="zh-CN" altLang="en-US" b="1" dirty="0">
                  <a:solidFill>
                    <a:srgbClr val="FF0000"/>
                  </a:solidFill>
                  <a:latin typeface="华文新魏" pitchFamily="2" charset="-122"/>
                  <a:ea typeface="华文新魏" pitchFamily="2" charset="-122"/>
                </a:rPr>
                <a:t>计算可信性</a:t>
              </a:r>
              <a:endParaRPr lang="en-US" altLang="zh-CN" b="1" dirty="0">
                <a:solidFill>
                  <a:srgbClr val="FF0000"/>
                </a:solidFill>
              </a:endParaRPr>
            </a:p>
          </p:txBody>
        </p:sp>
        <p:cxnSp>
          <p:nvCxnSpPr>
            <p:cNvPr id="43" name="直接箭头连接符 42">
              <a:extLst>
                <a:ext uri="{FF2B5EF4-FFF2-40B4-BE49-F238E27FC236}">
                  <a16:creationId xmlns:a16="http://schemas.microsoft.com/office/drawing/2014/main" id="{8C8D4B5F-D99C-8320-BE28-3584CB2B06B6}"/>
                </a:ext>
              </a:extLst>
            </p:cNvPr>
            <p:cNvCxnSpPr/>
            <p:nvPr/>
          </p:nvCxnSpPr>
          <p:spPr>
            <a:xfrm rot="5400000">
              <a:off x="755677" y="2356135"/>
              <a:ext cx="468257" cy="1587"/>
            </a:xfrm>
            <a:prstGeom prst="straightConnector1">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4" name="圆角矩形 43">
              <a:extLst>
                <a:ext uri="{FF2B5EF4-FFF2-40B4-BE49-F238E27FC236}">
                  <a16:creationId xmlns:a16="http://schemas.microsoft.com/office/drawing/2014/main" id="{0B2FA9B4-B836-32A8-80EB-9DE1232A8A3D}"/>
                </a:ext>
              </a:extLst>
            </p:cNvPr>
            <p:cNvSpPr/>
            <p:nvPr/>
          </p:nvSpPr>
          <p:spPr>
            <a:xfrm>
              <a:off x="1295399" y="2972013"/>
              <a:ext cx="7696201" cy="1828587"/>
            </a:xfrm>
            <a:prstGeom prst="roundRect">
              <a:avLst>
                <a:gd name="adj" fmla="val 5805"/>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marL="180975" indent="-180975">
                <a:lnSpc>
                  <a:spcPts val="1800"/>
                </a:lnSpc>
                <a:buFont typeface="Wingdings" pitchFamily="2" charset="2"/>
                <a:buChar char="Ø"/>
                <a:defRPr/>
              </a:pPr>
              <a:r>
                <a:rPr lang="en-US" altLang="zh-CN" sz="1200" b="1" dirty="0">
                  <a:solidFill>
                    <a:schemeClr val="tx1"/>
                  </a:solidFill>
                  <a:latin typeface="Calibri"/>
                  <a:ea typeface="宋体"/>
                  <a:cs typeface="Times New Roman"/>
                </a:rPr>
                <a:t>ISO/IEC(1999) </a:t>
              </a:r>
              <a:r>
                <a:rPr lang="zh-CN" altLang="en-US" sz="1200" b="1" dirty="0">
                  <a:solidFill>
                    <a:schemeClr val="tx1"/>
                  </a:solidFill>
                  <a:latin typeface="Calibri"/>
                  <a:ea typeface="宋体"/>
                  <a:cs typeface="Times New Roman"/>
                </a:rPr>
                <a:t>：</a:t>
              </a:r>
              <a:r>
                <a:rPr lang="zh-CN" altLang="zh-CN" sz="1200" b="1" dirty="0">
                  <a:solidFill>
                    <a:schemeClr val="tx1"/>
                  </a:solidFill>
                  <a:latin typeface="Calibri"/>
                  <a:ea typeface="宋体"/>
                  <a:cs typeface="Times New Roman"/>
                </a:rPr>
                <a:t>定义</a:t>
              </a:r>
              <a:r>
                <a:rPr lang="zh-CN" altLang="zh-CN" sz="1200" b="1" dirty="0">
                  <a:solidFill>
                    <a:srgbClr val="8E0000"/>
                  </a:solidFill>
                  <a:latin typeface="Calibri"/>
                  <a:ea typeface="宋体"/>
                  <a:cs typeface="Times New Roman"/>
                </a:rPr>
                <a:t>可信</a:t>
              </a:r>
              <a:r>
                <a:rPr lang="zh-CN" altLang="zh-CN" sz="1200" b="1" dirty="0">
                  <a:solidFill>
                    <a:schemeClr val="tx1"/>
                  </a:solidFill>
                  <a:latin typeface="Calibri"/>
                  <a:ea typeface="宋体"/>
                  <a:cs typeface="Times New Roman"/>
                </a:rPr>
                <a:t>为参与计算的组件、操作或过程在任意条件下</a:t>
              </a:r>
              <a:r>
                <a:rPr lang="zh-CN" altLang="zh-CN" sz="1200" b="1" dirty="0">
                  <a:solidFill>
                    <a:srgbClr val="8E0000"/>
                  </a:solidFill>
                  <a:latin typeface="Calibri"/>
                  <a:ea typeface="宋体"/>
                  <a:cs typeface="Times New Roman"/>
                </a:rPr>
                <a:t>是可预测的</a:t>
              </a:r>
              <a:r>
                <a:rPr lang="zh-CN" altLang="en-US" sz="1200" b="1" dirty="0">
                  <a:solidFill>
                    <a:schemeClr val="tx1"/>
                  </a:solidFill>
                  <a:latin typeface="Calibri"/>
                  <a:ea typeface="宋体"/>
                  <a:cs typeface="Times New Roman"/>
                </a:rPr>
                <a:t>，</a:t>
              </a:r>
              <a:r>
                <a:rPr lang="zh-CN" altLang="zh-CN" sz="1200" b="1" dirty="0">
                  <a:solidFill>
                    <a:schemeClr val="tx1"/>
                  </a:solidFill>
                  <a:latin typeface="Calibri"/>
                  <a:ea typeface="宋体"/>
                  <a:cs typeface="Times New Roman"/>
                </a:rPr>
                <a:t>并能抵御病毒和一定程度的物理干扰；</a:t>
              </a:r>
              <a:endParaRPr lang="en-US" altLang="zh-CN" sz="1200" b="1" dirty="0">
                <a:solidFill>
                  <a:schemeClr val="tx1"/>
                </a:solidFill>
                <a:latin typeface="Calibri"/>
                <a:ea typeface="宋体"/>
                <a:cs typeface="Times New Roman"/>
              </a:endParaRPr>
            </a:p>
            <a:p>
              <a:pPr marL="180975" indent="-180975">
                <a:lnSpc>
                  <a:spcPts val="1800"/>
                </a:lnSpc>
                <a:buFont typeface="Wingdings" pitchFamily="2" charset="2"/>
                <a:buChar char="Ø"/>
                <a:defRPr/>
              </a:pPr>
              <a:r>
                <a:rPr lang="en-US" altLang="zh-CN" sz="1200" b="1" dirty="0">
                  <a:solidFill>
                    <a:schemeClr val="tx1"/>
                  </a:solidFill>
                  <a:latin typeface="Calibri"/>
                  <a:ea typeface="宋体"/>
                  <a:cs typeface="Times New Roman"/>
                </a:rPr>
                <a:t>TCG(Trusted Computing Group) (2002)</a:t>
              </a:r>
              <a:r>
                <a:rPr lang="zh-CN" altLang="en-US" sz="1200" b="1" dirty="0">
                  <a:solidFill>
                    <a:schemeClr val="tx1"/>
                  </a:solidFill>
                  <a:latin typeface="Calibri"/>
                  <a:ea typeface="宋体"/>
                  <a:cs typeface="Times New Roman"/>
                </a:rPr>
                <a:t>：</a:t>
              </a:r>
              <a:r>
                <a:rPr lang="zh-CN" altLang="zh-CN" sz="1200" b="1" dirty="0">
                  <a:solidFill>
                    <a:schemeClr val="tx1"/>
                  </a:solidFill>
                  <a:latin typeface="Calibri"/>
                  <a:ea typeface="宋体"/>
                  <a:cs typeface="Times New Roman"/>
                </a:rPr>
                <a:t>用实体行为的预期性来定义可信</a:t>
              </a:r>
              <a:r>
                <a:rPr lang="zh-CN" altLang="en-US" sz="1200" b="1" dirty="0">
                  <a:solidFill>
                    <a:schemeClr val="tx1"/>
                  </a:solidFill>
                  <a:latin typeface="Calibri"/>
                  <a:ea typeface="宋体"/>
                  <a:cs typeface="Times New Roman"/>
                </a:rPr>
                <a:t>，一</a:t>
              </a:r>
              <a:r>
                <a:rPr lang="zh-CN" altLang="zh-CN" sz="1200" b="1" dirty="0">
                  <a:solidFill>
                    <a:schemeClr val="tx1"/>
                  </a:solidFill>
                  <a:latin typeface="Calibri"/>
                  <a:ea typeface="宋体"/>
                  <a:cs typeface="Times New Roman"/>
                </a:rPr>
                <a:t>个</a:t>
              </a:r>
              <a:r>
                <a:rPr lang="zh-CN" altLang="zh-CN" sz="1200" b="1" dirty="0">
                  <a:solidFill>
                    <a:srgbClr val="7030A0"/>
                  </a:solidFill>
                  <a:latin typeface="Calibri"/>
                  <a:ea typeface="宋体"/>
                  <a:cs typeface="Times New Roman"/>
                </a:rPr>
                <a:t>实体</a:t>
              </a:r>
              <a:r>
                <a:rPr lang="zh-CN" altLang="zh-CN" sz="1200" b="1" dirty="0">
                  <a:solidFill>
                    <a:schemeClr val="tx1"/>
                  </a:solidFill>
                  <a:latin typeface="Calibri"/>
                  <a:ea typeface="宋体"/>
                  <a:cs typeface="Times New Roman"/>
                </a:rPr>
                <a:t>是</a:t>
              </a:r>
              <a:r>
                <a:rPr lang="zh-CN" altLang="zh-CN" sz="1200" b="1" dirty="0">
                  <a:solidFill>
                    <a:srgbClr val="8E0000"/>
                  </a:solidFill>
                  <a:latin typeface="Calibri"/>
                  <a:ea typeface="宋体"/>
                  <a:cs typeface="Times New Roman"/>
                </a:rPr>
                <a:t>可信</a:t>
              </a:r>
              <a:r>
                <a:rPr lang="zh-CN" altLang="zh-CN" sz="1200" b="1" dirty="0">
                  <a:solidFill>
                    <a:schemeClr val="tx1"/>
                  </a:solidFill>
                  <a:latin typeface="Calibri"/>
                  <a:ea typeface="宋体"/>
                  <a:cs typeface="Times New Roman"/>
                </a:rPr>
                <a:t>的</a:t>
              </a:r>
              <a:r>
                <a:rPr lang="zh-CN" altLang="en-US" sz="1200" b="1" dirty="0">
                  <a:solidFill>
                    <a:schemeClr val="tx1"/>
                  </a:solidFill>
                  <a:latin typeface="Calibri"/>
                  <a:ea typeface="宋体"/>
                  <a:cs typeface="Times New Roman"/>
                </a:rPr>
                <a:t>，</a:t>
              </a:r>
              <a:r>
                <a:rPr lang="zh-CN" altLang="zh-CN" sz="1200" b="1" dirty="0">
                  <a:solidFill>
                    <a:schemeClr val="tx1"/>
                  </a:solidFill>
                  <a:latin typeface="Calibri"/>
                  <a:ea typeface="宋体"/>
                  <a:cs typeface="Times New Roman"/>
                </a:rPr>
                <a:t>如果</a:t>
              </a:r>
              <a:r>
                <a:rPr lang="zh-CN" altLang="zh-CN" sz="1200" b="1" dirty="0">
                  <a:solidFill>
                    <a:srgbClr val="7030A0"/>
                  </a:solidFill>
                  <a:latin typeface="Calibri"/>
                  <a:ea typeface="宋体"/>
                  <a:cs typeface="Times New Roman"/>
                </a:rPr>
                <a:t>它的行为</a:t>
              </a:r>
              <a:r>
                <a:rPr lang="zh-CN" altLang="zh-CN" sz="1200" b="1" dirty="0">
                  <a:solidFill>
                    <a:schemeClr val="tx1"/>
                  </a:solidFill>
                  <a:latin typeface="Calibri"/>
                  <a:ea typeface="宋体"/>
                  <a:cs typeface="Times New Roman"/>
                </a:rPr>
                <a:t>总是</a:t>
              </a:r>
              <a:r>
                <a:rPr lang="zh-CN" altLang="zh-CN" sz="1200" b="1" dirty="0">
                  <a:solidFill>
                    <a:srgbClr val="8E0000"/>
                  </a:solidFill>
                  <a:latin typeface="Calibri"/>
                  <a:ea typeface="宋体"/>
                  <a:cs typeface="Times New Roman"/>
                </a:rPr>
                <a:t>以预期的方式，朝着预期的目标</a:t>
              </a:r>
              <a:r>
                <a:rPr lang="zh-CN" altLang="en-US" sz="1200" b="1" dirty="0">
                  <a:solidFill>
                    <a:schemeClr val="tx1"/>
                  </a:solidFill>
                  <a:latin typeface="Calibri"/>
                  <a:ea typeface="宋体"/>
                  <a:cs typeface="Times New Roman"/>
                </a:rPr>
                <a:t>；</a:t>
              </a:r>
              <a:endParaRPr lang="en-US" altLang="zh-CN" sz="1200" b="1" dirty="0">
                <a:solidFill>
                  <a:schemeClr val="tx1"/>
                </a:solidFill>
                <a:latin typeface="Calibri"/>
                <a:ea typeface="宋体"/>
                <a:cs typeface="Times New Roman"/>
              </a:endParaRPr>
            </a:p>
            <a:p>
              <a:pPr marL="180975" indent="-180975">
                <a:lnSpc>
                  <a:spcPts val="1800"/>
                </a:lnSpc>
                <a:buFont typeface="Wingdings" pitchFamily="2" charset="2"/>
                <a:buChar char="Ø"/>
                <a:defRPr/>
              </a:pPr>
              <a:r>
                <a:rPr lang="en-US" altLang="zh-CN" sz="1200" b="1" dirty="0">
                  <a:solidFill>
                    <a:schemeClr val="tx1"/>
                  </a:solidFill>
                  <a:latin typeface="Calibri"/>
                  <a:ea typeface="宋体"/>
                  <a:cs typeface="Times New Roman"/>
                </a:rPr>
                <a:t>IEEE</a:t>
              </a:r>
              <a:r>
                <a:rPr lang="zh-CN" altLang="en-US" sz="1200" b="1" dirty="0">
                  <a:solidFill>
                    <a:schemeClr val="tx1"/>
                  </a:solidFill>
                  <a:latin typeface="Calibri"/>
                  <a:ea typeface="宋体"/>
                  <a:cs typeface="Times New Roman"/>
                </a:rPr>
                <a:t>：</a:t>
              </a:r>
              <a:r>
                <a:rPr lang="zh-CN" altLang="zh-CN" sz="1200" b="1" dirty="0">
                  <a:solidFill>
                    <a:srgbClr val="8E0000"/>
                  </a:solidFill>
                  <a:latin typeface="Calibri"/>
                  <a:ea typeface="宋体"/>
                  <a:cs typeface="Times New Roman"/>
                </a:rPr>
                <a:t>可信</a:t>
              </a:r>
              <a:r>
                <a:rPr lang="zh-CN" altLang="zh-CN" sz="1200" b="1" dirty="0">
                  <a:solidFill>
                    <a:schemeClr val="tx1"/>
                  </a:solidFill>
                  <a:latin typeface="Calibri"/>
                  <a:ea typeface="宋体"/>
                  <a:cs typeface="Times New Roman"/>
                </a:rPr>
                <a:t>是指计算机系统所提供的</a:t>
              </a:r>
              <a:r>
                <a:rPr lang="zh-CN" altLang="zh-CN" sz="1200" b="1" dirty="0">
                  <a:solidFill>
                    <a:srgbClr val="7030A0"/>
                  </a:solidFill>
                  <a:latin typeface="Calibri"/>
                  <a:ea typeface="宋体"/>
                  <a:cs typeface="Times New Roman"/>
                </a:rPr>
                <a:t>服务</a:t>
              </a:r>
              <a:r>
                <a:rPr lang="zh-CN" altLang="zh-CN" sz="1200" b="1" dirty="0">
                  <a:solidFill>
                    <a:schemeClr val="tx1"/>
                  </a:solidFill>
                  <a:latin typeface="Calibri"/>
                  <a:ea typeface="宋体"/>
                  <a:cs typeface="Times New Roman"/>
                </a:rPr>
                <a:t>是</a:t>
              </a:r>
              <a:r>
                <a:rPr lang="zh-CN" altLang="zh-CN" sz="1200" b="1" dirty="0">
                  <a:solidFill>
                    <a:srgbClr val="8E0000"/>
                  </a:solidFill>
                  <a:latin typeface="Calibri"/>
                  <a:ea typeface="宋体"/>
                  <a:cs typeface="Times New Roman"/>
                </a:rPr>
                <a:t>可论证其是可信赖的</a:t>
              </a:r>
              <a:r>
                <a:rPr lang="zh-CN" altLang="zh-CN" sz="1200" b="1" dirty="0">
                  <a:solidFill>
                    <a:schemeClr val="tx1"/>
                  </a:solidFill>
                  <a:latin typeface="Calibri"/>
                  <a:ea typeface="宋体"/>
                  <a:cs typeface="Times New Roman"/>
                </a:rPr>
                <a:t>，这里可信赖主要指系统的可靠性和可用性</a:t>
              </a:r>
              <a:r>
                <a:rPr lang="zh-CN" altLang="en-US" sz="1200" b="1" dirty="0">
                  <a:solidFill>
                    <a:schemeClr val="tx1"/>
                  </a:solidFill>
                  <a:latin typeface="Calibri"/>
                  <a:ea typeface="宋体"/>
                  <a:cs typeface="Times New Roman"/>
                </a:rPr>
                <a:t>；</a:t>
              </a:r>
              <a:endParaRPr lang="en-US" altLang="zh-CN" sz="1200" b="1" dirty="0">
                <a:solidFill>
                  <a:schemeClr val="tx1"/>
                </a:solidFill>
                <a:latin typeface="Calibri"/>
                <a:ea typeface="宋体"/>
                <a:cs typeface="Times New Roman"/>
              </a:endParaRPr>
            </a:p>
            <a:p>
              <a:pPr marL="180975" indent="-180975">
                <a:lnSpc>
                  <a:spcPts val="1800"/>
                </a:lnSpc>
                <a:buFont typeface="Wingdings" pitchFamily="2" charset="2"/>
                <a:buChar char="Ø"/>
                <a:defRPr/>
              </a:pPr>
              <a:r>
                <a:rPr lang="zh-CN" altLang="zh-CN" sz="1200" b="1" dirty="0">
                  <a:solidFill>
                    <a:schemeClr val="tx1"/>
                  </a:solidFill>
                  <a:latin typeface="Calibri"/>
                  <a:ea typeface="宋体"/>
                  <a:cs typeface="Times New Roman"/>
                </a:rPr>
                <a:t>中国学者：可信计算系统是能够提供系统的</a:t>
              </a:r>
              <a:r>
                <a:rPr lang="zh-CN" altLang="zh-CN" sz="1200" b="1" dirty="0">
                  <a:solidFill>
                    <a:srgbClr val="8E0000"/>
                  </a:solidFill>
                  <a:latin typeface="Calibri"/>
                  <a:ea typeface="宋体"/>
                  <a:cs typeface="Times New Roman"/>
                </a:rPr>
                <a:t>可靠性</a:t>
              </a:r>
              <a:r>
                <a:rPr lang="en-US" altLang="zh-CN" sz="1200" b="1" dirty="0">
                  <a:solidFill>
                    <a:srgbClr val="8E0000"/>
                  </a:solidFill>
                  <a:latin typeface="Calibri"/>
                  <a:ea typeface="宋体"/>
                  <a:cs typeface="Times New Roman"/>
                </a:rPr>
                <a:t>/</a:t>
              </a:r>
              <a:r>
                <a:rPr lang="zh-CN" altLang="zh-CN" sz="1200" b="1" dirty="0">
                  <a:solidFill>
                    <a:srgbClr val="8E0000"/>
                  </a:solidFill>
                  <a:latin typeface="Calibri"/>
                  <a:ea typeface="宋体"/>
                  <a:cs typeface="Times New Roman"/>
                </a:rPr>
                <a:t>可用性、信息和行为安全性</a:t>
              </a:r>
              <a:r>
                <a:rPr lang="zh-CN" altLang="zh-CN" sz="1200" b="1" dirty="0">
                  <a:solidFill>
                    <a:schemeClr val="tx1"/>
                  </a:solidFill>
                  <a:latin typeface="Calibri"/>
                  <a:ea typeface="宋体"/>
                  <a:cs typeface="Times New Roman"/>
                </a:rPr>
                <a:t>的计算机系统，可信包括许多方面，如正确性、可靠性、安全性、可用性、效率等，但安全性和可靠性是现阶段可信最主要两方面，简称</a:t>
              </a:r>
              <a:r>
                <a:rPr lang="zh-CN" altLang="zh-CN" sz="1200" b="1" dirty="0">
                  <a:solidFill>
                    <a:srgbClr val="8E0000"/>
                  </a:solidFill>
                  <a:latin typeface="Calibri"/>
                  <a:ea typeface="宋体"/>
                  <a:cs typeface="Times New Roman"/>
                </a:rPr>
                <a:t>可信</a:t>
              </a:r>
              <a:r>
                <a:rPr lang="en-US" altLang="zh-CN" sz="1200" b="1" dirty="0">
                  <a:solidFill>
                    <a:srgbClr val="8E0000"/>
                  </a:solidFill>
                  <a:latin typeface="Calibri"/>
                  <a:ea typeface="宋体"/>
                  <a:cs typeface="Times New Roman"/>
                </a:rPr>
                <a:t>=</a:t>
              </a:r>
              <a:r>
                <a:rPr lang="zh-CN" altLang="zh-CN" sz="1200" b="1" dirty="0">
                  <a:solidFill>
                    <a:srgbClr val="8E0000"/>
                  </a:solidFill>
                  <a:latin typeface="Calibri"/>
                  <a:ea typeface="宋体"/>
                  <a:cs typeface="Times New Roman"/>
                </a:rPr>
                <a:t>可靠</a:t>
              </a:r>
              <a:r>
                <a:rPr lang="en-US" altLang="zh-CN" sz="1200" b="1" dirty="0">
                  <a:solidFill>
                    <a:srgbClr val="8E0000"/>
                  </a:solidFill>
                  <a:latin typeface="Calibri"/>
                  <a:ea typeface="宋体"/>
                  <a:cs typeface="Times New Roman"/>
                </a:rPr>
                <a:t> + </a:t>
              </a:r>
              <a:r>
                <a:rPr lang="zh-CN" altLang="zh-CN" sz="1200" b="1" dirty="0">
                  <a:solidFill>
                    <a:srgbClr val="8E0000"/>
                  </a:solidFill>
                  <a:latin typeface="Calibri"/>
                  <a:ea typeface="宋体"/>
                  <a:cs typeface="Times New Roman"/>
                </a:rPr>
                <a:t>安全</a:t>
              </a:r>
              <a:endParaRPr lang="zh-CN" altLang="en-US" sz="1200" b="1" dirty="0">
                <a:solidFill>
                  <a:srgbClr val="8E0000"/>
                </a:solidFill>
                <a:latin typeface="Calibri"/>
                <a:ea typeface="宋体"/>
                <a:cs typeface="Times New Roman"/>
              </a:endParaRPr>
            </a:p>
          </p:txBody>
        </p:sp>
        <p:cxnSp>
          <p:nvCxnSpPr>
            <p:cNvPr id="84" name="直接箭头连接符 83">
              <a:extLst>
                <a:ext uri="{FF2B5EF4-FFF2-40B4-BE49-F238E27FC236}">
                  <a16:creationId xmlns:a16="http://schemas.microsoft.com/office/drawing/2014/main" id="{A3FEFD22-4367-D0EC-21B9-B4DE7D09E223}"/>
                </a:ext>
              </a:extLst>
            </p:cNvPr>
            <p:cNvCxnSpPr/>
            <p:nvPr/>
          </p:nvCxnSpPr>
          <p:spPr>
            <a:xfrm>
              <a:off x="990599" y="2591057"/>
              <a:ext cx="304800" cy="1588"/>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8" name="直接箭头连接符 87">
              <a:extLst>
                <a:ext uri="{FF2B5EF4-FFF2-40B4-BE49-F238E27FC236}">
                  <a16:creationId xmlns:a16="http://schemas.microsoft.com/office/drawing/2014/main" id="{366FB6BD-E0C8-A47E-B9E2-4E85FFBEF899}"/>
                </a:ext>
              </a:extLst>
            </p:cNvPr>
            <p:cNvCxnSpPr>
              <a:stCxn id="41" idx="2"/>
            </p:cNvCxnSpPr>
            <p:nvPr/>
          </p:nvCxnSpPr>
          <p:spPr>
            <a:xfrm rot="5400000">
              <a:off x="1905802" y="2895028"/>
              <a:ext cx="152382" cy="1588"/>
            </a:xfrm>
            <a:prstGeom prst="straightConnector1">
              <a:avLst/>
            </a:prstGeom>
            <a:ln w="25400">
              <a:solidFill>
                <a:schemeClr val="tx1"/>
              </a:solidFill>
              <a:tailEnd type="stealth"/>
            </a:ln>
          </p:spPr>
          <p:style>
            <a:lnRef idx="1">
              <a:schemeClr val="accent1"/>
            </a:lnRef>
            <a:fillRef idx="0">
              <a:schemeClr val="accent1"/>
            </a:fillRef>
            <a:effectRef idx="0">
              <a:schemeClr val="accent1"/>
            </a:effectRef>
            <a:fontRef idx="minor">
              <a:schemeClr val="tx1"/>
            </a:fontRef>
          </p:style>
        </p:cxnSp>
      </p:grpSp>
      <p:grpSp>
        <p:nvGrpSpPr>
          <p:cNvPr id="6" name="组合 103">
            <a:extLst>
              <a:ext uri="{FF2B5EF4-FFF2-40B4-BE49-F238E27FC236}">
                <a16:creationId xmlns:a16="http://schemas.microsoft.com/office/drawing/2014/main" id="{073CBE2C-2538-F366-AED0-01484EC95116}"/>
              </a:ext>
            </a:extLst>
          </p:cNvPr>
          <p:cNvGrpSpPr>
            <a:grpSpLocks/>
          </p:cNvGrpSpPr>
          <p:nvPr/>
        </p:nvGrpSpPr>
        <p:grpSpPr bwMode="auto">
          <a:xfrm>
            <a:off x="1752600" y="5105400"/>
            <a:ext cx="7315200" cy="1371600"/>
            <a:chOff x="228600" y="5105400"/>
            <a:chExt cx="7315200" cy="1371600"/>
          </a:xfrm>
        </p:grpSpPr>
        <p:sp>
          <p:nvSpPr>
            <p:cNvPr id="90" name="圆角矩形 89">
              <a:extLst>
                <a:ext uri="{FF2B5EF4-FFF2-40B4-BE49-F238E27FC236}">
                  <a16:creationId xmlns:a16="http://schemas.microsoft.com/office/drawing/2014/main" id="{7FBF62F0-946C-4DC7-2A3D-7810087BFC66}"/>
                </a:ext>
              </a:extLst>
            </p:cNvPr>
            <p:cNvSpPr/>
            <p:nvPr/>
          </p:nvSpPr>
          <p:spPr>
            <a:xfrm>
              <a:off x="228600" y="5410200"/>
              <a:ext cx="1368425" cy="68421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algn="ctr">
                <a:defRPr/>
              </a:pPr>
              <a:r>
                <a:rPr lang="zh-CN" altLang="en-US" sz="2400" b="1" dirty="0">
                  <a:solidFill>
                    <a:srgbClr val="FF0000"/>
                  </a:solidFill>
                  <a:latin typeface="华文新魏" pitchFamily="2" charset="-122"/>
                  <a:ea typeface="华文新魏" pitchFamily="2" charset="-122"/>
                </a:rPr>
                <a:t>可信计算</a:t>
              </a:r>
              <a:endParaRPr lang="en-US" altLang="zh-CN" b="1" dirty="0">
                <a:solidFill>
                  <a:schemeClr val="tx1"/>
                </a:solidFill>
              </a:endParaRPr>
            </a:p>
          </p:txBody>
        </p:sp>
        <p:cxnSp>
          <p:nvCxnSpPr>
            <p:cNvPr id="91" name="直接箭头连接符 90">
              <a:extLst>
                <a:ext uri="{FF2B5EF4-FFF2-40B4-BE49-F238E27FC236}">
                  <a16:creationId xmlns:a16="http://schemas.microsoft.com/office/drawing/2014/main" id="{CD059BB4-9BD0-83A7-A6F5-C23875B90CDB}"/>
                </a:ext>
              </a:extLst>
            </p:cNvPr>
            <p:cNvCxnSpPr/>
            <p:nvPr/>
          </p:nvCxnSpPr>
          <p:spPr>
            <a:xfrm>
              <a:off x="1600200" y="5715000"/>
              <a:ext cx="6096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5" name="圆角矩形 94">
              <a:extLst>
                <a:ext uri="{FF2B5EF4-FFF2-40B4-BE49-F238E27FC236}">
                  <a16:creationId xmlns:a16="http://schemas.microsoft.com/office/drawing/2014/main" id="{48D2A9BC-B3C5-5C67-7FC6-86A44D0835DB}"/>
                </a:ext>
              </a:extLst>
            </p:cNvPr>
            <p:cNvSpPr/>
            <p:nvPr/>
          </p:nvSpPr>
          <p:spPr>
            <a:xfrm>
              <a:off x="2209800" y="5105400"/>
              <a:ext cx="5334000" cy="1371600"/>
            </a:xfrm>
            <a:prstGeom prst="roundRect">
              <a:avLst>
                <a:gd name="adj" fmla="val 5805"/>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a:lnSpc>
                  <a:spcPts val="2000"/>
                </a:lnSpc>
                <a:defRPr/>
              </a:pPr>
              <a:r>
                <a:rPr lang="zh-CN" altLang="en-US" sz="1400" b="1" dirty="0">
                  <a:solidFill>
                    <a:schemeClr val="tx1"/>
                  </a:solidFill>
                  <a:latin typeface="Calibri"/>
                  <a:ea typeface="宋体"/>
                  <a:cs typeface="Times New Roman"/>
                </a:rPr>
                <a:t>    </a:t>
              </a:r>
              <a:r>
                <a:rPr lang="zh-CN" altLang="en-US" sz="1400" b="1" dirty="0">
                  <a:solidFill>
                    <a:schemeClr val="tx1"/>
                  </a:solidFill>
                  <a:latin typeface="宋体" pitchFamily="2" charset="-122"/>
                  <a:ea typeface="宋体" pitchFamily="2" charset="-122"/>
                  <a:cs typeface="Times New Roman"/>
                </a:rPr>
                <a:t>先</a:t>
              </a:r>
              <a:r>
                <a:rPr lang="zh-CN" altLang="zh-CN" sz="1400" b="1" dirty="0">
                  <a:solidFill>
                    <a:schemeClr val="tx1"/>
                  </a:solidFill>
                  <a:latin typeface="宋体" pitchFamily="2" charset="-122"/>
                  <a:ea typeface="宋体" pitchFamily="2" charset="-122"/>
                  <a:cs typeface="Times New Roman"/>
                </a:rPr>
                <a:t>在计算机系统中建立一个信任根</a:t>
              </a:r>
              <a:r>
                <a:rPr lang="en-US" altLang="zh-CN" sz="1400" b="1" dirty="0">
                  <a:solidFill>
                    <a:schemeClr val="tx1"/>
                  </a:solidFill>
                  <a:latin typeface="宋体" pitchFamily="2" charset="-122"/>
                  <a:ea typeface="宋体" pitchFamily="2" charset="-122"/>
                  <a:cs typeface="Times New Roman"/>
                </a:rPr>
                <a:t>(</a:t>
              </a:r>
              <a:r>
                <a:rPr lang="zh-CN" altLang="en-US" sz="1400" b="1" dirty="0">
                  <a:solidFill>
                    <a:schemeClr val="tx1"/>
                  </a:solidFill>
                  <a:latin typeface="宋体" pitchFamily="2" charset="-122"/>
                  <a:ea typeface="宋体" pitchFamily="2" charset="-122"/>
                  <a:cs typeface="Times New Roman"/>
                </a:rPr>
                <a:t>基</a:t>
              </a:r>
              <a:r>
                <a:rPr lang="en-US" altLang="zh-CN" sz="1400" b="1" dirty="0">
                  <a:solidFill>
                    <a:schemeClr val="tx1"/>
                  </a:solidFill>
                  <a:latin typeface="宋体" pitchFamily="2" charset="-122"/>
                  <a:ea typeface="宋体" pitchFamily="2" charset="-122"/>
                  <a:cs typeface="Times New Roman"/>
                </a:rPr>
                <a:t>)</a:t>
              </a:r>
              <a:r>
                <a:rPr lang="zh-CN" altLang="zh-CN" sz="1400" b="1" dirty="0">
                  <a:solidFill>
                    <a:schemeClr val="tx1"/>
                  </a:solidFill>
                  <a:latin typeface="宋体" pitchFamily="2" charset="-122"/>
                  <a:ea typeface="宋体" pitchFamily="2" charset="-122"/>
                  <a:cs typeface="Times New Roman"/>
                </a:rPr>
                <a:t>，信任根可信性由物理安全、技术安全与管理安全共同确保</a:t>
              </a:r>
              <a:r>
                <a:rPr lang="zh-CN" altLang="en-US" sz="1400" b="1" dirty="0">
                  <a:solidFill>
                    <a:schemeClr val="tx1"/>
                  </a:solidFill>
                  <a:latin typeface="宋体" pitchFamily="2" charset="-122"/>
                  <a:ea typeface="宋体" pitchFamily="2" charset="-122"/>
                  <a:cs typeface="Times New Roman"/>
                </a:rPr>
                <a:t>；</a:t>
              </a:r>
              <a:endParaRPr lang="en-US" altLang="zh-CN" sz="1400" b="1" dirty="0">
                <a:solidFill>
                  <a:schemeClr val="tx1"/>
                </a:solidFill>
                <a:latin typeface="宋体" pitchFamily="2" charset="-122"/>
                <a:ea typeface="宋体" pitchFamily="2" charset="-122"/>
                <a:cs typeface="Times New Roman"/>
              </a:endParaRPr>
            </a:p>
            <a:p>
              <a:pPr>
                <a:lnSpc>
                  <a:spcPts val="2000"/>
                </a:lnSpc>
                <a:defRPr/>
              </a:pPr>
              <a:r>
                <a:rPr lang="en-US" altLang="zh-CN" sz="1400" b="1" dirty="0">
                  <a:solidFill>
                    <a:schemeClr val="tx1"/>
                  </a:solidFill>
                  <a:latin typeface="宋体" pitchFamily="2" charset="-122"/>
                  <a:ea typeface="宋体" pitchFamily="2" charset="-122"/>
                  <a:cs typeface="Times New Roman"/>
                </a:rPr>
                <a:t>  </a:t>
              </a:r>
              <a:r>
                <a:rPr lang="zh-CN" altLang="zh-CN" sz="1400" b="1" dirty="0">
                  <a:solidFill>
                    <a:schemeClr val="tx1"/>
                  </a:solidFill>
                  <a:latin typeface="宋体" pitchFamily="2" charset="-122"/>
                  <a:ea typeface="宋体" pitchFamily="2" charset="-122"/>
                  <a:cs typeface="Times New Roman"/>
                </a:rPr>
                <a:t>再建立一条信任链</a:t>
              </a:r>
              <a:r>
                <a:rPr lang="zh-CN" altLang="en-US" sz="1400" b="1" dirty="0">
                  <a:solidFill>
                    <a:schemeClr val="tx1"/>
                  </a:solidFill>
                  <a:latin typeface="宋体" pitchFamily="2" charset="-122"/>
                  <a:ea typeface="宋体" pitchFamily="2" charset="-122"/>
                  <a:cs typeface="Times New Roman"/>
                </a:rPr>
                <a:t>，</a:t>
              </a:r>
              <a:r>
                <a:rPr lang="zh-CN" altLang="zh-CN" sz="1400" b="1" dirty="0">
                  <a:solidFill>
                    <a:schemeClr val="tx1"/>
                  </a:solidFill>
                  <a:latin typeface="宋体" pitchFamily="2" charset="-122"/>
                  <a:ea typeface="宋体" pitchFamily="2" charset="-122"/>
                  <a:cs typeface="Times New Roman"/>
                </a:rPr>
                <a:t>从信任根开始</a:t>
              </a:r>
              <a:r>
                <a:rPr lang="zh-CN" altLang="en-US" sz="1400" b="1" dirty="0">
                  <a:solidFill>
                    <a:schemeClr val="tx1"/>
                  </a:solidFill>
                  <a:latin typeface="宋体" pitchFamily="2" charset="-122"/>
                  <a:ea typeface="宋体" pitchFamily="2" charset="-122"/>
                  <a:cs typeface="Times New Roman"/>
                </a:rPr>
                <a:t>，</a:t>
              </a:r>
              <a:r>
                <a:rPr lang="zh-CN" altLang="zh-CN" sz="1400" b="1" dirty="0">
                  <a:solidFill>
                    <a:schemeClr val="tx1"/>
                  </a:solidFill>
                  <a:latin typeface="宋体" pitchFamily="2" charset="-122"/>
                  <a:ea typeface="宋体" pitchFamily="2" charset="-122"/>
                  <a:cs typeface="Times New Roman"/>
                </a:rPr>
                <a:t>到硬件平台</a:t>
              </a:r>
              <a:r>
                <a:rPr lang="zh-CN" altLang="en-US" sz="1400" b="1" dirty="0">
                  <a:solidFill>
                    <a:schemeClr val="tx1"/>
                  </a:solidFill>
                  <a:latin typeface="宋体" pitchFamily="2" charset="-122"/>
                  <a:ea typeface="宋体" pitchFamily="2" charset="-122"/>
                  <a:cs typeface="Times New Roman"/>
                </a:rPr>
                <a:t>，</a:t>
              </a:r>
              <a:r>
                <a:rPr lang="zh-CN" altLang="zh-CN" sz="1400" b="1" dirty="0">
                  <a:solidFill>
                    <a:schemeClr val="tx1"/>
                  </a:solidFill>
                  <a:latin typeface="宋体" pitchFamily="2" charset="-122"/>
                  <a:ea typeface="宋体" pitchFamily="2" charset="-122"/>
                  <a:cs typeface="Times New Roman"/>
                </a:rPr>
                <a:t>到操作系统</a:t>
              </a:r>
              <a:r>
                <a:rPr lang="zh-CN" altLang="en-US" sz="1400" b="1" dirty="0">
                  <a:solidFill>
                    <a:schemeClr val="tx1"/>
                  </a:solidFill>
                  <a:latin typeface="宋体" pitchFamily="2" charset="-122"/>
                  <a:ea typeface="宋体" pitchFamily="2" charset="-122"/>
                  <a:cs typeface="Times New Roman"/>
                </a:rPr>
                <a:t>，</a:t>
              </a:r>
              <a:r>
                <a:rPr lang="zh-CN" altLang="zh-CN" sz="1400" b="1" dirty="0">
                  <a:solidFill>
                    <a:schemeClr val="tx1"/>
                  </a:solidFill>
                  <a:latin typeface="宋体" pitchFamily="2" charset="-122"/>
                  <a:ea typeface="宋体" pitchFamily="2" charset="-122"/>
                  <a:cs typeface="Times New Roman"/>
                </a:rPr>
                <a:t>再到应用</a:t>
              </a:r>
              <a:r>
                <a:rPr lang="zh-CN" altLang="en-US" sz="1400" b="1" dirty="0">
                  <a:solidFill>
                    <a:schemeClr val="tx1"/>
                  </a:solidFill>
                  <a:latin typeface="宋体" pitchFamily="2" charset="-122"/>
                  <a:ea typeface="宋体" pitchFamily="2" charset="-122"/>
                  <a:cs typeface="Times New Roman"/>
                </a:rPr>
                <a:t>，</a:t>
              </a:r>
              <a:r>
                <a:rPr lang="zh-CN" altLang="zh-CN" sz="1400" b="1" dirty="0">
                  <a:solidFill>
                    <a:schemeClr val="tx1"/>
                  </a:solidFill>
                  <a:latin typeface="宋体" pitchFamily="2" charset="-122"/>
                  <a:ea typeface="宋体" pitchFamily="2" charset="-122"/>
                  <a:cs typeface="Times New Roman"/>
                </a:rPr>
                <a:t>一级</a:t>
              </a:r>
              <a:r>
                <a:rPr lang="zh-CN" altLang="en-US" sz="1400" b="1" dirty="0">
                  <a:solidFill>
                    <a:schemeClr val="tx1"/>
                  </a:solidFill>
                  <a:latin typeface="宋体" pitchFamily="2" charset="-122"/>
                  <a:ea typeface="宋体" pitchFamily="2" charset="-122"/>
                  <a:cs typeface="Times New Roman"/>
                </a:rPr>
                <a:t>度</a:t>
              </a:r>
              <a:r>
                <a:rPr lang="zh-CN" altLang="zh-CN" sz="1400" b="1" dirty="0">
                  <a:solidFill>
                    <a:schemeClr val="tx1"/>
                  </a:solidFill>
                  <a:latin typeface="宋体" pitchFamily="2" charset="-122"/>
                  <a:ea typeface="宋体" pitchFamily="2" charset="-122"/>
                  <a:cs typeface="Times New Roman"/>
                </a:rPr>
                <a:t>量认证一级</a:t>
              </a:r>
              <a:r>
                <a:rPr lang="zh-CN" altLang="en-US" sz="1400" b="1" dirty="0">
                  <a:solidFill>
                    <a:schemeClr val="tx1"/>
                  </a:solidFill>
                  <a:latin typeface="宋体" pitchFamily="2" charset="-122"/>
                  <a:ea typeface="宋体" pitchFamily="2" charset="-122"/>
                  <a:cs typeface="Times New Roman"/>
                </a:rPr>
                <a:t>，</a:t>
              </a:r>
              <a:r>
                <a:rPr lang="zh-CN" altLang="zh-CN" sz="1400" b="1" dirty="0">
                  <a:solidFill>
                    <a:schemeClr val="tx1"/>
                  </a:solidFill>
                  <a:latin typeface="宋体" pitchFamily="2" charset="-122"/>
                  <a:ea typeface="宋体" pitchFamily="2" charset="-122"/>
                  <a:cs typeface="Times New Roman"/>
                </a:rPr>
                <a:t>一级信任一级</a:t>
              </a:r>
              <a:r>
                <a:rPr lang="zh-CN" altLang="en-US" sz="1400" b="1" dirty="0">
                  <a:solidFill>
                    <a:schemeClr val="tx1"/>
                  </a:solidFill>
                  <a:latin typeface="宋体" pitchFamily="2" charset="-122"/>
                  <a:ea typeface="宋体" pitchFamily="2" charset="-122"/>
                  <a:cs typeface="Times New Roman"/>
                </a:rPr>
                <a:t>，</a:t>
              </a:r>
              <a:r>
                <a:rPr lang="zh-CN" altLang="zh-CN" sz="1400" b="1" dirty="0">
                  <a:solidFill>
                    <a:schemeClr val="tx1"/>
                  </a:solidFill>
                  <a:latin typeface="宋体" pitchFamily="2" charset="-122"/>
                  <a:ea typeface="宋体" pitchFamily="2" charset="-122"/>
                  <a:cs typeface="Times New Roman"/>
                </a:rPr>
                <a:t>把这种信任扩展到整个计算机系统</a:t>
              </a:r>
              <a:r>
                <a:rPr lang="zh-CN" altLang="en-US" sz="1400" b="1" dirty="0">
                  <a:solidFill>
                    <a:schemeClr val="tx1"/>
                  </a:solidFill>
                  <a:latin typeface="宋体" pitchFamily="2" charset="-122"/>
                  <a:ea typeface="宋体" pitchFamily="2" charset="-122"/>
                  <a:cs typeface="Times New Roman"/>
                </a:rPr>
                <a:t>。</a:t>
              </a:r>
              <a:endParaRPr lang="en-US" altLang="zh-CN" sz="1400" b="1" dirty="0">
                <a:solidFill>
                  <a:schemeClr val="tx1"/>
                </a:solidFill>
                <a:latin typeface="宋体" pitchFamily="2" charset="-122"/>
                <a:ea typeface="宋体" pitchFamily="2" charset="-122"/>
                <a:cs typeface="Times New Roman"/>
              </a:endParaRPr>
            </a:p>
          </p:txBody>
        </p:sp>
        <p:sp>
          <p:nvSpPr>
            <p:cNvPr id="97" name="矩形 96">
              <a:extLst>
                <a:ext uri="{FF2B5EF4-FFF2-40B4-BE49-F238E27FC236}">
                  <a16:creationId xmlns:a16="http://schemas.microsoft.com/office/drawing/2014/main" id="{F63C5094-B469-058C-C5B4-EB7EFBB988AD}"/>
                </a:ext>
              </a:extLst>
            </p:cNvPr>
            <p:cNvSpPr/>
            <p:nvPr/>
          </p:nvSpPr>
          <p:spPr>
            <a:xfrm>
              <a:off x="1676400" y="5486400"/>
              <a:ext cx="4572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lnSpc>
                  <a:spcPts val="2400"/>
                </a:lnSpc>
                <a:defRPr/>
              </a:pPr>
              <a:r>
                <a:rPr lang="zh-CN" altLang="en-US" sz="1400" b="1" dirty="0">
                  <a:solidFill>
                    <a:schemeClr val="accent2"/>
                  </a:solidFill>
                </a:rPr>
                <a:t>基本思想</a:t>
              </a:r>
            </a:p>
          </p:txBody>
        </p:sp>
      </p:gr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9"/>
                                        </p:tgtEl>
                                        <p:attrNameLst>
                                          <p:attrName>style.visibility</p:attrName>
                                        </p:attrNameLst>
                                      </p:cBhvr>
                                      <p:to>
                                        <p:strVal val="visible"/>
                                      </p:to>
                                    </p:set>
                                    <p:animEffect transition="in" filter="blinds(horizontal)">
                                      <p:cBhvr>
                                        <p:cTn id="22"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8" name="Group 1160">
            <a:extLst>
              <a:ext uri="{FF2B5EF4-FFF2-40B4-BE49-F238E27FC236}">
                <a16:creationId xmlns:a16="http://schemas.microsoft.com/office/drawing/2014/main" id="{85895FBB-FE0F-C845-3690-6C067219DA4B}"/>
              </a:ext>
            </a:extLst>
          </p:cNvPr>
          <p:cNvGrpSpPr>
            <a:grpSpLocks/>
          </p:cNvGrpSpPr>
          <p:nvPr/>
        </p:nvGrpSpPr>
        <p:grpSpPr bwMode="auto">
          <a:xfrm>
            <a:off x="1982788" y="1771650"/>
            <a:ext cx="7205662" cy="1500188"/>
            <a:chOff x="240" y="1152"/>
            <a:chExt cx="4878" cy="1014"/>
          </a:xfrm>
        </p:grpSpPr>
        <p:graphicFrame>
          <p:nvGraphicFramePr>
            <p:cNvPr id="1027" name="Object 3">
              <a:extLst>
                <a:ext uri="{FF2B5EF4-FFF2-40B4-BE49-F238E27FC236}">
                  <a16:creationId xmlns:a16="http://schemas.microsoft.com/office/drawing/2014/main" id="{D3F89FAA-AC45-39C9-DFBC-09D095F7619F}"/>
                </a:ext>
              </a:extLst>
            </p:cNvPr>
            <p:cNvGraphicFramePr>
              <a:graphicFrameLocks noChangeAspect="1"/>
            </p:cNvGraphicFramePr>
            <p:nvPr/>
          </p:nvGraphicFramePr>
          <p:xfrm>
            <a:off x="1152" y="1152"/>
            <a:ext cx="3966" cy="1014"/>
          </p:xfrm>
          <a:graphic>
            <a:graphicData uri="http://schemas.openxmlformats.org/presentationml/2006/ole">
              <mc:AlternateContent xmlns:mc="http://schemas.openxmlformats.org/markup-compatibility/2006">
                <mc:Choice xmlns:v="urn:schemas-microsoft-com:vml" Requires="v">
                  <p:oleObj name="位图图像" r:id="rId2" imgW="6295238" imgH="1609524" progId="PBrush">
                    <p:embed/>
                  </p:oleObj>
                </mc:Choice>
                <mc:Fallback>
                  <p:oleObj name="位图图像" r:id="rId2" imgW="6295238" imgH="1609524" progId="PBrush">
                    <p:embed/>
                    <p:pic>
                      <p:nvPicPr>
                        <p:cNvPr id="1027" name="Object 3">
                          <a:extLst>
                            <a:ext uri="{FF2B5EF4-FFF2-40B4-BE49-F238E27FC236}">
                              <a16:creationId xmlns:a16="http://schemas.microsoft.com/office/drawing/2014/main" id="{D3F89FAA-AC45-39C9-DFBC-09D095F761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2" y="1152"/>
                          <a:ext cx="3966" cy="1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88" name="Text Box 1037">
              <a:extLst>
                <a:ext uri="{FF2B5EF4-FFF2-40B4-BE49-F238E27FC236}">
                  <a16:creationId xmlns:a16="http://schemas.microsoft.com/office/drawing/2014/main" id="{068C4CC7-48A6-C035-2532-7F2A9828812F}"/>
                </a:ext>
              </a:extLst>
            </p:cNvPr>
            <p:cNvSpPr txBox="1">
              <a:spLocks noChangeArrowheads="1"/>
            </p:cNvSpPr>
            <p:nvPr/>
          </p:nvSpPr>
          <p:spPr bwMode="auto">
            <a:xfrm>
              <a:off x="240" y="1392"/>
              <a:ext cx="864"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800" b="1">
                  <a:latin typeface="华文新魏" panose="02010800040101010101" pitchFamily="2" charset="-122"/>
                  <a:ea typeface="华文新魏" panose="02010800040101010101" pitchFamily="2" charset="-122"/>
                </a:rPr>
                <a:t>计算机 硬件系统</a:t>
              </a:r>
              <a:r>
                <a:rPr lang="en-US" altLang="zh-CN" sz="1800" b="1">
                  <a:latin typeface="华文新魏" panose="02010800040101010101" pitchFamily="2" charset="-122"/>
                  <a:ea typeface="华文新魏" panose="02010800040101010101" pitchFamily="2" charset="-122"/>
                </a:rPr>
                <a:t>(</a:t>
              </a:r>
              <a:r>
                <a:rPr lang="zh-CN" altLang="en-US" sz="1800" b="1">
                  <a:latin typeface="华文新魏" panose="02010800040101010101" pitchFamily="2" charset="-122"/>
                  <a:ea typeface="华文新魏" panose="02010800040101010101" pitchFamily="2" charset="-122"/>
                </a:rPr>
                <a:t>主板</a:t>
              </a:r>
              <a:r>
                <a:rPr lang="en-US" altLang="zh-CN" sz="1800" b="1">
                  <a:latin typeface="华文新魏" panose="02010800040101010101" pitchFamily="2" charset="-122"/>
                  <a:ea typeface="华文新魏" panose="02010800040101010101" pitchFamily="2" charset="-122"/>
                </a:rPr>
                <a:t>)</a:t>
              </a:r>
            </a:p>
          </p:txBody>
        </p:sp>
      </p:grpSp>
      <p:grpSp>
        <p:nvGrpSpPr>
          <p:cNvPr id="5" name="组合 66">
            <a:extLst>
              <a:ext uri="{FF2B5EF4-FFF2-40B4-BE49-F238E27FC236}">
                <a16:creationId xmlns:a16="http://schemas.microsoft.com/office/drawing/2014/main" id="{C2EC0073-7646-267E-24B2-903A95A92573}"/>
              </a:ext>
            </a:extLst>
          </p:cNvPr>
          <p:cNvGrpSpPr>
            <a:grpSpLocks/>
          </p:cNvGrpSpPr>
          <p:nvPr/>
        </p:nvGrpSpPr>
        <p:grpSpPr bwMode="auto">
          <a:xfrm>
            <a:off x="1982788" y="2765426"/>
            <a:ext cx="2127250" cy="3406775"/>
            <a:chOff x="533400" y="3070340"/>
            <a:chExt cx="2126974" cy="3406660"/>
          </a:xfrm>
        </p:grpSpPr>
        <p:sp>
          <p:nvSpPr>
            <p:cNvPr id="1081" name="Text Box 1041">
              <a:extLst>
                <a:ext uri="{FF2B5EF4-FFF2-40B4-BE49-F238E27FC236}">
                  <a16:creationId xmlns:a16="http://schemas.microsoft.com/office/drawing/2014/main" id="{F8A43C38-B55D-E905-8137-29DABA59E068}"/>
                </a:ext>
              </a:extLst>
            </p:cNvPr>
            <p:cNvSpPr txBox="1">
              <a:spLocks noChangeArrowheads="1"/>
            </p:cNvSpPr>
            <p:nvPr/>
          </p:nvSpPr>
          <p:spPr bwMode="auto">
            <a:xfrm>
              <a:off x="533400" y="4915614"/>
              <a:ext cx="992588" cy="852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800" b="1">
                  <a:latin typeface="华文新魏" panose="02010800040101010101" pitchFamily="2" charset="-122"/>
                  <a:ea typeface="华文新魏" panose="02010800040101010101" pitchFamily="2" charset="-122"/>
                </a:rPr>
                <a:t>计算机   软件系统运行时</a:t>
              </a:r>
            </a:p>
          </p:txBody>
        </p:sp>
        <p:sp>
          <p:nvSpPr>
            <p:cNvPr id="1082" name="AutoShape 1042">
              <a:extLst>
                <a:ext uri="{FF2B5EF4-FFF2-40B4-BE49-F238E27FC236}">
                  <a16:creationId xmlns:a16="http://schemas.microsoft.com/office/drawing/2014/main" id="{D8167966-96C8-1679-32A2-F19984B194D3}"/>
                </a:ext>
              </a:extLst>
            </p:cNvPr>
            <p:cNvSpPr>
              <a:spLocks noChangeArrowheads="1"/>
            </p:cNvSpPr>
            <p:nvPr/>
          </p:nvSpPr>
          <p:spPr bwMode="auto">
            <a:xfrm>
              <a:off x="887896" y="3070340"/>
              <a:ext cx="354496" cy="1774302"/>
            </a:xfrm>
            <a:prstGeom prst="downArrow">
              <a:avLst>
                <a:gd name="adj1" fmla="val 59370"/>
                <a:gd name="adj2" fmla="val 77672"/>
              </a:avLst>
            </a:prstGeom>
            <a:gradFill rotWithShape="0">
              <a:gsLst>
                <a:gs pos="0">
                  <a:srgbClr val="00FFFF"/>
                </a:gs>
                <a:gs pos="50000">
                  <a:srgbClr val="007676"/>
                </a:gs>
                <a:gs pos="100000">
                  <a:srgbClr val="00FFFF"/>
                </a:gs>
              </a:gsLst>
              <a:lin ang="0" scaled="1"/>
            </a:gradFill>
            <a:ln w="9525">
              <a:solidFill>
                <a:schemeClr val="tx1"/>
              </a:solidFill>
              <a:miter lim="800000"/>
              <a:headEnd/>
              <a:tailEnd/>
            </a:ln>
          </p:spPr>
          <p:txBody>
            <a:bodyPr vert="eaVert"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1083" name="Group 1162">
              <a:extLst>
                <a:ext uri="{FF2B5EF4-FFF2-40B4-BE49-F238E27FC236}">
                  <a16:creationId xmlns:a16="http://schemas.microsoft.com/office/drawing/2014/main" id="{24CAC4A9-B92B-C4C9-BAB6-1FF92A46F738}"/>
                </a:ext>
              </a:extLst>
            </p:cNvPr>
            <p:cNvGrpSpPr>
              <a:grpSpLocks/>
            </p:cNvGrpSpPr>
            <p:nvPr/>
          </p:nvGrpSpPr>
          <p:grpSpPr bwMode="auto">
            <a:xfrm>
              <a:off x="1596887" y="3992977"/>
              <a:ext cx="1063487" cy="2484023"/>
              <a:chOff x="960" y="2448"/>
              <a:chExt cx="720" cy="1680"/>
            </a:xfrm>
          </p:grpSpPr>
          <p:sp>
            <p:nvSpPr>
              <p:cNvPr id="422931" name="Rectangle 1043">
                <a:extLst>
                  <a:ext uri="{FF2B5EF4-FFF2-40B4-BE49-F238E27FC236}">
                    <a16:creationId xmlns:a16="http://schemas.microsoft.com/office/drawing/2014/main" id="{B8363F3D-31F0-B703-1B6D-9C5AC74D0711}"/>
                  </a:ext>
                </a:extLst>
              </p:cNvPr>
              <p:cNvSpPr>
                <a:spLocks noChangeArrowheads="1"/>
              </p:cNvSpPr>
              <p:nvPr/>
            </p:nvSpPr>
            <p:spPr bwMode="auto">
              <a:xfrm>
                <a:off x="1104" y="2448"/>
                <a:ext cx="576" cy="480"/>
              </a:xfrm>
              <a:prstGeom prst="rect">
                <a:avLst/>
              </a:prstGeom>
              <a:solidFill>
                <a:srgbClr val="FFCC99"/>
              </a:solidFill>
              <a:ln w="9525">
                <a:solidFill>
                  <a:schemeClr val="tx1"/>
                </a:solidFill>
                <a:miter lim="800000"/>
                <a:headEnd/>
                <a:tailEnd/>
              </a:ln>
              <a:effectLst>
                <a:outerShdw dist="107763" dir="18900000" algn="ctr" rotWithShape="0">
                  <a:schemeClr val="bg2"/>
                </a:outerShdw>
              </a:effectLst>
            </p:spPr>
            <p:txBody>
              <a:bodyPr lIns="18000" tIns="10800" rIns="18000" bIns="10800" anchor="ctr"/>
              <a:lstStyle/>
              <a:p>
                <a:pPr algn="ctr">
                  <a:defRPr/>
                </a:pPr>
                <a:r>
                  <a:rPr lang="zh-CN" altLang="en-US" sz="1400" b="1" dirty="0">
                    <a:latin typeface="宋体" charset="-122"/>
                  </a:rPr>
                  <a:t>建立     可信链</a:t>
                </a:r>
              </a:p>
            </p:txBody>
          </p:sp>
          <p:sp>
            <p:nvSpPr>
              <p:cNvPr id="422932" name="Rectangle 1044">
                <a:extLst>
                  <a:ext uri="{FF2B5EF4-FFF2-40B4-BE49-F238E27FC236}">
                    <a16:creationId xmlns:a16="http://schemas.microsoft.com/office/drawing/2014/main" id="{DEFA2959-997A-F540-08A4-0245A4819279}"/>
                  </a:ext>
                </a:extLst>
              </p:cNvPr>
              <p:cNvSpPr>
                <a:spLocks noChangeArrowheads="1"/>
              </p:cNvSpPr>
              <p:nvPr/>
            </p:nvSpPr>
            <p:spPr bwMode="auto">
              <a:xfrm>
                <a:off x="1104" y="3214"/>
                <a:ext cx="576" cy="380"/>
              </a:xfrm>
              <a:prstGeom prst="rect">
                <a:avLst/>
              </a:prstGeom>
              <a:solidFill>
                <a:srgbClr val="FFCC99"/>
              </a:solidFill>
              <a:ln w="9525">
                <a:solidFill>
                  <a:schemeClr val="tx1"/>
                </a:solidFill>
                <a:miter lim="800000"/>
                <a:headEnd/>
                <a:tailEnd/>
              </a:ln>
              <a:effectLst>
                <a:outerShdw dist="107763" dir="18900000" algn="ctr" rotWithShape="0">
                  <a:schemeClr val="bg2"/>
                </a:outerShdw>
              </a:effectLst>
            </p:spPr>
            <p:txBody>
              <a:bodyPr lIns="18000" tIns="10800" rIns="18000" bIns="10800" anchor="ctr"/>
              <a:lstStyle/>
              <a:p>
                <a:pPr algn="ctr">
                  <a:defRPr/>
                </a:pPr>
                <a:r>
                  <a:rPr lang="zh-CN" altLang="en-US" sz="1400" b="1" dirty="0">
                    <a:latin typeface="Arial" charset="0"/>
                  </a:rPr>
                  <a:t>标识平台身份</a:t>
                </a:r>
              </a:p>
            </p:txBody>
          </p:sp>
          <p:sp>
            <p:nvSpPr>
              <p:cNvPr id="422933" name="Rectangle 1045">
                <a:extLst>
                  <a:ext uri="{FF2B5EF4-FFF2-40B4-BE49-F238E27FC236}">
                    <a16:creationId xmlns:a16="http://schemas.microsoft.com/office/drawing/2014/main" id="{DC140737-A587-250F-1BDC-C504177DC721}"/>
                  </a:ext>
                </a:extLst>
              </p:cNvPr>
              <p:cNvSpPr>
                <a:spLocks noChangeArrowheads="1"/>
              </p:cNvSpPr>
              <p:nvPr/>
            </p:nvSpPr>
            <p:spPr bwMode="auto">
              <a:xfrm>
                <a:off x="1104" y="3744"/>
                <a:ext cx="576" cy="384"/>
              </a:xfrm>
              <a:prstGeom prst="rect">
                <a:avLst/>
              </a:prstGeom>
              <a:solidFill>
                <a:srgbClr val="FFCC99"/>
              </a:solidFill>
              <a:ln w="9525">
                <a:solidFill>
                  <a:schemeClr val="tx1"/>
                </a:solidFill>
                <a:miter lim="800000"/>
                <a:headEnd/>
                <a:tailEnd/>
              </a:ln>
              <a:effectLst>
                <a:outerShdw dist="107763" dir="18900000" algn="ctr" rotWithShape="0">
                  <a:schemeClr val="bg2"/>
                </a:outerShdw>
              </a:effectLst>
            </p:spPr>
            <p:txBody>
              <a:bodyPr lIns="18000" tIns="10800" rIns="18000" bIns="10800" anchor="ctr"/>
              <a:lstStyle/>
              <a:p>
                <a:pPr algn="ctr">
                  <a:defRPr/>
                </a:pPr>
                <a:r>
                  <a:rPr lang="zh-CN" altLang="en-US" sz="1400" b="1" dirty="0">
                    <a:latin typeface="Arial" charset="0"/>
                  </a:rPr>
                  <a:t>保护 </a:t>
                </a:r>
                <a:endParaRPr lang="en-US" altLang="zh-CN" sz="1400" b="1" dirty="0">
                  <a:latin typeface="Arial" charset="0"/>
                </a:endParaRPr>
              </a:p>
              <a:p>
                <a:pPr algn="ctr">
                  <a:defRPr/>
                </a:pPr>
                <a:r>
                  <a:rPr lang="zh-CN" altLang="en-US" sz="1400" b="1" dirty="0">
                    <a:latin typeface="Arial" charset="0"/>
                  </a:rPr>
                  <a:t>密钥</a:t>
                </a:r>
              </a:p>
            </p:txBody>
          </p:sp>
          <p:sp>
            <p:nvSpPr>
              <p:cNvPr id="1087" name="AutoShape 1047">
                <a:extLst>
                  <a:ext uri="{FF2B5EF4-FFF2-40B4-BE49-F238E27FC236}">
                    <a16:creationId xmlns:a16="http://schemas.microsoft.com/office/drawing/2014/main" id="{F139696C-362E-DB1A-B58A-F6492A352526}"/>
                  </a:ext>
                </a:extLst>
              </p:cNvPr>
              <p:cNvSpPr>
                <a:spLocks/>
              </p:cNvSpPr>
              <p:nvPr/>
            </p:nvSpPr>
            <p:spPr bwMode="auto">
              <a:xfrm>
                <a:off x="960" y="2736"/>
                <a:ext cx="96" cy="1200"/>
              </a:xfrm>
              <a:prstGeom prst="leftBrace">
                <a:avLst>
                  <a:gd name="adj1" fmla="val 104167"/>
                  <a:gd name="adj2" fmla="val 5000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grpSp>
        <p:nvGrpSpPr>
          <p:cNvPr id="7" name="Group 1133">
            <a:extLst>
              <a:ext uri="{FF2B5EF4-FFF2-40B4-BE49-F238E27FC236}">
                <a16:creationId xmlns:a16="http://schemas.microsoft.com/office/drawing/2014/main" id="{6A4DC845-C4A4-0887-96F1-C6C04573D324}"/>
              </a:ext>
            </a:extLst>
          </p:cNvPr>
          <p:cNvGrpSpPr>
            <a:grpSpLocks/>
          </p:cNvGrpSpPr>
          <p:nvPr/>
        </p:nvGrpSpPr>
        <p:grpSpPr bwMode="auto">
          <a:xfrm>
            <a:off x="4179889" y="3121026"/>
            <a:ext cx="5743575" cy="1560513"/>
            <a:chOff x="1728" y="2064"/>
            <a:chExt cx="3888" cy="1056"/>
          </a:xfrm>
        </p:grpSpPr>
        <p:sp>
          <p:nvSpPr>
            <p:cNvPr id="1053" name="AutoShape 1046">
              <a:extLst>
                <a:ext uri="{FF2B5EF4-FFF2-40B4-BE49-F238E27FC236}">
                  <a16:creationId xmlns:a16="http://schemas.microsoft.com/office/drawing/2014/main" id="{B2074325-F2F5-0BB5-3B89-81D07E0C7E0F}"/>
                </a:ext>
              </a:extLst>
            </p:cNvPr>
            <p:cNvSpPr>
              <a:spLocks noChangeArrowheads="1"/>
            </p:cNvSpPr>
            <p:nvPr/>
          </p:nvSpPr>
          <p:spPr bwMode="auto">
            <a:xfrm>
              <a:off x="1728" y="2496"/>
              <a:ext cx="144" cy="336"/>
            </a:xfrm>
            <a:prstGeom prst="rightArrow">
              <a:avLst>
                <a:gd name="adj1" fmla="val 50000"/>
                <a:gd name="adj2" fmla="val 25000"/>
              </a:avLst>
            </a:prstGeom>
            <a:gradFill rotWithShape="0">
              <a:gsLst>
                <a:gs pos="0">
                  <a:srgbClr val="007676"/>
                </a:gs>
                <a:gs pos="50000">
                  <a:srgbClr val="00FFFF"/>
                </a:gs>
                <a:gs pos="100000">
                  <a:srgbClr val="007676"/>
                </a:gs>
              </a:gsLst>
              <a:lin ang="5400000" scaled="1"/>
            </a:gradFill>
            <a:ln w="9525">
              <a:solidFill>
                <a:schemeClr val="tx1"/>
              </a:solidFill>
              <a:miter lim="800000"/>
              <a:headEnd/>
              <a:tailEnd/>
            </a:ln>
          </p:spPr>
          <p:txBody>
            <a:bodyPr vert="eaVert"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54" name="Rectangle 1078">
              <a:extLst>
                <a:ext uri="{FF2B5EF4-FFF2-40B4-BE49-F238E27FC236}">
                  <a16:creationId xmlns:a16="http://schemas.microsoft.com/office/drawing/2014/main" id="{E2474440-87CF-620F-0415-410D4352AE78}"/>
                </a:ext>
              </a:extLst>
            </p:cNvPr>
            <p:cNvSpPr>
              <a:spLocks noChangeArrowheads="1"/>
            </p:cNvSpPr>
            <p:nvPr/>
          </p:nvSpPr>
          <p:spPr bwMode="auto">
            <a:xfrm>
              <a:off x="1968" y="2544"/>
              <a:ext cx="288" cy="1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latin typeface="华文细黑" panose="02010600040101010101" pitchFamily="2" charset="-122"/>
                  <a:ea typeface="华文细黑" panose="02010600040101010101" pitchFamily="2" charset="-122"/>
                </a:rPr>
                <a:t>加电</a:t>
              </a:r>
            </a:p>
          </p:txBody>
        </p:sp>
        <p:sp>
          <p:nvSpPr>
            <p:cNvPr id="1055" name="Rectangle 1079">
              <a:extLst>
                <a:ext uri="{FF2B5EF4-FFF2-40B4-BE49-F238E27FC236}">
                  <a16:creationId xmlns:a16="http://schemas.microsoft.com/office/drawing/2014/main" id="{785DF5B4-9D81-AF81-9BCE-41500371297E}"/>
                </a:ext>
              </a:extLst>
            </p:cNvPr>
            <p:cNvSpPr>
              <a:spLocks noChangeArrowheads="1"/>
            </p:cNvSpPr>
            <p:nvPr/>
          </p:nvSpPr>
          <p:spPr bwMode="auto">
            <a:xfrm>
              <a:off x="2352" y="2352"/>
              <a:ext cx="313" cy="192"/>
            </a:xfrm>
            <a:prstGeom prst="rect">
              <a:avLst/>
            </a:prstGeom>
            <a:solidFill>
              <a:schemeClr val="bg1"/>
            </a:solidFill>
            <a:ln w="19050">
              <a:solidFill>
                <a:srgbClr val="FF0000"/>
              </a:solidFill>
              <a:miter lim="800000"/>
              <a:headEnd/>
              <a:tailEnd/>
            </a:ln>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a:latin typeface="华文细黑" panose="02010600040101010101" pitchFamily="2" charset="-122"/>
                  <a:ea typeface="华文细黑" panose="02010600040101010101" pitchFamily="2" charset="-122"/>
                </a:rPr>
                <a:t>BIOS</a:t>
              </a:r>
            </a:p>
          </p:txBody>
        </p:sp>
        <p:sp>
          <p:nvSpPr>
            <p:cNvPr id="1056" name="Rectangle 1080">
              <a:extLst>
                <a:ext uri="{FF2B5EF4-FFF2-40B4-BE49-F238E27FC236}">
                  <a16:creationId xmlns:a16="http://schemas.microsoft.com/office/drawing/2014/main" id="{5EB1673F-9AE5-A328-59A7-BFD12A257D4B}"/>
                </a:ext>
              </a:extLst>
            </p:cNvPr>
            <p:cNvSpPr>
              <a:spLocks noChangeArrowheads="1"/>
            </p:cNvSpPr>
            <p:nvPr/>
          </p:nvSpPr>
          <p:spPr bwMode="auto">
            <a:xfrm>
              <a:off x="2809" y="2352"/>
              <a:ext cx="311" cy="192"/>
            </a:xfrm>
            <a:prstGeom prst="rect">
              <a:avLst/>
            </a:prstGeom>
            <a:solidFill>
              <a:schemeClr val="bg1"/>
            </a:solidFill>
            <a:ln w="19050">
              <a:solidFill>
                <a:srgbClr val="FF0000"/>
              </a:solidFill>
              <a:miter lim="800000"/>
              <a:headEnd/>
              <a:tailEnd/>
            </a:ln>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华文细黑" panose="02010600040101010101" pitchFamily="2" charset="-122"/>
                  <a:ea typeface="华文细黑" panose="02010600040101010101" pitchFamily="2" charset="-122"/>
                </a:rPr>
                <a:t>自检</a:t>
              </a:r>
            </a:p>
          </p:txBody>
        </p:sp>
        <p:sp>
          <p:nvSpPr>
            <p:cNvPr id="1057" name="Rectangle 1081">
              <a:extLst>
                <a:ext uri="{FF2B5EF4-FFF2-40B4-BE49-F238E27FC236}">
                  <a16:creationId xmlns:a16="http://schemas.microsoft.com/office/drawing/2014/main" id="{5CF31E0F-0493-405F-D80E-51D3EC6EDDE6}"/>
                </a:ext>
              </a:extLst>
            </p:cNvPr>
            <p:cNvSpPr>
              <a:spLocks noChangeArrowheads="1"/>
            </p:cNvSpPr>
            <p:nvPr/>
          </p:nvSpPr>
          <p:spPr bwMode="auto">
            <a:xfrm>
              <a:off x="3309" y="2352"/>
              <a:ext cx="483" cy="192"/>
            </a:xfrm>
            <a:prstGeom prst="rect">
              <a:avLst/>
            </a:prstGeom>
            <a:solidFill>
              <a:schemeClr val="bg1"/>
            </a:solidFill>
            <a:ln w="19050">
              <a:solidFill>
                <a:srgbClr val="FF0000"/>
              </a:solidFill>
              <a:miter lim="800000"/>
              <a:headEnd/>
              <a:tailEnd/>
            </a:ln>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华文细黑" panose="02010600040101010101" pitchFamily="2" charset="-122"/>
                  <a:ea typeface="华文细黑" panose="02010600040101010101" pitchFamily="2" charset="-122"/>
                </a:rPr>
                <a:t>主引导区</a:t>
              </a:r>
            </a:p>
          </p:txBody>
        </p:sp>
        <p:sp>
          <p:nvSpPr>
            <p:cNvPr id="1058" name="Rectangle 1082">
              <a:extLst>
                <a:ext uri="{FF2B5EF4-FFF2-40B4-BE49-F238E27FC236}">
                  <a16:creationId xmlns:a16="http://schemas.microsoft.com/office/drawing/2014/main" id="{B992D1F5-255E-3784-C55E-6007D7159A51}"/>
                </a:ext>
              </a:extLst>
            </p:cNvPr>
            <p:cNvSpPr>
              <a:spLocks noChangeArrowheads="1"/>
            </p:cNvSpPr>
            <p:nvPr/>
          </p:nvSpPr>
          <p:spPr bwMode="auto">
            <a:xfrm>
              <a:off x="2352" y="2736"/>
              <a:ext cx="2736" cy="288"/>
            </a:xfrm>
            <a:prstGeom prst="rect">
              <a:avLst/>
            </a:prstGeom>
            <a:solidFill>
              <a:srgbClr val="EAEAEA"/>
            </a:solidFill>
            <a:ln w="22225">
              <a:solidFill>
                <a:srgbClr val="000080"/>
              </a:solidFill>
              <a:miter lim="800000"/>
              <a:headEnd/>
              <a:tailEnd/>
            </a:ln>
          </p:spPr>
          <p:txBody>
            <a:bodyPr wrap="none" anchor="b"/>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a:latin typeface="华文细黑" panose="02010600040101010101" pitchFamily="2" charset="-122"/>
                  <a:ea typeface="华文细黑" panose="02010600040101010101" pitchFamily="2" charset="-122"/>
                </a:rPr>
                <a:t>  </a:t>
              </a:r>
              <a:r>
                <a:rPr lang="zh-CN" altLang="en-US" sz="1200" b="1">
                  <a:latin typeface="华文细黑" panose="02010600040101010101" pitchFamily="2" charset="-122"/>
                  <a:ea typeface="华文细黑" panose="02010600040101010101" pitchFamily="2" charset="-122"/>
                </a:rPr>
                <a:t>可信密码模块</a:t>
              </a:r>
            </a:p>
          </p:txBody>
        </p:sp>
        <p:sp>
          <p:nvSpPr>
            <p:cNvPr id="1059" name="Line 1083">
              <a:extLst>
                <a:ext uri="{FF2B5EF4-FFF2-40B4-BE49-F238E27FC236}">
                  <a16:creationId xmlns:a16="http://schemas.microsoft.com/office/drawing/2014/main" id="{032423D8-C1C4-3C6A-CE13-819851EA100C}"/>
                </a:ext>
              </a:extLst>
            </p:cNvPr>
            <p:cNvSpPr>
              <a:spLocks noChangeShapeType="1"/>
            </p:cNvSpPr>
            <p:nvPr/>
          </p:nvSpPr>
          <p:spPr bwMode="auto">
            <a:xfrm>
              <a:off x="2662" y="2448"/>
              <a:ext cx="136" cy="0"/>
            </a:xfrm>
            <a:prstGeom prst="line">
              <a:avLst/>
            </a:prstGeom>
            <a:noFill/>
            <a:ln w="22225">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1060" name="Line 1084">
              <a:extLst>
                <a:ext uri="{FF2B5EF4-FFF2-40B4-BE49-F238E27FC236}">
                  <a16:creationId xmlns:a16="http://schemas.microsoft.com/office/drawing/2014/main" id="{F72C6838-E452-763B-BEB0-404A1B70EF08}"/>
                </a:ext>
              </a:extLst>
            </p:cNvPr>
            <p:cNvSpPr>
              <a:spLocks noChangeShapeType="1"/>
            </p:cNvSpPr>
            <p:nvPr/>
          </p:nvSpPr>
          <p:spPr bwMode="auto">
            <a:xfrm>
              <a:off x="3140" y="2448"/>
              <a:ext cx="172" cy="0"/>
            </a:xfrm>
            <a:prstGeom prst="line">
              <a:avLst/>
            </a:prstGeom>
            <a:noFill/>
            <a:ln w="22225">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1061" name="Rectangle 1085">
              <a:extLst>
                <a:ext uri="{FF2B5EF4-FFF2-40B4-BE49-F238E27FC236}">
                  <a16:creationId xmlns:a16="http://schemas.microsoft.com/office/drawing/2014/main" id="{5F618A60-D148-A3C1-E80A-DD3C8317F5FF}"/>
                </a:ext>
              </a:extLst>
            </p:cNvPr>
            <p:cNvSpPr>
              <a:spLocks noChangeArrowheads="1"/>
            </p:cNvSpPr>
            <p:nvPr/>
          </p:nvSpPr>
          <p:spPr bwMode="auto">
            <a:xfrm>
              <a:off x="3936" y="2352"/>
              <a:ext cx="528" cy="192"/>
            </a:xfrm>
            <a:prstGeom prst="rect">
              <a:avLst/>
            </a:prstGeom>
            <a:solidFill>
              <a:schemeClr val="bg1"/>
            </a:solidFill>
            <a:ln w="19050">
              <a:solidFill>
                <a:srgbClr val="FF0000"/>
              </a:solidFill>
              <a:miter lim="800000"/>
              <a:headEnd/>
              <a:tailEnd/>
            </a:ln>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a:latin typeface="华文细黑" panose="02010600040101010101" pitchFamily="2" charset="-122"/>
                  <a:ea typeface="华文细黑" panose="02010600040101010101" pitchFamily="2" charset="-122"/>
                </a:rPr>
                <a:t>OS</a:t>
              </a:r>
              <a:r>
                <a:rPr lang="zh-CN" altLang="en-US" sz="1200" b="1">
                  <a:latin typeface="华文细黑" panose="02010600040101010101" pitchFamily="2" charset="-122"/>
                  <a:ea typeface="华文细黑" panose="02010600040101010101" pitchFamily="2" charset="-122"/>
                </a:rPr>
                <a:t>装载器</a:t>
              </a:r>
            </a:p>
          </p:txBody>
        </p:sp>
        <p:sp>
          <p:nvSpPr>
            <p:cNvPr id="1062" name="Rectangle 1086">
              <a:extLst>
                <a:ext uri="{FF2B5EF4-FFF2-40B4-BE49-F238E27FC236}">
                  <a16:creationId xmlns:a16="http://schemas.microsoft.com/office/drawing/2014/main" id="{62A545BA-F3C2-1A1F-A416-CEBC36C0D0C8}"/>
                </a:ext>
              </a:extLst>
            </p:cNvPr>
            <p:cNvSpPr>
              <a:spLocks noChangeArrowheads="1"/>
            </p:cNvSpPr>
            <p:nvPr/>
          </p:nvSpPr>
          <p:spPr bwMode="auto">
            <a:xfrm>
              <a:off x="4608" y="2352"/>
              <a:ext cx="480" cy="192"/>
            </a:xfrm>
            <a:prstGeom prst="rect">
              <a:avLst/>
            </a:prstGeom>
            <a:solidFill>
              <a:schemeClr val="bg1"/>
            </a:solidFill>
            <a:ln w="19050">
              <a:solidFill>
                <a:srgbClr val="FF0000"/>
              </a:solidFill>
              <a:miter lim="800000"/>
              <a:headEnd/>
              <a:tailEnd/>
            </a:ln>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a:latin typeface="华文细黑" panose="02010600040101010101" pitchFamily="2" charset="-122"/>
                  <a:ea typeface="华文细黑" panose="02010600040101010101" pitchFamily="2" charset="-122"/>
                </a:rPr>
                <a:t>OS</a:t>
              </a:r>
              <a:r>
                <a:rPr lang="zh-CN" altLang="en-US" sz="1200" b="1">
                  <a:latin typeface="华文细黑" panose="02010600040101010101" pitchFamily="2" charset="-122"/>
                  <a:ea typeface="华文细黑" panose="02010600040101010101" pitchFamily="2" charset="-122"/>
                </a:rPr>
                <a:t>内核</a:t>
              </a:r>
            </a:p>
          </p:txBody>
        </p:sp>
        <p:sp>
          <p:nvSpPr>
            <p:cNvPr id="1063" name="Line 1087">
              <a:extLst>
                <a:ext uri="{FF2B5EF4-FFF2-40B4-BE49-F238E27FC236}">
                  <a16:creationId xmlns:a16="http://schemas.microsoft.com/office/drawing/2014/main" id="{47D7351B-1AA3-9AA1-805B-88112AFA08A4}"/>
                </a:ext>
              </a:extLst>
            </p:cNvPr>
            <p:cNvSpPr>
              <a:spLocks noChangeShapeType="1"/>
            </p:cNvSpPr>
            <p:nvPr/>
          </p:nvSpPr>
          <p:spPr bwMode="auto">
            <a:xfrm>
              <a:off x="3792" y="2448"/>
              <a:ext cx="150" cy="0"/>
            </a:xfrm>
            <a:prstGeom prst="line">
              <a:avLst/>
            </a:prstGeom>
            <a:noFill/>
            <a:ln w="22225">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1064" name="Line 1088">
              <a:extLst>
                <a:ext uri="{FF2B5EF4-FFF2-40B4-BE49-F238E27FC236}">
                  <a16:creationId xmlns:a16="http://schemas.microsoft.com/office/drawing/2014/main" id="{2DC26C05-2D1E-4E95-6B82-48BEA0FE6D6B}"/>
                </a:ext>
              </a:extLst>
            </p:cNvPr>
            <p:cNvSpPr>
              <a:spLocks noChangeShapeType="1"/>
            </p:cNvSpPr>
            <p:nvPr/>
          </p:nvSpPr>
          <p:spPr bwMode="auto">
            <a:xfrm>
              <a:off x="4464" y="2448"/>
              <a:ext cx="150" cy="0"/>
            </a:xfrm>
            <a:prstGeom prst="line">
              <a:avLst/>
            </a:prstGeom>
            <a:noFill/>
            <a:ln w="22225">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1065" name="Rectangle 1089">
              <a:extLst>
                <a:ext uri="{FF2B5EF4-FFF2-40B4-BE49-F238E27FC236}">
                  <a16:creationId xmlns:a16="http://schemas.microsoft.com/office/drawing/2014/main" id="{F958E61E-E1D8-B81E-33EF-E5ADF4EDEEB6}"/>
                </a:ext>
              </a:extLst>
            </p:cNvPr>
            <p:cNvSpPr>
              <a:spLocks noChangeArrowheads="1"/>
            </p:cNvSpPr>
            <p:nvPr/>
          </p:nvSpPr>
          <p:spPr bwMode="auto">
            <a:xfrm>
              <a:off x="5232" y="2352"/>
              <a:ext cx="288" cy="672"/>
            </a:xfrm>
            <a:prstGeom prst="rect">
              <a:avLst/>
            </a:prstGeom>
            <a:solidFill>
              <a:schemeClr val="bg1"/>
            </a:solidFill>
            <a:ln w="19050">
              <a:solidFill>
                <a:srgbClr val="FF0000"/>
              </a:solidFill>
              <a:miter lim="800000"/>
              <a:headEnd/>
              <a:tailEnd/>
            </a:ln>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华文细黑" panose="02010600040101010101" pitchFamily="2" charset="-122"/>
                  <a:ea typeface="华文细黑" panose="02010600040101010101" pitchFamily="2" charset="-122"/>
                </a:rPr>
                <a:t>可信服务及可信应用</a:t>
              </a:r>
            </a:p>
          </p:txBody>
        </p:sp>
        <p:sp>
          <p:nvSpPr>
            <p:cNvPr id="1066" name="Line 1090">
              <a:extLst>
                <a:ext uri="{FF2B5EF4-FFF2-40B4-BE49-F238E27FC236}">
                  <a16:creationId xmlns:a16="http://schemas.microsoft.com/office/drawing/2014/main" id="{486E6F11-55AD-1F11-7319-2E632931F2B3}"/>
                </a:ext>
              </a:extLst>
            </p:cNvPr>
            <p:cNvSpPr>
              <a:spLocks noChangeShapeType="1"/>
            </p:cNvSpPr>
            <p:nvPr/>
          </p:nvSpPr>
          <p:spPr bwMode="auto">
            <a:xfrm>
              <a:off x="5088" y="2448"/>
              <a:ext cx="144" cy="0"/>
            </a:xfrm>
            <a:prstGeom prst="line">
              <a:avLst/>
            </a:prstGeom>
            <a:noFill/>
            <a:ln w="22225">
              <a:solidFill>
                <a:schemeClr val="tx1"/>
              </a:solidFill>
              <a:round/>
              <a:headEnd/>
              <a:tailEnd type="stealth" w="med" len="med"/>
            </a:ln>
            <a:extLst>
              <a:ext uri="{909E8E84-426E-40DD-AFC4-6F175D3DCCD1}">
                <a14:hiddenFill xmlns:a14="http://schemas.microsoft.com/office/drawing/2010/main">
                  <a:noFill/>
                </a14:hiddenFill>
              </a:ext>
            </a:extLst>
          </p:spPr>
          <p:txBody>
            <a:bodyPr/>
            <a:lstStyle/>
            <a:p>
              <a:endParaRPr lang="zh-CN" altLang="en-US"/>
            </a:p>
          </p:txBody>
        </p:sp>
        <p:sp>
          <p:nvSpPr>
            <p:cNvPr id="1067" name="Rectangle 1091">
              <a:extLst>
                <a:ext uri="{FF2B5EF4-FFF2-40B4-BE49-F238E27FC236}">
                  <a16:creationId xmlns:a16="http://schemas.microsoft.com/office/drawing/2014/main" id="{53E1972E-0C7D-8B49-E785-AEA87BEA839E}"/>
                </a:ext>
              </a:extLst>
            </p:cNvPr>
            <p:cNvSpPr>
              <a:spLocks noChangeArrowheads="1"/>
            </p:cNvSpPr>
            <p:nvPr/>
          </p:nvSpPr>
          <p:spPr bwMode="auto">
            <a:xfrm>
              <a:off x="2592" y="2784"/>
              <a:ext cx="672" cy="168"/>
            </a:xfrm>
            <a:prstGeom prst="rect">
              <a:avLst/>
            </a:prstGeom>
            <a:solidFill>
              <a:schemeClr val="bg1"/>
            </a:solidFill>
            <a:ln w="19050">
              <a:solidFill>
                <a:srgbClr val="000080"/>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华文细黑" panose="02010600040101010101" pitchFamily="2" charset="-122"/>
                  <a:ea typeface="华文细黑" panose="02010600040101010101" pitchFamily="2" charset="-122"/>
                </a:rPr>
                <a:t>认证控制模块</a:t>
              </a:r>
            </a:p>
          </p:txBody>
        </p:sp>
        <p:sp>
          <p:nvSpPr>
            <p:cNvPr id="1068" name="Rectangle 1092">
              <a:extLst>
                <a:ext uri="{FF2B5EF4-FFF2-40B4-BE49-F238E27FC236}">
                  <a16:creationId xmlns:a16="http://schemas.microsoft.com/office/drawing/2014/main" id="{5D0AE16E-8A85-B049-0094-DE16ECCA2F62}"/>
                </a:ext>
              </a:extLst>
            </p:cNvPr>
            <p:cNvSpPr>
              <a:spLocks noChangeArrowheads="1"/>
            </p:cNvSpPr>
            <p:nvPr/>
          </p:nvSpPr>
          <p:spPr bwMode="auto">
            <a:xfrm>
              <a:off x="4272" y="2784"/>
              <a:ext cx="672" cy="168"/>
            </a:xfrm>
            <a:prstGeom prst="rect">
              <a:avLst/>
            </a:prstGeom>
            <a:solidFill>
              <a:schemeClr val="bg1"/>
            </a:solidFill>
            <a:ln w="19050">
              <a:solidFill>
                <a:srgbClr val="000080"/>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华文细黑" panose="02010600040101010101" pitchFamily="2" charset="-122"/>
                  <a:ea typeface="华文细黑" panose="02010600040101010101" pitchFamily="2" charset="-122"/>
                </a:rPr>
                <a:t>密码处理模块</a:t>
              </a:r>
            </a:p>
          </p:txBody>
        </p:sp>
        <p:sp>
          <p:nvSpPr>
            <p:cNvPr id="1069" name="Line 1093">
              <a:extLst>
                <a:ext uri="{FF2B5EF4-FFF2-40B4-BE49-F238E27FC236}">
                  <a16:creationId xmlns:a16="http://schemas.microsoft.com/office/drawing/2014/main" id="{55FD3ABC-63E2-032B-883C-9786BFE07D8E}"/>
                </a:ext>
              </a:extLst>
            </p:cNvPr>
            <p:cNvSpPr>
              <a:spLocks noChangeShapeType="1"/>
            </p:cNvSpPr>
            <p:nvPr/>
          </p:nvSpPr>
          <p:spPr bwMode="auto">
            <a:xfrm>
              <a:off x="3264" y="2832"/>
              <a:ext cx="1008"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0" name="AutoShape 1094">
              <a:extLst>
                <a:ext uri="{FF2B5EF4-FFF2-40B4-BE49-F238E27FC236}">
                  <a16:creationId xmlns:a16="http://schemas.microsoft.com/office/drawing/2014/main" id="{E489F086-C8C7-1F87-7252-5D9E421F742A}"/>
                </a:ext>
              </a:extLst>
            </p:cNvPr>
            <p:cNvSpPr>
              <a:spLocks noChangeArrowheads="1"/>
            </p:cNvSpPr>
            <p:nvPr/>
          </p:nvSpPr>
          <p:spPr bwMode="auto">
            <a:xfrm>
              <a:off x="5088" y="2784"/>
              <a:ext cx="144" cy="96"/>
            </a:xfrm>
            <a:prstGeom prst="rightArrow">
              <a:avLst>
                <a:gd name="adj1" fmla="val 50000"/>
                <a:gd name="adj2" fmla="val 37500"/>
              </a:avLst>
            </a:prstGeom>
            <a:solidFill>
              <a:schemeClr val="bg1"/>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71" name="Line 1095">
              <a:extLst>
                <a:ext uri="{FF2B5EF4-FFF2-40B4-BE49-F238E27FC236}">
                  <a16:creationId xmlns:a16="http://schemas.microsoft.com/office/drawing/2014/main" id="{DE9F23A0-1F63-4C99-4733-B8E88DACEB96}"/>
                </a:ext>
              </a:extLst>
            </p:cNvPr>
            <p:cNvSpPr>
              <a:spLocks noChangeShapeType="1"/>
            </p:cNvSpPr>
            <p:nvPr/>
          </p:nvSpPr>
          <p:spPr bwMode="auto">
            <a:xfrm flipV="1">
              <a:off x="2208" y="2448"/>
              <a:ext cx="144"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2" name="Line 1096">
              <a:extLst>
                <a:ext uri="{FF2B5EF4-FFF2-40B4-BE49-F238E27FC236}">
                  <a16:creationId xmlns:a16="http://schemas.microsoft.com/office/drawing/2014/main" id="{633C1FA5-538B-DA5A-CECD-2B4AD4A033C7}"/>
                </a:ext>
              </a:extLst>
            </p:cNvPr>
            <p:cNvSpPr>
              <a:spLocks noChangeShapeType="1"/>
            </p:cNvSpPr>
            <p:nvPr/>
          </p:nvSpPr>
          <p:spPr bwMode="auto">
            <a:xfrm>
              <a:off x="2208" y="2736"/>
              <a:ext cx="144" cy="9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3" name="Line 1097">
              <a:extLst>
                <a:ext uri="{FF2B5EF4-FFF2-40B4-BE49-F238E27FC236}">
                  <a16:creationId xmlns:a16="http://schemas.microsoft.com/office/drawing/2014/main" id="{A3D5F0F8-B38C-A704-282B-BA4BC26D5AC8}"/>
                </a:ext>
              </a:extLst>
            </p:cNvPr>
            <p:cNvSpPr>
              <a:spLocks noChangeShapeType="1"/>
            </p:cNvSpPr>
            <p:nvPr/>
          </p:nvSpPr>
          <p:spPr bwMode="auto">
            <a:xfrm>
              <a:off x="2496" y="2544"/>
              <a:ext cx="0" cy="192"/>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4" name="Line 1098">
              <a:extLst>
                <a:ext uri="{FF2B5EF4-FFF2-40B4-BE49-F238E27FC236}">
                  <a16:creationId xmlns:a16="http://schemas.microsoft.com/office/drawing/2014/main" id="{6703B51D-9689-EDD3-CD78-B3ED5A481D8C}"/>
                </a:ext>
              </a:extLst>
            </p:cNvPr>
            <p:cNvSpPr>
              <a:spLocks noChangeShapeType="1"/>
            </p:cNvSpPr>
            <p:nvPr/>
          </p:nvSpPr>
          <p:spPr bwMode="auto">
            <a:xfrm>
              <a:off x="2976" y="2544"/>
              <a:ext cx="0" cy="192"/>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5" name="Line 1099">
              <a:extLst>
                <a:ext uri="{FF2B5EF4-FFF2-40B4-BE49-F238E27FC236}">
                  <a16:creationId xmlns:a16="http://schemas.microsoft.com/office/drawing/2014/main" id="{98666116-D3AC-A2DD-356B-92EDB9FE752B}"/>
                </a:ext>
              </a:extLst>
            </p:cNvPr>
            <p:cNvSpPr>
              <a:spLocks noChangeShapeType="1"/>
            </p:cNvSpPr>
            <p:nvPr/>
          </p:nvSpPr>
          <p:spPr bwMode="auto">
            <a:xfrm>
              <a:off x="3504" y="2544"/>
              <a:ext cx="0" cy="192"/>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6" name="Line 1100">
              <a:extLst>
                <a:ext uri="{FF2B5EF4-FFF2-40B4-BE49-F238E27FC236}">
                  <a16:creationId xmlns:a16="http://schemas.microsoft.com/office/drawing/2014/main" id="{89CE32B0-037B-D6B3-50C4-44A4545819BA}"/>
                </a:ext>
              </a:extLst>
            </p:cNvPr>
            <p:cNvSpPr>
              <a:spLocks noChangeShapeType="1"/>
            </p:cNvSpPr>
            <p:nvPr/>
          </p:nvSpPr>
          <p:spPr bwMode="auto">
            <a:xfrm>
              <a:off x="4176" y="2544"/>
              <a:ext cx="0" cy="192"/>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7" name="Line 1101">
              <a:extLst>
                <a:ext uri="{FF2B5EF4-FFF2-40B4-BE49-F238E27FC236}">
                  <a16:creationId xmlns:a16="http://schemas.microsoft.com/office/drawing/2014/main" id="{5582B14F-D818-F8A8-3A08-8E337BFA0E2F}"/>
                </a:ext>
              </a:extLst>
            </p:cNvPr>
            <p:cNvSpPr>
              <a:spLocks noChangeShapeType="1"/>
            </p:cNvSpPr>
            <p:nvPr/>
          </p:nvSpPr>
          <p:spPr bwMode="auto">
            <a:xfrm>
              <a:off x="4848" y="2544"/>
              <a:ext cx="0" cy="192"/>
            </a:xfrm>
            <a:prstGeom prst="line">
              <a:avLst/>
            </a:prstGeom>
            <a:noFill/>
            <a:ln w="190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78" name="AutoShape 1102">
              <a:extLst>
                <a:ext uri="{FF2B5EF4-FFF2-40B4-BE49-F238E27FC236}">
                  <a16:creationId xmlns:a16="http://schemas.microsoft.com/office/drawing/2014/main" id="{A37A54D4-938D-91AD-8C9B-4FA5D341F234}"/>
                </a:ext>
              </a:extLst>
            </p:cNvPr>
            <p:cNvSpPr>
              <a:spLocks noChangeArrowheads="1"/>
            </p:cNvSpPr>
            <p:nvPr/>
          </p:nvSpPr>
          <p:spPr bwMode="auto">
            <a:xfrm>
              <a:off x="2592" y="2208"/>
              <a:ext cx="2448" cy="70"/>
            </a:xfrm>
            <a:prstGeom prst="rightArrow">
              <a:avLst>
                <a:gd name="adj1" fmla="val 50000"/>
                <a:gd name="adj2" fmla="val 874286"/>
              </a:avLst>
            </a:prstGeom>
            <a:solidFill>
              <a:schemeClr val="bg1"/>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79" name="Text Box 1103">
              <a:extLst>
                <a:ext uri="{FF2B5EF4-FFF2-40B4-BE49-F238E27FC236}">
                  <a16:creationId xmlns:a16="http://schemas.microsoft.com/office/drawing/2014/main" id="{A7CF4641-F02B-0079-571E-61AF07A97DBC}"/>
                </a:ext>
              </a:extLst>
            </p:cNvPr>
            <p:cNvSpPr txBox="1">
              <a:spLocks noChangeArrowheads="1"/>
            </p:cNvSpPr>
            <p:nvPr/>
          </p:nvSpPr>
          <p:spPr bwMode="auto">
            <a:xfrm>
              <a:off x="3387" y="2064"/>
              <a:ext cx="413"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nchor="ct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400">
                  <a:latin typeface="华文细黑" panose="02010600040101010101" pitchFamily="2" charset="-122"/>
                  <a:ea typeface="华文细黑" panose="02010600040101010101" pitchFamily="2" charset="-122"/>
                </a:rPr>
                <a:t>可信链</a:t>
              </a:r>
            </a:p>
          </p:txBody>
        </p:sp>
        <p:sp>
          <p:nvSpPr>
            <p:cNvPr id="1080" name="Rectangle 1104">
              <a:extLst>
                <a:ext uri="{FF2B5EF4-FFF2-40B4-BE49-F238E27FC236}">
                  <a16:creationId xmlns:a16="http://schemas.microsoft.com/office/drawing/2014/main" id="{B4AD166B-1B3F-7E4E-14D9-C2B08BF761C2}"/>
                </a:ext>
              </a:extLst>
            </p:cNvPr>
            <p:cNvSpPr>
              <a:spLocks noChangeArrowheads="1"/>
            </p:cNvSpPr>
            <p:nvPr/>
          </p:nvSpPr>
          <p:spPr bwMode="auto">
            <a:xfrm>
              <a:off x="1920" y="2064"/>
              <a:ext cx="3696" cy="1056"/>
            </a:xfrm>
            <a:prstGeom prst="rect">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b="1"/>
            </a:p>
          </p:txBody>
        </p:sp>
      </p:grpSp>
      <p:grpSp>
        <p:nvGrpSpPr>
          <p:cNvPr id="8" name="Group 1156">
            <a:extLst>
              <a:ext uri="{FF2B5EF4-FFF2-40B4-BE49-F238E27FC236}">
                <a16:creationId xmlns:a16="http://schemas.microsoft.com/office/drawing/2014/main" id="{D577452F-57D6-977E-06F2-EF267FFB188D}"/>
              </a:ext>
            </a:extLst>
          </p:cNvPr>
          <p:cNvGrpSpPr>
            <a:grpSpLocks/>
          </p:cNvGrpSpPr>
          <p:nvPr/>
        </p:nvGrpSpPr>
        <p:grpSpPr bwMode="auto">
          <a:xfrm>
            <a:off x="4179889" y="4824414"/>
            <a:ext cx="5743575" cy="528637"/>
            <a:chOff x="1728" y="3216"/>
            <a:chExt cx="3888" cy="358"/>
          </a:xfrm>
        </p:grpSpPr>
        <p:sp>
          <p:nvSpPr>
            <p:cNvPr id="1046" name="AutoShape 1048">
              <a:extLst>
                <a:ext uri="{FF2B5EF4-FFF2-40B4-BE49-F238E27FC236}">
                  <a16:creationId xmlns:a16="http://schemas.microsoft.com/office/drawing/2014/main" id="{9218A8BC-3662-4964-2CF2-7D64F7F8C604}"/>
                </a:ext>
              </a:extLst>
            </p:cNvPr>
            <p:cNvSpPr>
              <a:spLocks noChangeArrowheads="1"/>
            </p:cNvSpPr>
            <p:nvPr/>
          </p:nvSpPr>
          <p:spPr bwMode="auto">
            <a:xfrm>
              <a:off x="1728" y="3216"/>
              <a:ext cx="144" cy="336"/>
            </a:xfrm>
            <a:prstGeom prst="rightArrow">
              <a:avLst>
                <a:gd name="adj1" fmla="val 50000"/>
                <a:gd name="adj2" fmla="val 25000"/>
              </a:avLst>
            </a:prstGeom>
            <a:gradFill rotWithShape="0">
              <a:gsLst>
                <a:gs pos="0">
                  <a:srgbClr val="007676"/>
                </a:gs>
                <a:gs pos="50000">
                  <a:srgbClr val="00FFFF"/>
                </a:gs>
                <a:gs pos="100000">
                  <a:srgbClr val="007676"/>
                </a:gs>
              </a:gsLst>
              <a:lin ang="5400000" scaled="1"/>
            </a:gradFill>
            <a:ln w="9525">
              <a:solidFill>
                <a:schemeClr val="tx1"/>
              </a:solidFill>
              <a:miter lim="800000"/>
              <a:headEnd/>
              <a:tailEnd/>
            </a:ln>
          </p:spPr>
          <p:txBody>
            <a:bodyPr vert="eaVert"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47" name="Rectangle 1134">
              <a:extLst>
                <a:ext uri="{FF2B5EF4-FFF2-40B4-BE49-F238E27FC236}">
                  <a16:creationId xmlns:a16="http://schemas.microsoft.com/office/drawing/2014/main" id="{56B9239C-A098-9653-27F0-57C0F114EB3F}"/>
                </a:ext>
              </a:extLst>
            </p:cNvPr>
            <p:cNvSpPr>
              <a:spLocks noChangeArrowheads="1"/>
            </p:cNvSpPr>
            <p:nvPr/>
          </p:nvSpPr>
          <p:spPr bwMode="auto">
            <a:xfrm>
              <a:off x="1920" y="3216"/>
              <a:ext cx="3696" cy="358"/>
            </a:xfrm>
            <a:prstGeom prst="rect">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48" name="Rectangle 1135">
              <a:extLst>
                <a:ext uri="{FF2B5EF4-FFF2-40B4-BE49-F238E27FC236}">
                  <a16:creationId xmlns:a16="http://schemas.microsoft.com/office/drawing/2014/main" id="{28D02C9B-649B-4DAD-F58F-74398B84636E}"/>
                </a:ext>
              </a:extLst>
            </p:cNvPr>
            <p:cNvSpPr>
              <a:spLocks noChangeArrowheads="1"/>
            </p:cNvSpPr>
            <p:nvPr/>
          </p:nvSpPr>
          <p:spPr bwMode="auto">
            <a:xfrm>
              <a:off x="1968" y="3309"/>
              <a:ext cx="1050" cy="195"/>
            </a:xfrm>
            <a:prstGeom prst="rect">
              <a:avLst/>
            </a:prstGeom>
            <a:noFill/>
            <a:ln w="19050">
              <a:solidFill>
                <a:srgbClr val="800080"/>
              </a:solidFill>
              <a:miter lim="800000"/>
              <a:headEnd/>
              <a:tailEnd/>
            </a:ln>
            <a:extLst>
              <a:ext uri="{909E8E84-426E-40DD-AFC4-6F175D3DCCD1}">
                <a14:hiddenFill xmlns:a14="http://schemas.microsoft.com/office/drawing/2010/main">
                  <a:solidFill>
                    <a:srgbClr val="FFFFFF"/>
                  </a:solidFill>
                </a14:hiddenFill>
              </a:ext>
            </a:extLst>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ea typeface="华文细黑" panose="02010600040101010101" pitchFamily="2" charset="-122"/>
                </a:rPr>
                <a:t>模块内产生一对密钥</a:t>
              </a:r>
            </a:p>
          </p:txBody>
        </p:sp>
        <p:sp>
          <p:nvSpPr>
            <p:cNvPr id="1049" name="Rectangle 1136">
              <a:extLst>
                <a:ext uri="{FF2B5EF4-FFF2-40B4-BE49-F238E27FC236}">
                  <a16:creationId xmlns:a16="http://schemas.microsoft.com/office/drawing/2014/main" id="{12BD58F6-3B97-7CDB-D4D5-F6A5CF1AFB21}"/>
                </a:ext>
              </a:extLst>
            </p:cNvPr>
            <p:cNvSpPr>
              <a:spLocks noChangeArrowheads="1"/>
            </p:cNvSpPr>
            <p:nvPr/>
          </p:nvSpPr>
          <p:spPr bwMode="auto">
            <a:xfrm>
              <a:off x="3196" y="3309"/>
              <a:ext cx="932" cy="195"/>
            </a:xfrm>
            <a:prstGeom prst="rect">
              <a:avLst/>
            </a:prstGeom>
            <a:noFill/>
            <a:ln w="19050">
              <a:solidFill>
                <a:srgbClr val="800080"/>
              </a:solidFill>
              <a:miter lim="800000"/>
              <a:headEnd/>
              <a:tailEnd/>
            </a:ln>
            <a:extLst>
              <a:ext uri="{909E8E84-426E-40DD-AFC4-6F175D3DCCD1}">
                <a14:hiddenFill xmlns:a14="http://schemas.microsoft.com/office/drawing/2010/main">
                  <a:solidFill>
                    <a:srgbClr val="FFFFFF"/>
                  </a:solidFill>
                </a14:hiddenFill>
              </a:ext>
            </a:extLst>
          </p:spPr>
          <p:txBody>
            <a:bodyPr wrap="none"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ea typeface="华文细黑" panose="02010600040101010101" pitchFamily="2" charset="-122"/>
                </a:rPr>
                <a:t>权威签发数字证书</a:t>
              </a:r>
            </a:p>
          </p:txBody>
        </p:sp>
        <p:sp>
          <p:nvSpPr>
            <p:cNvPr id="1050" name="Rectangle 1137">
              <a:extLst>
                <a:ext uri="{FF2B5EF4-FFF2-40B4-BE49-F238E27FC236}">
                  <a16:creationId xmlns:a16="http://schemas.microsoft.com/office/drawing/2014/main" id="{DD352C0D-6017-1F76-6B7C-91DEA4F9F67D}"/>
                </a:ext>
              </a:extLst>
            </p:cNvPr>
            <p:cNvSpPr>
              <a:spLocks noChangeArrowheads="1"/>
            </p:cNvSpPr>
            <p:nvPr/>
          </p:nvSpPr>
          <p:spPr bwMode="auto">
            <a:xfrm>
              <a:off x="4368" y="3309"/>
              <a:ext cx="1152" cy="195"/>
            </a:xfrm>
            <a:prstGeom prst="rect">
              <a:avLst/>
            </a:prstGeom>
            <a:noFill/>
            <a:ln w="19050">
              <a:solidFill>
                <a:srgbClr val="800080"/>
              </a:solidFill>
              <a:miter lim="800000"/>
              <a:headEnd/>
              <a:tailEnd/>
            </a:ln>
            <a:extLst>
              <a:ext uri="{909E8E84-426E-40DD-AFC4-6F175D3DCCD1}">
                <a14:hiddenFill xmlns:a14="http://schemas.microsoft.com/office/drawing/2010/main">
                  <a:solidFill>
                    <a:srgbClr val="FFFFFF"/>
                  </a:solidFill>
                </a14:hiddenFill>
              </a:ext>
            </a:extLst>
          </p:spPr>
          <p:txBody>
            <a:bodyPr wrap="none"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zh-CN" altLang="en-US" sz="1200" b="1">
                  <a:ea typeface="华文细黑" panose="02010600040101010101" pitchFamily="2" charset="-122"/>
                </a:rPr>
                <a:t>表征平台可信身份</a:t>
              </a:r>
            </a:p>
          </p:txBody>
        </p:sp>
        <p:sp>
          <p:nvSpPr>
            <p:cNvPr id="1051" name="Line 1138">
              <a:extLst>
                <a:ext uri="{FF2B5EF4-FFF2-40B4-BE49-F238E27FC236}">
                  <a16:creationId xmlns:a16="http://schemas.microsoft.com/office/drawing/2014/main" id="{07593D32-8BF1-9493-5E0C-6969D1F0921B}"/>
                </a:ext>
              </a:extLst>
            </p:cNvPr>
            <p:cNvSpPr>
              <a:spLocks noChangeShapeType="1"/>
            </p:cNvSpPr>
            <p:nvPr/>
          </p:nvSpPr>
          <p:spPr bwMode="auto">
            <a:xfrm>
              <a:off x="3024" y="3405"/>
              <a:ext cx="17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52" name="Line 1139">
              <a:extLst>
                <a:ext uri="{FF2B5EF4-FFF2-40B4-BE49-F238E27FC236}">
                  <a16:creationId xmlns:a16="http://schemas.microsoft.com/office/drawing/2014/main" id="{56B68178-5B44-1966-264D-5CFD7DF65C35}"/>
                </a:ext>
              </a:extLst>
            </p:cNvPr>
            <p:cNvSpPr>
              <a:spLocks noChangeShapeType="1"/>
            </p:cNvSpPr>
            <p:nvPr/>
          </p:nvSpPr>
          <p:spPr bwMode="auto">
            <a:xfrm>
              <a:off x="4128" y="3408"/>
              <a:ext cx="24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9" name="Group 1163">
            <a:extLst>
              <a:ext uri="{FF2B5EF4-FFF2-40B4-BE49-F238E27FC236}">
                <a16:creationId xmlns:a16="http://schemas.microsoft.com/office/drawing/2014/main" id="{0BEC22FB-BD3A-7AA8-AD4C-5D1A77B0E95B}"/>
              </a:ext>
            </a:extLst>
          </p:cNvPr>
          <p:cNvGrpSpPr>
            <a:grpSpLocks/>
          </p:cNvGrpSpPr>
          <p:nvPr/>
        </p:nvGrpSpPr>
        <p:grpSpPr bwMode="auto">
          <a:xfrm>
            <a:off x="4179889" y="5603876"/>
            <a:ext cx="5743575" cy="568325"/>
            <a:chOff x="1728" y="3744"/>
            <a:chExt cx="3888" cy="384"/>
          </a:xfrm>
        </p:grpSpPr>
        <p:sp>
          <p:nvSpPr>
            <p:cNvPr id="1043" name="AutoShape 1049">
              <a:extLst>
                <a:ext uri="{FF2B5EF4-FFF2-40B4-BE49-F238E27FC236}">
                  <a16:creationId xmlns:a16="http://schemas.microsoft.com/office/drawing/2014/main" id="{3573C5C4-2D6B-7C68-7E8B-B84BE42E21A8}"/>
                </a:ext>
              </a:extLst>
            </p:cNvPr>
            <p:cNvSpPr>
              <a:spLocks noChangeArrowheads="1"/>
            </p:cNvSpPr>
            <p:nvPr/>
          </p:nvSpPr>
          <p:spPr bwMode="auto">
            <a:xfrm>
              <a:off x="1728" y="3744"/>
              <a:ext cx="144" cy="336"/>
            </a:xfrm>
            <a:prstGeom prst="rightArrow">
              <a:avLst>
                <a:gd name="adj1" fmla="val 50000"/>
                <a:gd name="adj2" fmla="val 25000"/>
              </a:avLst>
            </a:prstGeom>
            <a:gradFill rotWithShape="0">
              <a:gsLst>
                <a:gs pos="0">
                  <a:srgbClr val="007676"/>
                </a:gs>
                <a:gs pos="50000">
                  <a:srgbClr val="00FFFF"/>
                </a:gs>
                <a:gs pos="100000">
                  <a:srgbClr val="007676"/>
                </a:gs>
              </a:gsLst>
              <a:lin ang="5400000" scaled="1"/>
            </a:gradFill>
            <a:ln w="9525">
              <a:solidFill>
                <a:schemeClr val="tx1"/>
              </a:solidFill>
              <a:miter lim="800000"/>
              <a:headEnd/>
              <a:tailEnd/>
            </a:ln>
          </p:spPr>
          <p:txBody>
            <a:bodyPr vert="eaVert"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44" name="Rectangle 1142">
              <a:extLst>
                <a:ext uri="{FF2B5EF4-FFF2-40B4-BE49-F238E27FC236}">
                  <a16:creationId xmlns:a16="http://schemas.microsoft.com/office/drawing/2014/main" id="{30AC76A0-4B0C-0C15-977D-EF032E0995F4}"/>
                </a:ext>
              </a:extLst>
            </p:cNvPr>
            <p:cNvSpPr>
              <a:spLocks noChangeArrowheads="1"/>
            </p:cNvSpPr>
            <p:nvPr/>
          </p:nvSpPr>
          <p:spPr bwMode="auto">
            <a:xfrm>
              <a:off x="1920" y="3744"/>
              <a:ext cx="3696" cy="384"/>
            </a:xfrm>
            <a:prstGeom prst="rect">
              <a:avLst/>
            </a:prstGeom>
            <a:noFill/>
            <a:ln w="952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045" name="Rectangle 1143">
              <a:extLst>
                <a:ext uri="{FF2B5EF4-FFF2-40B4-BE49-F238E27FC236}">
                  <a16:creationId xmlns:a16="http://schemas.microsoft.com/office/drawing/2014/main" id="{03637AE7-68BD-11FC-E6C8-43B08338D8DC}"/>
                </a:ext>
              </a:extLst>
            </p:cNvPr>
            <p:cNvSpPr>
              <a:spLocks noChangeArrowheads="1"/>
            </p:cNvSpPr>
            <p:nvPr/>
          </p:nvSpPr>
          <p:spPr bwMode="auto">
            <a:xfrm>
              <a:off x="1968" y="3840"/>
              <a:ext cx="1968" cy="240"/>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ea typeface="华文细黑" panose="02010600040101010101" pitchFamily="2" charset="-122"/>
                </a:rPr>
                <a:t>保护数据的密钥</a:t>
              </a:r>
              <a:r>
                <a:rPr lang="zh-CN" altLang="en-US" sz="1200" b="1">
                  <a:solidFill>
                    <a:srgbClr val="FF3300"/>
                  </a:solidFill>
                  <a:ea typeface="华文细黑" panose="02010600040101010101" pitchFamily="2" charset="-122"/>
                </a:rPr>
                <a:t>密封</a:t>
              </a:r>
              <a:r>
                <a:rPr lang="zh-CN" altLang="en-US" sz="1200" b="1">
                  <a:ea typeface="华文细黑" panose="02010600040101010101" pitchFamily="2" charset="-122"/>
                </a:rPr>
                <a:t>在密码模块内</a:t>
              </a:r>
            </a:p>
          </p:txBody>
        </p:sp>
      </p:grpSp>
      <p:sp>
        <p:nvSpPr>
          <p:cNvPr id="1040" name="AutoShape 1157">
            <a:extLst>
              <a:ext uri="{FF2B5EF4-FFF2-40B4-BE49-F238E27FC236}">
                <a16:creationId xmlns:a16="http://schemas.microsoft.com/office/drawing/2014/main" id="{FE4458B7-85D2-C43E-9FA0-D3D9F17D1CDA}"/>
              </a:ext>
            </a:extLst>
          </p:cNvPr>
          <p:cNvSpPr>
            <a:spLocks noChangeArrowheads="1"/>
          </p:cNvSpPr>
          <p:nvPr/>
        </p:nvSpPr>
        <p:spPr bwMode="auto">
          <a:xfrm>
            <a:off x="9001125" y="2906713"/>
            <a:ext cx="922338" cy="711200"/>
          </a:xfrm>
          <a:prstGeom prst="cloudCallout">
            <a:avLst>
              <a:gd name="adj1" fmla="val -42468"/>
              <a:gd name="adj2" fmla="val 41667"/>
            </a:avLst>
          </a:prstGeom>
          <a:solidFill>
            <a:srgbClr val="0000FF"/>
          </a:solidFill>
          <a:ln w="9525">
            <a:solidFill>
              <a:srgbClr val="0000FF"/>
            </a:solidFill>
            <a:round/>
            <a:headEnd/>
            <a:tailEnd/>
          </a:ln>
        </p:spPr>
        <p:txBody>
          <a:bodyPr lIns="18000" rIns="1800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solidFill>
                  <a:schemeClr val="bg1"/>
                </a:solidFill>
              </a:rPr>
              <a:t>抵御病毒攻击</a:t>
            </a:r>
          </a:p>
        </p:txBody>
      </p:sp>
      <p:sp>
        <p:nvSpPr>
          <p:cNvPr id="1041" name="AutoShape 1158">
            <a:extLst>
              <a:ext uri="{FF2B5EF4-FFF2-40B4-BE49-F238E27FC236}">
                <a16:creationId xmlns:a16="http://schemas.microsoft.com/office/drawing/2014/main" id="{3C72284B-2C2A-45AD-263E-3F27F1742E87}"/>
              </a:ext>
            </a:extLst>
          </p:cNvPr>
          <p:cNvSpPr>
            <a:spLocks noChangeArrowheads="1"/>
          </p:cNvSpPr>
          <p:nvPr/>
        </p:nvSpPr>
        <p:spPr bwMode="auto">
          <a:xfrm>
            <a:off x="9213850" y="4752976"/>
            <a:ext cx="922338" cy="568325"/>
          </a:xfrm>
          <a:prstGeom prst="cloudCallout">
            <a:avLst>
              <a:gd name="adj1" fmla="val -58171"/>
              <a:gd name="adj2" fmla="val 32032"/>
            </a:avLst>
          </a:prstGeom>
          <a:solidFill>
            <a:srgbClr val="0000FF"/>
          </a:solidFill>
          <a:ln w="9525">
            <a:solidFill>
              <a:srgbClr val="0000FF"/>
            </a:solidFill>
            <a:round/>
            <a:headEnd/>
            <a:tailEnd/>
          </a:ln>
        </p:spPr>
        <p:txBody>
          <a:bodyPr lIns="18000" rIns="1800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solidFill>
                  <a:schemeClr val="bg1"/>
                </a:solidFill>
              </a:rPr>
              <a:t>识别假冒平台</a:t>
            </a:r>
          </a:p>
        </p:txBody>
      </p:sp>
      <p:sp>
        <p:nvSpPr>
          <p:cNvPr id="1042" name="AutoShape 1159">
            <a:extLst>
              <a:ext uri="{FF2B5EF4-FFF2-40B4-BE49-F238E27FC236}">
                <a16:creationId xmlns:a16="http://schemas.microsoft.com/office/drawing/2014/main" id="{11827C50-3884-7BA0-F8BD-680D4D75E618}"/>
              </a:ext>
            </a:extLst>
          </p:cNvPr>
          <p:cNvSpPr>
            <a:spLocks noChangeArrowheads="1"/>
          </p:cNvSpPr>
          <p:nvPr/>
        </p:nvSpPr>
        <p:spPr bwMode="auto">
          <a:xfrm>
            <a:off x="7726363" y="5534026"/>
            <a:ext cx="2343150" cy="638175"/>
          </a:xfrm>
          <a:prstGeom prst="cloudCallout">
            <a:avLst>
              <a:gd name="adj1" fmla="val -29597"/>
              <a:gd name="adj2" fmla="val 22917"/>
            </a:avLst>
          </a:prstGeom>
          <a:solidFill>
            <a:srgbClr val="0000FF"/>
          </a:solidFill>
          <a:ln w="9525">
            <a:solidFill>
              <a:srgbClr val="0000FF"/>
            </a:solidFill>
            <a:round/>
            <a:headEnd/>
            <a:tailEnd/>
          </a:ln>
        </p:spPr>
        <p:txBody>
          <a:bodyPr lIns="18000" rIns="1800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lnSpc>
                <a:spcPts val="1600"/>
              </a:lnSpc>
              <a:buClr>
                <a:srgbClr val="FF3300"/>
              </a:buClr>
              <a:buFont typeface="Wingdings" panose="05000000000000000000" pitchFamily="2" charset="2"/>
              <a:buChar char="ü"/>
            </a:pPr>
            <a:r>
              <a:rPr lang="zh-CN" altLang="en-US" sz="1200" b="1">
                <a:solidFill>
                  <a:schemeClr val="bg1"/>
                </a:solidFill>
              </a:rPr>
              <a:t>盗取密钥不可行</a:t>
            </a:r>
            <a:r>
              <a:rPr lang="en-US" altLang="zh-CN" sz="1200" b="1">
                <a:solidFill>
                  <a:schemeClr val="bg1"/>
                </a:solidFill>
              </a:rPr>
              <a:t>;</a:t>
            </a:r>
          </a:p>
          <a:p>
            <a:pPr eaLnBrk="1" hangingPunct="1">
              <a:lnSpc>
                <a:spcPts val="1600"/>
              </a:lnSpc>
              <a:buClr>
                <a:srgbClr val="FF3300"/>
              </a:buClr>
              <a:buFont typeface="Wingdings" panose="05000000000000000000" pitchFamily="2" charset="2"/>
              <a:buChar char="ü"/>
            </a:pPr>
            <a:r>
              <a:rPr lang="zh-CN" altLang="en-US" sz="1200" b="1">
                <a:solidFill>
                  <a:schemeClr val="bg1"/>
                </a:solidFill>
              </a:rPr>
              <a:t>受保护数据拷不走</a:t>
            </a:r>
            <a:r>
              <a:rPr lang="en-US" altLang="zh-CN" sz="1200" b="1">
                <a:solidFill>
                  <a:schemeClr val="bg1"/>
                </a:solidFill>
              </a:rPr>
              <a:t>;</a:t>
            </a:r>
          </a:p>
        </p:txBody>
      </p:sp>
      <p:grpSp>
        <p:nvGrpSpPr>
          <p:cNvPr id="10" name="Group 1161">
            <a:extLst>
              <a:ext uri="{FF2B5EF4-FFF2-40B4-BE49-F238E27FC236}">
                <a16:creationId xmlns:a16="http://schemas.microsoft.com/office/drawing/2014/main" id="{8AF790D5-6BB6-92A6-794D-CB48FF55C268}"/>
              </a:ext>
            </a:extLst>
          </p:cNvPr>
          <p:cNvGrpSpPr>
            <a:grpSpLocks/>
          </p:cNvGrpSpPr>
          <p:nvPr/>
        </p:nvGrpSpPr>
        <p:grpSpPr bwMode="auto">
          <a:xfrm>
            <a:off x="4605338" y="1303338"/>
            <a:ext cx="1276350" cy="977900"/>
            <a:chOff x="2016" y="692"/>
            <a:chExt cx="864" cy="748"/>
          </a:xfrm>
        </p:grpSpPr>
        <p:grpSp>
          <p:nvGrpSpPr>
            <p:cNvPr id="2" name="Group 1036">
              <a:extLst>
                <a:ext uri="{FF2B5EF4-FFF2-40B4-BE49-F238E27FC236}">
                  <a16:creationId xmlns:a16="http://schemas.microsoft.com/office/drawing/2014/main" id="{55F15B50-ACC5-E6BA-CB3B-14ABDFF674F4}"/>
                </a:ext>
              </a:extLst>
            </p:cNvPr>
            <p:cNvGrpSpPr>
              <a:grpSpLocks/>
            </p:cNvGrpSpPr>
            <p:nvPr/>
          </p:nvGrpSpPr>
          <p:grpSpPr bwMode="auto">
            <a:xfrm>
              <a:off x="2016" y="692"/>
              <a:ext cx="864" cy="532"/>
              <a:chOff x="2016" y="600"/>
              <a:chExt cx="768" cy="532"/>
            </a:xfrm>
          </p:grpSpPr>
          <p:graphicFrame>
            <p:nvGraphicFramePr>
              <p:cNvPr id="1026" name="Object 2">
                <a:extLst>
                  <a:ext uri="{FF2B5EF4-FFF2-40B4-BE49-F238E27FC236}">
                    <a16:creationId xmlns:a16="http://schemas.microsoft.com/office/drawing/2014/main" id="{538FB6C3-E64A-3795-14F9-45EE4DE89DF7}"/>
                  </a:ext>
                </a:extLst>
              </p:cNvPr>
              <p:cNvGraphicFramePr>
                <a:graphicFrameLocks noChangeAspect="1"/>
              </p:cNvGraphicFramePr>
              <p:nvPr/>
            </p:nvGraphicFramePr>
            <p:xfrm>
              <a:off x="2016" y="600"/>
              <a:ext cx="768" cy="532"/>
            </p:xfrm>
            <a:graphic>
              <a:graphicData uri="http://schemas.openxmlformats.org/presentationml/2006/ole">
                <mc:AlternateContent xmlns:mc="http://schemas.openxmlformats.org/markup-compatibility/2006">
                  <mc:Choice xmlns:v="urn:schemas-microsoft-com:vml" Requires="v">
                    <p:oleObj name="位图图像" r:id="rId4" imgW="2238687" imgH="1486107" progId="PBrush">
                      <p:embed/>
                    </p:oleObj>
                  </mc:Choice>
                  <mc:Fallback>
                    <p:oleObj name="位图图像" r:id="rId4" imgW="2238687" imgH="1486107" progId="PBrush">
                      <p:embed/>
                      <p:pic>
                        <p:nvPicPr>
                          <p:cNvPr id="1026" name="Object 2">
                            <a:extLst>
                              <a:ext uri="{FF2B5EF4-FFF2-40B4-BE49-F238E27FC236}">
                                <a16:creationId xmlns:a16="http://schemas.microsoft.com/office/drawing/2014/main" id="{538FB6C3-E64A-3795-14F9-45EE4DE89D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16" y="600"/>
                            <a:ext cx="768" cy="532"/>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Rectangle 1035">
                <a:extLst>
                  <a:ext uri="{FF2B5EF4-FFF2-40B4-BE49-F238E27FC236}">
                    <a16:creationId xmlns:a16="http://schemas.microsoft.com/office/drawing/2014/main" id="{CE7B3407-CE85-89E6-F2EB-2FBB05663CFB}"/>
                  </a:ext>
                </a:extLst>
              </p:cNvPr>
              <p:cNvSpPr>
                <a:spLocks noChangeArrowheads="1"/>
              </p:cNvSpPr>
              <p:nvPr/>
            </p:nvSpPr>
            <p:spPr bwMode="auto">
              <a:xfrm>
                <a:off x="2101" y="708"/>
                <a:ext cx="52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solidFill>
                      <a:srgbClr val="FFFF00"/>
                    </a:solidFill>
                  </a:rPr>
                  <a:t>可信密码模块</a:t>
                </a:r>
              </a:p>
            </p:txBody>
          </p:sp>
        </p:grpSp>
        <p:sp>
          <p:nvSpPr>
            <p:cNvPr id="4" name="AutoShape 1039">
              <a:extLst>
                <a:ext uri="{FF2B5EF4-FFF2-40B4-BE49-F238E27FC236}">
                  <a16:creationId xmlns:a16="http://schemas.microsoft.com/office/drawing/2014/main" id="{B7D1C7D4-BCA5-C83D-DC77-3F199BB5B14B}"/>
                </a:ext>
              </a:extLst>
            </p:cNvPr>
            <p:cNvSpPr>
              <a:spLocks noChangeArrowheads="1"/>
            </p:cNvSpPr>
            <p:nvPr/>
          </p:nvSpPr>
          <p:spPr bwMode="auto">
            <a:xfrm>
              <a:off x="2160" y="1158"/>
              <a:ext cx="612" cy="282"/>
            </a:xfrm>
            <a:prstGeom prst="downArrow">
              <a:avLst>
                <a:gd name="adj1" fmla="val 66454"/>
                <a:gd name="adj2" fmla="val 28125"/>
              </a:avLst>
            </a:prstGeom>
            <a:solidFill>
              <a:schemeClr val="bg1"/>
            </a:solidFill>
            <a:ln w="9525">
              <a:solidFill>
                <a:schemeClr val="tx1"/>
              </a:solidFill>
              <a:miter lim="800000"/>
              <a:headEnd/>
              <a:tailEnd/>
            </a:ln>
          </p:spPr>
          <p:txBody>
            <a:bodyPr wrap="none"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lnSpc>
                  <a:spcPct val="85000"/>
                </a:lnSpc>
              </a:pPr>
              <a:r>
                <a:rPr lang="zh-CN" altLang="en-US" sz="1600">
                  <a:ea typeface="隶书" panose="02010509060101010101" pitchFamily="49" charset="-122"/>
                </a:rPr>
                <a:t>嵌入</a:t>
              </a:r>
            </a:p>
          </p:txBody>
        </p:sp>
      </p:grpSp>
      <p:sp>
        <p:nvSpPr>
          <p:cNvPr id="1037" name="Rectangle 16">
            <a:extLst>
              <a:ext uri="{FF2B5EF4-FFF2-40B4-BE49-F238E27FC236}">
                <a16:creationId xmlns:a16="http://schemas.microsoft.com/office/drawing/2014/main" id="{99BC52EB-36D1-DDF5-4D84-79F7C8C27463}"/>
              </a:ext>
            </a:extLst>
          </p:cNvPr>
          <p:cNvSpPr>
            <a:spLocks noGrp="1" noChangeArrowheads="1"/>
          </p:cNvSpPr>
          <p:nvPr>
            <p:ph type="title" idx="4294967295"/>
          </p:nvPr>
        </p:nvSpPr>
        <p:spPr>
          <a:xfrm>
            <a:off x="1701800" y="457200"/>
            <a:ext cx="3149600" cy="514350"/>
          </a:xfrm>
        </p:spPr>
        <p:txBody>
          <a:bodyPr/>
          <a:lstStyle/>
          <a:p>
            <a:pPr fontAlgn="t">
              <a:lnSpc>
                <a:spcPts val="3200"/>
              </a:lnSpc>
              <a:defRPr/>
            </a:pPr>
            <a:r>
              <a:rPr kumimoji="1" lang="zh-CN" altLang="en-US" dirty="0">
                <a:solidFill>
                  <a:srgbClr val="000066"/>
                </a:solidFill>
                <a:effectLst>
                  <a:outerShdw blurRad="38100" dist="38100" dir="2700000" algn="tl">
                    <a:srgbClr val="C0C0C0"/>
                  </a:outerShdw>
                </a:effectLst>
                <a:latin typeface="黑体" pitchFamily="2" charset="-122"/>
                <a:cs typeface="Arial" charset="0"/>
              </a:rPr>
              <a:t>可信计算技术理念</a:t>
            </a:r>
          </a:p>
        </p:txBody>
      </p:sp>
      <p:sp>
        <p:nvSpPr>
          <p:cNvPr id="65" name="圆角矩形标注 64">
            <a:extLst>
              <a:ext uri="{FF2B5EF4-FFF2-40B4-BE49-F238E27FC236}">
                <a16:creationId xmlns:a16="http://schemas.microsoft.com/office/drawing/2014/main" id="{0453FB21-950E-04D5-1AD2-3D3E62F746D6}"/>
              </a:ext>
            </a:extLst>
          </p:cNvPr>
          <p:cNvSpPr/>
          <p:nvPr/>
        </p:nvSpPr>
        <p:spPr>
          <a:xfrm>
            <a:off x="9297988" y="1295400"/>
            <a:ext cx="1143000" cy="685800"/>
          </a:xfrm>
          <a:prstGeom prst="wedgeRoundRectCallout">
            <a:avLst>
              <a:gd name="adj1" fmla="val 12734"/>
              <a:gd name="adj2" fmla="val 311046"/>
              <a:gd name="adj3" fmla="val 16667"/>
            </a:avLst>
          </a:prstGeom>
          <a:solidFill>
            <a:schemeClr val="accent3">
              <a:lumMod val="75000"/>
            </a:schemeClr>
          </a:solidFill>
          <a:ln>
            <a:solidFill>
              <a:schemeClr val="accent3">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zh-CN" altLang="en-US" sz="1600" b="1" dirty="0">
                <a:solidFill>
                  <a:schemeClr val="tx1"/>
                </a:solidFill>
              </a:rPr>
              <a:t>解决当前核心安全问题</a:t>
            </a:r>
          </a:p>
        </p:txBody>
      </p:sp>
      <p:sp>
        <p:nvSpPr>
          <p:cNvPr id="1039" name="灯片编号占位符 1">
            <a:extLst>
              <a:ext uri="{FF2B5EF4-FFF2-40B4-BE49-F238E27FC236}">
                <a16:creationId xmlns:a16="http://schemas.microsoft.com/office/drawing/2014/main" id="{7AC9CB21-4099-BC98-461D-5DE9CECB233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8C72A890-D009-434A-90E6-B509069AE0EA}" type="slidenum">
              <a:rPr lang="en-US" altLang="zh-CN" sz="1400">
                <a:solidFill>
                  <a:schemeClr val="bg1"/>
                </a:solidFill>
              </a:rPr>
              <a:pPr eaLnBrk="1" hangingPunct="1"/>
              <a:t>5</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linds(horizontal)">
                                      <p:cBhvr>
                                        <p:cTn id="13" dur="500"/>
                                        <p:tgtEl>
                                          <p:spTgt spid="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linds(horizontal)">
                                      <p:cBhvr>
                                        <p:cTn id="18" dur="500"/>
                                        <p:tgtEl>
                                          <p:spTgt spid="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2" fill="hold" nodeType="clickEffect">
                                  <p:stCondLst>
                                    <p:cond delay="0"/>
                                  </p:stCondLst>
                                  <p:childTnLst>
                                    <p:set>
                                      <p:cBhvr>
                                        <p:cTn id="22" dur="1" fill="hold">
                                          <p:stCondLst>
                                            <p:cond delay="0"/>
                                          </p:stCondLst>
                                        </p:cTn>
                                        <p:tgtEl>
                                          <p:spTgt spid="1040"/>
                                        </p:tgtEl>
                                        <p:attrNameLst>
                                          <p:attrName>style.visibility</p:attrName>
                                        </p:attrNameLst>
                                      </p:cBhvr>
                                      <p:to>
                                        <p:strVal val="visible"/>
                                      </p:to>
                                    </p:set>
                                    <p:anim calcmode="lin" valueType="num">
                                      <p:cBhvr additive="base">
                                        <p:cTn id="23" dur="500" fill="hold"/>
                                        <p:tgtEl>
                                          <p:spTgt spid="1040"/>
                                        </p:tgtEl>
                                        <p:attrNameLst>
                                          <p:attrName>ppt_x</p:attrName>
                                        </p:attrNameLst>
                                      </p:cBhvr>
                                      <p:tavLst>
                                        <p:tav tm="0">
                                          <p:val>
                                            <p:strVal val="1+#ppt_w/2"/>
                                          </p:val>
                                        </p:tav>
                                        <p:tav tm="100000">
                                          <p:val>
                                            <p:strVal val="#ppt_x"/>
                                          </p:val>
                                        </p:tav>
                                      </p:tavLst>
                                    </p:anim>
                                    <p:anim calcmode="lin" valueType="num">
                                      <p:cBhvr additive="base">
                                        <p:cTn id="24" dur="500" fill="hold"/>
                                        <p:tgtEl>
                                          <p:spTgt spid="1040"/>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blinds(horizontal)">
                                      <p:cBhvr>
                                        <p:cTn id="29" dur="500"/>
                                        <p:tgtEl>
                                          <p:spTgt spid="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2" fill="hold" nodeType="clickEffect">
                                  <p:stCondLst>
                                    <p:cond delay="0"/>
                                  </p:stCondLst>
                                  <p:childTnLst>
                                    <p:set>
                                      <p:cBhvr>
                                        <p:cTn id="33" dur="1" fill="hold">
                                          <p:stCondLst>
                                            <p:cond delay="0"/>
                                          </p:stCondLst>
                                        </p:cTn>
                                        <p:tgtEl>
                                          <p:spTgt spid="1041"/>
                                        </p:tgtEl>
                                        <p:attrNameLst>
                                          <p:attrName>style.visibility</p:attrName>
                                        </p:attrNameLst>
                                      </p:cBhvr>
                                      <p:to>
                                        <p:strVal val="visible"/>
                                      </p:to>
                                    </p:set>
                                    <p:anim calcmode="lin" valueType="num">
                                      <p:cBhvr additive="base">
                                        <p:cTn id="34" dur="500" fill="hold"/>
                                        <p:tgtEl>
                                          <p:spTgt spid="1041"/>
                                        </p:tgtEl>
                                        <p:attrNameLst>
                                          <p:attrName>ppt_x</p:attrName>
                                        </p:attrNameLst>
                                      </p:cBhvr>
                                      <p:tavLst>
                                        <p:tav tm="0">
                                          <p:val>
                                            <p:strVal val="1+#ppt_w/2"/>
                                          </p:val>
                                        </p:tav>
                                        <p:tav tm="100000">
                                          <p:val>
                                            <p:strVal val="#ppt_x"/>
                                          </p:val>
                                        </p:tav>
                                      </p:tavLst>
                                    </p:anim>
                                    <p:anim calcmode="lin" valueType="num">
                                      <p:cBhvr additive="base">
                                        <p:cTn id="35" dur="500" fill="hold"/>
                                        <p:tgtEl>
                                          <p:spTgt spid="1041"/>
                                        </p:tgtEl>
                                        <p:attrNameLst>
                                          <p:attrName>ppt_y</p:attrName>
                                        </p:attrNameLst>
                                      </p:cBhvr>
                                      <p:tavLst>
                                        <p:tav tm="0">
                                          <p:val>
                                            <p:strVal val="#ppt_y"/>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blinds(horizontal)">
                                      <p:cBhvr>
                                        <p:cTn id="40" dur="500"/>
                                        <p:tgtEl>
                                          <p:spTgt spid="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4" fill="hold" nodeType="clickEffect">
                                  <p:stCondLst>
                                    <p:cond delay="0"/>
                                  </p:stCondLst>
                                  <p:childTnLst>
                                    <p:set>
                                      <p:cBhvr>
                                        <p:cTn id="44" dur="1" fill="hold">
                                          <p:stCondLst>
                                            <p:cond delay="0"/>
                                          </p:stCondLst>
                                        </p:cTn>
                                        <p:tgtEl>
                                          <p:spTgt spid="1042"/>
                                        </p:tgtEl>
                                        <p:attrNameLst>
                                          <p:attrName>style.visibility</p:attrName>
                                        </p:attrNameLst>
                                      </p:cBhvr>
                                      <p:to>
                                        <p:strVal val="visible"/>
                                      </p:to>
                                    </p:set>
                                    <p:anim calcmode="lin" valueType="num">
                                      <p:cBhvr additive="base">
                                        <p:cTn id="45" dur="500" fill="hold"/>
                                        <p:tgtEl>
                                          <p:spTgt spid="1042"/>
                                        </p:tgtEl>
                                        <p:attrNameLst>
                                          <p:attrName>ppt_x</p:attrName>
                                        </p:attrNameLst>
                                      </p:cBhvr>
                                      <p:tavLst>
                                        <p:tav tm="0">
                                          <p:val>
                                            <p:strVal val="#ppt_x"/>
                                          </p:val>
                                        </p:tav>
                                        <p:tav tm="100000">
                                          <p:val>
                                            <p:strVal val="#ppt_x"/>
                                          </p:val>
                                        </p:tav>
                                      </p:tavLst>
                                    </p:anim>
                                    <p:anim calcmode="lin" valueType="num">
                                      <p:cBhvr additive="base">
                                        <p:cTn id="46" dur="500" fill="hold"/>
                                        <p:tgtEl>
                                          <p:spTgt spid="1042"/>
                                        </p:tgtEl>
                                        <p:attrNameLst>
                                          <p:attrName>ppt_y</p:attrName>
                                        </p:attrNameLst>
                                      </p:cBhvr>
                                      <p:tavLst>
                                        <p:tav tm="0">
                                          <p:val>
                                            <p:strVal val="1+#ppt_h/2"/>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3" presetClass="entr" presetSubtype="10" fill="hold" nodeType="clickEffect">
                                  <p:stCondLst>
                                    <p:cond delay="0"/>
                                  </p:stCondLst>
                                  <p:childTnLst>
                                    <p:set>
                                      <p:cBhvr>
                                        <p:cTn id="50" dur="1" fill="hold">
                                          <p:stCondLst>
                                            <p:cond delay="0"/>
                                          </p:stCondLst>
                                        </p:cTn>
                                        <p:tgtEl>
                                          <p:spTgt spid="65"/>
                                        </p:tgtEl>
                                        <p:attrNameLst>
                                          <p:attrName>style.visibility</p:attrName>
                                        </p:attrNameLst>
                                      </p:cBhvr>
                                      <p:to>
                                        <p:strVal val="visible"/>
                                      </p:to>
                                    </p:set>
                                    <p:animEffect transition="in" filter="blinds(horizontal)">
                                      <p:cBhvr>
                                        <p:cTn id="51"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0" grpId="0" animBg="1"/>
      <p:bldP spid="1041" grpId="0" animBg="1"/>
      <p:bldP spid="1042" grpId="0" animBg="1"/>
      <p:bldP spid="6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0ED69F84-FFCB-3534-2478-81841A02B101}"/>
              </a:ext>
            </a:extLst>
          </p:cNvPr>
          <p:cNvSpPr>
            <a:spLocks noGrp="1" noChangeArrowheads="1"/>
          </p:cNvSpPr>
          <p:nvPr>
            <p:ph type="title"/>
          </p:nvPr>
        </p:nvSpPr>
        <p:spPr>
          <a:xfrm>
            <a:off x="1905000" y="381000"/>
            <a:ext cx="5791200" cy="533400"/>
          </a:xfrm>
        </p:spPr>
        <p:txBody>
          <a:bodyPr/>
          <a:lstStyle/>
          <a:p>
            <a:pPr defTabSz="912813" fontAlgn="t">
              <a:lnSpc>
                <a:spcPts val="3200"/>
              </a:lnSpc>
              <a:defRPr/>
            </a:pPr>
            <a:r>
              <a:rPr kumimoji="1" lang="zh-CN" altLang="en-US" dirty="0">
                <a:solidFill>
                  <a:srgbClr val="000066"/>
                </a:solidFill>
                <a:effectLst>
                  <a:outerShdw blurRad="38100" dist="38100" dir="2700000" algn="tl">
                    <a:srgbClr val="C0C0C0"/>
                  </a:outerShdw>
                </a:effectLst>
                <a:latin typeface="黑体" pitchFamily="2" charset="-122"/>
                <a:cs typeface="Arial" charset="0"/>
              </a:rPr>
              <a:t>定义</a:t>
            </a:r>
            <a:r>
              <a:rPr kumimoji="1" lang="zh-CN" altLang="en-US" dirty="0">
                <a:solidFill>
                  <a:srgbClr val="FF0000"/>
                </a:solidFill>
                <a:effectLst>
                  <a:outerShdw blurRad="38100" dist="38100" dir="2700000" algn="tl">
                    <a:srgbClr val="C0C0C0"/>
                  </a:outerShdw>
                </a:effectLst>
                <a:latin typeface="黑体" pitchFamily="2" charset="-122"/>
                <a:cs typeface="Arial" charset="0"/>
              </a:rPr>
              <a:t>可信密码模块</a:t>
            </a:r>
            <a:r>
              <a:rPr kumimoji="1" lang="en-US" altLang="zh-CN" dirty="0">
                <a:solidFill>
                  <a:srgbClr val="FF0000"/>
                </a:solidFill>
                <a:effectLst>
                  <a:outerShdw blurRad="38100" dist="38100" dir="2700000" algn="tl">
                    <a:srgbClr val="C0C0C0"/>
                  </a:outerShdw>
                </a:effectLst>
                <a:latin typeface="黑体" pitchFamily="2" charset="-122"/>
                <a:cs typeface="Arial" charset="0"/>
              </a:rPr>
              <a:t>(TCM)</a:t>
            </a:r>
            <a:r>
              <a:rPr kumimoji="1" lang="zh-CN" altLang="en-US" dirty="0">
                <a:solidFill>
                  <a:srgbClr val="000066"/>
                </a:solidFill>
                <a:effectLst>
                  <a:outerShdw blurRad="38100" dist="38100" dir="2700000" algn="tl">
                    <a:srgbClr val="C0C0C0"/>
                  </a:outerShdw>
                </a:effectLst>
                <a:latin typeface="黑体" pitchFamily="2" charset="-122"/>
                <a:cs typeface="Arial" charset="0"/>
              </a:rPr>
              <a:t>结构与功能</a:t>
            </a:r>
          </a:p>
        </p:txBody>
      </p:sp>
      <p:sp>
        <p:nvSpPr>
          <p:cNvPr id="11269" name="Text Box 37">
            <a:extLst>
              <a:ext uri="{FF2B5EF4-FFF2-40B4-BE49-F238E27FC236}">
                <a16:creationId xmlns:a16="http://schemas.microsoft.com/office/drawing/2014/main" id="{162F9635-DFE9-B6DA-3FDD-68CF6BED4A67}"/>
              </a:ext>
            </a:extLst>
          </p:cNvPr>
          <p:cNvSpPr txBox="1">
            <a:spLocks noChangeArrowheads="1"/>
          </p:cNvSpPr>
          <p:nvPr/>
        </p:nvSpPr>
        <p:spPr bwMode="auto">
          <a:xfrm>
            <a:off x="2971800" y="4476750"/>
            <a:ext cx="5410200" cy="2231380"/>
          </a:xfrm>
          <a:prstGeom prst="rect">
            <a:avLst/>
          </a:prstGeom>
          <a:noFill/>
          <a:ln w="9525">
            <a:noFill/>
            <a:miter lim="800000"/>
            <a:headEnd/>
            <a:tailEnd/>
          </a:ln>
        </p:spPr>
        <p:txBody>
          <a:bodyPr>
            <a:spAutoFit/>
          </a:bodyPr>
          <a:lstStyle/>
          <a:p>
            <a:pPr marL="288925" indent="-288925">
              <a:spcBef>
                <a:spcPct val="50000"/>
              </a:spcBef>
              <a:defRPr/>
            </a:pPr>
            <a:r>
              <a:rPr lang="zh-CN" altLang="en-US" sz="1600" b="1" dirty="0"/>
              <a:t>目标：</a:t>
            </a:r>
            <a:r>
              <a:rPr lang="zh-CN" altLang="en-US" sz="1600" b="1" dirty="0">
                <a:solidFill>
                  <a:srgbClr val="3333CC"/>
                </a:solidFill>
              </a:rPr>
              <a:t>建立计算平台安全信任根基</a:t>
            </a:r>
          </a:p>
          <a:p>
            <a:pPr marL="288925" indent="-288925">
              <a:spcBef>
                <a:spcPct val="50000"/>
              </a:spcBef>
              <a:defRPr/>
            </a:pPr>
            <a:endParaRPr lang="en-US" altLang="zh-CN" b="1" dirty="0"/>
          </a:p>
          <a:p>
            <a:pPr marL="288925" indent="-288925">
              <a:spcBef>
                <a:spcPct val="50000"/>
              </a:spcBef>
              <a:defRPr/>
            </a:pPr>
            <a:r>
              <a:rPr lang="zh-CN" altLang="en-US" sz="1600" b="1" dirty="0"/>
              <a:t>核心功能：</a:t>
            </a:r>
          </a:p>
          <a:p>
            <a:pPr marL="288925" indent="73025">
              <a:spcBef>
                <a:spcPct val="50000"/>
              </a:spcBef>
              <a:buFontTx/>
              <a:buAutoNum type="arabicParenR"/>
              <a:defRPr/>
            </a:pPr>
            <a:r>
              <a:rPr lang="zh-CN" altLang="en-US" sz="1600" b="1" dirty="0">
                <a:solidFill>
                  <a:srgbClr val="660066"/>
                </a:solidFill>
              </a:rPr>
              <a:t>度量平台完整性，建立平台免疫力；</a:t>
            </a:r>
          </a:p>
          <a:p>
            <a:pPr marL="288925" indent="73025">
              <a:spcBef>
                <a:spcPct val="50000"/>
              </a:spcBef>
              <a:buFontTx/>
              <a:buAutoNum type="arabicParenR"/>
              <a:defRPr/>
            </a:pPr>
            <a:r>
              <a:rPr lang="zh-CN" altLang="en-US" sz="1600" b="1" dirty="0">
                <a:solidFill>
                  <a:srgbClr val="660066"/>
                </a:solidFill>
              </a:rPr>
              <a:t>平台身份唯一性标识；</a:t>
            </a:r>
          </a:p>
          <a:p>
            <a:pPr marL="288925" indent="73025">
              <a:spcBef>
                <a:spcPct val="50000"/>
              </a:spcBef>
              <a:buFontTx/>
              <a:buAutoNum type="arabicParenR"/>
              <a:defRPr/>
            </a:pPr>
            <a:r>
              <a:rPr lang="zh-CN" altLang="en-US" sz="1600" b="1" dirty="0">
                <a:solidFill>
                  <a:srgbClr val="660066"/>
                </a:solidFill>
              </a:rPr>
              <a:t>提供硬件级密码学计算与密钥保护。</a:t>
            </a:r>
          </a:p>
        </p:txBody>
      </p:sp>
      <p:grpSp>
        <p:nvGrpSpPr>
          <p:cNvPr id="17412" name="组合 49">
            <a:extLst>
              <a:ext uri="{FF2B5EF4-FFF2-40B4-BE49-F238E27FC236}">
                <a16:creationId xmlns:a16="http://schemas.microsoft.com/office/drawing/2014/main" id="{B99CD9D0-9EE8-701C-7471-E7DA26A64AAC}"/>
              </a:ext>
            </a:extLst>
          </p:cNvPr>
          <p:cNvGrpSpPr>
            <a:grpSpLocks/>
          </p:cNvGrpSpPr>
          <p:nvPr/>
        </p:nvGrpSpPr>
        <p:grpSpPr bwMode="auto">
          <a:xfrm>
            <a:off x="2362200" y="1143000"/>
            <a:ext cx="7010400" cy="3124200"/>
            <a:chOff x="244549" y="1055687"/>
            <a:chExt cx="4522714" cy="2863851"/>
          </a:xfrm>
        </p:grpSpPr>
        <p:sp>
          <p:nvSpPr>
            <p:cNvPr id="48" name="矩形 47">
              <a:extLst>
                <a:ext uri="{FF2B5EF4-FFF2-40B4-BE49-F238E27FC236}">
                  <a16:creationId xmlns:a16="http://schemas.microsoft.com/office/drawing/2014/main" id="{3C57FAF2-89F9-8D77-AA84-827D70FB757A}"/>
                </a:ext>
              </a:extLst>
            </p:cNvPr>
            <p:cNvSpPr/>
            <p:nvPr/>
          </p:nvSpPr>
          <p:spPr bwMode="auto">
            <a:xfrm>
              <a:off x="244549" y="1212850"/>
              <a:ext cx="4522714" cy="2706688"/>
            </a:xfrm>
            <a:prstGeom prst="rect">
              <a:avLst/>
            </a:prstGeom>
            <a:solidFill>
              <a:schemeClr val="accent3">
                <a:lumMod val="85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defRPr/>
              </a:pPr>
              <a:endParaRPr lang="zh-CN" altLang="en-US" sz="1400" dirty="0">
                <a:solidFill>
                  <a:schemeClr val="tx1"/>
                </a:solidFill>
              </a:endParaRPr>
            </a:p>
          </p:txBody>
        </p:sp>
        <p:sp>
          <p:nvSpPr>
            <p:cNvPr id="49" name="矩形 48">
              <a:extLst>
                <a:ext uri="{FF2B5EF4-FFF2-40B4-BE49-F238E27FC236}">
                  <a16:creationId xmlns:a16="http://schemas.microsoft.com/office/drawing/2014/main" id="{9E41F049-68D1-2BCE-59FE-F33C674913F1}"/>
                </a:ext>
              </a:extLst>
            </p:cNvPr>
            <p:cNvSpPr/>
            <p:nvPr/>
          </p:nvSpPr>
          <p:spPr bwMode="auto">
            <a:xfrm>
              <a:off x="1571867" y="1793478"/>
              <a:ext cx="2998756" cy="46275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0" tIns="36000" rIns="0" bIns="0"/>
            <a:lstStyle/>
            <a:p>
              <a:pPr>
                <a:defRPr/>
              </a:pPr>
              <a:r>
                <a:rPr lang="zh-CN" altLang="en-US" sz="1200" b="1" dirty="0">
                  <a:solidFill>
                    <a:schemeClr val="tx1"/>
                  </a:solidFill>
                </a:rPr>
                <a:t> </a:t>
              </a:r>
              <a:r>
                <a:rPr lang="zh-CN" altLang="en-US" sz="1400" b="1" dirty="0">
                  <a:solidFill>
                    <a:schemeClr val="tx1"/>
                  </a:solidFill>
                </a:rPr>
                <a:t>主计算区</a:t>
              </a:r>
            </a:p>
          </p:txBody>
        </p:sp>
        <p:sp>
          <p:nvSpPr>
            <p:cNvPr id="50" name="矩形 49">
              <a:extLst>
                <a:ext uri="{FF2B5EF4-FFF2-40B4-BE49-F238E27FC236}">
                  <a16:creationId xmlns:a16="http://schemas.microsoft.com/office/drawing/2014/main" id="{EF5B76AF-BB89-5E41-52B6-25AD0E73EDF3}"/>
                </a:ext>
              </a:extLst>
            </p:cNvPr>
            <p:cNvSpPr/>
            <p:nvPr/>
          </p:nvSpPr>
          <p:spPr bwMode="auto">
            <a:xfrm>
              <a:off x="441189" y="2441046"/>
              <a:ext cx="2565534" cy="138681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36000" tIns="36000" rIns="0" bIns="0"/>
            <a:lstStyle/>
            <a:p>
              <a:pPr>
                <a:defRPr/>
              </a:pPr>
              <a:r>
                <a:rPr lang="zh-CN" altLang="en-US" sz="1400" dirty="0">
                  <a:solidFill>
                    <a:schemeClr val="tx1"/>
                  </a:solidFill>
                </a:rPr>
                <a:t> </a:t>
              </a:r>
              <a:r>
                <a:rPr lang="zh-CN" altLang="en-US" sz="1400" b="1" dirty="0">
                  <a:solidFill>
                    <a:schemeClr val="tx1"/>
                  </a:solidFill>
                </a:rPr>
                <a:t>密码计算区</a:t>
              </a:r>
            </a:p>
          </p:txBody>
        </p:sp>
        <p:sp>
          <p:nvSpPr>
            <p:cNvPr id="51" name="矩形 50">
              <a:extLst>
                <a:ext uri="{FF2B5EF4-FFF2-40B4-BE49-F238E27FC236}">
                  <a16:creationId xmlns:a16="http://schemas.microsoft.com/office/drawing/2014/main" id="{16913807-0CF4-07FC-A685-A7566EF6406B}"/>
                </a:ext>
              </a:extLst>
            </p:cNvPr>
            <p:cNvSpPr/>
            <p:nvPr/>
          </p:nvSpPr>
          <p:spPr bwMode="auto">
            <a:xfrm>
              <a:off x="3094801" y="2441046"/>
              <a:ext cx="1599746" cy="138681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36000" tIns="36000" rIns="0" bIns="0"/>
            <a:lstStyle/>
            <a:p>
              <a:pPr>
                <a:defRPr/>
              </a:pPr>
              <a:r>
                <a:rPr lang="zh-CN" altLang="en-US" sz="1200" b="1" dirty="0">
                  <a:solidFill>
                    <a:schemeClr val="tx1"/>
                  </a:solidFill>
                </a:rPr>
                <a:t>受保护存储区</a:t>
              </a:r>
            </a:p>
          </p:txBody>
        </p:sp>
        <p:sp>
          <p:nvSpPr>
            <p:cNvPr id="52" name="TextBox 51">
              <a:extLst>
                <a:ext uri="{FF2B5EF4-FFF2-40B4-BE49-F238E27FC236}">
                  <a16:creationId xmlns:a16="http://schemas.microsoft.com/office/drawing/2014/main" id="{3B5F6FAD-01B1-545B-42E7-93D133B5F0A2}"/>
                </a:ext>
              </a:extLst>
            </p:cNvPr>
            <p:cNvSpPr txBox="1"/>
            <p:nvPr/>
          </p:nvSpPr>
          <p:spPr bwMode="auto">
            <a:xfrm>
              <a:off x="335700" y="1445683"/>
              <a:ext cx="1088687" cy="197908"/>
            </a:xfrm>
            <a:prstGeom prst="rect">
              <a:avLst/>
            </a:prstGeom>
            <a:noFill/>
          </p:spPr>
          <p:txBody>
            <a:bodyPr lIns="0" tIns="0" rIns="0" bIns="0" anchor="ctr">
              <a:spAutoFit/>
            </a:bodyPr>
            <a:lstStyle/>
            <a:p>
              <a:pPr algn="ctr">
                <a:defRPr/>
              </a:pPr>
              <a:r>
                <a:rPr lang="zh-CN" altLang="en-US" sz="1400" b="1" dirty="0">
                  <a:solidFill>
                    <a:srgbClr val="000000"/>
                  </a:solidFill>
                  <a:latin typeface="+mn-ea"/>
                </a:rPr>
                <a:t>可信密码模块（</a:t>
              </a:r>
              <a:r>
                <a:rPr lang="en-US" altLang="zh-CN" sz="1400" b="1" dirty="0">
                  <a:solidFill>
                    <a:srgbClr val="000000"/>
                  </a:solidFill>
                  <a:latin typeface="+mn-ea"/>
                </a:rPr>
                <a:t>TCM</a:t>
              </a:r>
              <a:r>
                <a:rPr lang="zh-CN" altLang="en-US" sz="1400" b="1" dirty="0">
                  <a:solidFill>
                    <a:srgbClr val="000000"/>
                  </a:solidFill>
                  <a:latin typeface="+mn-ea"/>
                </a:rPr>
                <a:t>）</a:t>
              </a:r>
              <a:endParaRPr lang="zh-CN" altLang="en-US" sz="1400" b="1" dirty="0">
                <a:latin typeface="+mn-ea"/>
              </a:endParaRPr>
            </a:p>
          </p:txBody>
        </p:sp>
        <p:sp>
          <p:nvSpPr>
            <p:cNvPr id="53" name="矩形 52">
              <a:extLst>
                <a:ext uri="{FF2B5EF4-FFF2-40B4-BE49-F238E27FC236}">
                  <a16:creationId xmlns:a16="http://schemas.microsoft.com/office/drawing/2014/main" id="{ADA82E04-0B79-A7E3-2258-66067BD26D92}"/>
                </a:ext>
              </a:extLst>
            </p:cNvPr>
            <p:cNvSpPr/>
            <p:nvPr/>
          </p:nvSpPr>
          <p:spPr bwMode="auto">
            <a:xfrm>
              <a:off x="1571867" y="1332177"/>
              <a:ext cx="2998756" cy="27794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b="1" dirty="0">
                  <a:solidFill>
                    <a:schemeClr val="tx1"/>
                  </a:solidFill>
                </a:rPr>
                <a:t>I/O</a:t>
              </a:r>
              <a:r>
                <a:rPr lang="zh-CN" altLang="en-US" sz="1400" b="1" dirty="0">
                  <a:solidFill>
                    <a:schemeClr val="tx1"/>
                  </a:solidFill>
                </a:rPr>
                <a:t>接口</a:t>
              </a:r>
            </a:p>
          </p:txBody>
        </p:sp>
        <p:cxnSp>
          <p:nvCxnSpPr>
            <p:cNvPr id="54" name="直接箭头连接符 53">
              <a:extLst>
                <a:ext uri="{FF2B5EF4-FFF2-40B4-BE49-F238E27FC236}">
                  <a16:creationId xmlns:a16="http://schemas.microsoft.com/office/drawing/2014/main" id="{4C71FDA3-9BEF-2EA4-5202-5B96BAF2AB45}"/>
                </a:ext>
              </a:extLst>
            </p:cNvPr>
            <p:cNvCxnSpPr/>
            <p:nvPr/>
          </p:nvCxnSpPr>
          <p:spPr bwMode="auto">
            <a:xfrm rot="5400000">
              <a:off x="2807159" y="1684040"/>
              <a:ext cx="216827" cy="2048"/>
            </a:xfrm>
            <a:prstGeom prst="straightConnector1">
              <a:avLst/>
            </a:prstGeom>
            <a:ln w="25400">
              <a:solidFill>
                <a:schemeClr val="tx1"/>
              </a:solidFill>
              <a:headEnd type="stealth"/>
              <a:tailEnd type="stealth"/>
            </a:ln>
          </p:spPr>
          <p:style>
            <a:lnRef idx="1">
              <a:schemeClr val="accent1"/>
            </a:lnRef>
            <a:fillRef idx="0">
              <a:schemeClr val="accent1"/>
            </a:fillRef>
            <a:effectRef idx="0">
              <a:schemeClr val="accent1"/>
            </a:effectRef>
            <a:fontRef idx="minor">
              <a:schemeClr val="tx1"/>
            </a:fontRef>
          </p:style>
        </p:cxnSp>
        <p:sp>
          <p:nvSpPr>
            <p:cNvPr id="55" name="圆角矩形 54">
              <a:extLst>
                <a:ext uri="{FF2B5EF4-FFF2-40B4-BE49-F238E27FC236}">
                  <a16:creationId xmlns:a16="http://schemas.microsoft.com/office/drawing/2014/main" id="{9406026C-492D-68CE-228A-6E9B4A9350A1}"/>
                </a:ext>
              </a:extLst>
            </p:cNvPr>
            <p:cNvSpPr/>
            <p:nvPr/>
          </p:nvSpPr>
          <p:spPr bwMode="auto">
            <a:xfrm>
              <a:off x="2309266" y="1888066"/>
              <a:ext cx="996513" cy="275035"/>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t>CPU</a:t>
              </a:r>
              <a:endParaRPr lang="zh-CN" altLang="en-US" sz="1200" dirty="0"/>
            </a:p>
          </p:txBody>
        </p:sp>
        <p:cxnSp>
          <p:nvCxnSpPr>
            <p:cNvPr id="56" name="直接箭头连接符 55">
              <a:extLst>
                <a:ext uri="{FF2B5EF4-FFF2-40B4-BE49-F238E27FC236}">
                  <a16:creationId xmlns:a16="http://schemas.microsoft.com/office/drawing/2014/main" id="{E7913BD0-0CBC-DB36-BA63-CBB5BCB69C48}"/>
                </a:ext>
              </a:extLst>
            </p:cNvPr>
            <p:cNvCxnSpPr/>
            <p:nvPr/>
          </p:nvCxnSpPr>
          <p:spPr bwMode="auto">
            <a:xfrm rot="5400000">
              <a:off x="2777328" y="1192908"/>
              <a:ext cx="276490" cy="2048"/>
            </a:xfrm>
            <a:prstGeom prst="straightConnector1">
              <a:avLst/>
            </a:prstGeom>
            <a:ln w="25400">
              <a:solidFill>
                <a:schemeClr val="tx1"/>
              </a:solidFill>
              <a:headEnd type="stealth"/>
              <a:tailEnd type="stealth"/>
            </a:ln>
          </p:spPr>
          <p:style>
            <a:lnRef idx="1">
              <a:schemeClr val="accent1"/>
            </a:lnRef>
            <a:fillRef idx="0">
              <a:schemeClr val="accent1"/>
            </a:fillRef>
            <a:effectRef idx="0">
              <a:schemeClr val="accent1"/>
            </a:effectRef>
            <a:fontRef idx="minor">
              <a:schemeClr val="tx1"/>
            </a:fontRef>
          </p:style>
        </p:cxnSp>
        <p:sp>
          <p:nvSpPr>
            <p:cNvPr id="57" name="圆角矩形 56">
              <a:extLst>
                <a:ext uri="{FF2B5EF4-FFF2-40B4-BE49-F238E27FC236}">
                  <a16:creationId xmlns:a16="http://schemas.microsoft.com/office/drawing/2014/main" id="{0167EB76-F90A-F305-D1BD-12738D2389D3}"/>
                </a:ext>
              </a:extLst>
            </p:cNvPr>
            <p:cNvSpPr/>
            <p:nvPr/>
          </p:nvSpPr>
          <p:spPr bwMode="auto">
            <a:xfrm>
              <a:off x="3439945" y="1888066"/>
              <a:ext cx="986272" cy="275035"/>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zh-CN" altLang="en-US" sz="1200" dirty="0"/>
                <a:t>内存</a:t>
              </a:r>
            </a:p>
          </p:txBody>
        </p:sp>
        <p:cxnSp>
          <p:nvCxnSpPr>
            <p:cNvPr id="58" name="直接箭头连接符 57">
              <a:extLst>
                <a:ext uri="{FF2B5EF4-FFF2-40B4-BE49-F238E27FC236}">
                  <a16:creationId xmlns:a16="http://schemas.microsoft.com/office/drawing/2014/main" id="{272D50C2-3629-31AE-9816-6AE8AE71FEF1}"/>
                </a:ext>
              </a:extLst>
            </p:cNvPr>
            <p:cNvCxnSpPr/>
            <p:nvPr/>
          </p:nvCxnSpPr>
          <p:spPr bwMode="auto">
            <a:xfrm rot="5400000">
              <a:off x="1911527" y="2364136"/>
              <a:ext cx="216826" cy="1024"/>
            </a:xfrm>
            <a:prstGeom prst="straightConnector1">
              <a:avLst/>
            </a:prstGeom>
            <a:ln w="25400">
              <a:solidFill>
                <a:schemeClr val="tx1"/>
              </a:solidFill>
              <a:headEnd type="stealth"/>
              <a:tailEnd type="stealth"/>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16A17BFB-4037-72A7-66CA-6AD3C1196491}"/>
                </a:ext>
              </a:extLst>
            </p:cNvPr>
            <p:cNvCxnSpPr/>
            <p:nvPr/>
          </p:nvCxnSpPr>
          <p:spPr bwMode="auto">
            <a:xfrm rot="5400000">
              <a:off x="3705352" y="2363623"/>
              <a:ext cx="216826" cy="2048"/>
            </a:xfrm>
            <a:prstGeom prst="straightConnector1">
              <a:avLst/>
            </a:prstGeom>
            <a:ln w="25400">
              <a:solidFill>
                <a:schemeClr val="tx1"/>
              </a:solidFill>
              <a:headEnd type="stealth"/>
              <a:tailEnd type="stealth"/>
            </a:ln>
          </p:spPr>
          <p:style>
            <a:lnRef idx="1">
              <a:schemeClr val="accent1"/>
            </a:lnRef>
            <a:fillRef idx="0">
              <a:schemeClr val="accent1"/>
            </a:fillRef>
            <a:effectRef idx="0">
              <a:schemeClr val="accent1"/>
            </a:effectRef>
            <a:fontRef idx="minor">
              <a:schemeClr val="tx1"/>
            </a:fontRef>
          </p:style>
        </p:cxnSp>
        <p:sp>
          <p:nvSpPr>
            <p:cNvPr id="60" name="圆角矩形 59">
              <a:extLst>
                <a:ext uri="{FF2B5EF4-FFF2-40B4-BE49-F238E27FC236}">
                  <a16:creationId xmlns:a16="http://schemas.microsoft.com/office/drawing/2014/main" id="{DE2F70EF-EF25-906C-0B7A-8FC3972DFEC7}"/>
                </a:ext>
              </a:extLst>
            </p:cNvPr>
            <p:cNvSpPr/>
            <p:nvPr/>
          </p:nvSpPr>
          <p:spPr bwMode="auto">
            <a:xfrm>
              <a:off x="539509" y="2771379"/>
              <a:ext cx="589919" cy="957527"/>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algn="ctr">
                <a:defRPr/>
              </a:pPr>
              <a:r>
                <a:rPr lang="zh-CN" altLang="en-US" sz="1200" dirty="0"/>
                <a:t>公钥密码引擎</a:t>
              </a:r>
            </a:p>
          </p:txBody>
        </p:sp>
        <p:sp>
          <p:nvSpPr>
            <p:cNvPr id="61" name="圆角矩形 60">
              <a:extLst>
                <a:ext uri="{FF2B5EF4-FFF2-40B4-BE49-F238E27FC236}">
                  <a16:creationId xmlns:a16="http://schemas.microsoft.com/office/drawing/2014/main" id="{8E756A51-A18D-497E-C0AD-FDFD8C5A7101}"/>
                </a:ext>
              </a:extLst>
            </p:cNvPr>
            <p:cNvSpPr/>
            <p:nvPr/>
          </p:nvSpPr>
          <p:spPr bwMode="auto">
            <a:xfrm>
              <a:off x="1206241" y="2771379"/>
              <a:ext cx="540759" cy="945886"/>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algn="ctr">
                <a:defRPr/>
              </a:pPr>
              <a:r>
                <a:rPr lang="zh-CN" altLang="en-US" sz="1200" dirty="0"/>
                <a:t>杂凑算法引擎</a:t>
              </a:r>
            </a:p>
          </p:txBody>
        </p:sp>
        <p:sp>
          <p:nvSpPr>
            <p:cNvPr id="62" name="圆角矩形 61">
              <a:extLst>
                <a:ext uri="{FF2B5EF4-FFF2-40B4-BE49-F238E27FC236}">
                  <a16:creationId xmlns:a16="http://schemas.microsoft.com/office/drawing/2014/main" id="{11815C4D-7295-9866-948A-AB6B55EED76D}"/>
                </a:ext>
              </a:extLst>
            </p:cNvPr>
            <p:cNvSpPr/>
            <p:nvPr/>
          </p:nvSpPr>
          <p:spPr bwMode="auto">
            <a:xfrm>
              <a:off x="1817667" y="2771379"/>
              <a:ext cx="574557" cy="945886"/>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36000" rIns="0" bIns="36000" anchor="ctr"/>
            <a:lstStyle/>
            <a:p>
              <a:pPr algn="ctr">
                <a:defRPr/>
              </a:pPr>
              <a:r>
                <a:rPr lang="zh-CN" altLang="en-US" sz="1200" dirty="0"/>
                <a:t>对称密码</a:t>
              </a:r>
              <a:endParaRPr lang="en-US" altLang="zh-CN" sz="1200" dirty="0"/>
            </a:p>
            <a:p>
              <a:pPr algn="ctr">
                <a:defRPr/>
              </a:pPr>
              <a:r>
                <a:rPr lang="zh-CN" altLang="en-US" sz="1200" dirty="0"/>
                <a:t>引擎</a:t>
              </a:r>
            </a:p>
          </p:txBody>
        </p:sp>
        <p:sp>
          <p:nvSpPr>
            <p:cNvPr id="63" name="圆角矩形 62">
              <a:extLst>
                <a:ext uri="{FF2B5EF4-FFF2-40B4-BE49-F238E27FC236}">
                  <a16:creationId xmlns:a16="http://schemas.microsoft.com/office/drawing/2014/main" id="{30FA56AE-08A2-CCE1-B88E-5E6D142A483C}"/>
                </a:ext>
              </a:extLst>
            </p:cNvPr>
            <p:cNvSpPr/>
            <p:nvPr/>
          </p:nvSpPr>
          <p:spPr bwMode="auto">
            <a:xfrm>
              <a:off x="2456746" y="2771379"/>
              <a:ext cx="492624" cy="934244"/>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algn="ctr">
                <a:defRPr/>
              </a:pPr>
              <a:r>
                <a:rPr lang="zh-CN" altLang="en-US" sz="1200" dirty="0"/>
                <a:t>随机数算法引擎</a:t>
              </a:r>
            </a:p>
          </p:txBody>
        </p:sp>
        <p:sp>
          <p:nvSpPr>
            <p:cNvPr id="64" name="圆角矩形 63">
              <a:extLst>
                <a:ext uri="{FF2B5EF4-FFF2-40B4-BE49-F238E27FC236}">
                  <a16:creationId xmlns:a16="http://schemas.microsoft.com/office/drawing/2014/main" id="{6972CAC2-3296-4BD1-BA65-806AF68F4681}"/>
                </a:ext>
              </a:extLst>
            </p:cNvPr>
            <p:cNvSpPr/>
            <p:nvPr/>
          </p:nvSpPr>
          <p:spPr bwMode="auto">
            <a:xfrm>
              <a:off x="3185952" y="3458237"/>
              <a:ext cx="1419493" cy="296863"/>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defRPr/>
              </a:pPr>
              <a:r>
                <a:rPr lang="zh-CN" altLang="en-US" sz="1200" dirty="0"/>
                <a:t>平台配置寄存器</a:t>
              </a:r>
              <a:r>
                <a:rPr lang="en-US" altLang="zh-CN" sz="1200" dirty="0"/>
                <a:t>(PCR)</a:t>
              </a:r>
              <a:endParaRPr lang="zh-CN" altLang="en-US" sz="1200" dirty="0"/>
            </a:p>
          </p:txBody>
        </p:sp>
        <p:sp>
          <p:nvSpPr>
            <p:cNvPr id="65" name="圆角矩形 64">
              <a:extLst>
                <a:ext uri="{FF2B5EF4-FFF2-40B4-BE49-F238E27FC236}">
                  <a16:creationId xmlns:a16="http://schemas.microsoft.com/office/drawing/2014/main" id="{5E4099B8-D243-539B-9D29-1A9175B0DE77}"/>
                </a:ext>
              </a:extLst>
            </p:cNvPr>
            <p:cNvSpPr/>
            <p:nvPr/>
          </p:nvSpPr>
          <p:spPr bwMode="auto">
            <a:xfrm>
              <a:off x="3185952" y="2717535"/>
              <a:ext cx="1399010" cy="296863"/>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200" dirty="0"/>
                <a:t>芯片固件存储区</a:t>
              </a:r>
            </a:p>
          </p:txBody>
        </p:sp>
        <p:sp>
          <p:nvSpPr>
            <p:cNvPr id="66" name="圆角矩形 65">
              <a:extLst>
                <a:ext uri="{FF2B5EF4-FFF2-40B4-BE49-F238E27FC236}">
                  <a16:creationId xmlns:a16="http://schemas.microsoft.com/office/drawing/2014/main" id="{5BF924A8-E060-8D57-714C-32EB63FE9B50}"/>
                </a:ext>
              </a:extLst>
            </p:cNvPr>
            <p:cNvSpPr/>
            <p:nvPr/>
          </p:nvSpPr>
          <p:spPr bwMode="auto">
            <a:xfrm>
              <a:off x="3185952" y="3087159"/>
              <a:ext cx="1408228" cy="296863"/>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200" dirty="0"/>
                <a:t>主密钥存储区</a:t>
              </a:r>
            </a:p>
          </p:txBody>
        </p:sp>
      </p:grpSp>
      <p:sp>
        <p:nvSpPr>
          <p:cNvPr id="17413" name="灯片编号占位符 1">
            <a:extLst>
              <a:ext uri="{FF2B5EF4-FFF2-40B4-BE49-F238E27FC236}">
                <a16:creationId xmlns:a16="http://schemas.microsoft.com/office/drawing/2014/main" id="{52DBFBEF-82F2-2A9A-6F16-7C76ABA76342}"/>
              </a:ext>
            </a:extLst>
          </p:cNvPr>
          <p:cNvSpPr>
            <a:spLocks noGrp="1"/>
          </p:cNvSpPr>
          <p:nvPr>
            <p:ph type="sldNum" sz="quarter" idx="10"/>
          </p:nvPr>
        </p:nvSpPr>
        <p:spPr>
          <a:xfrm>
            <a:off x="6780212" y="6477000"/>
            <a:ext cx="1802924" cy="2159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dirty="0">
                <a:solidFill>
                  <a:schemeClr val="accent2"/>
                </a:solidFill>
              </a:rPr>
              <a:t>Page </a:t>
            </a:r>
            <a:fld id="{22EE50F7-447B-471B-89BB-04A47448784A}" type="slidenum">
              <a:rPr lang="en-US" altLang="zh-CN" sz="1400">
                <a:solidFill>
                  <a:schemeClr val="accent2"/>
                </a:solidFill>
              </a:rPr>
              <a:pPr eaLnBrk="1" hangingPunct="1"/>
              <a:t>6</a:t>
            </a:fld>
            <a:endParaRPr lang="en-US" altLang="zh-CN" sz="1400" dirty="0">
              <a:solidFill>
                <a:schemeClr val="accent2"/>
              </a:solidFill>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a:extLst>
              <a:ext uri="{FF2B5EF4-FFF2-40B4-BE49-F238E27FC236}">
                <a16:creationId xmlns:a16="http://schemas.microsoft.com/office/drawing/2014/main" id="{8783F043-5812-4BAA-EFD0-79FCADAABA42}"/>
              </a:ext>
            </a:extLst>
          </p:cNvPr>
          <p:cNvSpPr>
            <a:spLocks noGrp="1" noChangeArrowheads="1"/>
          </p:cNvSpPr>
          <p:nvPr>
            <p:ph type="title"/>
          </p:nvPr>
        </p:nvSpPr>
        <p:spPr>
          <a:xfrm>
            <a:off x="1828800" y="457200"/>
            <a:ext cx="3810000" cy="609600"/>
          </a:xfrm>
        </p:spPr>
        <p:txBody>
          <a:bodyPr/>
          <a:lstStyle/>
          <a:p>
            <a:pPr eaLnBrk="1" hangingPunct="1">
              <a:defRPr/>
            </a:pPr>
            <a:r>
              <a:rPr kumimoji="1" lang="zh-CN" altLang="en-US" dirty="0">
                <a:solidFill>
                  <a:srgbClr val="000066"/>
                </a:solidFill>
                <a:effectLst>
                  <a:outerShdw blurRad="38100" dist="38100" dir="2700000" algn="tl">
                    <a:srgbClr val="C0C0C0"/>
                  </a:outerShdw>
                </a:effectLst>
                <a:latin typeface="黑体" pitchFamily="2" charset="-122"/>
                <a:cs typeface="Arial" charset="0"/>
              </a:rPr>
              <a:t>由</a:t>
            </a:r>
            <a:r>
              <a:rPr kumimoji="1" lang="en-US" altLang="zh-CN" dirty="0">
                <a:solidFill>
                  <a:srgbClr val="FF0000"/>
                </a:solidFill>
                <a:effectLst>
                  <a:outerShdw blurRad="38100" dist="38100" dir="2700000" algn="tl">
                    <a:srgbClr val="C0C0C0"/>
                  </a:outerShdw>
                </a:effectLst>
                <a:latin typeface="黑体" pitchFamily="2" charset="-122"/>
                <a:cs typeface="Arial" charset="0"/>
              </a:rPr>
              <a:t>TCM</a:t>
            </a:r>
            <a:r>
              <a:rPr kumimoji="1" lang="zh-CN" altLang="en-US" dirty="0">
                <a:solidFill>
                  <a:srgbClr val="000066"/>
                </a:solidFill>
                <a:effectLst>
                  <a:outerShdw blurRad="38100" dist="38100" dir="2700000" algn="tl">
                    <a:srgbClr val="C0C0C0"/>
                  </a:outerShdw>
                </a:effectLst>
                <a:latin typeface="黑体" pitchFamily="2" charset="-122"/>
                <a:cs typeface="Arial" charset="0"/>
              </a:rPr>
              <a:t>构建</a:t>
            </a:r>
            <a:r>
              <a:rPr kumimoji="1" lang="en-US" altLang="zh-CN" dirty="0">
                <a:solidFill>
                  <a:srgbClr val="000066"/>
                </a:solidFill>
                <a:effectLst>
                  <a:outerShdw blurRad="38100" dist="38100" dir="2700000" algn="tl">
                    <a:srgbClr val="C0C0C0"/>
                  </a:outerShdw>
                </a:effectLst>
                <a:latin typeface="黑体" pitchFamily="2" charset="-122"/>
                <a:cs typeface="Arial" charset="0"/>
              </a:rPr>
              <a:t>3</a:t>
            </a:r>
            <a:r>
              <a:rPr kumimoji="1" lang="zh-CN" altLang="en-US" dirty="0">
                <a:solidFill>
                  <a:srgbClr val="000066"/>
                </a:solidFill>
                <a:effectLst>
                  <a:outerShdw blurRad="38100" dist="38100" dir="2700000" algn="tl">
                    <a:srgbClr val="C0C0C0"/>
                  </a:outerShdw>
                </a:effectLst>
                <a:latin typeface="黑体" pitchFamily="2" charset="-122"/>
                <a:cs typeface="Arial" charset="0"/>
              </a:rPr>
              <a:t>个信任根</a:t>
            </a:r>
            <a:endParaRPr kumimoji="1" lang="en-GB" altLang="en-US" dirty="0">
              <a:solidFill>
                <a:srgbClr val="000066"/>
              </a:solidFill>
              <a:effectLst>
                <a:outerShdw blurRad="38100" dist="38100" dir="2700000" algn="tl">
                  <a:srgbClr val="C0C0C0"/>
                </a:outerShdw>
              </a:effectLst>
              <a:latin typeface="黑体" pitchFamily="2" charset="-122"/>
              <a:cs typeface="Arial" charset="0"/>
            </a:endParaRPr>
          </a:p>
        </p:txBody>
      </p:sp>
      <p:sp>
        <p:nvSpPr>
          <p:cNvPr id="274435" name="Rectangle 3">
            <a:extLst>
              <a:ext uri="{FF2B5EF4-FFF2-40B4-BE49-F238E27FC236}">
                <a16:creationId xmlns:a16="http://schemas.microsoft.com/office/drawing/2014/main" id="{817F2214-F788-8801-B697-349F69D96010}"/>
              </a:ext>
            </a:extLst>
          </p:cNvPr>
          <p:cNvSpPr>
            <a:spLocks noChangeArrowheads="1"/>
          </p:cNvSpPr>
          <p:nvPr/>
        </p:nvSpPr>
        <p:spPr bwMode="auto">
          <a:xfrm>
            <a:off x="5486400" y="1828800"/>
            <a:ext cx="5029200" cy="2819400"/>
          </a:xfrm>
          <a:prstGeom prst="rect">
            <a:avLst/>
          </a:prstGeom>
          <a:noFill/>
          <a:ln w="9525">
            <a:noFill/>
            <a:miter lim="800000"/>
            <a:headEnd/>
            <a:tailEnd/>
          </a:ln>
          <a:effectLst/>
        </p:spPr>
        <p:txBody>
          <a:bodyPr/>
          <a:lstStyle/>
          <a:p>
            <a:pPr marL="187325" indent="-187325">
              <a:lnSpc>
                <a:spcPct val="90000"/>
              </a:lnSpc>
              <a:spcBef>
                <a:spcPct val="20000"/>
              </a:spcBef>
              <a:buClr>
                <a:schemeClr val="folHlink"/>
              </a:buClr>
              <a:buSzPct val="60000"/>
              <a:buFont typeface="Wingdings" pitchFamily="2" charset="2"/>
              <a:buChar char="n"/>
              <a:defRPr/>
            </a:pPr>
            <a:r>
              <a:rPr lang="zh-CN" altLang="en-US" sz="2000" b="1" dirty="0"/>
              <a:t>可信报告根</a:t>
            </a:r>
            <a:r>
              <a:rPr lang="en-US" altLang="zh-CN" b="1" dirty="0"/>
              <a:t>(</a:t>
            </a:r>
            <a:r>
              <a:rPr lang="en-US" altLang="zh-CN" sz="1600" b="1" dirty="0"/>
              <a:t>Root of Trust for Reporting--</a:t>
            </a:r>
            <a:r>
              <a:rPr lang="en-US" altLang="zh-CN" sz="1600" b="1" dirty="0">
                <a:solidFill>
                  <a:srgbClr val="FF0000"/>
                </a:solidFill>
              </a:rPr>
              <a:t>RTR</a:t>
            </a:r>
            <a:r>
              <a:rPr lang="en-US" altLang="zh-CN" b="1" dirty="0"/>
              <a:t>)</a:t>
            </a:r>
          </a:p>
          <a:p>
            <a:pPr marL="450850" lvl="1" indent="-179388">
              <a:lnSpc>
                <a:spcPct val="90000"/>
              </a:lnSpc>
              <a:spcBef>
                <a:spcPct val="20000"/>
              </a:spcBef>
              <a:buClr>
                <a:schemeClr val="hlink"/>
              </a:buClr>
              <a:buSzPct val="55000"/>
              <a:buFont typeface="Wingdings" pitchFamily="2" charset="2"/>
              <a:buChar char="n"/>
              <a:defRPr/>
            </a:pPr>
            <a:r>
              <a:rPr lang="zh-CN" altLang="en-US" sz="1600" b="1" dirty="0">
                <a:latin typeface="+mn-ea"/>
              </a:rPr>
              <a:t>提供密码学机制，签署</a:t>
            </a:r>
            <a:r>
              <a:rPr lang="en-US" altLang="zh-CN" sz="1600" b="1" dirty="0">
                <a:latin typeface="+mn-ea"/>
              </a:rPr>
              <a:t>TCM</a:t>
            </a:r>
            <a:r>
              <a:rPr lang="zh-CN" altLang="en-US" sz="1600" b="1" dirty="0">
                <a:latin typeface="+mn-ea"/>
              </a:rPr>
              <a:t>的状态和数据信息</a:t>
            </a:r>
            <a:r>
              <a:rPr lang="en-US" altLang="zh-CN" sz="1600" dirty="0"/>
              <a:t>(Provides cryptographic mechanism to digitally sign TCM state and information)</a:t>
            </a:r>
          </a:p>
          <a:p>
            <a:pPr marL="765175" lvl="1" indent="-285750">
              <a:lnSpc>
                <a:spcPct val="90000"/>
              </a:lnSpc>
              <a:spcBef>
                <a:spcPct val="20000"/>
              </a:spcBef>
              <a:buClr>
                <a:schemeClr val="hlink"/>
              </a:buClr>
              <a:buSzPct val="55000"/>
              <a:defRPr/>
            </a:pPr>
            <a:endParaRPr lang="en-US" altLang="zh-CN" sz="1400" dirty="0"/>
          </a:p>
          <a:p>
            <a:pPr marL="765175" lvl="1" indent="-285750">
              <a:lnSpc>
                <a:spcPct val="90000"/>
              </a:lnSpc>
              <a:spcBef>
                <a:spcPct val="20000"/>
              </a:spcBef>
              <a:buClr>
                <a:schemeClr val="hlink"/>
              </a:buClr>
              <a:buSzPct val="55000"/>
              <a:defRPr/>
            </a:pPr>
            <a:endParaRPr lang="en-US" altLang="zh-CN" sz="1400" dirty="0"/>
          </a:p>
          <a:p>
            <a:pPr marL="187325" indent="-187325">
              <a:lnSpc>
                <a:spcPct val="90000"/>
              </a:lnSpc>
              <a:spcBef>
                <a:spcPct val="20000"/>
              </a:spcBef>
              <a:buClr>
                <a:schemeClr val="folHlink"/>
              </a:buClr>
              <a:buSzPct val="60000"/>
              <a:buFont typeface="Wingdings" pitchFamily="2" charset="2"/>
              <a:buChar char="n"/>
              <a:defRPr/>
            </a:pPr>
            <a:r>
              <a:rPr lang="zh-CN" altLang="en-US" sz="2000" b="1" dirty="0"/>
              <a:t>可信存储根</a:t>
            </a:r>
            <a:r>
              <a:rPr lang="en-US" altLang="zh-CN" b="1" dirty="0"/>
              <a:t>(</a:t>
            </a:r>
            <a:r>
              <a:rPr lang="en-US" altLang="zh-CN" sz="1600" b="1" dirty="0"/>
              <a:t>Root of Trust for Storage--</a:t>
            </a:r>
            <a:r>
              <a:rPr lang="en-US" altLang="zh-CN" sz="1600" b="1" dirty="0">
                <a:solidFill>
                  <a:srgbClr val="FF0000"/>
                </a:solidFill>
              </a:rPr>
              <a:t>RTS</a:t>
            </a:r>
            <a:r>
              <a:rPr lang="en-US" altLang="zh-CN" b="1" dirty="0"/>
              <a:t>)</a:t>
            </a:r>
          </a:p>
          <a:p>
            <a:pPr marL="450850" lvl="1" indent="-179388">
              <a:lnSpc>
                <a:spcPct val="90000"/>
              </a:lnSpc>
              <a:spcBef>
                <a:spcPct val="20000"/>
              </a:spcBef>
              <a:buClr>
                <a:schemeClr val="hlink"/>
              </a:buClr>
              <a:buSzPct val="55000"/>
              <a:buFont typeface="Wingdings" pitchFamily="2" charset="2"/>
              <a:buChar char="n"/>
              <a:defRPr/>
            </a:pPr>
            <a:r>
              <a:rPr lang="zh-CN" altLang="en-US" sz="1600" b="1" dirty="0"/>
              <a:t>提供密码学机制，保护</a:t>
            </a:r>
            <a:r>
              <a:rPr lang="en-US" altLang="zh-CN" sz="1600" b="1" dirty="0"/>
              <a:t>TCM</a:t>
            </a:r>
            <a:r>
              <a:rPr lang="zh-CN" altLang="en-US" sz="1600" b="1" dirty="0"/>
              <a:t>的放置外部的数据信息</a:t>
            </a:r>
            <a:r>
              <a:rPr lang="en-US" altLang="zh-CN" sz="1600" dirty="0"/>
              <a:t>(Provides cryptographic mechanism to protect information held outside of the TCM)</a:t>
            </a:r>
          </a:p>
        </p:txBody>
      </p:sp>
      <p:sp>
        <p:nvSpPr>
          <p:cNvPr id="18436" name="Rectangle 4">
            <a:extLst>
              <a:ext uri="{FF2B5EF4-FFF2-40B4-BE49-F238E27FC236}">
                <a16:creationId xmlns:a16="http://schemas.microsoft.com/office/drawing/2014/main" id="{1758DDE4-BC88-8EAF-A3CC-9D06C1F9FD6F}"/>
              </a:ext>
            </a:extLst>
          </p:cNvPr>
          <p:cNvSpPr>
            <a:spLocks noChangeArrowheads="1"/>
          </p:cNvSpPr>
          <p:nvPr/>
        </p:nvSpPr>
        <p:spPr bwMode="auto">
          <a:xfrm>
            <a:off x="3276600" y="5105400"/>
            <a:ext cx="7239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eaLnBrk="0" hangingPunct="0">
              <a:defRPr sz="800">
                <a:solidFill>
                  <a:schemeClr val="tx1"/>
                </a:solidFill>
                <a:latin typeface="Arial" panose="020B0604020202020204" pitchFamily="34" charset="0"/>
                <a:ea typeface="宋体" panose="02010600030101010101" pitchFamily="2" charset="-122"/>
              </a:defRPr>
            </a:lvl1pPr>
            <a:lvl2pPr marL="450850" indent="-179388"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buClr>
                <a:schemeClr val="folHlink"/>
              </a:buClr>
              <a:buSzPct val="60000"/>
              <a:buFont typeface="Wingdings" panose="05000000000000000000" pitchFamily="2" charset="2"/>
              <a:buChar char="n"/>
            </a:pPr>
            <a:r>
              <a:rPr lang="zh-CN" altLang="en-US" sz="2000" b="1"/>
              <a:t>可信度量根</a:t>
            </a:r>
            <a:r>
              <a:rPr lang="en-US" altLang="zh-CN" sz="1800" b="1"/>
              <a:t>(</a:t>
            </a:r>
            <a:r>
              <a:rPr lang="en-US" altLang="zh-CN" sz="1600" b="1"/>
              <a:t>Root of Trust for Measurement--</a:t>
            </a:r>
            <a:r>
              <a:rPr lang="en-US" altLang="zh-CN" sz="1600" b="1">
                <a:solidFill>
                  <a:srgbClr val="FF0000"/>
                </a:solidFill>
              </a:rPr>
              <a:t>RTM</a:t>
            </a:r>
            <a:r>
              <a:rPr lang="en-US" altLang="zh-CN" sz="1800" b="1"/>
              <a:t>)</a:t>
            </a:r>
          </a:p>
          <a:p>
            <a:pPr lvl="1" eaLnBrk="1" hangingPunct="1">
              <a:lnSpc>
                <a:spcPct val="90000"/>
              </a:lnSpc>
              <a:spcBef>
                <a:spcPct val="20000"/>
              </a:spcBef>
              <a:buClr>
                <a:schemeClr val="hlink"/>
              </a:buClr>
              <a:buSzPct val="55000"/>
              <a:buFont typeface="Wingdings" panose="05000000000000000000" pitchFamily="2" charset="2"/>
              <a:buChar char="n"/>
            </a:pPr>
            <a:r>
              <a:rPr lang="zh-CN" altLang="en-US" sz="1600" b="1"/>
              <a:t>提供密码学机制，有序度量平台的状态 </a:t>
            </a:r>
            <a:r>
              <a:rPr lang="en-US" altLang="zh-CN" sz="1600"/>
              <a:t>(Provided by platform to measure platform state)</a:t>
            </a:r>
          </a:p>
        </p:txBody>
      </p:sp>
      <p:sp>
        <p:nvSpPr>
          <p:cNvPr id="18437" name="Rectangle 5">
            <a:extLst>
              <a:ext uri="{FF2B5EF4-FFF2-40B4-BE49-F238E27FC236}">
                <a16:creationId xmlns:a16="http://schemas.microsoft.com/office/drawing/2014/main" id="{6649F8EF-01F4-3552-2CBF-6FC8067DBC18}"/>
              </a:ext>
            </a:extLst>
          </p:cNvPr>
          <p:cNvSpPr>
            <a:spLocks noChangeArrowheads="1"/>
          </p:cNvSpPr>
          <p:nvPr/>
        </p:nvSpPr>
        <p:spPr bwMode="auto">
          <a:xfrm>
            <a:off x="1752600" y="1828800"/>
            <a:ext cx="3657600" cy="2590800"/>
          </a:xfrm>
          <a:prstGeom prst="rect">
            <a:avLst/>
          </a:prstGeom>
          <a:solidFill>
            <a:srgbClr val="FFCC99"/>
          </a:solidFill>
          <a:ln w="9525">
            <a:solidFill>
              <a:schemeClr val="bg2"/>
            </a:solidFill>
            <a:miter lim="800000"/>
            <a:headEnd/>
            <a:tailEnd/>
          </a:ln>
        </p:spPr>
        <p:txBody>
          <a:bodyPr wrap="none"/>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b="1">
                <a:latin typeface="Times New Roman" panose="02020603050405020304" pitchFamily="18" charset="0"/>
              </a:rPr>
              <a:t>可信密码模块</a:t>
            </a:r>
            <a:r>
              <a:rPr lang="en-US" altLang="zh-CN" sz="2000" b="1">
                <a:latin typeface="Times New Roman" panose="02020603050405020304" pitchFamily="18" charset="0"/>
              </a:rPr>
              <a:t>TCM</a:t>
            </a:r>
          </a:p>
        </p:txBody>
      </p:sp>
      <p:sp>
        <p:nvSpPr>
          <p:cNvPr id="274438" name="AutoShape 6">
            <a:extLst>
              <a:ext uri="{FF2B5EF4-FFF2-40B4-BE49-F238E27FC236}">
                <a16:creationId xmlns:a16="http://schemas.microsoft.com/office/drawing/2014/main" id="{3BC8BF11-79BF-06E1-9670-B87EF873A788}"/>
              </a:ext>
            </a:extLst>
          </p:cNvPr>
          <p:cNvSpPr>
            <a:spLocks noChangeArrowheads="1"/>
          </p:cNvSpPr>
          <p:nvPr/>
        </p:nvSpPr>
        <p:spPr bwMode="auto">
          <a:xfrm>
            <a:off x="1930400" y="2406650"/>
            <a:ext cx="1066800" cy="565150"/>
          </a:xfrm>
          <a:prstGeom prst="roundRect">
            <a:avLst>
              <a:gd name="adj" fmla="val 16667"/>
            </a:avLst>
          </a:prstGeom>
          <a:solidFill>
            <a:srgbClr val="CCFFFF"/>
          </a:solidFill>
          <a:ln w="9525" algn="ctr">
            <a:solidFill>
              <a:schemeClr val="bg2"/>
            </a:solidFill>
            <a:round/>
            <a:headEnd/>
            <a:tailEnd/>
          </a:ln>
          <a:effectLst>
            <a:outerShdw dist="107763" dir="2700000" algn="ctr" rotWithShape="0">
              <a:schemeClr val="bg2">
                <a:alpha val="50000"/>
              </a:schemeClr>
            </a:outerShdw>
          </a:effectLst>
        </p:spPr>
        <p:txBody>
          <a:bodyPr anchor="ctr"/>
          <a:lstStyle/>
          <a:p>
            <a:pPr algn="ctr">
              <a:defRPr/>
            </a:pPr>
            <a:r>
              <a:rPr lang="en-US" altLang="zh-CN" sz="2000">
                <a:latin typeface="Times New Roman" pitchFamily="18" charset="0"/>
              </a:rPr>
              <a:t>RTR</a:t>
            </a:r>
          </a:p>
        </p:txBody>
      </p:sp>
      <p:sp>
        <p:nvSpPr>
          <p:cNvPr id="274439" name="AutoShape 7">
            <a:extLst>
              <a:ext uri="{FF2B5EF4-FFF2-40B4-BE49-F238E27FC236}">
                <a16:creationId xmlns:a16="http://schemas.microsoft.com/office/drawing/2014/main" id="{C0BA264C-287D-DFA2-C9AE-D0C30E03FB5F}"/>
              </a:ext>
            </a:extLst>
          </p:cNvPr>
          <p:cNvSpPr>
            <a:spLocks noChangeArrowheads="1"/>
          </p:cNvSpPr>
          <p:nvPr/>
        </p:nvSpPr>
        <p:spPr bwMode="auto">
          <a:xfrm>
            <a:off x="4140200" y="2406650"/>
            <a:ext cx="1066800" cy="565150"/>
          </a:xfrm>
          <a:prstGeom prst="roundRect">
            <a:avLst>
              <a:gd name="adj" fmla="val 16667"/>
            </a:avLst>
          </a:prstGeom>
          <a:solidFill>
            <a:srgbClr val="CCFFFF"/>
          </a:solidFill>
          <a:ln w="9525" algn="ctr">
            <a:solidFill>
              <a:schemeClr val="bg2"/>
            </a:solidFill>
            <a:round/>
            <a:headEnd/>
            <a:tailEnd/>
          </a:ln>
          <a:effectLst>
            <a:outerShdw dist="107763" dir="2700000" algn="ctr" rotWithShape="0">
              <a:schemeClr val="bg2">
                <a:alpha val="50000"/>
              </a:schemeClr>
            </a:outerShdw>
          </a:effectLst>
        </p:spPr>
        <p:txBody>
          <a:bodyPr anchor="ctr"/>
          <a:lstStyle/>
          <a:p>
            <a:pPr algn="ctr">
              <a:defRPr/>
            </a:pPr>
            <a:r>
              <a:rPr lang="en-US" altLang="zh-CN" sz="2000">
                <a:latin typeface="Times New Roman" pitchFamily="18" charset="0"/>
              </a:rPr>
              <a:t>RTS</a:t>
            </a:r>
          </a:p>
        </p:txBody>
      </p:sp>
      <p:sp>
        <p:nvSpPr>
          <p:cNvPr id="274440" name="AutoShape 8">
            <a:extLst>
              <a:ext uri="{FF2B5EF4-FFF2-40B4-BE49-F238E27FC236}">
                <a16:creationId xmlns:a16="http://schemas.microsoft.com/office/drawing/2014/main" id="{23C7112F-7FDF-404F-AF3F-53772AD805B1}"/>
              </a:ext>
            </a:extLst>
          </p:cNvPr>
          <p:cNvSpPr>
            <a:spLocks noChangeArrowheads="1"/>
          </p:cNvSpPr>
          <p:nvPr/>
        </p:nvSpPr>
        <p:spPr bwMode="auto">
          <a:xfrm>
            <a:off x="3733800" y="3473450"/>
            <a:ext cx="1524000" cy="565150"/>
          </a:xfrm>
          <a:prstGeom prst="roundRect">
            <a:avLst>
              <a:gd name="adj" fmla="val 16667"/>
            </a:avLst>
          </a:prstGeom>
          <a:solidFill>
            <a:schemeClr val="accent1"/>
          </a:solidFill>
          <a:ln w="9525" algn="ctr">
            <a:solidFill>
              <a:schemeClr val="bg2"/>
            </a:solidFill>
            <a:round/>
            <a:headEnd/>
            <a:tailEnd/>
          </a:ln>
          <a:effectLst>
            <a:outerShdw dist="107763" dir="2700000" algn="ctr" rotWithShape="0">
              <a:schemeClr val="bg2">
                <a:alpha val="50000"/>
              </a:schemeClr>
            </a:outerShdw>
          </a:effectLst>
        </p:spPr>
        <p:txBody>
          <a:bodyPr anchor="ctr"/>
          <a:lstStyle/>
          <a:p>
            <a:pPr algn="ctr">
              <a:defRPr/>
            </a:pPr>
            <a:r>
              <a:rPr lang="zh-CN" altLang="en-US" sz="1600" b="1" dirty="0">
                <a:latin typeface="Times New Roman" pitchFamily="18" charset="0"/>
              </a:rPr>
              <a:t>隔离、受保护的存储区域</a:t>
            </a:r>
            <a:endParaRPr lang="en-US" altLang="zh-CN" sz="1600" b="1" dirty="0">
              <a:latin typeface="Times New Roman" pitchFamily="18" charset="0"/>
            </a:endParaRPr>
          </a:p>
        </p:txBody>
      </p:sp>
      <p:sp>
        <p:nvSpPr>
          <p:cNvPr id="274441" name="AutoShape 9">
            <a:extLst>
              <a:ext uri="{FF2B5EF4-FFF2-40B4-BE49-F238E27FC236}">
                <a16:creationId xmlns:a16="http://schemas.microsoft.com/office/drawing/2014/main" id="{64872ED5-504F-D90D-C6FA-ADA5B117525C}"/>
              </a:ext>
            </a:extLst>
          </p:cNvPr>
          <p:cNvSpPr>
            <a:spLocks noChangeArrowheads="1"/>
          </p:cNvSpPr>
          <p:nvPr/>
        </p:nvSpPr>
        <p:spPr bwMode="auto">
          <a:xfrm>
            <a:off x="2082800" y="3473450"/>
            <a:ext cx="1447800" cy="565150"/>
          </a:xfrm>
          <a:prstGeom prst="roundRect">
            <a:avLst>
              <a:gd name="adj" fmla="val 16667"/>
            </a:avLst>
          </a:prstGeom>
          <a:solidFill>
            <a:schemeClr val="accent1"/>
          </a:solidFill>
          <a:ln w="9525" algn="ctr">
            <a:solidFill>
              <a:schemeClr val="bg2"/>
            </a:solidFill>
            <a:round/>
            <a:headEnd/>
            <a:tailEnd/>
          </a:ln>
          <a:effectLst>
            <a:outerShdw dist="107763" dir="2700000" algn="ctr" rotWithShape="0">
              <a:schemeClr val="bg2">
                <a:alpha val="50000"/>
              </a:schemeClr>
            </a:outerShdw>
          </a:effectLst>
        </p:spPr>
        <p:txBody>
          <a:bodyPr anchor="ctr"/>
          <a:lstStyle/>
          <a:p>
            <a:pPr algn="ctr">
              <a:defRPr/>
            </a:pPr>
            <a:r>
              <a:rPr lang="zh-CN" altLang="en-US" sz="1600" b="1" dirty="0">
                <a:latin typeface="Times New Roman" pitchFamily="18" charset="0"/>
              </a:rPr>
              <a:t>受保护的操作命令</a:t>
            </a:r>
            <a:endParaRPr lang="en-US" altLang="zh-CN" sz="1600" b="1" dirty="0">
              <a:latin typeface="Times New Roman" pitchFamily="18" charset="0"/>
            </a:endParaRPr>
          </a:p>
        </p:txBody>
      </p:sp>
      <p:cxnSp>
        <p:nvCxnSpPr>
          <p:cNvPr id="18442" name="AutoShape 10">
            <a:extLst>
              <a:ext uri="{FF2B5EF4-FFF2-40B4-BE49-F238E27FC236}">
                <a16:creationId xmlns:a16="http://schemas.microsoft.com/office/drawing/2014/main" id="{A0845B3E-237E-DB63-7833-32BF5E208901}"/>
              </a:ext>
            </a:extLst>
          </p:cNvPr>
          <p:cNvCxnSpPr>
            <a:cxnSpLocks noChangeShapeType="1"/>
            <a:stCxn id="274438" idx="2"/>
            <a:endCxn id="274440" idx="0"/>
          </p:cNvCxnSpPr>
          <p:nvPr/>
        </p:nvCxnSpPr>
        <p:spPr bwMode="auto">
          <a:xfrm rot="16200000" flipH="1">
            <a:off x="3228975" y="2206625"/>
            <a:ext cx="501650" cy="2032000"/>
          </a:xfrm>
          <a:prstGeom prst="bentConnector3">
            <a:avLst>
              <a:gd name="adj1" fmla="val 50000"/>
            </a:avLst>
          </a:prstGeom>
          <a:noFill/>
          <a:ln w="38100">
            <a:solidFill>
              <a:schemeClr val="bg2"/>
            </a:solidFill>
            <a:miter lim="800000"/>
            <a:headEnd/>
            <a:tailEnd/>
          </a:ln>
          <a:extLst>
            <a:ext uri="{909E8E84-426E-40DD-AFC4-6F175D3DCCD1}">
              <a14:hiddenFill xmlns:a14="http://schemas.microsoft.com/office/drawing/2010/main">
                <a:noFill/>
              </a14:hiddenFill>
            </a:ext>
          </a:extLst>
        </p:spPr>
      </p:cxnSp>
      <p:cxnSp>
        <p:nvCxnSpPr>
          <p:cNvPr id="18443" name="AutoShape 11">
            <a:extLst>
              <a:ext uri="{FF2B5EF4-FFF2-40B4-BE49-F238E27FC236}">
                <a16:creationId xmlns:a16="http://schemas.microsoft.com/office/drawing/2014/main" id="{DE3FBC98-7986-DE2F-0C75-C09CE1A20185}"/>
              </a:ext>
            </a:extLst>
          </p:cNvPr>
          <p:cNvCxnSpPr>
            <a:cxnSpLocks noChangeShapeType="1"/>
            <a:stCxn id="274439" idx="2"/>
            <a:endCxn id="274441" idx="0"/>
          </p:cNvCxnSpPr>
          <p:nvPr/>
        </p:nvCxnSpPr>
        <p:spPr bwMode="auto">
          <a:xfrm rot="5400000">
            <a:off x="3489325" y="2289175"/>
            <a:ext cx="501650" cy="1866900"/>
          </a:xfrm>
          <a:prstGeom prst="bentConnector3">
            <a:avLst>
              <a:gd name="adj1" fmla="val 50000"/>
            </a:avLst>
          </a:prstGeom>
          <a:noFill/>
          <a:ln w="38100">
            <a:solidFill>
              <a:schemeClr val="bg2"/>
            </a:solidFill>
            <a:miter lim="800000"/>
            <a:headEnd/>
            <a:tailEnd/>
          </a:ln>
          <a:extLst>
            <a:ext uri="{909E8E84-426E-40DD-AFC4-6F175D3DCCD1}">
              <a14:hiddenFill xmlns:a14="http://schemas.microsoft.com/office/drawing/2010/main">
                <a:noFill/>
              </a14:hiddenFill>
            </a:ext>
          </a:extLst>
        </p:spPr>
      </p:cxnSp>
      <p:cxnSp>
        <p:nvCxnSpPr>
          <p:cNvPr id="18444" name="AutoShape 12">
            <a:extLst>
              <a:ext uri="{FF2B5EF4-FFF2-40B4-BE49-F238E27FC236}">
                <a16:creationId xmlns:a16="http://schemas.microsoft.com/office/drawing/2014/main" id="{76FB0923-73D4-0C50-DDFC-767742A73B93}"/>
              </a:ext>
            </a:extLst>
          </p:cNvPr>
          <p:cNvCxnSpPr>
            <a:cxnSpLocks noChangeShapeType="1"/>
            <a:stCxn id="274438" idx="2"/>
            <a:endCxn id="274441" idx="0"/>
          </p:cNvCxnSpPr>
          <p:nvPr/>
        </p:nvCxnSpPr>
        <p:spPr bwMode="auto">
          <a:xfrm rot="16200000" flipH="1">
            <a:off x="2384425" y="3051175"/>
            <a:ext cx="501650" cy="342900"/>
          </a:xfrm>
          <a:prstGeom prst="bentConnector3">
            <a:avLst>
              <a:gd name="adj1" fmla="val 50000"/>
            </a:avLst>
          </a:prstGeom>
          <a:noFill/>
          <a:ln w="38100">
            <a:solidFill>
              <a:schemeClr val="bg2"/>
            </a:solidFill>
            <a:miter lim="800000"/>
            <a:headEnd/>
            <a:tailEnd/>
          </a:ln>
          <a:extLst>
            <a:ext uri="{909E8E84-426E-40DD-AFC4-6F175D3DCCD1}">
              <a14:hiddenFill xmlns:a14="http://schemas.microsoft.com/office/drawing/2010/main">
                <a:noFill/>
              </a14:hiddenFill>
            </a:ext>
          </a:extLst>
        </p:spPr>
      </p:cxnSp>
      <p:cxnSp>
        <p:nvCxnSpPr>
          <p:cNvPr id="18445" name="AutoShape 13">
            <a:extLst>
              <a:ext uri="{FF2B5EF4-FFF2-40B4-BE49-F238E27FC236}">
                <a16:creationId xmlns:a16="http://schemas.microsoft.com/office/drawing/2014/main" id="{252240E1-F9A9-31CC-7A96-38098F8D233F}"/>
              </a:ext>
            </a:extLst>
          </p:cNvPr>
          <p:cNvCxnSpPr>
            <a:cxnSpLocks noChangeShapeType="1"/>
            <a:stCxn id="274439" idx="2"/>
            <a:endCxn id="274440" idx="0"/>
          </p:cNvCxnSpPr>
          <p:nvPr/>
        </p:nvCxnSpPr>
        <p:spPr bwMode="auto">
          <a:xfrm rot="5400000">
            <a:off x="4333875" y="3133725"/>
            <a:ext cx="501650" cy="177800"/>
          </a:xfrm>
          <a:prstGeom prst="bentConnector3">
            <a:avLst>
              <a:gd name="adj1" fmla="val 50000"/>
            </a:avLst>
          </a:prstGeom>
          <a:noFill/>
          <a:ln w="38100">
            <a:solidFill>
              <a:schemeClr val="bg2"/>
            </a:solidFill>
            <a:miter lim="800000"/>
            <a:headEnd/>
            <a:tailEnd/>
          </a:ln>
          <a:extLst>
            <a:ext uri="{909E8E84-426E-40DD-AFC4-6F175D3DCCD1}">
              <a14:hiddenFill xmlns:a14="http://schemas.microsoft.com/office/drawing/2010/main">
                <a:noFill/>
              </a14:hiddenFill>
            </a:ext>
          </a:extLst>
        </p:spPr>
      </p:cxnSp>
      <p:sp>
        <p:nvSpPr>
          <p:cNvPr id="274446" name="AutoShape 14">
            <a:extLst>
              <a:ext uri="{FF2B5EF4-FFF2-40B4-BE49-F238E27FC236}">
                <a16:creationId xmlns:a16="http://schemas.microsoft.com/office/drawing/2014/main" id="{63EBDB6C-06A3-4489-0279-81B3E6B13604}"/>
              </a:ext>
            </a:extLst>
          </p:cNvPr>
          <p:cNvSpPr>
            <a:spLocks noChangeArrowheads="1"/>
          </p:cNvSpPr>
          <p:nvPr/>
        </p:nvSpPr>
        <p:spPr bwMode="auto">
          <a:xfrm>
            <a:off x="1828800" y="4616450"/>
            <a:ext cx="1066800" cy="565150"/>
          </a:xfrm>
          <a:prstGeom prst="roundRect">
            <a:avLst>
              <a:gd name="adj" fmla="val 16667"/>
            </a:avLst>
          </a:prstGeom>
          <a:solidFill>
            <a:srgbClr val="CCFFFF"/>
          </a:solidFill>
          <a:ln w="9525" algn="ctr">
            <a:solidFill>
              <a:schemeClr val="bg2"/>
            </a:solidFill>
            <a:round/>
            <a:headEnd/>
            <a:tailEnd/>
          </a:ln>
          <a:effectLst>
            <a:outerShdw dist="107763" dir="2700000" algn="ctr" rotWithShape="0">
              <a:schemeClr val="bg2">
                <a:alpha val="50000"/>
              </a:schemeClr>
            </a:outerShdw>
          </a:effectLst>
        </p:spPr>
        <p:txBody>
          <a:bodyPr anchor="ctr"/>
          <a:lstStyle/>
          <a:p>
            <a:pPr algn="ctr">
              <a:defRPr/>
            </a:pPr>
            <a:r>
              <a:rPr lang="en-US" altLang="zh-CN" sz="2000">
                <a:latin typeface="Times New Roman" pitchFamily="18" charset="0"/>
              </a:rPr>
              <a:t>RTM</a:t>
            </a:r>
          </a:p>
        </p:txBody>
      </p:sp>
      <p:cxnSp>
        <p:nvCxnSpPr>
          <p:cNvPr id="18447" name="AutoShape 15">
            <a:extLst>
              <a:ext uri="{FF2B5EF4-FFF2-40B4-BE49-F238E27FC236}">
                <a16:creationId xmlns:a16="http://schemas.microsoft.com/office/drawing/2014/main" id="{D0753711-1C8C-D06A-C14C-76883A62FBFA}"/>
              </a:ext>
            </a:extLst>
          </p:cNvPr>
          <p:cNvCxnSpPr>
            <a:cxnSpLocks noChangeShapeType="1"/>
            <a:stCxn id="274446" idx="0"/>
            <a:endCxn id="274441" idx="2"/>
          </p:cNvCxnSpPr>
          <p:nvPr/>
        </p:nvCxnSpPr>
        <p:spPr bwMode="auto">
          <a:xfrm rot="5400000" flipH="1" flipV="1">
            <a:off x="2295525" y="4105275"/>
            <a:ext cx="577850" cy="444500"/>
          </a:xfrm>
          <a:prstGeom prst="bentConnector3">
            <a:avLst>
              <a:gd name="adj1" fmla="val 50000"/>
            </a:avLst>
          </a:prstGeom>
          <a:noFill/>
          <a:ln w="38100">
            <a:solidFill>
              <a:schemeClr val="bg2"/>
            </a:solidFill>
            <a:miter lim="800000"/>
            <a:headEnd/>
            <a:tailEnd type="triangle" w="med" len="med"/>
          </a:ln>
          <a:extLst>
            <a:ext uri="{909E8E84-426E-40DD-AFC4-6F175D3DCCD1}">
              <a14:hiddenFill xmlns:a14="http://schemas.microsoft.com/office/drawing/2010/main">
                <a:noFill/>
              </a14:hiddenFill>
            </a:ext>
          </a:extLst>
        </p:spPr>
      </p:cxnSp>
      <p:sp>
        <p:nvSpPr>
          <p:cNvPr id="18448" name="灯片编号占位符 1">
            <a:extLst>
              <a:ext uri="{FF2B5EF4-FFF2-40B4-BE49-F238E27FC236}">
                <a16:creationId xmlns:a16="http://schemas.microsoft.com/office/drawing/2014/main" id="{A6C8B314-FBC6-78E1-B548-8EEFF52A15C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4B2D19FC-8740-486D-AFCF-A61D034274EC}" type="slidenum">
              <a:rPr lang="en-US" altLang="zh-CN" sz="1400">
                <a:solidFill>
                  <a:schemeClr val="bg1"/>
                </a:solidFill>
              </a:rPr>
              <a:pPr eaLnBrk="1" hangingPunct="1"/>
              <a:t>7</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8F66CCF4-F6F9-D4D9-8037-9D81C7B1B2D2}"/>
              </a:ext>
            </a:extLst>
          </p:cNvPr>
          <p:cNvSpPr>
            <a:spLocks noChangeArrowheads="1"/>
          </p:cNvSpPr>
          <p:nvPr/>
        </p:nvSpPr>
        <p:spPr bwMode="auto">
          <a:xfrm>
            <a:off x="2438400" y="1109663"/>
            <a:ext cx="7162800" cy="5410200"/>
          </a:xfrm>
          <a:prstGeom prst="rect">
            <a:avLst/>
          </a:prstGeom>
          <a:solidFill>
            <a:srgbClr val="CCFFCC"/>
          </a:solidFill>
          <a:ln w="9525">
            <a:solidFill>
              <a:srgbClr val="000000"/>
            </a:solidFill>
            <a:miter lim="800000"/>
            <a:headEnd/>
            <a:tailEnd/>
          </a:ln>
        </p:spPr>
        <p:txBody>
          <a:bodyPr lIns="76810" tIns="38405" rIns="76810" bIns="38405"/>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r>
              <a:rPr lang="zh-CN" altLang="en-US" sz="2000" b="1">
                <a:latin typeface="Times New Roman" panose="02020603050405020304" pitchFamily="18" charset="0"/>
              </a:rPr>
              <a:t>平台</a:t>
            </a:r>
          </a:p>
        </p:txBody>
      </p:sp>
      <p:sp>
        <p:nvSpPr>
          <p:cNvPr id="19459" name="AutoShape 3">
            <a:extLst>
              <a:ext uri="{FF2B5EF4-FFF2-40B4-BE49-F238E27FC236}">
                <a16:creationId xmlns:a16="http://schemas.microsoft.com/office/drawing/2014/main" id="{D6E96D1B-009F-15AB-074F-572BA236A7BE}"/>
              </a:ext>
            </a:extLst>
          </p:cNvPr>
          <p:cNvSpPr>
            <a:spLocks noChangeArrowheads="1"/>
          </p:cNvSpPr>
          <p:nvPr/>
        </p:nvSpPr>
        <p:spPr bwMode="auto">
          <a:xfrm>
            <a:off x="2586038" y="1565275"/>
            <a:ext cx="5491162" cy="4203700"/>
          </a:xfrm>
          <a:prstGeom prst="roundRect">
            <a:avLst>
              <a:gd name="adj" fmla="val 16667"/>
            </a:avLst>
          </a:prstGeom>
          <a:solidFill>
            <a:srgbClr val="FFFF99"/>
          </a:solidFill>
          <a:ln w="9525">
            <a:solidFill>
              <a:srgbClr val="000000"/>
            </a:solidFill>
            <a:round/>
            <a:headEnd/>
            <a:tailEnd/>
          </a:ln>
        </p:spPr>
        <p:txBody>
          <a:bodyPr lIns="76810" tIns="0" rIns="76810" b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just"/>
            <a:endParaRPr lang="zh-CN" altLang="zh-CN" sz="1600">
              <a:latin typeface="宋体" panose="02010600030101010101" pitchFamily="2" charset="-122"/>
            </a:endParaRPr>
          </a:p>
        </p:txBody>
      </p:sp>
      <p:sp>
        <p:nvSpPr>
          <p:cNvPr id="19460" name="AutoShape 4">
            <a:extLst>
              <a:ext uri="{FF2B5EF4-FFF2-40B4-BE49-F238E27FC236}">
                <a16:creationId xmlns:a16="http://schemas.microsoft.com/office/drawing/2014/main" id="{3FE1BA7E-CC7A-2637-789B-C897C3EBDF5E}"/>
              </a:ext>
            </a:extLst>
          </p:cNvPr>
          <p:cNvSpPr>
            <a:spLocks noChangeArrowheads="1"/>
          </p:cNvSpPr>
          <p:nvPr/>
        </p:nvSpPr>
        <p:spPr bwMode="auto">
          <a:xfrm>
            <a:off x="4156075" y="1936751"/>
            <a:ext cx="3587750" cy="2265363"/>
          </a:xfrm>
          <a:prstGeom prst="roundRect">
            <a:avLst>
              <a:gd name="adj" fmla="val 16667"/>
            </a:avLst>
          </a:prstGeom>
          <a:solidFill>
            <a:srgbClr val="00FFFF"/>
          </a:solidFill>
          <a:ln w="31750">
            <a:solidFill>
              <a:srgbClr val="0000FF"/>
            </a:solidFill>
            <a:prstDash val="dash"/>
            <a:round/>
            <a:headEnd/>
            <a:tailEnd/>
          </a:ln>
        </p:spPr>
        <p:txBody>
          <a:bodyPr lIns="76810" tIns="38405" rIns="76810" bIns="38405"/>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r>
              <a:rPr lang="en-US" altLang="zh-CN" sz="1400" b="1" i="1">
                <a:solidFill>
                  <a:srgbClr val="000000"/>
                </a:solidFill>
                <a:latin typeface="Times New Roman" panose="02020603050405020304" pitchFamily="18" charset="0"/>
              </a:rPr>
              <a:t>Trusted Building Block (TBB)</a:t>
            </a:r>
          </a:p>
          <a:p>
            <a:pPr algn="ctr"/>
            <a:r>
              <a:rPr lang="en-US" altLang="zh-CN" sz="1400" b="1">
                <a:solidFill>
                  <a:srgbClr val="000000"/>
                </a:solidFill>
                <a:latin typeface="Times New Roman" panose="02020603050405020304" pitchFamily="18" charset="0"/>
              </a:rPr>
              <a:t>(</a:t>
            </a:r>
            <a:r>
              <a:rPr lang="zh-CN" altLang="en-US" sz="1400" b="1">
                <a:solidFill>
                  <a:srgbClr val="000000"/>
                </a:solidFill>
                <a:latin typeface="Times New Roman" panose="02020603050405020304" pitchFamily="18" charset="0"/>
              </a:rPr>
              <a:t>可信构筑模块</a:t>
            </a:r>
            <a:r>
              <a:rPr lang="en-US" altLang="zh-CN" sz="1400" b="1">
                <a:solidFill>
                  <a:srgbClr val="000000"/>
                </a:solidFill>
                <a:latin typeface="Times New Roman" panose="02020603050405020304" pitchFamily="18" charset="0"/>
              </a:rPr>
              <a:t>)</a:t>
            </a:r>
          </a:p>
        </p:txBody>
      </p:sp>
      <p:sp>
        <p:nvSpPr>
          <p:cNvPr id="14341" name="Rectangle 5">
            <a:extLst>
              <a:ext uri="{FF2B5EF4-FFF2-40B4-BE49-F238E27FC236}">
                <a16:creationId xmlns:a16="http://schemas.microsoft.com/office/drawing/2014/main" id="{A1552BF8-127C-CB91-0AC6-32FCDC88821A}"/>
              </a:ext>
            </a:extLst>
          </p:cNvPr>
          <p:cNvSpPr>
            <a:spLocks noChangeArrowheads="1"/>
          </p:cNvSpPr>
          <p:nvPr/>
        </p:nvSpPr>
        <p:spPr bwMode="auto">
          <a:xfrm>
            <a:off x="2735264" y="2206626"/>
            <a:ext cx="1271587" cy="563563"/>
          </a:xfrm>
          <a:prstGeom prst="rect">
            <a:avLst/>
          </a:prstGeom>
          <a:ln>
            <a:noFill/>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wrap="none" lIns="3600" tIns="39600" rIns="3600" bIns="38405" anchor="ctr">
            <a:flatTx/>
          </a:bodyPr>
          <a:lstStyle/>
          <a:p>
            <a:pPr algn="ctr" eaLnBrk="0" hangingPunct="0">
              <a:defRPr/>
            </a:pPr>
            <a:r>
              <a:rPr lang="zh-CN" altLang="en-US" sz="1400" b="1" dirty="0">
                <a:solidFill>
                  <a:schemeClr val="bg1"/>
                </a:solidFill>
                <a:latin typeface="Times New Roman" pitchFamily="18" charset="0"/>
              </a:rPr>
              <a:t>安全芯片</a:t>
            </a:r>
          </a:p>
          <a:p>
            <a:pPr algn="ctr" eaLnBrk="0" hangingPunct="0">
              <a:defRPr/>
            </a:pPr>
            <a:r>
              <a:rPr lang="en-US" altLang="zh-CN" sz="1400" b="1" dirty="0">
                <a:solidFill>
                  <a:schemeClr val="bg1"/>
                </a:solidFill>
                <a:latin typeface="Times New Roman" pitchFamily="18" charset="0"/>
              </a:rPr>
              <a:t>(TCM)</a:t>
            </a:r>
          </a:p>
        </p:txBody>
      </p:sp>
      <p:sp>
        <p:nvSpPr>
          <p:cNvPr id="19464" name="AutoShape 6">
            <a:extLst>
              <a:ext uri="{FF2B5EF4-FFF2-40B4-BE49-F238E27FC236}">
                <a16:creationId xmlns:a16="http://schemas.microsoft.com/office/drawing/2014/main" id="{DA07129E-2D9C-3D9E-6DB3-980B8D40B2FB}"/>
              </a:ext>
            </a:extLst>
          </p:cNvPr>
          <p:cNvSpPr>
            <a:spLocks noChangeArrowheads="1"/>
          </p:cNvSpPr>
          <p:nvPr/>
        </p:nvSpPr>
        <p:spPr bwMode="auto">
          <a:xfrm>
            <a:off x="6846889" y="4629150"/>
            <a:ext cx="1063625" cy="541338"/>
          </a:xfrm>
          <a:prstGeom prst="diamond">
            <a:avLst/>
          </a:prstGeom>
          <a:solidFill>
            <a:srgbClr val="CCFFCC"/>
          </a:solidFill>
          <a:ln w="9525">
            <a:solidFill>
              <a:srgbClr val="000000"/>
            </a:solidFill>
            <a:miter lim="800000"/>
            <a:headEnd/>
            <a:tailEnd/>
          </a:ln>
        </p:spPr>
        <p:txBody>
          <a:bodyPr wrap="none" lIns="76810" tIns="38405" rIns="76810" bIns="38405"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r>
              <a:rPr lang="en-US" altLang="zh-CN" sz="1400">
                <a:solidFill>
                  <a:srgbClr val="000000"/>
                </a:solidFill>
                <a:latin typeface="Times New Roman" panose="02020603050405020304" pitchFamily="18" charset="0"/>
              </a:rPr>
              <a:t>CPU</a:t>
            </a:r>
          </a:p>
        </p:txBody>
      </p:sp>
      <p:sp>
        <p:nvSpPr>
          <p:cNvPr id="14343" name="AutoShape 7">
            <a:extLst>
              <a:ext uri="{FF2B5EF4-FFF2-40B4-BE49-F238E27FC236}">
                <a16:creationId xmlns:a16="http://schemas.microsoft.com/office/drawing/2014/main" id="{8E8BB83F-F5D3-D54F-4A63-1542BF5FA013}"/>
              </a:ext>
            </a:extLst>
          </p:cNvPr>
          <p:cNvSpPr>
            <a:spLocks noChangeArrowheads="1"/>
          </p:cNvSpPr>
          <p:nvPr/>
        </p:nvSpPr>
        <p:spPr bwMode="auto">
          <a:xfrm>
            <a:off x="2809875" y="4843463"/>
            <a:ext cx="1181100" cy="490537"/>
          </a:xfrm>
          <a:prstGeom prst="octagon">
            <a:avLst>
              <a:gd name="adj" fmla="val 29287"/>
            </a:avLst>
          </a:prstGeom>
          <a:ln>
            <a:noFill/>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wrap="none" lIns="3600" tIns="39600" rIns="3600" bIns="38405" anchor="ctr">
            <a:flatTx/>
          </a:bodyPr>
          <a:lstStyle/>
          <a:p>
            <a:pPr algn="ctr" eaLnBrk="0" hangingPunct="0">
              <a:defRPr/>
            </a:pPr>
            <a:r>
              <a:rPr lang="en-US" altLang="zh-CN" sz="1400" b="1" dirty="0">
                <a:solidFill>
                  <a:schemeClr val="bg1"/>
                </a:solidFill>
                <a:latin typeface="Times New Roman" pitchFamily="18" charset="0"/>
              </a:rPr>
              <a:t>BIOS/EFI</a:t>
            </a:r>
          </a:p>
        </p:txBody>
      </p:sp>
      <p:grpSp>
        <p:nvGrpSpPr>
          <p:cNvPr id="19468" name="Group 8">
            <a:extLst>
              <a:ext uri="{FF2B5EF4-FFF2-40B4-BE49-F238E27FC236}">
                <a16:creationId xmlns:a16="http://schemas.microsoft.com/office/drawing/2014/main" id="{FDFB69A0-2A53-55BF-DF43-337976DA5482}"/>
              </a:ext>
            </a:extLst>
          </p:cNvPr>
          <p:cNvGrpSpPr>
            <a:grpSpLocks/>
          </p:cNvGrpSpPr>
          <p:nvPr/>
        </p:nvGrpSpPr>
        <p:grpSpPr bwMode="auto">
          <a:xfrm>
            <a:off x="2960688" y="5840413"/>
            <a:ext cx="6426200" cy="569912"/>
            <a:chOff x="912" y="3552"/>
            <a:chExt cx="4128" cy="384"/>
          </a:xfrm>
        </p:grpSpPr>
        <p:sp>
          <p:nvSpPr>
            <p:cNvPr id="19482" name="AutoShape 9">
              <a:extLst>
                <a:ext uri="{FF2B5EF4-FFF2-40B4-BE49-F238E27FC236}">
                  <a16:creationId xmlns:a16="http://schemas.microsoft.com/office/drawing/2014/main" id="{BBCADEF5-BD15-03B3-BE78-4251DB10EFF1}"/>
                </a:ext>
              </a:extLst>
            </p:cNvPr>
            <p:cNvSpPr>
              <a:spLocks noChangeArrowheads="1"/>
            </p:cNvSpPr>
            <p:nvPr/>
          </p:nvSpPr>
          <p:spPr bwMode="auto">
            <a:xfrm>
              <a:off x="912" y="3552"/>
              <a:ext cx="698" cy="379"/>
            </a:xfrm>
            <a:prstGeom prst="can">
              <a:avLst>
                <a:gd name="adj" fmla="val 25000"/>
              </a:avLst>
            </a:prstGeom>
            <a:solidFill>
              <a:srgbClr val="00FF00"/>
            </a:solidFill>
            <a:ln w="9525">
              <a:solidFill>
                <a:srgbClr val="000000"/>
              </a:solidFill>
              <a:round/>
              <a:headEnd/>
              <a:tailEnd/>
            </a:ln>
          </p:spPr>
          <p:txBody>
            <a:bodyPr lIns="76810" tIns="111600" rIns="76810" bIns="1116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r>
                <a:rPr lang="zh-CN" altLang="en-US" sz="1400" b="1">
                  <a:solidFill>
                    <a:srgbClr val="000000"/>
                  </a:solidFill>
                  <a:latin typeface="Times New Roman" panose="02020603050405020304" pitchFamily="18" charset="0"/>
                </a:rPr>
                <a:t>硬盘</a:t>
              </a:r>
            </a:p>
          </p:txBody>
        </p:sp>
        <p:sp>
          <p:nvSpPr>
            <p:cNvPr id="19483" name="AutoShape 10">
              <a:extLst>
                <a:ext uri="{FF2B5EF4-FFF2-40B4-BE49-F238E27FC236}">
                  <a16:creationId xmlns:a16="http://schemas.microsoft.com/office/drawing/2014/main" id="{237BAAC3-248B-5B32-63A1-39815E68C1C7}"/>
                </a:ext>
              </a:extLst>
            </p:cNvPr>
            <p:cNvSpPr>
              <a:spLocks noChangeArrowheads="1"/>
            </p:cNvSpPr>
            <p:nvPr/>
          </p:nvSpPr>
          <p:spPr bwMode="auto">
            <a:xfrm>
              <a:off x="3024" y="3600"/>
              <a:ext cx="2016" cy="336"/>
            </a:xfrm>
            <a:custGeom>
              <a:avLst/>
              <a:gdLst>
                <a:gd name="T0" fmla="*/ 1 w 21600"/>
                <a:gd name="T1" fmla="*/ 0 h 21600"/>
                <a:gd name="T2" fmla="*/ 1 w 21600"/>
                <a:gd name="T3" fmla="*/ 0 h 21600"/>
                <a:gd name="T4" fmla="*/ 0 w 21600"/>
                <a:gd name="T5" fmla="*/ 0 h 21600"/>
                <a:gd name="T6" fmla="*/ 1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FF9900"/>
            </a:solidFill>
            <a:ln w="9525">
              <a:solidFill>
                <a:srgbClr val="000000"/>
              </a:solidFill>
              <a:miter lim="800000"/>
              <a:headEnd/>
              <a:tailEnd/>
            </a:ln>
          </p:spPr>
          <p:txBody>
            <a:bodyPr lIns="0" tIns="0" rIns="0" b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r>
                <a:rPr lang="en-US" altLang="zh-CN" sz="1400" b="1">
                  <a:latin typeface="Times New Roman" panose="02020603050405020304" pitchFamily="18" charset="0"/>
                </a:rPr>
                <a:t>Graphics / output</a:t>
              </a:r>
            </a:p>
          </p:txBody>
        </p:sp>
        <p:sp>
          <p:nvSpPr>
            <p:cNvPr id="19484" name="AutoShape 11">
              <a:extLst>
                <a:ext uri="{FF2B5EF4-FFF2-40B4-BE49-F238E27FC236}">
                  <a16:creationId xmlns:a16="http://schemas.microsoft.com/office/drawing/2014/main" id="{74723160-F980-AAED-ACD6-9E8BA16DE07D}"/>
                </a:ext>
              </a:extLst>
            </p:cNvPr>
            <p:cNvSpPr>
              <a:spLocks noChangeArrowheads="1"/>
            </p:cNvSpPr>
            <p:nvPr/>
          </p:nvSpPr>
          <p:spPr bwMode="auto">
            <a:xfrm>
              <a:off x="1680" y="3600"/>
              <a:ext cx="1200" cy="30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488 h 21600"/>
                <a:gd name="T14" fmla="*/ 17100 w 21600"/>
                <a:gd name="T15" fmla="*/ 17112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FFCC99"/>
            </a:solidFill>
            <a:ln w="9525">
              <a:solidFill>
                <a:srgbClr val="000000"/>
              </a:solidFill>
              <a:miter lim="800000"/>
              <a:headEnd/>
              <a:tailEnd/>
            </a:ln>
          </p:spPr>
          <p:txBody>
            <a:bodyPr lIns="0" tIns="0" rIns="0" b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r>
                <a:rPr lang="zh-CN" altLang="en-US" sz="1400" b="1">
                  <a:latin typeface="宋体" panose="02010600030101010101" pitchFamily="2" charset="-122"/>
                </a:rPr>
                <a:t>键盘</a:t>
              </a:r>
              <a:r>
                <a:rPr lang="en-US" altLang="zh-CN" sz="1400" b="1">
                  <a:latin typeface="宋体" panose="02010600030101010101" pitchFamily="2" charset="-122"/>
                </a:rPr>
                <a:t>/</a:t>
              </a:r>
              <a:r>
                <a:rPr lang="zh-CN" altLang="en-US" sz="1400" b="1">
                  <a:latin typeface="宋体" panose="02010600030101010101" pitchFamily="2" charset="-122"/>
                </a:rPr>
                <a:t>鼠标</a:t>
              </a:r>
            </a:p>
          </p:txBody>
        </p:sp>
      </p:grpSp>
      <p:sp>
        <p:nvSpPr>
          <p:cNvPr id="19469" name="AutoShape 12">
            <a:extLst>
              <a:ext uri="{FF2B5EF4-FFF2-40B4-BE49-F238E27FC236}">
                <a16:creationId xmlns:a16="http://schemas.microsoft.com/office/drawing/2014/main" id="{D19993E4-AAE1-8053-5D2D-7CE391279972}"/>
              </a:ext>
            </a:extLst>
          </p:cNvPr>
          <p:cNvSpPr>
            <a:spLocks noChangeArrowheads="1"/>
          </p:cNvSpPr>
          <p:nvPr/>
        </p:nvSpPr>
        <p:spPr bwMode="auto">
          <a:xfrm>
            <a:off x="4305300" y="5127626"/>
            <a:ext cx="2616200" cy="428625"/>
          </a:xfrm>
          <a:prstGeom prst="parallelogram">
            <a:avLst>
              <a:gd name="adj" fmla="val 152593"/>
            </a:avLst>
          </a:prstGeom>
          <a:solidFill>
            <a:srgbClr val="CCFFCC"/>
          </a:solidFill>
          <a:ln w="9525">
            <a:solidFill>
              <a:srgbClr val="000000"/>
            </a:solidFill>
            <a:miter lim="800000"/>
            <a:headEnd/>
            <a:tailEnd/>
          </a:ln>
        </p:spPr>
        <p:txBody>
          <a:bodyPr lIns="54000" tIns="0" rIns="54000" b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just"/>
            <a:r>
              <a:rPr lang="en-US" altLang="zh-CN" sz="1400">
                <a:latin typeface="Times New Roman" panose="02020603050405020304" pitchFamily="18" charset="0"/>
              </a:rPr>
              <a:t>Main Memory</a:t>
            </a:r>
          </a:p>
        </p:txBody>
      </p:sp>
      <p:sp>
        <p:nvSpPr>
          <p:cNvPr id="19470" name="AutoShape 13">
            <a:extLst>
              <a:ext uri="{FF2B5EF4-FFF2-40B4-BE49-F238E27FC236}">
                <a16:creationId xmlns:a16="http://schemas.microsoft.com/office/drawing/2014/main" id="{E9B094B9-DD5E-E957-230C-1C901577C1ED}"/>
              </a:ext>
            </a:extLst>
          </p:cNvPr>
          <p:cNvSpPr>
            <a:spLocks noChangeArrowheads="1"/>
          </p:cNvSpPr>
          <p:nvPr/>
        </p:nvSpPr>
        <p:spPr bwMode="auto">
          <a:xfrm>
            <a:off x="4230689" y="4557714"/>
            <a:ext cx="2390775" cy="428625"/>
          </a:xfrm>
          <a:prstGeom prst="plus">
            <a:avLst>
              <a:gd name="adj" fmla="val 25000"/>
            </a:avLst>
          </a:prstGeom>
          <a:solidFill>
            <a:srgbClr val="CCFFCC"/>
          </a:solidFill>
          <a:ln w="9525">
            <a:solidFill>
              <a:srgbClr val="000000"/>
            </a:solidFill>
            <a:miter lim="800000"/>
            <a:headEnd/>
            <a:tailEnd/>
          </a:ln>
        </p:spPr>
        <p:txBody>
          <a:bodyPr lIns="54000" tIns="10800" rIns="54000" bIns="1080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r>
              <a:rPr lang="en-US" altLang="zh-CN" sz="1400" b="1">
                <a:latin typeface="Times New Roman" panose="02020603050405020304" pitchFamily="18" charset="0"/>
              </a:rPr>
              <a:t>Supporting H/W</a:t>
            </a:r>
          </a:p>
        </p:txBody>
      </p:sp>
      <p:sp>
        <p:nvSpPr>
          <p:cNvPr id="19471" name="AutoShape 14">
            <a:extLst>
              <a:ext uri="{FF2B5EF4-FFF2-40B4-BE49-F238E27FC236}">
                <a16:creationId xmlns:a16="http://schemas.microsoft.com/office/drawing/2014/main" id="{F65475DD-C8F4-A7DE-BBC4-AD1FDC891B54}"/>
              </a:ext>
            </a:extLst>
          </p:cNvPr>
          <p:cNvSpPr>
            <a:spLocks noChangeArrowheads="1"/>
          </p:cNvSpPr>
          <p:nvPr/>
        </p:nvSpPr>
        <p:spPr bwMode="auto">
          <a:xfrm>
            <a:off x="8267700" y="3835400"/>
            <a:ext cx="1181100" cy="852488"/>
          </a:xfrm>
          <a:prstGeom prst="octagon">
            <a:avLst>
              <a:gd name="adj" fmla="val 24509"/>
            </a:avLst>
          </a:prstGeom>
          <a:solidFill>
            <a:srgbClr val="CCFFCC"/>
          </a:solidFill>
          <a:ln w="9525">
            <a:solidFill>
              <a:srgbClr val="000000"/>
            </a:solidFill>
            <a:prstDash val="dash"/>
            <a:miter lim="800000"/>
            <a:headEnd/>
            <a:tailEnd/>
          </a:ln>
        </p:spPr>
        <p:txBody>
          <a:bodyPr lIns="0" tIns="0" rIns="0" bIns="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r>
              <a:rPr lang="zh-CN" altLang="en-US" sz="1400" b="1">
                <a:latin typeface="宋体" panose="02010600030101010101" pitchFamily="2" charset="-122"/>
              </a:rPr>
              <a:t>由用户控制</a:t>
            </a:r>
            <a:r>
              <a:rPr lang="en-US" altLang="zh-CN" sz="1400" b="1">
                <a:latin typeface="宋体" panose="02010600030101010101" pitchFamily="2" charset="-122"/>
              </a:rPr>
              <a:t>Platform Reset</a:t>
            </a:r>
          </a:p>
        </p:txBody>
      </p:sp>
      <p:sp>
        <p:nvSpPr>
          <p:cNvPr id="19472" name="AutoShape 15">
            <a:extLst>
              <a:ext uri="{FF2B5EF4-FFF2-40B4-BE49-F238E27FC236}">
                <a16:creationId xmlns:a16="http://schemas.microsoft.com/office/drawing/2014/main" id="{AAAD22BB-5ADA-4855-FEFD-DB6494D4301E}"/>
              </a:ext>
            </a:extLst>
          </p:cNvPr>
          <p:cNvSpPr>
            <a:spLocks noChangeArrowheads="1"/>
          </p:cNvSpPr>
          <p:nvPr/>
        </p:nvSpPr>
        <p:spPr bwMode="auto">
          <a:xfrm>
            <a:off x="8229600" y="1524001"/>
            <a:ext cx="1181100" cy="1095375"/>
          </a:xfrm>
          <a:prstGeom prst="octagon">
            <a:avLst>
              <a:gd name="adj" fmla="val 21639"/>
            </a:avLst>
          </a:prstGeom>
          <a:solidFill>
            <a:srgbClr val="CCFFCC"/>
          </a:solidFill>
          <a:ln w="9525">
            <a:solidFill>
              <a:srgbClr val="000000"/>
            </a:solidFill>
            <a:prstDash val="dash"/>
            <a:miter lim="800000"/>
            <a:headEnd/>
            <a:tailEnd/>
          </a:ln>
        </p:spPr>
        <p:txBody>
          <a:bodyPr lIns="0" tIns="0" rIns="0" bIns="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r>
              <a:rPr lang="zh-CN" altLang="en-US" sz="1400" b="1">
                <a:latin typeface="Times New Roman" panose="02020603050405020304" pitchFamily="18" charset="0"/>
              </a:rPr>
              <a:t>可信性连接关系需用户物理现场明确指示</a:t>
            </a:r>
          </a:p>
        </p:txBody>
      </p:sp>
      <p:sp>
        <p:nvSpPr>
          <p:cNvPr id="19473" name="AutoShape 16">
            <a:extLst>
              <a:ext uri="{FF2B5EF4-FFF2-40B4-BE49-F238E27FC236}">
                <a16:creationId xmlns:a16="http://schemas.microsoft.com/office/drawing/2014/main" id="{56DC19D9-6860-E90F-D8E4-28B7DB02CC15}"/>
              </a:ext>
            </a:extLst>
          </p:cNvPr>
          <p:cNvSpPr>
            <a:spLocks noChangeArrowheads="1"/>
          </p:cNvSpPr>
          <p:nvPr/>
        </p:nvSpPr>
        <p:spPr bwMode="auto">
          <a:xfrm>
            <a:off x="6096000" y="2701925"/>
            <a:ext cx="1931988" cy="858838"/>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638" y="10800"/>
                </a:moveTo>
                <a:cubicBezTo>
                  <a:pt x="1638" y="15860"/>
                  <a:pt x="5740" y="19962"/>
                  <a:pt x="10800" y="19962"/>
                </a:cubicBezTo>
                <a:cubicBezTo>
                  <a:pt x="15860" y="19962"/>
                  <a:pt x="19962" y="15860"/>
                  <a:pt x="19962" y="10800"/>
                </a:cubicBezTo>
                <a:cubicBezTo>
                  <a:pt x="19962" y="5740"/>
                  <a:pt x="15860" y="1638"/>
                  <a:pt x="10800" y="1638"/>
                </a:cubicBezTo>
                <a:cubicBezTo>
                  <a:pt x="5740" y="1638"/>
                  <a:pt x="1638" y="5740"/>
                  <a:pt x="1638" y="10800"/>
                </a:cubicBezTo>
                <a:close/>
              </a:path>
            </a:pathLst>
          </a:custGeom>
          <a:solidFill>
            <a:srgbClr val="FF0000"/>
          </a:solidFill>
          <a:ln w="9525">
            <a:solidFill>
              <a:srgbClr val="000000"/>
            </a:solidFill>
            <a:round/>
            <a:headEnd/>
            <a:tailEnd/>
          </a:ln>
        </p:spPr>
        <p:txBody>
          <a:bodyPr lIns="0" r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r>
              <a:rPr lang="en-US" altLang="zh-CN" sz="1600">
                <a:latin typeface="宋体" panose="02010600030101010101" pitchFamily="2" charset="-122"/>
              </a:rPr>
              <a:t>CRTM</a:t>
            </a:r>
            <a:r>
              <a:rPr lang="zh-CN" altLang="en-US" sz="1600" b="1">
                <a:latin typeface="宋体" panose="02010600030101010101" pitchFamily="2" charset="-122"/>
              </a:rPr>
              <a:t>与主板</a:t>
            </a:r>
          </a:p>
          <a:p>
            <a:pPr algn="ctr"/>
            <a:r>
              <a:rPr lang="en-US" altLang="zh-CN" sz="1600" b="1">
                <a:latin typeface="宋体" panose="02010600030101010101" pitchFamily="2" charset="-122"/>
              </a:rPr>
              <a:t>1-1</a:t>
            </a:r>
            <a:r>
              <a:rPr lang="zh-CN" altLang="en-US" sz="1600" b="1">
                <a:latin typeface="宋体" panose="02010600030101010101" pitchFamily="2" charset="-122"/>
              </a:rPr>
              <a:t>连接</a:t>
            </a:r>
          </a:p>
        </p:txBody>
      </p:sp>
      <p:sp>
        <p:nvSpPr>
          <p:cNvPr id="19474" name="AutoShape 17">
            <a:extLst>
              <a:ext uri="{FF2B5EF4-FFF2-40B4-BE49-F238E27FC236}">
                <a16:creationId xmlns:a16="http://schemas.microsoft.com/office/drawing/2014/main" id="{250461D3-F4D5-0367-0866-3F48239B1954}"/>
              </a:ext>
            </a:extLst>
          </p:cNvPr>
          <p:cNvSpPr>
            <a:spLocks noChangeArrowheads="1"/>
          </p:cNvSpPr>
          <p:nvPr/>
        </p:nvSpPr>
        <p:spPr bwMode="auto">
          <a:xfrm>
            <a:off x="3475038" y="2743201"/>
            <a:ext cx="2316162" cy="855663"/>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2147483647 w 21600"/>
              <a:gd name="T9" fmla="*/ 2147483647 h 21600"/>
              <a:gd name="T10" fmla="*/ 2147483647 w 21600"/>
              <a:gd name="T11" fmla="*/ 2147483647 h 21600"/>
              <a:gd name="T12" fmla="*/ 2147483647 w 21600"/>
              <a:gd name="T13" fmla="*/ 2147483647 h 21600"/>
              <a:gd name="T14" fmla="*/ 2147483647 w 21600"/>
              <a:gd name="T15" fmla="*/ 2147483647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638" y="10800"/>
                </a:moveTo>
                <a:cubicBezTo>
                  <a:pt x="1638" y="15860"/>
                  <a:pt x="5740" y="19962"/>
                  <a:pt x="10800" y="19962"/>
                </a:cubicBezTo>
                <a:cubicBezTo>
                  <a:pt x="15860" y="19962"/>
                  <a:pt x="19962" y="15860"/>
                  <a:pt x="19962" y="10800"/>
                </a:cubicBezTo>
                <a:cubicBezTo>
                  <a:pt x="19962" y="5740"/>
                  <a:pt x="15860" y="1638"/>
                  <a:pt x="10800" y="1638"/>
                </a:cubicBezTo>
                <a:cubicBezTo>
                  <a:pt x="5740" y="1638"/>
                  <a:pt x="1638" y="5740"/>
                  <a:pt x="1638" y="10800"/>
                </a:cubicBezTo>
                <a:close/>
              </a:path>
            </a:pathLst>
          </a:custGeom>
          <a:solidFill>
            <a:srgbClr val="FFCC00"/>
          </a:solidFill>
          <a:ln w="9525">
            <a:solidFill>
              <a:srgbClr val="000000"/>
            </a:solidFill>
            <a:round/>
            <a:headEnd/>
            <a:tailEnd/>
          </a:ln>
        </p:spPr>
        <p:txBody>
          <a:bodyPr lIns="0" r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r>
              <a:rPr lang="zh-CN" altLang="en-US" sz="1600" b="1">
                <a:solidFill>
                  <a:srgbClr val="000000"/>
                </a:solidFill>
                <a:latin typeface="宋体" panose="02010600030101010101" pitchFamily="2" charset="-122"/>
              </a:rPr>
              <a:t>安全芯片与</a:t>
            </a:r>
            <a:r>
              <a:rPr lang="en-US" altLang="zh-CN" sz="1600">
                <a:solidFill>
                  <a:srgbClr val="000000"/>
                </a:solidFill>
                <a:latin typeface="宋体" panose="02010600030101010101" pitchFamily="2" charset="-122"/>
              </a:rPr>
              <a:t>CRTM</a:t>
            </a:r>
            <a:r>
              <a:rPr lang="en-US" altLang="zh-CN" sz="1600" b="1">
                <a:solidFill>
                  <a:srgbClr val="000000"/>
                </a:solidFill>
                <a:latin typeface="宋体" panose="02010600030101010101" pitchFamily="2" charset="-122"/>
              </a:rPr>
              <a:t> 1-1</a:t>
            </a:r>
            <a:r>
              <a:rPr lang="zh-CN" altLang="en-US" sz="1600" b="1">
                <a:solidFill>
                  <a:srgbClr val="000000"/>
                </a:solidFill>
                <a:latin typeface="宋体" panose="02010600030101010101" pitchFamily="2" charset="-122"/>
              </a:rPr>
              <a:t>连接</a:t>
            </a:r>
          </a:p>
        </p:txBody>
      </p:sp>
      <p:sp>
        <p:nvSpPr>
          <p:cNvPr id="19475" name="Line 18">
            <a:extLst>
              <a:ext uri="{FF2B5EF4-FFF2-40B4-BE49-F238E27FC236}">
                <a16:creationId xmlns:a16="http://schemas.microsoft.com/office/drawing/2014/main" id="{7AD55FB1-C97A-1468-0EA2-93C986DE22FD}"/>
              </a:ext>
            </a:extLst>
          </p:cNvPr>
          <p:cNvSpPr>
            <a:spLocks noChangeShapeType="1"/>
          </p:cNvSpPr>
          <p:nvPr/>
        </p:nvSpPr>
        <p:spPr bwMode="auto">
          <a:xfrm flipH="1">
            <a:off x="7518400" y="1981200"/>
            <a:ext cx="711200" cy="431800"/>
          </a:xfrm>
          <a:prstGeom prst="line">
            <a:avLst/>
          </a:prstGeom>
          <a:noFill/>
          <a:ln w="25400">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lIns="74506" tIns="37253" rIns="74506" bIns="37253"/>
          <a:lstStyle/>
          <a:p>
            <a:endParaRPr lang="zh-CN" altLang="en-US"/>
          </a:p>
        </p:txBody>
      </p:sp>
      <p:sp>
        <p:nvSpPr>
          <p:cNvPr id="19476" name="Line 19">
            <a:extLst>
              <a:ext uri="{FF2B5EF4-FFF2-40B4-BE49-F238E27FC236}">
                <a16:creationId xmlns:a16="http://schemas.microsoft.com/office/drawing/2014/main" id="{80C5B059-9381-90CA-C8BC-079684633459}"/>
              </a:ext>
            </a:extLst>
          </p:cNvPr>
          <p:cNvSpPr>
            <a:spLocks noChangeShapeType="1"/>
          </p:cNvSpPr>
          <p:nvPr/>
        </p:nvSpPr>
        <p:spPr bwMode="auto">
          <a:xfrm flipH="1" flipV="1">
            <a:off x="7543801" y="3886201"/>
            <a:ext cx="747713" cy="142875"/>
          </a:xfrm>
          <a:prstGeom prst="line">
            <a:avLst/>
          </a:prstGeom>
          <a:noFill/>
          <a:ln w="25400">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lIns="74506" tIns="37253" rIns="74506" bIns="37253"/>
          <a:lstStyle/>
          <a:p>
            <a:endParaRPr lang="zh-CN" altLang="en-US"/>
          </a:p>
        </p:txBody>
      </p:sp>
      <p:sp>
        <p:nvSpPr>
          <p:cNvPr id="19477" name="Line 20">
            <a:extLst>
              <a:ext uri="{FF2B5EF4-FFF2-40B4-BE49-F238E27FC236}">
                <a16:creationId xmlns:a16="http://schemas.microsoft.com/office/drawing/2014/main" id="{27BE389C-EF1A-F552-4183-11B190112DA4}"/>
              </a:ext>
            </a:extLst>
          </p:cNvPr>
          <p:cNvSpPr>
            <a:spLocks noChangeShapeType="1"/>
          </p:cNvSpPr>
          <p:nvPr/>
        </p:nvSpPr>
        <p:spPr bwMode="auto">
          <a:xfrm flipH="1">
            <a:off x="7772400" y="4495800"/>
            <a:ext cx="533400" cy="304800"/>
          </a:xfrm>
          <a:prstGeom prst="line">
            <a:avLst/>
          </a:prstGeom>
          <a:noFill/>
          <a:ln w="25400">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lIns="74506" tIns="37253" rIns="74506" bIns="37253"/>
          <a:lstStyle/>
          <a:p>
            <a:endParaRPr lang="zh-CN" altLang="en-US"/>
          </a:p>
        </p:txBody>
      </p:sp>
      <p:grpSp>
        <p:nvGrpSpPr>
          <p:cNvPr id="3" name="Group 21">
            <a:extLst>
              <a:ext uri="{FF2B5EF4-FFF2-40B4-BE49-F238E27FC236}">
                <a16:creationId xmlns:a16="http://schemas.microsoft.com/office/drawing/2014/main" id="{A05705A0-9967-C5A3-69E1-7BD1A6917EC3}"/>
              </a:ext>
            </a:extLst>
          </p:cNvPr>
          <p:cNvGrpSpPr>
            <a:grpSpLocks/>
          </p:cNvGrpSpPr>
          <p:nvPr/>
        </p:nvGrpSpPr>
        <p:grpSpPr bwMode="auto">
          <a:xfrm>
            <a:off x="5334000" y="3657601"/>
            <a:ext cx="1277938" cy="447675"/>
            <a:chOff x="2448" y="1632"/>
            <a:chExt cx="706" cy="302"/>
          </a:xfrm>
          <a:scene3d>
            <a:camera prst="orthographicFront">
              <a:rot lat="0" lon="0" rev="0"/>
            </a:camera>
            <a:lightRig rig="balanced" dir="t">
              <a:rot lat="0" lon="0" rev="8700000"/>
            </a:lightRig>
          </a:scene3d>
        </p:grpSpPr>
        <p:sp>
          <p:nvSpPr>
            <p:cNvPr id="14357" name="AutoShape 22">
              <a:extLst>
                <a:ext uri="{FF2B5EF4-FFF2-40B4-BE49-F238E27FC236}">
                  <a16:creationId xmlns:a16="http://schemas.microsoft.com/office/drawing/2014/main" id="{D9674507-0BF2-4137-153B-535DE98C91A5}"/>
                </a:ext>
              </a:extLst>
            </p:cNvPr>
            <p:cNvSpPr>
              <a:spLocks noChangeArrowheads="1"/>
            </p:cNvSpPr>
            <p:nvPr/>
          </p:nvSpPr>
          <p:spPr bwMode="auto">
            <a:xfrm>
              <a:off x="2448" y="1632"/>
              <a:ext cx="706" cy="302"/>
            </a:xfrm>
            <a:prstGeom prst="octagon">
              <a:avLst>
                <a:gd name="adj" fmla="val 29287"/>
              </a:avLst>
            </a:prstGeom>
            <a:ln>
              <a:noFill/>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wrap="none" lIns="3600" tIns="39600" rIns="3600" bIns="38405" anchor="ctr">
              <a:flatTx/>
            </a:bodyPr>
            <a:lstStyle/>
            <a:p>
              <a:pPr algn="ctr" eaLnBrk="0" hangingPunct="0">
                <a:defRPr/>
              </a:pPr>
              <a:endParaRPr lang="zh-CN" altLang="zh-CN" sz="1400" b="1" dirty="0">
                <a:solidFill>
                  <a:schemeClr val="bg1"/>
                </a:solidFill>
                <a:latin typeface="Times New Roman" pitchFamily="18" charset="0"/>
              </a:endParaRPr>
            </a:p>
          </p:txBody>
        </p:sp>
        <p:sp>
          <p:nvSpPr>
            <p:cNvPr id="14358" name="Text Box 23">
              <a:extLst>
                <a:ext uri="{FF2B5EF4-FFF2-40B4-BE49-F238E27FC236}">
                  <a16:creationId xmlns:a16="http://schemas.microsoft.com/office/drawing/2014/main" id="{6570CBAC-43C5-C879-77DA-B68CFF5A51AF}"/>
                </a:ext>
              </a:extLst>
            </p:cNvPr>
            <p:cNvSpPr txBox="1">
              <a:spLocks noChangeArrowheads="1"/>
            </p:cNvSpPr>
            <p:nvPr/>
          </p:nvSpPr>
          <p:spPr bwMode="auto">
            <a:xfrm>
              <a:off x="2544" y="1661"/>
              <a:ext cx="531" cy="228"/>
            </a:xfrm>
            <a:prstGeom prst="rect">
              <a:avLst/>
            </a:prstGeom>
            <a:ln>
              <a:noFill/>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wrap="none" lIns="3600" tIns="39600" rIns="3600" bIns="38405" anchor="ctr">
              <a:flatTx/>
            </a:bodyPr>
            <a:lstStyle/>
            <a:p>
              <a:pPr algn="ctr" eaLnBrk="0" hangingPunct="0">
                <a:defRPr/>
              </a:pPr>
              <a:r>
                <a:rPr lang="en-US" altLang="zh-CN" sz="1400" b="1" dirty="0">
                  <a:solidFill>
                    <a:schemeClr val="bg1"/>
                  </a:solidFill>
                  <a:latin typeface="Times New Roman" pitchFamily="18" charset="0"/>
                </a:rPr>
                <a:t>CRTM</a:t>
              </a:r>
            </a:p>
          </p:txBody>
        </p:sp>
      </p:grpSp>
      <p:sp>
        <p:nvSpPr>
          <p:cNvPr id="19479" name="Text Box 24">
            <a:extLst>
              <a:ext uri="{FF2B5EF4-FFF2-40B4-BE49-F238E27FC236}">
                <a16:creationId xmlns:a16="http://schemas.microsoft.com/office/drawing/2014/main" id="{849F2200-8800-95D5-DEC6-CFFF7C1CB1A0}"/>
              </a:ext>
            </a:extLst>
          </p:cNvPr>
          <p:cNvSpPr txBox="1">
            <a:spLocks noChangeArrowheads="1"/>
          </p:cNvSpPr>
          <p:nvPr/>
        </p:nvSpPr>
        <p:spPr bwMode="auto">
          <a:xfrm>
            <a:off x="5111750" y="1568450"/>
            <a:ext cx="6794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r>
              <a:rPr lang="zh-CN" altLang="en-US" sz="1600" b="1">
                <a:latin typeface="Times New Roman" panose="02020603050405020304" pitchFamily="18" charset="0"/>
              </a:rPr>
              <a:t>主板</a:t>
            </a:r>
          </a:p>
        </p:txBody>
      </p:sp>
      <p:sp>
        <p:nvSpPr>
          <p:cNvPr id="26" name="Rectangle 2">
            <a:extLst>
              <a:ext uri="{FF2B5EF4-FFF2-40B4-BE49-F238E27FC236}">
                <a16:creationId xmlns:a16="http://schemas.microsoft.com/office/drawing/2014/main" id="{8BC7DEE3-83CA-B943-6821-50A78A429316}"/>
              </a:ext>
            </a:extLst>
          </p:cNvPr>
          <p:cNvSpPr txBox="1">
            <a:spLocks noChangeArrowheads="1"/>
          </p:cNvSpPr>
          <p:nvPr/>
        </p:nvSpPr>
        <p:spPr>
          <a:xfrm>
            <a:off x="1981200" y="381000"/>
            <a:ext cx="5410200" cy="609600"/>
          </a:xfrm>
          <a:prstGeom prst="rect">
            <a:avLst/>
          </a:prstGeom>
          <a:ln/>
        </p:spPr>
        <p:txBody>
          <a:bodyPr/>
          <a:lstStyle/>
          <a:p>
            <a:pPr>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平台主板与</a:t>
            </a:r>
            <a:r>
              <a:rPr kumimoji="1" lang="en-US" altLang="zh-CN" sz="2800" b="1" dirty="0">
                <a:solidFill>
                  <a:srgbClr val="FF0000"/>
                </a:solidFill>
                <a:effectLst>
                  <a:outerShdw blurRad="38100" dist="38100" dir="2700000" algn="tl">
                    <a:srgbClr val="C0C0C0"/>
                  </a:outerShdw>
                </a:effectLst>
                <a:latin typeface="黑体" pitchFamily="2" charset="-122"/>
                <a:ea typeface="黑体" pitchFamily="2" charset="-122"/>
                <a:cs typeface="Arial" charset="0"/>
              </a:rPr>
              <a:t>TCM</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建立可信绑定关系</a:t>
            </a:r>
            <a:endParaRPr kumimoji="1" lang="en-GB"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endParaRPr>
          </a:p>
        </p:txBody>
      </p:sp>
      <p:sp>
        <p:nvSpPr>
          <p:cNvPr id="19481" name="灯片编号占位符 1">
            <a:extLst>
              <a:ext uri="{FF2B5EF4-FFF2-40B4-BE49-F238E27FC236}">
                <a16:creationId xmlns:a16="http://schemas.microsoft.com/office/drawing/2014/main" id="{4D6D72E8-5AEB-402B-C903-2A1AE68A237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C9ACF168-97B7-4052-870A-CCF192D7745F}" type="slidenum">
              <a:rPr lang="en-US" altLang="zh-CN" sz="1400">
                <a:solidFill>
                  <a:schemeClr val="bg1"/>
                </a:solidFill>
              </a:rPr>
              <a:pPr eaLnBrk="1" hangingPunct="1"/>
              <a:t>8</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a:extLst>
              <a:ext uri="{FF2B5EF4-FFF2-40B4-BE49-F238E27FC236}">
                <a16:creationId xmlns:a16="http://schemas.microsoft.com/office/drawing/2014/main" id="{FAF6AD49-5C5A-DFBE-C6BB-E3EBAA4FD7A2}"/>
              </a:ext>
            </a:extLst>
          </p:cNvPr>
          <p:cNvSpPr txBox="1">
            <a:spLocks noChangeArrowheads="1"/>
          </p:cNvSpPr>
          <p:nvPr/>
        </p:nvSpPr>
        <p:spPr bwMode="auto">
          <a:xfrm>
            <a:off x="2057400" y="381001"/>
            <a:ext cx="4800600" cy="525463"/>
          </a:xfrm>
          <a:prstGeom prst="rect">
            <a:avLst/>
          </a:prstGeom>
          <a:noFill/>
          <a:ln w="9525">
            <a:noFill/>
            <a:miter lim="800000"/>
            <a:headEnd/>
            <a:tailEnd/>
          </a:ln>
          <a:effectLst/>
        </p:spPr>
        <p:txBody>
          <a:bodyPr lIns="90000" tIns="46800" rIns="90000" bIns="46800">
            <a:spAutoFit/>
          </a:bodyPr>
          <a:lstStyle/>
          <a:p>
            <a:pPr defTabSz="762000">
              <a:spcBef>
                <a:spcPct val="50000"/>
              </a:spcBef>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以</a:t>
            </a:r>
            <a:r>
              <a:rPr kumimoji="1" lang="en-US" altLang="zh-CN" sz="2800" b="1" dirty="0">
                <a:solidFill>
                  <a:srgbClr val="FF0000"/>
                </a:solidFill>
                <a:effectLst>
                  <a:outerShdw blurRad="38100" dist="38100" dir="2700000" algn="tl">
                    <a:srgbClr val="C0C0C0"/>
                  </a:outerShdw>
                </a:effectLst>
                <a:latin typeface="黑体" pitchFamily="2" charset="-122"/>
                <a:ea typeface="黑体" pitchFamily="2" charset="-122"/>
                <a:cs typeface="Arial" charset="0"/>
              </a:rPr>
              <a:t>TCM</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为核心建立平台信任链</a:t>
            </a:r>
          </a:p>
        </p:txBody>
      </p:sp>
      <p:grpSp>
        <p:nvGrpSpPr>
          <p:cNvPr id="2052" name="Group 3">
            <a:extLst>
              <a:ext uri="{FF2B5EF4-FFF2-40B4-BE49-F238E27FC236}">
                <a16:creationId xmlns:a16="http://schemas.microsoft.com/office/drawing/2014/main" id="{2038D6AC-0B63-0024-CFF8-093F316E2B91}"/>
              </a:ext>
            </a:extLst>
          </p:cNvPr>
          <p:cNvGrpSpPr>
            <a:grpSpLocks/>
          </p:cNvGrpSpPr>
          <p:nvPr/>
        </p:nvGrpSpPr>
        <p:grpSpPr bwMode="auto">
          <a:xfrm>
            <a:off x="1981200" y="1447800"/>
            <a:ext cx="8229600" cy="4800600"/>
            <a:chOff x="480" y="1152"/>
            <a:chExt cx="5184" cy="3024"/>
          </a:xfrm>
        </p:grpSpPr>
        <p:graphicFrame>
          <p:nvGraphicFramePr>
            <p:cNvPr id="2050" name="Object 4">
              <a:extLst>
                <a:ext uri="{FF2B5EF4-FFF2-40B4-BE49-F238E27FC236}">
                  <a16:creationId xmlns:a16="http://schemas.microsoft.com/office/drawing/2014/main" id="{152D7E4D-E95B-E09E-4040-1FD001ED33C9}"/>
                </a:ext>
              </a:extLst>
            </p:cNvPr>
            <p:cNvGraphicFramePr>
              <a:graphicFrameLocks noChangeAspect="1"/>
            </p:cNvGraphicFramePr>
            <p:nvPr/>
          </p:nvGraphicFramePr>
          <p:xfrm>
            <a:off x="480" y="1152"/>
            <a:ext cx="5184" cy="3024"/>
          </p:xfrm>
          <a:graphic>
            <a:graphicData uri="http://schemas.openxmlformats.org/presentationml/2006/ole">
              <mc:AlternateContent xmlns:mc="http://schemas.openxmlformats.org/markup-compatibility/2006">
                <mc:Choice xmlns:v="urn:schemas-microsoft-com:vml" Requires="v">
                  <p:oleObj name="位图图像" r:id="rId2" imgW="6504762" imgH="3666667" progId="PBrush">
                    <p:embed/>
                  </p:oleObj>
                </mc:Choice>
                <mc:Fallback>
                  <p:oleObj name="位图图像" r:id="rId2" imgW="6504762" imgH="3666667" progId="PBrush">
                    <p:embed/>
                    <p:pic>
                      <p:nvPicPr>
                        <p:cNvPr id="2050" name="Object 4">
                          <a:extLst>
                            <a:ext uri="{FF2B5EF4-FFF2-40B4-BE49-F238E27FC236}">
                              <a16:creationId xmlns:a16="http://schemas.microsoft.com/office/drawing/2014/main" id="{152D7E4D-E95B-E09E-4040-1FD001ED33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 y="1152"/>
                          <a:ext cx="5184" cy="3024"/>
                        </a:xfrm>
                        <a:prstGeom prst="rect">
                          <a:avLst/>
                        </a:prstGeom>
                        <a:noFill/>
                        <a:ln>
                          <a:noFill/>
                        </a:ln>
                        <a:effectLst/>
                        <a:extLst>
                          <a:ext uri="{909E8E84-426E-40DD-AFC4-6F175D3DCCD1}">
                            <a14:hiddenFill xmlns:a14="http://schemas.microsoft.com/office/drawing/2010/main">
                              <a:gradFill rotWithShape="0">
                                <a:gsLst>
                                  <a:gs pos="0">
                                    <a:srgbClr val="000080">
                                      <a:gamma/>
                                      <a:tint val="49804"/>
                                      <a:invGamma/>
                                    </a:srgbClr>
                                  </a:gs>
                                  <a:gs pos="50000">
                                    <a:srgbClr val="000080"/>
                                  </a:gs>
                                  <a:gs pos="100000">
                                    <a:srgbClr val="000080">
                                      <a:gamma/>
                                      <a:tint val="49804"/>
                                      <a:invGamma/>
                                    </a:srgbClr>
                                  </a:gs>
                                </a:gsLst>
                                <a:lin ang="189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4" name="Rectangle 5">
              <a:extLst>
                <a:ext uri="{FF2B5EF4-FFF2-40B4-BE49-F238E27FC236}">
                  <a16:creationId xmlns:a16="http://schemas.microsoft.com/office/drawing/2014/main" id="{A166F7DE-CD1C-4AF8-8E6F-980440713FC1}"/>
                </a:ext>
              </a:extLst>
            </p:cNvPr>
            <p:cNvSpPr>
              <a:spLocks noChangeArrowheads="1"/>
            </p:cNvSpPr>
            <p:nvPr/>
          </p:nvSpPr>
          <p:spPr bwMode="auto">
            <a:xfrm>
              <a:off x="2256" y="3120"/>
              <a:ext cx="624" cy="19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t>TCM</a:t>
              </a:r>
            </a:p>
          </p:txBody>
        </p:sp>
      </p:grpSp>
      <p:sp>
        <p:nvSpPr>
          <p:cNvPr id="2053" name="灯片编号占位符 1">
            <a:extLst>
              <a:ext uri="{FF2B5EF4-FFF2-40B4-BE49-F238E27FC236}">
                <a16:creationId xmlns:a16="http://schemas.microsoft.com/office/drawing/2014/main" id="{7D7ADA6B-F189-2BDF-62B3-DBBD5CD178A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F1BFB51B-FE10-461B-B4F1-90EBB979906F}" type="slidenum">
              <a:rPr lang="en-US" altLang="zh-CN" sz="1400">
                <a:solidFill>
                  <a:schemeClr val="bg1"/>
                </a:solidFill>
              </a:rPr>
              <a:pPr eaLnBrk="1" hangingPunct="1"/>
              <a:t>9</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a:extLst>
              <a:ext uri="{FF2B5EF4-FFF2-40B4-BE49-F238E27FC236}">
                <a16:creationId xmlns:a16="http://schemas.microsoft.com/office/drawing/2014/main" id="{7AAE4466-5593-958E-AA9C-69EEAA435F71}"/>
              </a:ext>
            </a:extLst>
          </p:cNvPr>
          <p:cNvSpPr>
            <a:spLocks noChangeArrowheads="1"/>
          </p:cNvSpPr>
          <p:nvPr/>
        </p:nvSpPr>
        <p:spPr bwMode="ltGray">
          <a:xfrm>
            <a:off x="1905000" y="1219200"/>
            <a:ext cx="3276600" cy="4648200"/>
          </a:xfrm>
          <a:prstGeom prst="rect">
            <a:avLst/>
          </a:prstGeom>
          <a:solidFill>
            <a:srgbClr val="FFCC00"/>
          </a:solidFill>
          <a:ln w="12700">
            <a:solidFill>
              <a:schemeClr val="tx2"/>
            </a:solidFill>
            <a:miter lim="800000"/>
            <a:headEnd type="none" w="sm" len="sm"/>
            <a:tailEnd type="none" w="sm" len="sm"/>
          </a:ln>
          <a:effectLst/>
        </p:spPr>
        <p:txBody>
          <a:bodyPr/>
          <a:lstStyle/>
          <a:p>
            <a:pPr algn="ctr">
              <a:defRPr/>
            </a:pPr>
            <a:r>
              <a:rPr lang="zh-CN" altLang="en-US" sz="2000" b="1">
                <a:solidFill>
                  <a:schemeClr val="tx2"/>
                </a:solidFill>
                <a:effectLst>
                  <a:outerShdw blurRad="38100" dist="38100" dir="2700000" algn="tl">
                    <a:srgbClr val="000000"/>
                  </a:outerShdw>
                </a:effectLst>
                <a:latin typeface="Bookman Old Style" pitchFamily="18" charset="0"/>
              </a:rPr>
              <a:t>平台</a:t>
            </a:r>
          </a:p>
        </p:txBody>
      </p:sp>
      <p:sp>
        <p:nvSpPr>
          <p:cNvPr id="278532" name="Rectangle 4">
            <a:extLst>
              <a:ext uri="{FF2B5EF4-FFF2-40B4-BE49-F238E27FC236}">
                <a16:creationId xmlns:a16="http://schemas.microsoft.com/office/drawing/2014/main" id="{08F321D5-51EE-611F-2FD6-5DAFE375A0F2}"/>
              </a:ext>
            </a:extLst>
          </p:cNvPr>
          <p:cNvSpPr>
            <a:spLocks noGrp="1" noChangeArrowheads="1"/>
          </p:cNvSpPr>
          <p:nvPr>
            <p:ph type="body" idx="1"/>
          </p:nvPr>
        </p:nvSpPr>
        <p:spPr>
          <a:xfrm>
            <a:off x="5410200" y="1371600"/>
            <a:ext cx="4876800" cy="5029200"/>
          </a:xfrm>
        </p:spPr>
        <p:txBody>
          <a:bodyPr/>
          <a:lstStyle/>
          <a:p>
            <a:pPr marL="285750" indent="-285750">
              <a:buClr>
                <a:srgbClr val="FF0000"/>
              </a:buClr>
              <a:buFont typeface="Wingdings" pitchFamily="2" charset="2"/>
              <a:buChar char="Ø"/>
              <a:defRPr/>
            </a:pPr>
            <a:r>
              <a:rPr lang="zh-CN" altLang="en-US" sz="1900" b="1" dirty="0">
                <a:latin typeface="宋体" pitchFamily="2" charset="-122"/>
              </a:rPr>
              <a:t>每一个</a:t>
            </a:r>
            <a:r>
              <a:rPr lang="en-US" altLang="zh-CN" sz="1900" b="1" dirty="0">
                <a:latin typeface="宋体" pitchFamily="2" charset="-122"/>
              </a:rPr>
              <a:t>TCM</a:t>
            </a:r>
            <a:r>
              <a:rPr lang="zh-CN" altLang="en-US" sz="1900" b="1" dirty="0">
                <a:latin typeface="宋体" pitchFamily="2" charset="-122"/>
              </a:rPr>
              <a:t>的密码模块密钥</a:t>
            </a:r>
            <a:r>
              <a:rPr lang="en-US" altLang="zh-CN" sz="1900" b="1" dirty="0">
                <a:latin typeface="宋体" pitchFamily="2" charset="-122"/>
              </a:rPr>
              <a:t>EK</a:t>
            </a:r>
            <a:r>
              <a:rPr lang="zh-CN" altLang="en-US" sz="1900" b="1" dirty="0">
                <a:latin typeface="宋体" pitchFamily="2" charset="-122"/>
              </a:rPr>
              <a:t>是唯一的</a:t>
            </a:r>
          </a:p>
          <a:p>
            <a:pPr lvl="1">
              <a:defRPr/>
            </a:pPr>
            <a:r>
              <a:rPr lang="zh-CN" altLang="en-US" b="1" dirty="0">
                <a:solidFill>
                  <a:schemeClr val="accent2">
                    <a:lumMod val="50000"/>
                  </a:schemeClr>
                </a:solidFill>
                <a:latin typeface="+mn-ea"/>
              </a:rPr>
              <a:t>可由</a:t>
            </a:r>
            <a:r>
              <a:rPr lang="en-US" altLang="zh-CN" b="1" dirty="0">
                <a:solidFill>
                  <a:schemeClr val="accent2">
                    <a:lumMod val="50000"/>
                  </a:schemeClr>
                </a:solidFill>
                <a:latin typeface="+mn-ea"/>
              </a:rPr>
              <a:t>…</a:t>
            </a:r>
            <a:r>
              <a:rPr lang="zh-CN" altLang="en-US" b="1" dirty="0">
                <a:solidFill>
                  <a:schemeClr val="accent2">
                    <a:lumMod val="50000"/>
                  </a:schemeClr>
                </a:solidFill>
                <a:latin typeface="+mn-ea"/>
              </a:rPr>
              <a:t>创建</a:t>
            </a:r>
            <a:r>
              <a:rPr lang="en-US" altLang="zh-CN" b="1" dirty="0">
                <a:solidFill>
                  <a:schemeClr val="accent2">
                    <a:lumMod val="50000"/>
                  </a:schemeClr>
                </a:solidFill>
                <a:latin typeface="+mn-ea"/>
              </a:rPr>
              <a:t>:</a:t>
            </a:r>
          </a:p>
          <a:p>
            <a:pPr lvl="2" eaLnBrk="1" hangingPunct="1">
              <a:defRPr/>
            </a:pPr>
            <a:r>
              <a:rPr lang="en-US" altLang="zh-CN" sz="1600" b="1" dirty="0">
                <a:solidFill>
                  <a:schemeClr val="accent2">
                    <a:lumMod val="50000"/>
                  </a:schemeClr>
                </a:solidFill>
                <a:latin typeface="+mn-ea"/>
              </a:rPr>
              <a:t>TCM </a:t>
            </a:r>
            <a:r>
              <a:rPr lang="zh-CN" altLang="en-US" sz="1600" b="1" dirty="0">
                <a:solidFill>
                  <a:schemeClr val="accent2">
                    <a:lumMod val="50000"/>
                  </a:schemeClr>
                </a:solidFill>
                <a:latin typeface="+mn-ea"/>
              </a:rPr>
              <a:t>厂商</a:t>
            </a:r>
          </a:p>
          <a:p>
            <a:pPr lvl="2" eaLnBrk="1" hangingPunct="1">
              <a:defRPr/>
            </a:pPr>
            <a:r>
              <a:rPr lang="zh-CN" altLang="en-US" sz="1600" b="1" dirty="0">
                <a:solidFill>
                  <a:schemeClr val="accent2">
                    <a:lumMod val="50000"/>
                  </a:schemeClr>
                </a:solidFill>
                <a:latin typeface="+mn-ea"/>
              </a:rPr>
              <a:t>平台厂商</a:t>
            </a:r>
          </a:p>
          <a:p>
            <a:pPr lvl="2" eaLnBrk="1" hangingPunct="1">
              <a:defRPr/>
            </a:pPr>
            <a:r>
              <a:rPr lang="zh-CN" altLang="en-US" sz="1600" b="1" dirty="0">
                <a:solidFill>
                  <a:schemeClr val="accent2">
                    <a:lumMod val="50000"/>
                  </a:schemeClr>
                </a:solidFill>
                <a:latin typeface="+mn-ea"/>
              </a:rPr>
              <a:t>最终用户</a:t>
            </a:r>
          </a:p>
          <a:p>
            <a:pPr lvl="1">
              <a:defRPr/>
            </a:pPr>
            <a:endParaRPr lang="zh-CN" altLang="en-US" sz="800" b="1" dirty="0">
              <a:solidFill>
                <a:schemeClr val="accent2">
                  <a:lumMod val="50000"/>
                </a:schemeClr>
              </a:solidFill>
              <a:latin typeface="+mn-ea"/>
            </a:endParaRPr>
          </a:p>
          <a:p>
            <a:pPr lvl="1">
              <a:defRPr/>
            </a:pPr>
            <a:r>
              <a:rPr lang="zh-CN" altLang="en-US" b="1" dirty="0">
                <a:solidFill>
                  <a:schemeClr val="accent2">
                    <a:lumMod val="50000"/>
                  </a:schemeClr>
                </a:solidFill>
                <a:latin typeface="+mn-ea"/>
              </a:rPr>
              <a:t>方法</a:t>
            </a:r>
            <a:r>
              <a:rPr lang="en-US" altLang="zh-CN" b="1" dirty="0">
                <a:solidFill>
                  <a:schemeClr val="accent2">
                    <a:lumMod val="50000"/>
                  </a:schemeClr>
                </a:solidFill>
                <a:latin typeface="+mn-ea"/>
              </a:rPr>
              <a:t>:</a:t>
            </a:r>
          </a:p>
          <a:p>
            <a:pPr lvl="2" eaLnBrk="1" hangingPunct="1">
              <a:defRPr/>
            </a:pPr>
            <a:r>
              <a:rPr lang="zh-CN" altLang="en-US" sz="1600" b="1" dirty="0">
                <a:solidFill>
                  <a:schemeClr val="accent2">
                    <a:lumMod val="50000"/>
                  </a:schemeClr>
                </a:solidFill>
                <a:latin typeface="+mn-ea"/>
              </a:rPr>
              <a:t>事先产生</a:t>
            </a:r>
            <a:endParaRPr lang="en-US" altLang="zh-CN" sz="1600" b="1" dirty="0">
              <a:solidFill>
                <a:schemeClr val="accent2">
                  <a:lumMod val="50000"/>
                </a:schemeClr>
              </a:solidFill>
              <a:latin typeface="+mn-ea"/>
            </a:endParaRPr>
          </a:p>
          <a:p>
            <a:pPr lvl="2" eaLnBrk="1" hangingPunct="1">
              <a:defRPr/>
            </a:pPr>
            <a:r>
              <a:rPr lang="en-US" altLang="zh-CN" sz="1600" b="1" dirty="0">
                <a:solidFill>
                  <a:schemeClr val="accent2">
                    <a:lumMod val="50000"/>
                  </a:schemeClr>
                </a:solidFill>
                <a:latin typeface="+mn-ea"/>
              </a:rPr>
              <a:t>EK</a:t>
            </a:r>
            <a:r>
              <a:rPr lang="zh-CN" altLang="en-US" sz="1600" b="1" dirty="0">
                <a:solidFill>
                  <a:schemeClr val="accent2">
                    <a:lumMod val="50000"/>
                  </a:schemeClr>
                </a:solidFill>
                <a:latin typeface="+mn-ea"/>
              </a:rPr>
              <a:t>绝不能暴露在</a:t>
            </a:r>
            <a:r>
              <a:rPr lang="en-US" altLang="zh-CN" sz="1600" b="1" dirty="0">
                <a:solidFill>
                  <a:schemeClr val="accent2">
                    <a:lumMod val="50000"/>
                  </a:schemeClr>
                </a:solidFill>
                <a:latin typeface="+mn-ea"/>
              </a:rPr>
              <a:t>TCM</a:t>
            </a:r>
            <a:r>
              <a:rPr lang="zh-CN" altLang="en-US" sz="1600" b="1" dirty="0">
                <a:solidFill>
                  <a:schemeClr val="accent2">
                    <a:lumMod val="50000"/>
                  </a:schemeClr>
                </a:solidFill>
                <a:latin typeface="+mn-ea"/>
              </a:rPr>
              <a:t>外</a:t>
            </a:r>
            <a:endParaRPr lang="en-US" altLang="zh-CN" sz="1600" b="1" dirty="0">
              <a:solidFill>
                <a:schemeClr val="accent2">
                  <a:lumMod val="50000"/>
                </a:schemeClr>
              </a:solidFill>
              <a:latin typeface="+mn-ea"/>
            </a:endParaRPr>
          </a:p>
          <a:p>
            <a:pPr lvl="2" eaLnBrk="1" hangingPunct="1">
              <a:lnSpc>
                <a:spcPct val="75000"/>
              </a:lnSpc>
              <a:buFontTx/>
              <a:buNone/>
              <a:defRPr/>
            </a:pPr>
            <a:endParaRPr lang="zh-CN" altLang="en-US" sz="800" b="1" dirty="0">
              <a:latin typeface="+mn-ea"/>
            </a:endParaRPr>
          </a:p>
          <a:p>
            <a:pPr marL="285750" indent="-285750">
              <a:buClr>
                <a:srgbClr val="FF0000"/>
              </a:buClr>
              <a:buFont typeface="Wingdings" pitchFamily="2" charset="2"/>
              <a:buChar char="Ø"/>
              <a:defRPr/>
            </a:pPr>
            <a:r>
              <a:rPr lang="zh-CN" altLang="en-US" sz="1900" b="1" dirty="0">
                <a:latin typeface="宋体" pitchFamily="2" charset="-122"/>
              </a:rPr>
              <a:t>密码模块证书</a:t>
            </a:r>
            <a:r>
              <a:rPr lang="en-US" altLang="zh-CN" sz="1900" b="1" dirty="0">
                <a:latin typeface="宋体" pitchFamily="2" charset="-122"/>
              </a:rPr>
              <a:t>(EK</a:t>
            </a:r>
            <a:r>
              <a:rPr lang="zh-CN" altLang="en-US" sz="1900" b="1" dirty="0">
                <a:latin typeface="宋体" pitchFamily="2" charset="-122"/>
              </a:rPr>
              <a:t>证书</a:t>
            </a:r>
            <a:r>
              <a:rPr lang="en-US" altLang="zh-CN" sz="1900" b="1" dirty="0">
                <a:latin typeface="宋体" pitchFamily="2" charset="-122"/>
              </a:rPr>
              <a:t>)</a:t>
            </a:r>
            <a:r>
              <a:rPr lang="zh-CN" altLang="en-US" sz="1900" b="1" dirty="0">
                <a:latin typeface="宋体" pitchFamily="2" charset="-122"/>
              </a:rPr>
              <a:t>是由可信</a:t>
            </a:r>
            <a:r>
              <a:rPr lang="en-US" altLang="zh-CN" sz="1900" b="1" dirty="0">
                <a:latin typeface="宋体" pitchFamily="2" charset="-122"/>
              </a:rPr>
              <a:t>CA</a:t>
            </a:r>
            <a:r>
              <a:rPr lang="zh-CN" altLang="en-US" sz="1900" b="1" dirty="0">
                <a:latin typeface="宋体" pitchFamily="2" charset="-122"/>
              </a:rPr>
              <a:t>签署的</a:t>
            </a:r>
            <a:r>
              <a:rPr lang="en-US" altLang="zh-CN" sz="1900" b="1" dirty="0">
                <a:latin typeface="宋体" pitchFamily="2" charset="-122"/>
              </a:rPr>
              <a:t>EK</a:t>
            </a:r>
            <a:r>
              <a:rPr lang="zh-CN" altLang="en-US" sz="1900" b="1" dirty="0">
                <a:latin typeface="宋体" pitchFamily="2" charset="-122"/>
              </a:rPr>
              <a:t>公钥证书</a:t>
            </a:r>
            <a:endParaRPr lang="en-US" altLang="zh-CN" sz="1900" b="1" dirty="0">
              <a:latin typeface="宋体" pitchFamily="2" charset="-122"/>
            </a:endParaRPr>
          </a:p>
          <a:p>
            <a:pPr marL="285750" indent="-285750">
              <a:lnSpc>
                <a:spcPct val="75000"/>
              </a:lnSpc>
              <a:buNone/>
              <a:defRPr/>
            </a:pPr>
            <a:endParaRPr lang="en-US" altLang="zh-CN" b="1" dirty="0">
              <a:latin typeface="宋体" pitchFamily="2" charset="-122"/>
            </a:endParaRPr>
          </a:p>
          <a:p>
            <a:pPr marL="285750" indent="-285750">
              <a:buClr>
                <a:srgbClr val="FF0000"/>
              </a:buClr>
              <a:buFont typeface="Wingdings" pitchFamily="2" charset="2"/>
              <a:buChar char="Ø"/>
              <a:defRPr/>
            </a:pPr>
            <a:r>
              <a:rPr lang="zh-CN" altLang="en-US" sz="1900" b="1" dirty="0">
                <a:latin typeface="宋体" pitchFamily="2" charset="-122"/>
              </a:rPr>
              <a:t>平台身份证书是由可信第三方</a:t>
            </a:r>
            <a:r>
              <a:rPr lang="en-US" altLang="zh-CN" sz="1900" b="1" dirty="0">
                <a:latin typeface="宋体" pitchFamily="2" charset="-122"/>
              </a:rPr>
              <a:t>CA</a:t>
            </a:r>
            <a:r>
              <a:rPr lang="zh-CN" altLang="en-US" sz="1900" b="1" dirty="0">
                <a:latin typeface="宋体" pitchFamily="2" charset="-122"/>
              </a:rPr>
              <a:t>签署的平台身份公钥证书</a:t>
            </a:r>
            <a:r>
              <a:rPr lang="en-US" altLang="zh-CN" sz="1900" b="1" dirty="0">
                <a:latin typeface="宋体" pitchFamily="2" charset="-122"/>
              </a:rPr>
              <a:t>(</a:t>
            </a:r>
            <a:r>
              <a:rPr lang="zh-CN" altLang="en-US" sz="1900" b="1" dirty="0">
                <a:latin typeface="宋体" pitchFamily="2" charset="-122"/>
              </a:rPr>
              <a:t>采用我国双证书机制</a:t>
            </a:r>
            <a:r>
              <a:rPr lang="en-US" altLang="zh-CN" sz="1900" b="1" dirty="0">
                <a:latin typeface="宋体" pitchFamily="2" charset="-122"/>
              </a:rPr>
              <a:t>)</a:t>
            </a:r>
            <a:r>
              <a:rPr lang="zh-CN" altLang="en-US" sz="1900" b="1" dirty="0">
                <a:latin typeface="宋体" pitchFamily="2" charset="-122"/>
              </a:rPr>
              <a:t>，针对隐私保护，可以创建若干个平台身份密钥和证书</a:t>
            </a:r>
          </a:p>
          <a:p>
            <a:pPr lvl="1">
              <a:lnSpc>
                <a:spcPct val="75000"/>
              </a:lnSpc>
              <a:buNone/>
              <a:defRPr/>
            </a:pPr>
            <a:endParaRPr lang="zh-CN" altLang="en-US" sz="2000" b="1" dirty="0">
              <a:latin typeface="宋体" pitchFamily="2" charset="-122"/>
            </a:endParaRPr>
          </a:p>
        </p:txBody>
      </p:sp>
      <p:sp>
        <p:nvSpPr>
          <p:cNvPr id="278533" name="Rectangle 5">
            <a:extLst>
              <a:ext uri="{FF2B5EF4-FFF2-40B4-BE49-F238E27FC236}">
                <a16:creationId xmlns:a16="http://schemas.microsoft.com/office/drawing/2014/main" id="{3500C349-CFA7-0C91-16E8-D5CD40597B3B}"/>
              </a:ext>
            </a:extLst>
          </p:cNvPr>
          <p:cNvSpPr>
            <a:spLocks noChangeArrowheads="1"/>
          </p:cNvSpPr>
          <p:nvPr/>
        </p:nvSpPr>
        <p:spPr bwMode="auto">
          <a:xfrm>
            <a:off x="2057400" y="5257800"/>
            <a:ext cx="1371600" cy="452438"/>
          </a:xfrm>
          <a:prstGeom prst="rect">
            <a:avLst/>
          </a:prstGeom>
          <a:gradFill rotWithShape="1">
            <a:gsLst>
              <a:gs pos="0">
                <a:srgbClr val="3366FF"/>
              </a:gs>
              <a:gs pos="100000">
                <a:srgbClr val="3366FF">
                  <a:gamma/>
                  <a:shade val="46275"/>
                  <a:invGamma/>
                </a:srgbClr>
              </a:gs>
            </a:gsLst>
            <a:lin ang="5400000" scaled="1"/>
          </a:gradFill>
          <a:ln w="12700">
            <a:solidFill>
              <a:schemeClr val="hlink"/>
            </a:solidFill>
            <a:miter lim="800000"/>
            <a:headEnd/>
            <a:tailEnd/>
          </a:ln>
          <a:effectLst>
            <a:outerShdw dist="143684" dir="18900000" algn="ctr" rotWithShape="0">
              <a:schemeClr val="bg2">
                <a:alpha val="50000"/>
              </a:schemeClr>
            </a:outerShdw>
          </a:effectLst>
        </p:spPr>
        <p:txBody>
          <a:bodyPr wrap="none" anchor="ctr"/>
          <a:lstStyle/>
          <a:p>
            <a:pPr algn="ctr">
              <a:defRPr/>
            </a:pPr>
            <a:r>
              <a:rPr lang="zh-CN" altLang="en-US" sz="1400" b="1" dirty="0">
                <a:solidFill>
                  <a:schemeClr val="bg1"/>
                </a:solidFill>
              </a:rPr>
              <a:t>密码模块证书</a:t>
            </a:r>
          </a:p>
        </p:txBody>
      </p:sp>
      <p:sp>
        <p:nvSpPr>
          <p:cNvPr id="20485" name="Rectangle 6">
            <a:extLst>
              <a:ext uri="{FF2B5EF4-FFF2-40B4-BE49-F238E27FC236}">
                <a16:creationId xmlns:a16="http://schemas.microsoft.com/office/drawing/2014/main" id="{FE9EF20F-C35D-D389-5C7A-4138A9E02C34}"/>
              </a:ext>
            </a:extLst>
          </p:cNvPr>
          <p:cNvSpPr>
            <a:spLocks noChangeArrowheads="1"/>
          </p:cNvSpPr>
          <p:nvPr/>
        </p:nvSpPr>
        <p:spPr bwMode="ltGray">
          <a:xfrm>
            <a:off x="2111376" y="1633539"/>
            <a:ext cx="2894013" cy="3552825"/>
          </a:xfrm>
          <a:prstGeom prst="rect">
            <a:avLst/>
          </a:prstGeom>
          <a:solidFill>
            <a:srgbClr val="CCFFCC">
              <a:alpha val="78038"/>
            </a:srgbClr>
          </a:solidFill>
          <a:ln w="25400">
            <a:solidFill>
              <a:srgbClr val="969696"/>
            </a:solidFill>
            <a:miter lim="800000"/>
            <a:headEnd type="none" w="sm" len="sm"/>
            <a:tailEnd type="none" w="sm" len="sm"/>
          </a:ln>
        </p:spPr>
        <p:txBody>
          <a:bodyPr wrap="none" lIns="0" tIns="0" rIns="0" b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800" b="1">
                <a:solidFill>
                  <a:schemeClr val="accent2"/>
                </a:solidFill>
                <a:latin typeface="Bookman Old Style" panose="02050604050505020204" pitchFamily="18" charset="0"/>
              </a:rPr>
              <a:t>TCM</a:t>
            </a:r>
          </a:p>
        </p:txBody>
      </p:sp>
      <p:grpSp>
        <p:nvGrpSpPr>
          <p:cNvPr id="20486" name="Group 7">
            <a:extLst>
              <a:ext uri="{FF2B5EF4-FFF2-40B4-BE49-F238E27FC236}">
                <a16:creationId xmlns:a16="http://schemas.microsoft.com/office/drawing/2014/main" id="{E60C3C18-DACA-9C6F-920C-8ABCD048B7FC}"/>
              </a:ext>
            </a:extLst>
          </p:cNvPr>
          <p:cNvGrpSpPr>
            <a:grpSpLocks/>
          </p:cNvGrpSpPr>
          <p:nvPr/>
        </p:nvGrpSpPr>
        <p:grpSpPr bwMode="auto">
          <a:xfrm>
            <a:off x="2503489" y="4046539"/>
            <a:ext cx="2111375" cy="331787"/>
            <a:chOff x="1388" y="2707"/>
            <a:chExt cx="1330" cy="209"/>
          </a:xfrm>
        </p:grpSpPr>
        <p:sp>
          <p:nvSpPr>
            <p:cNvPr id="278536" name="Rectangle 8">
              <a:extLst>
                <a:ext uri="{FF2B5EF4-FFF2-40B4-BE49-F238E27FC236}">
                  <a16:creationId xmlns:a16="http://schemas.microsoft.com/office/drawing/2014/main" id="{25DD8597-BB36-4663-841F-FD0690E86E8B}"/>
                </a:ext>
              </a:extLst>
            </p:cNvPr>
            <p:cNvSpPr>
              <a:spLocks noChangeArrowheads="1"/>
            </p:cNvSpPr>
            <p:nvPr/>
          </p:nvSpPr>
          <p:spPr bwMode="auto">
            <a:xfrm>
              <a:off x="1388" y="2707"/>
              <a:ext cx="628" cy="200"/>
            </a:xfrm>
            <a:prstGeom prst="rect">
              <a:avLst/>
            </a:prstGeom>
            <a:gradFill rotWithShape="1">
              <a:gsLst>
                <a:gs pos="0">
                  <a:srgbClr val="FF6600">
                    <a:alpha val="67999"/>
                  </a:srgbClr>
                </a:gs>
                <a:gs pos="100000">
                  <a:srgbClr val="FF6600">
                    <a:gamma/>
                    <a:shade val="46275"/>
                    <a:invGamma/>
                  </a:srgbClr>
                </a:gs>
              </a:gsLst>
              <a:lin ang="5400000" scaled="1"/>
            </a:gradFill>
            <a:ln w="12700">
              <a:solidFill>
                <a:schemeClr val="hlink"/>
              </a:solidFill>
              <a:miter lim="800000"/>
              <a:headEnd/>
              <a:tailEnd/>
            </a:ln>
            <a:effectLst>
              <a:outerShdw dist="107763" dir="18900000" algn="ctr" rotWithShape="0">
                <a:schemeClr val="bg2">
                  <a:alpha val="50000"/>
                </a:schemeClr>
              </a:outerShdw>
            </a:effectLst>
          </p:spPr>
          <p:txBody>
            <a:bodyPr anchor="ctr">
              <a:spAutoFit/>
            </a:bodyPr>
            <a:lstStyle/>
            <a:p>
              <a:pPr algn="ctr">
                <a:defRPr/>
              </a:pPr>
              <a:r>
                <a:rPr lang="zh-CN" altLang="en-US" sz="1400" b="1" dirty="0"/>
                <a:t>其它密钥</a:t>
              </a:r>
            </a:p>
          </p:txBody>
        </p:sp>
        <p:sp>
          <p:nvSpPr>
            <p:cNvPr id="20499" name="Rectangle 9">
              <a:extLst>
                <a:ext uri="{FF2B5EF4-FFF2-40B4-BE49-F238E27FC236}">
                  <a16:creationId xmlns:a16="http://schemas.microsoft.com/office/drawing/2014/main" id="{CF0CB316-7FF8-39F7-C401-F4B49FCCB844}"/>
                </a:ext>
              </a:extLst>
            </p:cNvPr>
            <p:cNvSpPr>
              <a:spLocks noChangeArrowheads="1"/>
            </p:cNvSpPr>
            <p:nvPr/>
          </p:nvSpPr>
          <p:spPr bwMode="gray">
            <a:xfrm>
              <a:off x="2077" y="2716"/>
              <a:ext cx="641" cy="200"/>
            </a:xfrm>
            <a:prstGeom prst="rect">
              <a:avLst/>
            </a:prstGeom>
            <a:gradFill rotWithShape="1">
              <a:gsLst>
                <a:gs pos="0">
                  <a:srgbClr val="9999FF">
                    <a:alpha val="79999"/>
                  </a:srgbClr>
                </a:gs>
                <a:gs pos="100000">
                  <a:srgbClr val="474776"/>
                </a:gs>
              </a:gsLst>
              <a:lin ang="5400000" scaled="1"/>
            </a:gradFill>
            <a:ln w="9525">
              <a:solidFill>
                <a:schemeClr val="tx1"/>
              </a:solidFill>
              <a:miter lim="800000"/>
              <a:headEnd/>
              <a:tailEnd/>
            </a:ln>
            <a:effectLst>
              <a:prstShdw prst="shdw13" dist="91581" dir="18221404">
                <a:schemeClr val="bg2"/>
              </a:prstShdw>
            </a:effectLst>
          </p:spPr>
          <p:txBody>
            <a:bodyPr wrap="none"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spcBef>
                  <a:spcPct val="50000"/>
                </a:spcBef>
              </a:pPr>
              <a:r>
                <a:rPr lang="en-US" altLang="zh-CN" sz="1600" b="1"/>
                <a:t>PCRs</a:t>
              </a:r>
            </a:p>
          </p:txBody>
        </p:sp>
      </p:grpSp>
      <p:sp>
        <p:nvSpPr>
          <p:cNvPr id="20487" name="Rectangle 10">
            <a:extLst>
              <a:ext uri="{FF2B5EF4-FFF2-40B4-BE49-F238E27FC236}">
                <a16:creationId xmlns:a16="http://schemas.microsoft.com/office/drawing/2014/main" id="{484463C5-43CC-904C-D511-05615B6D3A4A}"/>
              </a:ext>
            </a:extLst>
          </p:cNvPr>
          <p:cNvSpPr>
            <a:spLocks noChangeArrowheads="1"/>
          </p:cNvSpPr>
          <p:nvPr/>
        </p:nvSpPr>
        <p:spPr bwMode="auto">
          <a:xfrm>
            <a:off x="2682876" y="2320926"/>
            <a:ext cx="1812925" cy="625475"/>
          </a:xfrm>
          <a:prstGeom prst="rect">
            <a:avLst/>
          </a:prstGeom>
          <a:gradFill rotWithShape="1">
            <a:gsLst>
              <a:gs pos="0">
                <a:srgbClr val="765E47"/>
              </a:gs>
              <a:gs pos="50000">
                <a:srgbClr val="FFCC99"/>
              </a:gs>
              <a:gs pos="100000">
                <a:srgbClr val="765E47"/>
              </a:gs>
            </a:gsLst>
            <a:lin ang="5400000" scaled="1"/>
          </a:gradFill>
          <a:ln w="12700">
            <a:solidFill>
              <a:schemeClr val="hlink"/>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t>密码模块密钥</a:t>
            </a:r>
            <a:r>
              <a:rPr lang="en-US" altLang="zh-CN" sz="1400" b="1"/>
              <a:t>EK</a:t>
            </a:r>
          </a:p>
          <a:p>
            <a:pPr algn="ctr" eaLnBrk="1" hangingPunct="1"/>
            <a:r>
              <a:rPr lang="en-US" altLang="zh-CN" sz="1200" b="1"/>
              <a:t>Endorsement Key</a:t>
            </a:r>
          </a:p>
        </p:txBody>
      </p:sp>
      <p:sp>
        <p:nvSpPr>
          <p:cNvPr id="20488" name="Rectangle 11">
            <a:extLst>
              <a:ext uri="{FF2B5EF4-FFF2-40B4-BE49-F238E27FC236}">
                <a16:creationId xmlns:a16="http://schemas.microsoft.com/office/drawing/2014/main" id="{5DAF80F0-5C25-BB2E-679A-8F8F719F79B3}"/>
              </a:ext>
            </a:extLst>
          </p:cNvPr>
          <p:cNvSpPr>
            <a:spLocks noChangeArrowheads="1"/>
          </p:cNvSpPr>
          <p:nvPr/>
        </p:nvSpPr>
        <p:spPr bwMode="gray">
          <a:xfrm>
            <a:off x="2759075" y="3200401"/>
            <a:ext cx="1600200" cy="530225"/>
          </a:xfrm>
          <a:prstGeom prst="rect">
            <a:avLst/>
          </a:prstGeom>
          <a:gradFill rotWithShape="1">
            <a:gsLst>
              <a:gs pos="0">
                <a:srgbClr val="762F00"/>
              </a:gs>
              <a:gs pos="50000">
                <a:srgbClr val="FF6600"/>
              </a:gs>
              <a:gs pos="100000">
                <a:srgbClr val="762F00"/>
              </a:gs>
            </a:gsLst>
            <a:lin ang="5400000" scaled="1"/>
          </a:gradFill>
          <a:ln>
            <a:noFill/>
          </a:ln>
          <a:effectLst>
            <a:prstShdw prst="shdw13" dist="99190" dir="18588334">
              <a:schemeClr val="bg2"/>
            </a:prstShdw>
          </a:effectLst>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r>
              <a:rPr lang="zh-CN" altLang="en-US" sz="1400" b="1"/>
              <a:t>平台身份密钥</a:t>
            </a:r>
            <a:endParaRPr lang="en-US" altLang="zh-CN" sz="1400" b="1"/>
          </a:p>
          <a:p>
            <a:pPr algn="ctr"/>
            <a:r>
              <a:rPr lang="en-US" altLang="zh-CN" sz="1200" b="1"/>
              <a:t>Platform ID Key</a:t>
            </a:r>
          </a:p>
        </p:txBody>
      </p:sp>
      <p:sp>
        <p:nvSpPr>
          <p:cNvPr id="20489" name="AutoShape 12">
            <a:extLst>
              <a:ext uri="{FF2B5EF4-FFF2-40B4-BE49-F238E27FC236}">
                <a16:creationId xmlns:a16="http://schemas.microsoft.com/office/drawing/2014/main" id="{2E8AAB1C-E701-4B4F-1F43-1B2EE68B7A2A}"/>
              </a:ext>
            </a:extLst>
          </p:cNvPr>
          <p:cNvSpPr>
            <a:spLocks noChangeArrowheads="1"/>
          </p:cNvSpPr>
          <p:nvPr/>
        </p:nvSpPr>
        <p:spPr bwMode="auto">
          <a:xfrm>
            <a:off x="2667000" y="4772026"/>
            <a:ext cx="1752600" cy="333375"/>
          </a:xfrm>
          <a:prstGeom prst="plus">
            <a:avLst>
              <a:gd name="adj" fmla="val 25000"/>
            </a:avLst>
          </a:prstGeom>
          <a:solidFill>
            <a:srgbClr val="00FFFF">
              <a:alpha val="58038"/>
            </a:srgbClr>
          </a:solidFill>
          <a:ln w="3175">
            <a:solidFill>
              <a:schemeClr val="bg2"/>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t>隐私控制</a:t>
            </a:r>
          </a:p>
        </p:txBody>
      </p:sp>
      <p:grpSp>
        <p:nvGrpSpPr>
          <p:cNvPr id="20490" name="Group 13">
            <a:extLst>
              <a:ext uri="{FF2B5EF4-FFF2-40B4-BE49-F238E27FC236}">
                <a16:creationId xmlns:a16="http://schemas.microsoft.com/office/drawing/2014/main" id="{E960BD32-D6D6-9843-5E4E-B19102287185}"/>
              </a:ext>
            </a:extLst>
          </p:cNvPr>
          <p:cNvGrpSpPr>
            <a:grpSpLocks/>
          </p:cNvGrpSpPr>
          <p:nvPr/>
        </p:nvGrpSpPr>
        <p:grpSpPr bwMode="auto">
          <a:xfrm>
            <a:off x="2370139" y="1997075"/>
            <a:ext cx="2376487" cy="2744788"/>
            <a:chOff x="362" y="1643"/>
            <a:chExt cx="1486" cy="1494"/>
          </a:xfrm>
        </p:grpSpPr>
        <p:sp>
          <p:nvSpPr>
            <p:cNvPr id="20494" name="AutoShape 14">
              <a:extLst>
                <a:ext uri="{FF2B5EF4-FFF2-40B4-BE49-F238E27FC236}">
                  <a16:creationId xmlns:a16="http://schemas.microsoft.com/office/drawing/2014/main" id="{DBDE8F43-CDDF-69F4-D81D-2C7A49913A13}"/>
                </a:ext>
              </a:extLst>
            </p:cNvPr>
            <p:cNvSpPr>
              <a:spLocks/>
            </p:cNvSpPr>
            <p:nvPr/>
          </p:nvSpPr>
          <p:spPr bwMode="auto">
            <a:xfrm rot="5400000">
              <a:off x="1041" y="2331"/>
              <a:ext cx="133" cy="1480"/>
            </a:xfrm>
            <a:prstGeom prst="rightBrace">
              <a:avLst>
                <a:gd name="adj1" fmla="val 92732"/>
                <a:gd name="adj2" fmla="val 50000"/>
              </a:avLst>
            </a:prstGeom>
            <a:noFill/>
            <a:ln w="63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0495" name="AutoShape 15">
              <a:extLst>
                <a:ext uri="{FF2B5EF4-FFF2-40B4-BE49-F238E27FC236}">
                  <a16:creationId xmlns:a16="http://schemas.microsoft.com/office/drawing/2014/main" id="{4F4471F3-5E2D-6554-E688-80CF751835FE}"/>
                </a:ext>
              </a:extLst>
            </p:cNvPr>
            <p:cNvSpPr>
              <a:spLocks/>
            </p:cNvSpPr>
            <p:nvPr/>
          </p:nvSpPr>
          <p:spPr bwMode="auto">
            <a:xfrm rot="5400000" flipH="1" flipV="1">
              <a:off x="1041" y="970"/>
              <a:ext cx="133" cy="1480"/>
            </a:xfrm>
            <a:prstGeom prst="rightBrace">
              <a:avLst>
                <a:gd name="adj1" fmla="val 92732"/>
                <a:gd name="adj2" fmla="val 50000"/>
              </a:avLst>
            </a:prstGeom>
            <a:noFill/>
            <a:ln w="63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0496" name="Line 16">
              <a:extLst>
                <a:ext uri="{FF2B5EF4-FFF2-40B4-BE49-F238E27FC236}">
                  <a16:creationId xmlns:a16="http://schemas.microsoft.com/office/drawing/2014/main" id="{38454233-5732-44F0-57C3-8795CC1D06B1}"/>
                </a:ext>
              </a:extLst>
            </p:cNvPr>
            <p:cNvSpPr>
              <a:spLocks noChangeShapeType="1"/>
            </p:cNvSpPr>
            <p:nvPr/>
          </p:nvSpPr>
          <p:spPr bwMode="auto">
            <a:xfrm>
              <a:off x="362" y="1776"/>
              <a:ext cx="0" cy="1247"/>
            </a:xfrm>
            <a:prstGeom prst="line">
              <a:avLst/>
            </a:prstGeom>
            <a:noFill/>
            <a:ln w="6350">
              <a:solidFill>
                <a:srgbClr val="0000FF"/>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20497" name="Line 17">
              <a:extLst>
                <a:ext uri="{FF2B5EF4-FFF2-40B4-BE49-F238E27FC236}">
                  <a16:creationId xmlns:a16="http://schemas.microsoft.com/office/drawing/2014/main" id="{8B0565DF-B854-6AB9-5418-75C011782D46}"/>
                </a:ext>
              </a:extLst>
            </p:cNvPr>
            <p:cNvSpPr>
              <a:spLocks noChangeShapeType="1"/>
            </p:cNvSpPr>
            <p:nvPr/>
          </p:nvSpPr>
          <p:spPr bwMode="auto">
            <a:xfrm>
              <a:off x="1848" y="1757"/>
              <a:ext cx="0" cy="1247"/>
            </a:xfrm>
            <a:prstGeom prst="line">
              <a:avLst/>
            </a:prstGeom>
            <a:noFill/>
            <a:ln w="6350">
              <a:solidFill>
                <a:srgbClr val="0000FF"/>
              </a:solidFill>
              <a:round/>
              <a:headEnd/>
              <a:tailEnd/>
            </a:ln>
            <a:extLst>
              <a:ext uri="{909E8E84-426E-40DD-AFC4-6F175D3DCCD1}">
                <a14:hiddenFill xmlns:a14="http://schemas.microsoft.com/office/drawing/2010/main">
                  <a:noFill/>
                </a14:hiddenFill>
              </a:ext>
            </a:extLst>
          </p:spPr>
          <p:txBody>
            <a:bodyPr anchor="ctr"/>
            <a:lstStyle/>
            <a:p>
              <a:endParaRPr lang="zh-CN" altLang="en-US"/>
            </a:p>
          </p:txBody>
        </p:sp>
      </p:grpSp>
      <p:sp>
        <p:nvSpPr>
          <p:cNvPr id="278546" name="Rectangle 18">
            <a:extLst>
              <a:ext uri="{FF2B5EF4-FFF2-40B4-BE49-F238E27FC236}">
                <a16:creationId xmlns:a16="http://schemas.microsoft.com/office/drawing/2014/main" id="{B1D37AE9-471A-5EF3-0A24-23CE28D160A5}"/>
              </a:ext>
            </a:extLst>
          </p:cNvPr>
          <p:cNvSpPr>
            <a:spLocks noChangeArrowheads="1"/>
          </p:cNvSpPr>
          <p:nvPr/>
        </p:nvSpPr>
        <p:spPr bwMode="auto">
          <a:xfrm>
            <a:off x="3600450" y="5262564"/>
            <a:ext cx="1428750" cy="452437"/>
          </a:xfrm>
          <a:prstGeom prst="rect">
            <a:avLst/>
          </a:prstGeom>
          <a:gradFill rotWithShape="1">
            <a:gsLst>
              <a:gs pos="0">
                <a:srgbClr val="3366FF"/>
              </a:gs>
              <a:gs pos="100000">
                <a:srgbClr val="3366FF">
                  <a:gamma/>
                  <a:shade val="46275"/>
                  <a:invGamma/>
                </a:srgbClr>
              </a:gs>
            </a:gsLst>
            <a:lin ang="5400000" scaled="1"/>
          </a:gradFill>
          <a:ln w="12700">
            <a:solidFill>
              <a:schemeClr val="hlink"/>
            </a:solidFill>
            <a:miter lim="800000"/>
            <a:headEnd/>
            <a:tailEnd/>
          </a:ln>
          <a:effectLst>
            <a:outerShdw dist="143684" dir="18900000" algn="ctr" rotWithShape="0">
              <a:schemeClr val="bg2">
                <a:alpha val="50000"/>
              </a:schemeClr>
            </a:outerShdw>
          </a:effectLst>
        </p:spPr>
        <p:txBody>
          <a:bodyPr wrap="none" anchor="ctr"/>
          <a:lstStyle/>
          <a:p>
            <a:pPr algn="ctr">
              <a:defRPr/>
            </a:pPr>
            <a:r>
              <a:rPr lang="zh-CN" altLang="en-US" sz="1400" b="1" dirty="0">
                <a:solidFill>
                  <a:schemeClr val="bg1"/>
                </a:solidFill>
              </a:rPr>
              <a:t>平台身份证书</a:t>
            </a:r>
            <a:endParaRPr lang="en-US" altLang="zh-CN" sz="900" b="1" dirty="0">
              <a:solidFill>
                <a:schemeClr val="bg1"/>
              </a:solidFill>
            </a:endParaRPr>
          </a:p>
        </p:txBody>
      </p:sp>
      <p:sp>
        <p:nvSpPr>
          <p:cNvPr id="21" name="Text Box 2">
            <a:extLst>
              <a:ext uri="{FF2B5EF4-FFF2-40B4-BE49-F238E27FC236}">
                <a16:creationId xmlns:a16="http://schemas.microsoft.com/office/drawing/2014/main" id="{DC5D6D96-A094-49D6-A14A-72F304084006}"/>
              </a:ext>
            </a:extLst>
          </p:cNvPr>
          <p:cNvSpPr txBox="1">
            <a:spLocks noChangeArrowheads="1"/>
          </p:cNvSpPr>
          <p:nvPr/>
        </p:nvSpPr>
        <p:spPr bwMode="auto">
          <a:xfrm>
            <a:off x="1905000" y="304801"/>
            <a:ext cx="5410200" cy="525463"/>
          </a:xfrm>
          <a:prstGeom prst="rect">
            <a:avLst/>
          </a:prstGeom>
          <a:noFill/>
          <a:ln w="9525">
            <a:noFill/>
            <a:miter lim="800000"/>
            <a:headEnd/>
            <a:tailEnd/>
          </a:ln>
          <a:effectLst/>
        </p:spPr>
        <p:txBody>
          <a:bodyPr lIns="90000" tIns="46800" rIns="90000" bIns="46800">
            <a:spAutoFit/>
          </a:bodyPr>
          <a:lstStyle/>
          <a:p>
            <a:pPr defTabSz="762000">
              <a:spcBef>
                <a:spcPct val="50000"/>
              </a:spcBef>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由</a:t>
            </a:r>
            <a:r>
              <a:rPr kumimoji="1" lang="en-US" altLang="zh-CN" sz="2800" b="1" dirty="0">
                <a:solidFill>
                  <a:srgbClr val="FF0000"/>
                </a:solidFill>
                <a:effectLst>
                  <a:outerShdw blurRad="38100" dist="38100" dir="2700000" algn="tl">
                    <a:srgbClr val="C0C0C0"/>
                  </a:outerShdw>
                </a:effectLst>
                <a:latin typeface="黑体" pitchFamily="2" charset="-122"/>
                <a:ea typeface="黑体" pitchFamily="2" charset="-122"/>
                <a:cs typeface="Arial" charset="0"/>
              </a:rPr>
              <a:t>TCM</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构建身份标识表征平台身份</a:t>
            </a:r>
          </a:p>
        </p:txBody>
      </p:sp>
      <p:sp>
        <p:nvSpPr>
          <p:cNvPr id="20493" name="灯片编号占位符 1">
            <a:extLst>
              <a:ext uri="{FF2B5EF4-FFF2-40B4-BE49-F238E27FC236}">
                <a16:creationId xmlns:a16="http://schemas.microsoft.com/office/drawing/2014/main" id="{55396791-6544-E176-209E-B4CD15DB345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5144462F-7D34-4789-89CE-0BC8E946AE36}" type="slidenum">
              <a:rPr lang="en-US" altLang="zh-CN" sz="1400">
                <a:solidFill>
                  <a:schemeClr val="bg1"/>
                </a:solidFill>
              </a:rPr>
              <a:pPr eaLnBrk="1" hangingPunct="1"/>
              <a:t>10</a:t>
            </a:fld>
            <a:endParaRPr lang="en-US" altLang="zh-CN" sz="1400">
              <a:solidFill>
                <a:schemeClr val="bg1"/>
              </a:solidFill>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a:extLst>
              <a:ext uri="{FF2B5EF4-FFF2-40B4-BE49-F238E27FC236}">
                <a16:creationId xmlns:a16="http://schemas.microsoft.com/office/drawing/2014/main" id="{F1050575-D511-27D2-3B71-16CEBB978142}"/>
              </a:ext>
            </a:extLst>
          </p:cNvPr>
          <p:cNvSpPr>
            <a:spLocks noChangeArrowheads="1"/>
          </p:cNvSpPr>
          <p:nvPr/>
        </p:nvSpPr>
        <p:spPr bwMode="ltGray">
          <a:xfrm>
            <a:off x="1905000" y="1549400"/>
            <a:ext cx="2133600" cy="2819400"/>
          </a:xfrm>
          <a:prstGeom prst="rect">
            <a:avLst/>
          </a:prstGeom>
          <a:solidFill>
            <a:srgbClr val="CCFFCC"/>
          </a:solidFill>
          <a:ln w="25400">
            <a:solidFill>
              <a:srgbClr val="969696"/>
            </a:solidFill>
            <a:miter lim="800000"/>
            <a:headEnd type="none" w="sm" len="sm"/>
            <a:tailEnd type="none" w="sm" len="sm"/>
          </a:ln>
        </p:spPr>
        <p:txBody>
          <a:bodyPr wrap="none" lIns="0" r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spcBef>
                <a:spcPct val="50000"/>
              </a:spcBef>
            </a:pPr>
            <a:r>
              <a:rPr lang="en-US" altLang="zh-CN" sz="1800" b="1">
                <a:cs typeface="Arial" panose="020B0604020202020204" pitchFamily="34" charset="0"/>
              </a:rPr>
              <a:t>TCM</a:t>
            </a:r>
          </a:p>
        </p:txBody>
      </p:sp>
      <p:sp>
        <p:nvSpPr>
          <p:cNvPr id="21507" name="Rectangle 5">
            <a:extLst>
              <a:ext uri="{FF2B5EF4-FFF2-40B4-BE49-F238E27FC236}">
                <a16:creationId xmlns:a16="http://schemas.microsoft.com/office/drawing/2014/main" id="{21A153F0-BA87-9A22-5878-44FBB0F66E1B}"/>
              </a:ext>
            </a:extLst>
          </p:cNvPr>
          <p:cNvSpPr>
            <a:spLocks noChangeArrowheads="1"/>
          </p:cNvSpPr>
          <p:nvPr/>
        </p:nvSpPr>
        <p:spPr bwMode="auto">
          <a:xfrm>
            <a:off x="2057401" y="2463800"/>
            <a:ext cx="1801813" cy="349250"/>
          </a:xfrm>
          <a:prstGeom prst="rect">
            <a:avLst/>
          </a:prstGeom>
          <a:solidFill>
            <a:srgbClr val="FF6600"/>
          </a:solidFill>
          <a:ln w="12700">
            <a:solidFill>
              <a:schemeClr val="hlink"/>
            </a:solidFill>
            <a:miter lim="800000"/>
            <a:headEnd/>
            <a:tailEnd/>
          </a:ln>
        </p:spPr>
        <p:txBody>
          <a:bodyPr anchor="ct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latin typeface="Book Antiqua" panose="02040602050305030304" pitchFamily="18" charset="0"/>
                <a:cs typeface="Arial" panose="020B0604020202020204" pitchFamily="34" charset="0"/>
              </a:rPr>
              <a:t>存储密钥</a:t>
            </a:r>
            <a:r>
              <a:rPr lang="en-US" altLang="zh-CN" sz="1600" b="1">
                <a:latin typeface="Book Antiqua" panose="02040602050305030304" pitchFamily="18" charset="0"/>
                <a:cs typeface="Arial" panose="020B0604020202020204" pitchFamily="34" charset="0"/>
              </a:rPr>
              <a:t>(SK)</a:t>
            </a:r>
          </a:p>
        </p:txBody>
      </p:sp>
      <p:sp>
        <p:nvSpPr>
          <p:cNvPr id="21508" name="Rectangle 6">
            <a:extLst>
              <a:ext uri="{FF2B5EF4-FFF2-40B4-BE49-F238E27FC236}">
                <a16:creationId xmlns:a16="http://schemas.microsoft.com/office/drawing/2014/main" id="{4748C902-D5FD-42FC-6C62-2F0406808937}"/>
              </a:ext>
            </a:extLst>
          </p:cNvPr>
          <p:cNvSpPr>
            <a:spLocks noChangeArrowheads="1"/>
          </p:cNvSpPr>
          <p:nvPr/>
        </p:nvSpPr>
        <p:spPr bwMode="auto">
          <a:xfrm>
            <a:off x="2084388" y="1939925"/>
            <a:ext cx="1801812" cy="349250"/>
          </a:xfrm>
          <a:prstGeom prst="rect">
            <a:avLst/>
          </a:prstGeom>
          <a:solidFill>
            <a:srgbClr val="FFCC99"/>
          </a:solidFill>
          <a:ln w="12700">
            <a:solidFill>
              <a:schemeClr val="hlink"/>
            </a:solidFill>
            <a:miter lim="800000"/>
            <a:headEnd/>
            <a:tailEnd/>
          </a:ln>
        </p:spPr>
        <p:txBody>
          <a:bodyPr anchor="ct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solidFill>
                  <a:schemeClr val="tx2"/>
                </a:solidFill>
                <a:latin typeface="Book Antiqua" panose="02040602050305030304" pitchFamily="18" charset="0"/>
                <a:cs typeface="Arial" panose="020B0604020202020204" pitchFamily="34" charset="0"/>
              </a:rPr>
              <a:t>SMK(</a:t>
            </a:r>
            <a:r>
              <a:rPr lang="zh-CN" altLang="en-US" sz="1600" b="1">
                <a:solidFill>
                  <a:schemeClr val="tx2"/>
                </a:solidFill>
                <a:latin typeface="Book Antiqua" panose="02040602050305030304" pitchFamily="18" charset="0"/>
                <a:cs typeface="Arial" panose="020B0604020202020204" pitchFamily="34" charset="0"/>
              </a:rPr>
              <a:t>存储主密钥</a:t>
            </a:r>
            <a:r>
              <a:rPr lang="en-US" altLang="zh-CN" sz="1600" b="1">
                <a:solidFill>
                  <a:schemeClr val="tx2"/>
                </a:solidFill>
                <a:latin typeface="Book Antiqua" panose="02040602050305030304" pitchFamily="18" charset="0"/>
                <a:cs typeface="Arial" panose="020B0604020202020204" pitchFamily="34" charset="0"/>
              </a:rPr>
              <a:t>)</a:t>
            </a:r>
          </a:p>
        </p:txBody>
      </p:sp>
      <p:sp>
        <p:nvSpPr>
          <p:cNvPr id="6" name="Rectangle 7">
            <a:extLst>
              <a:ext uri="{FF2B5EF4-FFF2-40B4-BE49-F238E27FC236}">
                <a16:creationId xmlns:a16="http://schemas.microsoft.com/office/drawing/2014/main" id="{629A5AF7-4561-735F-9CD9-E7C572A7F950}"/>
              </a:ext>
            </a:extLst>
          </p:cNvPr>
          <p:cNvSpPr txBox="1">
            <a:spLocks noChangeArrowheads="1"/>
          </p:cNvSpPr>
          <p:nvPr/>
        </p:nvSpPr>
        <p:spPr>
          <a:xfrm>
            <a:off x="1752600" y="304800"/>
            <a:ext cx="6705600" cy="533400"/>
          </a:xfrm>
          <a:prstGeom prst="rect">
            <a:avLst/>
          </a:prstGeom>
        </p:spPr>
        <p:txBody>
          <a:bodyPr anchor="b"/>
          <a:lstStyle/>
          <a:p>
            <a:pPr>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由</a:t>
            </a:r>
            <a:r>
              <a:rPr kumimoji="1" lang="en-US" altLang="zh-CN" sz="2800" b="1" dirty="0">
                <a:solidFill>
                  <a:srgbClr val="FF0000"/>
                </a:solidFill>
                <a:effectLst>
                  <a:outerShdw blurRad="38100" dist="38100" dir="2700000" algn="tl">
                    <a:srgbClr val="C0C0C0"/>
                  </a:outerShdw>
                </a:effectLst>
                <a:latin typeface="黑体" pitchFamily="2" charset="-122"/>
                <a:ea typeface="黑体" pitchFamily="2" charset="-122"/>
                <a:cs typeface="Arial" charset="0"/>
              </a:rPr>
              <a:t>TCM</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建立“数据密封”保护形式</a:t>
            </a:r>
          </a:p>
        </p:txBody>
      </p:sp>
      <p:sp>
        <p:nvSpPr>
          <p:cNvPr id="7" name="Rectangle 8">
            <a:extLst>
              <a:ext uri="{FF2B5EF4-FFF2-40B4-BE49-F238E27FC236}">
                <a16:creationId xmlns:a16="http://schemas.microsoft.com/office/drawing/2014/main" id="{54BACC7F-7160-C68A-41C3-9FC5BF69715F}"/>
              </a:ext>
            </a:extLst>
          </p:cNvPr>
          <p:cNvSpPr txBox="1">
            <a:spLocks noChangeArrowheads="1"/>
          </p:cNvSpPr>
          <p:nvPr/>
        </p:nvSpPr>
        <p:spPr>
          <a:xfrm>
            <a:off x="1828800" y="5257800"/>
            <a:ext cx="3810000" cy="1295400"/>
          </a:xfrm>
          <a:prstGeom prst="rect">
            <a:avLst/>
          </a:prstGeom>
        </p:spPr>
        <p:txBody>
          <a:bodyPr/>
          <a:lstStyle/>
          <a:p>
            <a:pPr marL="179388" indent="-179388">
              <a:spcBef>
                <a:spcPct val="20000"/>
              </a:spcBef>
              <a:buFont typeface="Arial" pitchFamily="34" charset="0"/>
              <a:buChar char="•"/>
              <a:defRPr/>
            </a:pPr>
            <a:r>
              <a:rPr lang="zh-CN" altLang="en-US" sz="1400" b="1" kern="0" dirty="0"/>
              <a:t>把数据和存储密钥的授权信息发送给</a:t>
            </a:r>
            <a:r>
              <a:rPr lang="en-US" altLang="zh-CN" sz="1400" b="1" kern="0" dirty="0"/>
              <a:t>TCM</a:t>
            </a:r>
          </a:p>
          <a:p>
            <a:pPr marL="179388" indent="-179388">
              <a:spcBef>
                <a:spcPct val="20000"/>
              </a:spcBef>
              <a:buFont typeface="Arial" pitchFamily="34" charset="0"/>
              <a:buChar char="•"/>
              <a:defRPr/>
            </a:pPr>
            <a:r>
              <a:rPr lang="zh-CN" altLang="en-US" sz="1400" b="1" kern="0" dirty="0"/>
              <a:t>同时包含启封过程要使用的</a:t>
            </a:r>
            <a:r>
              <a:rPr lang="en-US" altLang="zh-CN" sz="1400" b="1" kern="0" dirty="0"/>
              <a:t>PCR</a:t>
            </a:r>
            <a:r>
              <a:rPr lang="zh-CN" altLang="en-US" sz="1400" b="1" kern="0" dirty="0"/>
              <a:t>值</a:t>
            </a:r>
          </a:p>
          <a:p>
            <a:pPr marL="179388" indent="-179388">
              <a:spcBef>
                <a:spcPct val="20000"/>
              </a:spcBef>
              <a:buFont typeface="Arial" pitchFamily="34" charset="0"/>
              <a:buChar char="•"/>
              <a:defRPr/>
            </a:pPr>
            <a:r>
              <a:rPr lang="en-US" altLang="zh-CN" sz="1400" b="1" kern="0" dirty="0"/>
              <a:t>TCM </a:t>
            </a:r>
            <a:r>
              <a:rPr lang="zh-CN" altLang="en-US" sz="1400" b="1" kern="0" dirty="0"/>
              <a:t>对数据加密并密封成一数据块</a:t>
            </a:r>
          </a:p>
          <a:p>
            <a:pPr marL="449263" lvl="1" indent="-88900">
              <a:spcBef>
                <a:spcPct val="20000"/>
              </a:spcBef>
              <a:buFont typeface="Wingdings" pitchFamily="2" charset="2"/>
              <a:buChar char="ü"/>
              <a:defRPr/>
            </a:pPr>
            <a:r>
              <a:rPr lang="zh-CN" altLang="en-US" sz="1200" b="1" kern="0" dirty="0">
                <a:solidFill>
                  <a:srgbClr val="3333CC"/>
                </a:solidFill>
              </a:rPr>
              <a:t>包含要求的</a:t>
            </a:r>
            <a:r>
              <a:rPr lang="en-US" altLang="zh-CN" sz="1200" b="1" kern="0" dirty="0">
                <a:solidFill>
                  <a:srgbClr val="3333CC"/>
                </a:solidFill>
              </a:rPr>
              <a:t>PCR</a:t>
            </a:r>
            <a:r>
              <a:rPr lang="zh-CN" altLang="en-US" sz="1200" b="1" kern="0" dirty="0">
                <a:solidFill>
                  <a:srgbClr val="3333CC"/>
                </a:solidFill>
              </a:rPr>
              <a:t>值</a:t>
            </a:r>
          </a:p>
          <a:p>
            <a:pPr marL="179388" indent="-179388">
              <a:spcBef>
                <a:spcPct val="20000"/>
              </a:spcBef>
              <a:buFont typeface="Arial" pitchFamily="34" charset="0"/>
              <a:buChar char="•"/>
              <a:defRPr/>
            </a:pPr>
            <a:r>
              <a:rPr lang="zh-CN" altLang="en-US" sz="1400" b="1" kern="0" dirty="0"/>
              <a:t>密封后的数据块存储到</a:t>
            </a:r>
            <a:r>
              <a:rPr lang="en-US" altLang="zh-CN" sz="1400" b="1" kern="0" dirty="0"/>
              <a:t>TCM</a:t>
            </a:r>
            <a:r>
              <a:rPr lang="zh-CN" altLang="en-US" sz="1400" b="1" kern="0" dirty="0"/>
              <a:t>之外</a:t>
            </a:r>
          </a:p>
        </p:txBody>
      </p:sp>
      <p:sp>
        <p:nvSpPr>
          <p:cNvPr id="21511" name="AutoShape 9">
            <a:extLst>
              <a:ext uri="{FF2B5EF4-FFF2-40B4-BE49-F238E27FC236}">
                <a16:creationId xmlns:a16="http://schemas.microsoft.com/office/drawing/2014/main" id="{72CC001B-4402-9589-8043-621E934B8FB2}"/>
              </a:ext>
            </a:extLst>
          </p:cNvPr>
          <p:cNvSpPr>
            <a:spLocks noChangeArrowheads="1"/>
          </p:cNvSpPr>
          <p:nvPr/>
        </p:nvSpPr>
        <p:spPr bwMode="gray">
          <a:xfrm>
            <a:off x="4267201" y="3746500"/>
            <a:ext cx="1420813" cy="1358900"/>
          </a:xfrm>
          <a:prstGeom prst="can">
            <a:avLst>
              <a:gd name="adj" fmla="val 25000"/>
            </a:avLst>
          </a:prstGeom>
          <a:solidFill>
            <a:srgbClr val="B0ACB2">
              <a:alpha val="50195"/>
            </a:srgbClr>
          </a:solidFill>
          <a:ln w="9525">
            <a:solidFill>
              <a:schemeClr val="tx1"/>
            </a:solidFill>
            <a:round/>
            <a:headEnd/>
            <a:tailEnd/>
          </a:ln>
        </p:spPr>
        <p:txBody>
          <a:bodyPr wrap="none" lIns="0" tIns="72000" rIns="0" b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spcBef>
                <a:spcPct val="50000"/>
              </a:spcBef>
            </a:pPr>
            <a:r>
              <a:rPr lang="zh-CN" altLang="en-US" sz="1400" b="1">
                <a:solidFill>
                  <a:schemeClr val="tx2"/>
                </a:solidFill>
                <a:cs typeface="Arial" panose="020B0604020202020204" pitchFamily="34" charset="0"/>
              </a:rPr>
              <a:t>本地存储器</a:t>
            </a:r>
          </a:p>
        </p:txBody>
      </p:sp>
      <p:sp>
        <p:nvSpPr>
          <p:cNvPr id="9" name="AutoShape 10">
            <a:extLst>
              <a:ext uri="{FF2B5EF4-FFF2-40B4-BE49-F238E27FC236}">
                <a16:creationId xmlns:a16="http://schemas.microsoft.com/office/drawing/2014/main" id="{D131D168-5937-13B6-B0AF-CBEBA16DED0D}"/>
              </a:ext>
            </a:extLst>
          </p:cNvPr>
          <p:cNvSpPr>
            <a:spLocks noChangeArrowheads="1"/>
          </p:cNvSpPr>
          <p:nvPr/>
        </p:nvSpPr>
        <p:spPr bwMode="gray">
          <a:xfrm>
            <a:off x="4419600" y="4508500"/>
            <a:ext cx="1150938" cy="527050"/>
          </a:xfrm>
          <a:prstGeom prst="octagon">
            <a:avLst>
              <a:gd name="adj" fmla="val 29287"/>
            </a:avLst>
          </a:prstGeom>
          <a:solidFill>
            <a:schemeClr val="bg2"/>
          </a:solidFill>
          <a:ln w="9525">
            <a:solidFill>
              <a:schemeClr val="tx1"/>
            </a:solidFill>
            <a:miter lim="800000"/>
            <a:headEnd/>
            <a:tailEnd/>
          </a:ln>
        </p:spPr>
        <p:txBody>
          <a:bodyPr wrap="none"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spcBef>
                <a:spcPct val="50000"/>
              </a:spcBef>
            </a:pPr>
            <a:r>
              <a:rPr lang="zh-CN" altLang="en-US" sz="1400" b="1">
                <a:cs typeface="Arial" panose="020B0604020202020204" pitchFamily="34" charset="0"/>
              </a:rPr>
              <a:t>密封的</a:t>
            </a:r>
            <a:br>
              <a:rPr lang="zh-CN" altLang="en-US" sz="1400" b="1">
                <a:cs typeface="Arial" panose="020B0604020202020204" pitchFamily="34" charset="0"/>
              </a:rPr>
            </a:br>
            <a:r>
              <a:rPr lang="zh-CN" altLang="en-US" sz="1400" b="1">
                <a:cs typeface="Arial" panose="020B0604020202020204" pitchFamily="34" charset="0"/>
              </a:rPr>
              <a:t>数据</a:t>
            </a:r>
          </a:p>
        </p:txBody>
      </p:sp>
      <p:sp>
        <p:nvSpPr>
          <p:cNvPr id="12" name="AutoShape 13">
            <a:extLst>
              <a:ext uri="{FF2B5EF4-FFF2-40B4-BE49-F238E27FC236}">
                <a16:creationId xmlns:a16="http://schemas.microsoft.com/office/drawing/2014/main" id="{22CD71E2-D276-BFCE-0360-8C574611A70A}"/>
              </a:ext>
            </a:extLst>
          </p:cNvPr>
          <p:cNvSpPr>
            <a:spLocks noChangeArrowheads="1"/>
          </p:cNvSpPr>
          <p:nvPr/>
        </p:nvSpPr>
        <p:spPr bwMode="gray">
          <a:xfrm>
            <a:off x="4402139" y="1549400"/>
            <a:ext cx="1074737" cy="527050"/>
          </a:xfrm>
          <a:prstGeom prst="octagon">
            <a:avLst>
              <a:gd name="adj" fmla="val 29287"/>
            </a:avLst>
          </a:prstGeom>
          <a:ln>
            <a:noFill/>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wrap="none" lIns="0" tIns="0" rIns="0" bIns="0" anchor="ctr"/>
          <a:lstStyle/>
          <a:p>
            <a:pPr algn="ctr" eaLnBrk="0" hangingPunct="0">
              <a:spcBef>
                <a:spcPct val="50000"/>
              </a:spcBef>
              <a:defRPr/>
            </a:pPr>
            <a:r>
              <a:rPr lang="zh-CN" altLang="en-US" sz="1400" b="1" dirty="0">
                <a:solidFill>
                  <a:schemeClr val="bg1"/>
                </a:solidFill>
                <a:cs typeface="Arial" pitchFamily="34" charset="0"/>
              </a:rPr>
              <a:t>数据</a:t>
            </a:r>
          </a:p>
        </p:txBody>
      </p:sp>
      <p:cxnSp>
        <p:nvCxnSpPr>
          <p:cNvPr id="13" name="AutoShape 14">
            <a:extLst>
              <a:ext uri="{FF2B5EF4-FFF2-40B4-BE49-F238E27FC236}">
                <a16:creationId xmlns:a16="http://schemas.microsoft.com/office/drawing/2014/main" id="{5F29C4E9-0474-49D8-AA99-161A63B8079B}"/>
              </a:ext>
            </a:extLst>
          </p:cNvPr>
          <p:cNvCxnSpPr>
            <a:cxnSpLocks noChangeShapeType="1"/>
            <a:endCxn id="21506" idx="0"/>
          </p:cNvCxnSpPr>
          <p:nvPr/>
        </p:nvCxnSpPr>
        <p:spPr bwMode="gray">
          <a:xfrm rot="5400000" flipH="1">
            <a:off x="3949700" y="558800"/>
            <a:ext cx="12700" cy="1968500"/>
          </a:xfrm>
          <a:prstGeom prst="curvedConnector3">
            <a:avLst>
              <a:gd name="adj1" fmla="val 1800000"/>
            </a:avLst>
          </a:prstGeom>
          <a:noFill/>
          <a:ln w="28575">
            <a:solidFill>
              <a:schemeClr val="hlink"/>
            </a:solidFill>
            <a:round/>
            <a:headEnd type="none" w="sm" len="sm"/>
            <a:tailEnd type="triangle" w="med" len="lg"/>
          </a:ln>
          <a:extLst>
            <a:ext uri="{909E8E84-426E-40DD-AFC4-6F175D3DCCD1}">
              <a14:hiddenFill xmlns:a14="http://schemas.microsoft.com/office/drawing/2010/main">
                <a:noFill/>
              </a14:hiddenFill>
            </a:ext>
          </a:extLst>
        </p:spPr>
      </p:cxnSp>
      <p:grpSp>
        <p:nvGrpSpPr>
          <p:cNvPr id="2" name="组合 34">
            <a:extLst>
              <a:ext uri="{FF2B5EF4-FFF2-40B4-BE49-F238E27FC236}">
                <a16:creationId xmlns:a16="http://schemas.microsoft.com/office/drawing/2014/main" id="{6FCFE72B-A6C8-DA09-256F-036385795D8B}"/>
              </a:ext>
            </a:extLst>
          </p:cNvPr>
          <p:cNvGrpSpPr>
            <a:grpSpLocks/>
          </p:cNvGrpSpPr>
          <p:nvPr/>
        </p:nvGrpSpPr>
        <p:grpSpPr bwMode="auto">
          <a:xfrm>
            <a:off x="3859213" y="2286000"/>
            <a:ext cx="1617662" cy="558800"/>
            <a:chOff x="2335213" y="2235200"/>
            <a:chExt cx="1617662" cy="609600"/>
          </a:xfrm>
        </p:grpSpPr>
        <p:sp>
          <p:nvSpPr>
            <p:cNvPr id="10" name="AutoShape 11">
              <a:extLst>
                <a:ext uri="{FF2B5EF4-FFF2-40B4-BE49-F238E27FC236}">
                  <a16:creationId xmlns:a16="http://schemas.microsoft.com/office/drawing/2014/main" id="{E5730119-C620-E0F6-6EA4-36A0E972BA52}"/>
                </a:ext>
              </a:extLst>
            </p:cNvPr>
            <p:cNvSpPr>
              <a:spLocks noChangeArrowheads="1"/>
            </p:cNvSpPr>
            <p:nvPr/>
          </p:nvSpPr>
          <p:spPr bwMode="gray">
            <a:xfrm>
              <a:off x="2878138" y="2235200"/>
              <a:ext cx="1074737" cy="609600"/>
            </a:xfrm>
            <a:prstGeom prst="octagon">
              <a:avLst>
                <a:gd name="adj" fmla="val 29287"/>
              </a:avLst>
            </a:prstGeom>
            <a:ln>
              <a:noFill/>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wrap="none" lIns="0" tIns="0" rIns="0" bIns="0" anchor="ctr"/>
            <a:lstStyle/>
            <a:p>
              <a:pPr algn="ctr" eaLnBrk="0" hangingPunct="0">
                <a:spcBef>
                  <a:spcPct val="50000"/>
                </a:spcBef>
                <a:defRPr/>
              </a:pPr>
              <a:r>
                <a:rPr lang="zh-CN" altLang="en-US" sz="1400" b="1" dirty="0">
                  <a:solidFill>
                    <a:schemeClr val="bg1"/>
                  </a:solidFill>
                  <a:cs typeface="Arial" pitchFamily="34" charset="0"/>
                </a:rPr>
                <a:t>授权信息</a:t>
              </a:r>
            </a:p>
          </p:txBody>
        </p:sp>
        <p:cxnSp>
          <p:nvCxnSpPr>
            <p:cNvPr id="14" name="AutoShape 15">
              <a:extLst>
                <a:ext uri="{FF2B5EF4-FFF2-40B4-BE49-F238E27FC236}">
                  <a16:creationId xmlns:a16="http://schemas.microsoft.com/office/drawing/2014/main" id="{9041AD3E-37CD-0AEC-DA15-71AF9DF388B1}"/>
                </a:ext>
              </a:extLst>
            </p:cNvPr>
            <p:cNvCxnSpPr>
              <a:cxnSpLocks noChangeShapeType="1"/>
              <a:stCxn id="10" idx="3"/>
              <a:endCxn id="4" idx="3"/>
            </p:cNvCxnSpPr>
            <p:nvPr/>
          </p:nvCxnSpPr>
          <p:spPr bwMode="gray">
            <a:xfrm rot="10800000" flipV="1">
              <a:off x="2335213" y="2540000"/>
              <a:ext cx="542925" cy="98425"/>
            </a:xfrm>
            <a:prstGeom prst="curvedConnector3">
              <a:avLst>
                <a:gd name="adj1" fmla="val 50000"/>
              </a:avLst>
            </a:prstGeom>
            <a:ln>
              <a:noFill/>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cxnSp>
      </p:grpSp>
      <p:cxnSp>
        <p:nvCxnSpPr>
          <p:cNvPr id="16" name="AutoShape 17">
            <a:extLst>
              <a:ext uri="{FF2B5EF4-FFF2-40B4-BE49-F238E27FC236}">
                <a16:creationId xmlns:a16="http://schemas.microsoft.com/office/drawing/2014/main" id="{BE449833-80AE-8B4D-FC56-AD7DD4572F8B}"/>
              </a:ext>
            </a:extLst>
          </p:cNvPr>
          <p:cNvCxnSpPr>
            <a:cxnSpLocks noChangeShapeType="1"/>
            <a:endCxn id="9" idx="2"/>
          </p:cNvCxnSpPr>
          <p:nvPr/>
        </p:nvCxnSpPr>
        <p:spPr bwMode="gray">
          <a:xfrm>
            <a:off x="3513138" y="3870325"/>
            <a:ext cx="906462" cy="901700"/>
          </a:xfrm>
          <a:prstGeom prst="curvedConnector3">
            <a:avLst>
              <a:gd name="adj1" fmla="val 49912"/>
            </a:avLst>
          </a:prstGeom>
          <a:noFill/>
          <a:ln w="28575">
            <a:solidFill>
              <a:srgbClr val="FF66CC"/>
            </a:solidFill>
            <a:round/>
            <a:headEnd type="none" w="sm" len="sm"/>
            <a:tailEnd type="triangle" w="med" len="lg"/>
          </a:ln>
          <a:extLst>
            <a:ext uri="{909E8E84-426E-40DD-AFC4-6F175D3DCCD1}">
              <a14:hiddenFill xmlns:a14="http://schemas.microsoft.com/office/drawing/2010/main">
                <a:noFill/>
              </a14:hiddenFill>
            </a:ext>
          </a:extLst>
        </p:spPr>
      </p:cxnSp>
      <p:sp>
        <p:nvSpPr>
          <p:cNvPr id="21519" name="Rectangle 18">
            <a:extLst>
              <a:ext uri="{FF2B5EF4-FFF2-40B4-BE49-F238E27FC236}">
                <a16:creationId xmlns:a16="http://schemas.microsoft.com/office/drawing/2014/main" id="{564E1AA8-A428-E1C4-4292-3880E985BF9F}"/>
              </a:ext>
            </a:extLst>
          </p:cNvPr>
          <p:cNvSpPr>
            <a:spLocks noChangeArrowheads="1"/>
          </p:cNvSpPr>
          <p:nvPr/>
        </p:nvSpPr>
        <p:spPr bwMode="auto">
          <a:xfrm>
            <a:off x="2084388" y="2997200"/>
            <a:ext cx="1801812" cy="349250"/>
          </a:xfrm>
          <a:prstGeom prst="rect">
            <a:avLst/>
          </a:prstGeom>
          <a:solidFill>
            <a:srgbClr val="FFCC99"/>
          </a:solidFill>
          <a:ln w="12700">
            <a:solidFill>
              <a:schemeClr val="hlink"/>
            </a:solidFill>
            <a:miter lim="800000"/>
            <a:headEnd/>
            <a:tailEnd/>
          </a:ln>
        </p:spPr>
        <p:txBody>
          <a:bodyPr anchor="ct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solidFill>
                  <a:schemeClr val="tx2"/>
                </a:solidFill>
                <a:latin typeface="Book Antiqua" panose="02040602050305030304" pitchFamily="18" charset="0"/>
                <a:cs typeface="Arial" panose="020B0604020202020204" pitchFamily="34" charset="0"/>
              </a:rPr>
              <a:t>PCR</a:t>
            </a:r>
          </a:p>
        </p:txBody>
      </p:sp>
      <p:cxnSp>
        <p:nvCxnSpPr>
          <p:cNvPr id="15" name="AutoShape 16">
            <a:extLst>
              <a:ext uri="{FF2B5EF4-FFF2-40B4-BE49-F238E27FC236}">
                <a16:creationId xmlns:a16="http://schemas.microsoft.com/office/drawing/2014/main" id="{5498BFB7-7D11-FF8F-0302-D934BDADB0F0}"/>
              </a:ext>
            </a:extLst>
          </p:cNvPr>
          <p:cNvCxnSpPr>
            <a:cxnSpLocks noChangeShapeType="1"/>
            <a:stCxn id="4" idx="1"/>
            <a:endCxn id="11" idx="3"/>
          </p:cNvCxnSpPr>
          <p:nvPr/>
        </p:nvCxnSpPr>
        <p:spPr bwMode="gray">
          <a:xfrm rot="10800000" flipH="1" flipV="1">
            <a:off x="2057400" y="2638425"/>
            <a:ext cx="381000" cy="1231900"/>
          </a:xfrm>
          <a:prstGeom prst="curvedConnector3">
            <a:avLst>
              <a:gd name="adj1" fmla="val -60000"/>
            </a:avLst>
          </a:prstGeom>
          <a:ln>
            <a:noFill/>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cxnSp>
      <p:cxnSp>
        <p:nvCxnSpPr>
          <p:cNvPr id="19" name="AutoShape 20">
            <a:extLst>
              <a:ext uri="{FF2B5EF4-FFF2-40B4-BE49-F238E27FC236}">
                <a16:creationId xmlns:a16="http://schemas.microsoft.com/office/drawing/2014/main" id="{F4EDA64A-3BFF-5FF2-CF82-4424D024B3D3}"/>
              </a:ext>
            </a:extLst>
          </p:cNvPr>
          <p:cNvCxnSpPr>
            <a:cxnSpLocks noChangeShapeType="1"/>
            <a:stCxn id="18" idx="5"/>
            <a:endCxn id="11" idx="0"/>
          </p:cNvCxnSpPr>
          <p:nvPr/>
        </p:nvCxnSpPr>
        <p:spPr bwMode="gray">
          <a:xfrm rot="10800000" flipV="1">
            <a:off x="3513138" y="3464383"/>
            <a:ext cx="296862" cy="296774"/>
          </a:xfrm>
          <a:prstGeom prst="curvedConnector3">
            <a:avLst>
              <a:gd name="adj1" fmla="val 50000"/>
            </a:avLst>
          </a:prstGeom>
          <a:ln>
            <a:noFill/>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cxnSp>
      <p:sp>
        <p:nvSpPr>
          <p:cNvPr id="20" name="Rectangle 21">
            <a:extLst>
              <a:ext uri="{FF2B5EF4-FFF2-40B4-BE49-F238E27FC236}">
                <a16:creationId xmlns:a16="http://schemas.microsoft.com/office/drawing/2014/main" id="{62196D77-05AB-CD41-A5C7-C15747D52A32}"/>
              </a:ext>
            </a:extLst>
          </p:cNvPr>
          <p:cNvSpPr>
            <a:spLocks noChangeArrowheads="1"/>
          </p:cNvSpPr>
          <p:nvPr/>
        </p:nvSpPr>
        <p:spPr bwMode="ltGray">
          <a:xfrm>
            <a:off x="6324600" y="1689100"/>
            <a:ext cx="2133600" cy="2971800"/>
          </a:xfrm>
          <a:prstGeom prst="rect">
            <a:avLst/>
          </a:prstGeom>
          <a:solidFill>
            <a:srgbClr val="CCFFCC"/>
          </a:solidFill>
          <a:ln w="25400">
            <a:solidFill>
              <a:srgbClr val="969696"/>
            </a:solidFill>
            <a:miter lim="800000"/>
            <a:headEnd type="none" w="sm" len="sm"/>
            <a:tailEnd type="none" w="sm" len="sm"/>
          </a:ln>
        </p:spPr>
        <p:txBody>
          <a:bodyPr wrap="none" lIns="0" r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spcBef>
                <a:spcPct val="50000"/>
              </a:spcBef>
            </a:pPr>
            <a:r>
              <a:rPr lang="en-US" altLang="zh-CN" sz="1800" b="1">
                <a:cs typeface="Arial" panose="020B0604020202020204" pitchFamily="34" charset="0"/>
              </a:rPr>
              <a:t>TCM</a:t>
            </a:r>
          </a:p>
        </p:txBody>
      </p:sp>
      <p:sp>
        <p:nvSpPr>
          <p:cNvPr id="21" name="Rectangle 22">
            <a:extLst>
              <a:ext uri="{FF2B5EF4-FFF2-40B4-BE49-F238E27FC236}">
                <a16:creationId xmlns:a16="http://schemas.microsoft.com/office/drawing/2014/main" id="{D99B6526-C80A-1849-52A0-D83B92180016}"/>
              </a:ext>
            </a:extLst>
          </p:cNvPr>
          <p:cNvSpPr>
            <a:spLocks noChangeArrowheads="1"/>
          </p:cNvSpPr>
          <p:nvPr/>
        </p:nvSpPr>
        <p:spPr bwMode="auto">
          <a:xfrm>
            <a:off x="6477001" y="2603500"/>
            <a:ext cx="1801813" cy="349250"/>
          </a:xfrm>
          <a:prstGeom prst="rect">
            <a:avLst/>
          </a:prstGeom>
          <a:solidFill>
            <a:srgbClr val="FF6600"/>
          </a:solidFill>
          <a:ln w="12700">
            <a:solidFill>
              <a:schemeClr val="hlink"/>
            </a:solidFill>
            <a:miter lim="800000"/>
            <a:headEnd/>
            <a:tailEnd/>
          </a:ln>
        </p:spPr>
        <p:txBody>
          <a:bodyPr anchor="ct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latin typeface="Book Antiqua" panose="02040602050305030304" pitchFamily="18" charset="0"/>
                <a:cs typeface="Arial" panose="020B0604020202020204" pitchFamily="34" charset="0"/>
              </a:rPr>
              <a:t>存储密钥</a:t>
            </a:r>
            <a:r>
              <a:rPr lang="en-US" altLang="zh-CN" sz="1600" b="1">
                <a:latin typeface="Book Antiqua" panose="02040602050305030304" pitchFamily="18" charset="0"/>
                <a:cs typeface="Arial" panose="020B0604020202020204" pitchFamily="34" charset="0"/>
              </a:rPr>
              <a:t>(SK)</a:t>
            </a:r>
          </a:p>
        </p:txBody>
      </p:sp>
      <p:sp>
        <p:nvSpPr>
          <p:cNvPr id="22" name="Rectangle 23">
            <a:extLst>
              <a:ext uri="{FF2B5EF4-FFF2-40B4-BE49-F238E27FC236}">
                <a16:creationId xmlns:a16="http://schemas.microsoft.com/office/drawing/2014/main" id="{BB492486-588A-7579-5EFA-BE01EE80EFC6}"/>
              </a:ext>
            </a:extLst>
          </p:cNvPr>
          <p:cNvSpPr>
            <a:spLocks noChangeArrowheads="1"/>
          </p:cNvSpPr>
          <p:nvPr/>
        </p:nvSpPr>
        <p:spPr bwMode="auto">
          <a:xfrm>
            <a:off x="6503988" y="2079625"/>
            <a:ext cx="1801812" cy="349250"/>
          </a:xfrm>
          <a:prstGeom prst="rect">
            <a:avLst/>
          </a:prstGeom>
          <a:solidFill>
            <a:srgbClr val="FFCC99"/>
          </a:solidFill>
          <a:ln w="12700">
            <a:solidFill>
              <a:schemeClr val="hlink"/>
            </a:solidFill>
            <a:miter lim="800000"/>
            <a:headEnd/>
            <a:tailEnd/>
          </a:ln>
        </p:spPr>
        <p:txBody>
          <a:bodyPr anchor="ct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latin typeface="Book Antiqua" panose="02040602050305030304" pitchFamily="18" charset="0"/>
                <a:cs typeface="Arial" panose="020B0604020202020204" pitchFamily="34" charset="0"/>
              </a:rPr>
              <a:t>SMK(</a:t>
            </a:r>
            <a:r>
              <a:rPr lang="zh-CN" altLang="en-US" sz="1600" b="1">
                <a:latin typeface="Book Antiqua" panose="02040602050305030304" pitchFamily="18" charset="0"/>
                <a:cs typeface="Arial" panose="020B0604020202020204" pitchFamily="34" charset="0"/>
              </a:rPr>
              <a:t>存储主密钥</a:t>
            </a:r>
            <a:r>
              <a:rPr lang="en-US" altLang="zh-CN" sz="1600" b="1">
                <a:latin typeface="Book Antiqua" panose="02040602050305030304" pitchFamily="18" charset="0"/>
                <a:cs typeface="Arial" panose="020B0604020202020204" pitchFamily="34" charset="0"/>
              </a:rPr>
              <a:t>)</a:t>
            </a:r>
          </a:p>
        </p:txBody>
      </p:sp>
      <p:sp>
        <p:nvSpPr>
          <p:cNvPr id="23" name="Rectangle 24">
            <a:extLst>
              <a:ext uri="{FF2B5EF4-FFF2-40B4-BE49-F238E27FC236}">
                <a16:creationId xmlns:a16="http://schemas.microsoft.com/office/drawing/2014/main" id="{DBDF1CF1-41C7-D6E0-7977-D52A2A99D0EE}"/>
              </a:ext>
            </a:extLst>
          </p:cNvPr>
          <p:cNvSpPr>
            <a:spLocks noChangeArrowheads="1"/>
          </p:cNvSpPr>
          <p:nvPr/>
        </p:nvSpPr>
        <p:spPr bwMode="auto">
          <a:xfrm>
            <a:off x="6400800" y="5257800"/>
            <a:ext cx="4114800" cy="1295400"/>
          </a:xfrm>
          <a:prstGeom prst="rect">
            <a:avLst/>
          </a:prstGeom>
          <a:noFill/>
          <a:ln w="9525">
            <a:noFill/>
            <a:miter lim="800000"/>
            <a:headEnd/>
            <a:tailEnd/>
          </a:ln>
        </p:spPr>
        <p:txBody>
          <a:bodyPr/>
          <a:lstStyle/>
          <a:p>
            <a:pPr marL="179388" indent="-179388">
              <a:spcBef>
                <a:spcPct val="20000"/>
              </a:spcBef>
              <a:buFont typeface="Arial" pitchFamily="34" charset="0"/>
              <a:buChar char="•"/>
              <a:defRPr/>
            </a:pPr>
            <a:r>
              <a:rPr lang="zh-CN" altLang="en-US" sz="1400" b="1" kern="0" dirty="0"/>
              <a:t>加载密封的数据块和授权信息，使用存储密钥</a:t>
            </a:r>
          </a:p>
          <a:p>
            <a:pPr marL="179388" indent="-179388">
              <a:spcBef>
                <a:spcPct val="20000"/>
              </a:spcBef>
              <a:buFont typeface="Arial" pitchFamily="34" charset="0"/>
              <a:buChar char="•"/>
              <a:defRPr/>
            </a:pPr>
            <a:r>
              <a:rPr lang="zh-CN" altLang="en-US" sz="1400" b="1" kern="0" dirty="0"/>
              <a:t>解密密封的数据块</a:t>
            </a:r>
          </a:p>
          <a:p>
            <a:pPr marL="179388" indent="-179388">
              <a:spcBef>
                <a:spcPct val="20000"/>
              </a:spcBef>
              <a:buFont typeface="Arial" pitchFamily="34" charset="0"/>
              <a:buChar char="•"/>
              <a:defRPr/>
            </a:pPr>
            <a:r>
              <a:rPr lang="zh-CN" altLang="en-US" sz="1400" b="1" kern="0" dirty="0"/>
              <a:t>核对</a:t>
            </a:r>
            <a:r>
              <a:rPr lang="en-US" altLang="zh-CN" sz="1400" b="1" kern="0" dirty="0"/>
              <a:t>PCR</a:t>
            </a:r>
            <a:r>
              <a:rPr lang="zh-CN" altLang="en-US" sz="1400" b="1" kern="0" dirty="0"/>
              <a:t>值是否和配置中的值相同</a:t>
            </a:r>
          </a:p>
          <a:p>
            <a:pPr marL="179388" indent="-179388">
              <a:spcBef>
                <a:spcPct val="20000"/>
              </a:spcBef>
              <a:buFont typeface="Arial" pitchFamily="34" charset="0"/>
              <a:buChar char="•"/>
              <a:defRPr/>
            </a:pPr>
            <a:r>
              <a:rPr lang="zh-CN" altLang="en-US" sz="1400" b="1" kern="0" dirty="0"/>
              <a:t>如果</a:t>
            </a:r>
            <a:r>
              <a:rPr lang="en-US" altLang="zh-CN" sz="1400" b="1" kern="0" dirty="0"/>
              <a:t>PCR</a:t>
            </a:r>
            <a:r>
              <a:rPr lang="zh-CN" altLang="en-US" sz="1400" b="1" kern="0" dirty="0"/>
              <a:t>值相匹配，则返回数据</a:t>
            </a:r>
          </a:p>
          <a:p>
            <a:pPr marL="179388" indent="-179388">
              <a:spcBef>
                <a:spcPct val="20000"/>
              </a:spcBef>
              <a:buFont typeface="Arial" pitchFamily="34" charset="0"/>
              <a:buChar char="•"/>
              <a:defRPr/>
            </a:pPr>
            <a:r>
              <a:rPr lang="zh-CN" altLang="en-US" sz="1400" b="1" kern="0" dirty="0"/>
              <a:t>否则返回失败</a:t>
            </a:r>
          </a:p>
        </p:txBody>
      </p:sp>
      <p:sp>
        <p:nvSpPr>
          <p:cNvPr id="24" name="AutoShape 25">
            <a:extLst>
              <a:ext uri="{FF2B5EF4-FFF2-40B4-BE49-F238E27FC236}">
                <a16:creationId xmlns:a16="http://schemas.microsoft.com/office/drawing/2014/main" id="{24CB6977-D409-C7A3-4E7D-AE679DDD9412}"/>
              </a:ext>
            </a:extLst>
          </p:cNvPr>
          <p:cNvSpPr>
            <a:spLocks noChangeArrowheads="1"/>
          </p:cNvSpPr>
          <p:nvPr/>
        </p:nvSpPr>
        <p:spPr bwMode="gray">
          <a:xfrm>
            <a:off x="8763000" y="3581400"/>
            <a:ext cx="1524000" cy="1600200"/>
          </a:xfrm>
          <a:prstGeom prst="can">
            <a:avLst>
              <a:gd name="adj" fmla="val 26250"/>
            </a:avLst>
          </a:prstGeom>
          <a:solidFill>
            <a:srgbClr val="B0ACB2">
              <a:alpha val="50195"/>
            </a:srgbClr>
          </a:solidFill>
          <a:ln w="9525">
            <a:solidFill>
              <a:schemeClr val="tx1"/>
            </a:solidFill>
            <a:round/>
            <a:headEnd/>
            <a:tailEnd/>
          </a:ln>
        </p:spPr>
        <p:txBody>
          <a:bodyPr wrap="none" lIns="0" tIns="72000" rIns="0" b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spcBef>
                <a:spcPct val="50000"/>
              </a:spcBef>
            </a:pPr>
            <a:r>
              <a:rPr lang="zh-CN" altLang="en-US" sz="1400" b="1">
                <a:cs typeface="Arial" panose="020B0604020202020204" pitchFamily="34" charset="0"/>
              </a:rPr>
              <a:t>本地存储器</a:t>
            </a:r>
          </a:p>
        </p:txBody>
      </p:sp>
      <p:sp>
        <p:nvSpPr>
          <p:cNvPr id="25" name="AutoShape 26">
            <a:extLst>
              <a:ext uri="{FF2B5EF4-FFF2-40B4-BE49-F238E27FC236}">
                <a16:creationId xmlns:a16="http://schemas.microsoft.com/office/drawing/2014/main" id="{C6020CCB-280A-BF6C-DE66-845043C91280}"/>
              </a:ext>
            </a:extLst>
          </p:cNvPr>
          <p:cNvSpPr>
            <a:spLocks noChangeArrowheads="1"/>
          </p:cNvSpPr>
          <p:nvPr/>
        </p:nvSpPr>
        <p:spPr bwMode="gray">
          <a:xfrm>
            <a:off x="8983664" y="4495800"/>
            <a:ext cx="1074737" cy="609600"/>
          </a:xfrm>
          <a:prstGeom prst="octagon">
            <a:avLst>
              <a:gd name="adj" fmla="val 29287"/>
            </a:avLst>
          </a:prstGeom>
          <a:solidFill>
            <a:schemeClr val="bg2"/>
          </a:solidFill>
          <a:ln w="9525">
            <a:solidFill>
              <a:schemeClr val="tx1"/>
            </a:solidFill>
            <a:miter lim="800000"/>
            <a:headEnd/>
            <a:tailEnd/>
          </a:ln>
        </p:spPr>
        <p:txBody>
          <a:bodyPr wrap="none"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lnSpc>
                <a:spcPct val="80000"/>
              </a:lnSpc>
              <a:spcBef>
                <a:spcPct val="50000"/>
              </a:spcBef>
            </a:pPr>
            <a:r>
              <a:rPr lang="zh-CN" altLang="en-US" sz="1400" b="1">
                <a:cs typeface="Arial" panose="020B0604020202020204" pitchFamily="34" charset="0"/>
              </a:rPr>
              <a:t>密封的</a:t>
            </a:r>
          </a:p>
          <a:p>
            <a:pPr algn="ctr">
              <a:lnSpc>
                <a:spcPct val="80000"/>
              </a:lnSpc>
              <a:spcBef>
                <a:spcPct val="50000"/>
              </a:spcBef>
            </a:pPr>
            <a:r>
              <a:rPr lang="zh-CN" altLang="en-US" sz="1400" b="1">
                <a:cs typeface="Arial" panose="020B0604020202020204" pitchFamily="34" charset="0"/>
              </a:rPr>
              <a:t>数据</a:t>
            </a:r>
          </a:p>
        </p:txBody>
      </p:sp>
      <p:sp>
        <p:nvSpPr>
          <p:cNvPr id="26" name="AutoShape 27">
            <a:extLst>
              <a:ext uri="{FF2B5EF4-FFF2-40B4-BE49-F238E27FC236}">
                <a16:creationId xmlns:a16="http://schemas.microsoft.com/office/drawing/2014/main" id="{2A88A824-17C9-F3E5-8A02-645621F2E78D}"/>
              </a:ext>
            </a:extLst>
          </p:cNvPr>
          <p:cNvSpPr>
            <a:spLocks noChangeArrowheads="1"/>
          </p:cNvSpPr>
          <p:nvPr/>
        </p:nvSpPr>
        <p:spPr bwMode="gray">
          <a:xfrm>
            <a:off x="8821739" y="2457450"/>
            <a:ext cx="1074737" cy="527050"/>
          </a:xfrm>
          <a:prstGeom prst="octagon">
            <a:avLst>
              <a:gd name="adj" fmla="val 29287"/>
            </a:avLst>
          </a:prstGeom>
          <a:ln>
            <a:noFill/>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wrap="none" lIns="0" tIns="0" rIns="0" bIns="0" anchor="ctr"/>
          <a:lstStyle/>
          <a:p>
            <a:pPr algn="ctr" eaLnBrk="0" hangingPunct="0">
              <a:spcBef>
                <a:spcPct val="50000"/>
              </a:spcBef>
              <a:defRPr/>
            </a:pPr>
            <a:r>
              <a:rPr lang="zh-CN" altLang="en-US" sz="1400" b="1" dirty="0">
                <a:solidFill>
                  <a:schemeClr val="bg1"/>
                </a:solidFill>
                <a:cs typeface="Arial" pitchFamily="34" charset="0"/>
              </a:rPr>
              <a:t>授权信息</a:t>
            </a:r>
          </a:p>
        </p:txBody>
      </p:sp>
      <p:sp>
        <p:nvSpPr>
          <p:cNvPr id="27" name="AutoShape 28">
            <a:extLst>
              <a:ext uri="{FF2B5EF4-FFF2-40B4-BE49-F238E27FC236}">
                <a16:creationId xmlns:a16="http://schemas.microsoft.com/office/drawing/2014/main" id="{3C53E22D-57DD-E937-ED38-65A24E2EDD8C}"/>
              </a:ext>
            </a:extLst>
          </p:cNvPr>
          <p:cNvSpPr>
            <a:spLocks noChangeArrowheads="1"/>
          </p:cNvSpPr>
          <p:nvPr/>
        </p:nvSpPr>
        <p:spPr bwMode="gray">
          <a:xfrm>
            <a:off x="6858000" y="3981450"/>
            <a:ext cx="1074738" cy="527050"/>
          </a:xfrm>
          <a:prstGeom prst="octagon">
            <a:avLst>
              <a:gd name="adj" fmla="val 29287"/>
            </a:avLst>
          </a:prstGeom>
          <a:ln>
            <a:noFill/>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wrap="none" lIns="0" tIns="0" rIns="0" bIns="0" anchor="ctr"/>
          <a:lstStyle/>
          <a:p>
            <a:pPr algn="ctr" eaLnBrk="0" hangingPunct="0">
              <a:spcBef>
                <a:spcPct val="50000"/>
              </a:spcBef>
              <a:defRPr/>
            </a:pPr>
            <a:r>
              <a:rPr lang="zh-CN" altLang="en-US" sz="1400" b="1" dirty="0">
                <a:solidFill>
                  <a:schemeClr val="bg1"/>
                </a:solidFill>
                <a:cs typeface="Arial" pitchFamily="34" charset="0"/>
              </a:rPr>
              <a:t>数据</a:t>
            </a:r>
          </a:p>
        </p:txBody>
      </p:sp>
      <p:sp>
        <p:nvSpPr>
          <p:cNvPr id="28" name="AutoShape 29">
            <a:extLst>
              <a:ext uri="{FF2B5EF4-FFF2-40B4-BE49-F238E27FC236}">
                <a16:creationId xmlns:a16="http://schemas.microsoft.com/office/drawing/2014/main" id="{78E39C6D-40BE-F0FE-5839-AA09B36852E4}"/>
              </a:ext>
            </a:extLst>
          </p:cNvPr>
          <p:cNvSpPr>
            <a:spLocks noChangeArrowheads="1"/>
          </p:cNvSpPr>
          <p:nvPr/>
        </p:nvSpPr>
        <p:spPr bwMode="gray">
          <a:xfrm>
            <a:off x="8821739" y="1689100"/>
            <a:ext cx="1074737" cy="527050"/>
          </a:xfrm>
          <a:prstGeom prst="octagon">
            <a:avLst>
              <a:gd name="adj" fmla="val 29287"/>
            </a:avLst>
          </a:prstGeom>
          <a:ln>
            <a:noFill/>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wrap="none" lIns="0" tIns="0" rIns="0" bIns="0" anchor="ctr"/>
          <a:lstStyle/>
          <a:p>
            <a:pPr algn="ctr" eaLnBrk="0" hangingPunct="0">
              <a:spcBef>
                <a:spcPct val="50000"/>
              </a:spcBef>
              <a:defRPr/>
            </a:pPr>
            <a:r>
              <a:rPr lang="zh-CN" altLang="en-US" sz="1400" b="1" dirty="0">
                <a:solidFill>
                  <a:schemeClr val="bg1"/>
                </a:solidFill>
                <a:cs typeface="Arial" pitchFamily="34" charset="0"/>
              </a:rPr>
              <a:t>数据</a:t>
            </a:r>
          </a:p>
        </p:txBody>
      </p:sp>
      <p:cxnSp>
        <p:nvCxnSpPr>
          <p:cNvPr id="29" name="AutoShape 30">
            <a:extLst>
              <a:ext uri="{FF2B5EF4-FFF2-40B4-BE49-F238E27FC236}">
                <a16:creationId xmlns:a16="http://schemas.microsoft.com/office/drawing/2014/main" id="{09E045E1-39A9-E929-4F4E-028F7B961305}"/>
              </a:ext>
            </a:extLst>
          </p:cNvPr>
          <p:cNvCxnSpPr>
            <a:cxnSpLocks noChangeShapeType="1"/>
            <a:endCxn id="20" idx="0"/>
          </p:cNvCxnSpPr>
          <p:nvPr/>
        </p:nvCxnSpPr>
        <p:spPr bwMode="gray">
          <a:xfrm rot="5400000" flipH="1">
            <a:off x="8369300" y="698500"/>
            <a:ext cx="12700" cy="1968500"/>
          </a:xfrm>
          <a:prstGeom prst="curvedConnector3">
            <a:avLst>
              <a:gd name="adj1" fmla="val 1800000"/>
            </a:avLst>
          </a:prstGeom>
          <a:noFill/>
          <a:ln w="28575">
            <a:solidFill>
              <a:schemeClr val="hlink"/>
            </a:solidFill>
            <a:round/>
            <a:headEnd type="triangle" w="med" len="med"/>
            <a:tailEnd type="none" w="med" len="lg"/>
          </a:ln>
          <a:extLst>
            <a:ext uri="{909E8E84-426E-40DD-AFC4-6F175D3DCCD1}">
              <a14:hiddenFill xmlns:a14="http://schemas.microsoft.com/office/drawing/2010/main">
                <a:noFill/>
              </a14:hiddenFill>
            </a:ext>
          </a:extLst>
        </p:spPr>
      </p:cxnSp>
      <p:cxnSp>
        <p:nvCxnSpPr>
          <p:cNvPr id="30" name="AutoShape 31">
            <a:extLst>
              <a:ext uri="{FF2B5EF4-FFF2-40B4-BE49-F238E27FC236}">
                <a16:creationId xmlns:a16="http://schemas.microsoft.com/office/drawing/2014/main" id="{821C081D-58CB-295B-E0D5-1E301530FBD8}"/>
              </a:ext>
            </a:extLst>
          </p:cNvPr>
          <p:cNvCxnSpPr>
            <a:cxnSpLocks noChangeShapeType="1"/>
            <a:endCxn id="21" idx="3"/>
          </p:cNvCxnSpPr>
          <p:nvPr/>
        </p:nvCxnSpPr>
        <p:spPr bwMode="gray">
          <a:xfrm rot="10800000" flipV="1">
            <a:off x="8278814" y="2720975"/>
            <a:ext cx="542925" cy="57150"/>
          </a:xfrm>
          <a:prstGeom prst="curvedConnector3">
            <a:avLst>
              <a:gd name="adj1" fmla="val 50000"/>
            </a:avLst>
          </a:prstGeom>
          <a:noFill/>
          <a:ln w="28575">
            <a:solidFill>
              <a:srgbClr val="FF0066"/>
            </a:solidFill>
            <a:round/>
            <a:headEnd type="none" w="sm" len="sm"/>
            <a:tailEnd type="triangle" w="med" len="lg"/>
          </a:ln>
          <a:extLst>
            <a:ext uri="{909E8E84-426E-40DD-AFC4-6F175D3DCCD1}">
              <a14:hiddenFill xmlns:a14="http://schemas.microsoft.com/office/drawing/2010/main">
                <a:noFill/>
              </a14:hiddenFill>
            </a:ext>
          </a:extLst>
        </p:spPr>
      </p:cxnSp>
      <p:cxnSp>
        <p:nvCxnSpPr>
          <p:cNvPr id="31" name="AutoShape 32">
            <a:extLst>
              <a:ext uri="{FF2B5EF4-FFF2-40B4-BE49-F238E27FC236}">
                <a16:creationId xmlns:a16="http://schemas.microsoft.com/office/drawing/2014/main" id="{C74736DF-3B20-53F3-4F62-E87CD836C527}"/>
              </a:ext>
            </a:extLst>
          </p:cNvPr>
          <p:cNvCxnSpPr>
            <a:cxnSpLocks noChangeShapeType="1"/>
            <a:stCxn id="21" idx="1"/>
          </p:cNvCxnSpPr>
          <p:nvPr/>
        </p:nvCxnSpPr>
        <p:spPr bwMode="gray">
          <a:xfrm rot="10800000" flipH="1" flipV="1">
            <a:off x="6477000" y="2778125"/>
            <a:ext cx="381000" cy="1466850"/>
          </a:xfrm>
          <a:prstGeom prst="curvedConnector3">
            <a:avLst>
              <a:gd name="adj1" fmla="val -60000"/>
            </a:avLst>
          </a:prstGeom>
          <a:noFill/>
          <a:ln w="28575">
            <a:solidFill>
              <a:schemeClr val="hlink"/>
            </a:solidFill>
            <a:round/>
            <a:headEnd type="none" w="sm" len="sm"/>
            <a:tailEnd type="triangle" w="med" len="lg"/>
          </a:ln>
          <a:extLst>
            <a:ext uri="{909E8E84-426E-40DD-AFC4-6F175D3DCCD1}">
              <a14:hiddenFill xmlns:a14="http://schemas.microsoft.com/office/drawing/2010/main">
                <a:noFill/>
              </a14:hiddenFill>
            </a:ext>
          </a:extLst>
        </p:spPr>
      </p:cxnSp>
      <p:cxnSp>
        <p:nvCxnSpPr>
          <p:cNvPr id="32" name="AutoShape 33">
            <a:extLst>
              <a:ext uri="{FF2B5EF4-FFF2-40B4-BE49-F238E27FC236}">
                <a16:creationId xmlns:a16="http://schemas.microsoft.com/office/drawing/2014/main" id="{0373096D-94AF-083B-1C37-B2453B50FC4C}"/>
              </a:ext>
            </a:extLst>
          </p:cNvPr>
          <p:cNvCxnSpPr>
            <a:cxnSpLocks noChangeShapeType="1"/>
            <a:endCxn id="25" idx="2"/>
          </p:cNvCxnSpPr>
          <p:nvPr/>
        </p:nvCxnSpPr>
        <p:spPr bwMode="gray">
          <a:xfrm>
            <a:off x="7932739" y="4244976"/>
            <a:ext cx="1050925" cy="555625"/>
          </a:xfrm>
          <a:prstGeom prst="curvedConnector3">
            <a:avLst>
              <a:gd name="adj1" fmla="val 50000"/>
            </a:avLst>
          </a:prstGeom>
          <a:noFill/>
          <a:ln w="28575">
            <a:solidFill>
              <a:srgbClr val="FF0066"/>
            </a:solidFill>
            <a:round/>
            <a:headEnd type="triangle" w="med" len="med"/>
            <a:tailEnd type="none" w="med" len="lg"/>
          </a:ln>
          <a:extLst>
            <a:ext uri="{909E8E84-426E-40DD-AFC4-6F175D3DCCD1}">
              <a14:hiddenFill xmlns:a14="http://schemas.microsoft.com/office/drawing/2010/main">
                <a:noFill/>
              </a14:hiddenFill>
            </a:ext>
          </a:extLst>
        </p:spPr>
      </p:cxnSp>
      <p:sp>
        <p:nvSpPr>
          <p:cNvPr id="33" name="Rectangle 34">
            <a:extLst>
              <a:ext uri="{FF2B5EF4-FFF2-40B4-BE49-F238E27FC236}">
                <a16:creationId xmlns:a16="http://schemas.microsoft.com/office/drawing/2014/main" id="{FA70482C-78AA-B6BE-1F23-5F63164A3384}"/>
              </a:ext>
            </a:extLst>
          </p:cNvPr>
          <p:cNvSpPr>
            <a:spLocks noChangeArrowheads="1"/>
          </p:cNvSpPr>
          <p:nvPr/>
        </p:nvSpPr>
        <p:spPr bwMode="auto">
          <a:xfrm>
            <a:off x="6503988" y="3136900"/>
            <a:ext cx="1801812" cy="349250"/>
          </a:xfrm>
          <a:prstGeom prst="rect">
            <a:avLst/>
          </a:prstGeom>
          <a:solidFill>
            <a:srgbClr val="FFCC99"/>
          </a:solidFill>
          <a:ln w="12700">
            <a:solidFill>
              <a:schemeClr val="hlink"/>
            </a:solidFill>
            <a:miter lim="800000"/>
            <a:headEnd/>
            <a:tailEnd/>
          </a:ln>
        </p:spPr>
        <p:txBody>
          <a:bodyPr anchor="ct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latin typeface="Book Antiqua" panose="02040602050305030304" pitchFamily="18" charset="0"/>
                <a:cs typeface="Arial" panose="020B0604020202020204" pitchFamily="34" charset="0"/>
              </a:rPr>
              <a:t>PCR</a:t>
            </a:r>
          </a:p>
        </p:txBody>
      </p:sp>
      <p:cxnSp>
        <p:nvCxnSpPr>
          <p:cNvPr id="34" name="AutoShape 35">
            <a:extLst>
              <a:ext uri="{FF2B5EF4-FFF2-40B4-BE49-F238E27FC236}">
                <a16:creationId xmlns:a16="http://schemas.microsoft.com/office/drawing/2014/main" id="{B6B04D17-E263-85ED-D072-0439F4EB8923}"/>
              </a:ext>
            </a:extLst>
          </p:cNvPr>
          <p:cNvCxnSpPr>
            <a:cxnSpLocks noChangeShapeType="1"/>
            <a:endCxn id="33" idx="2"/>
          </p:cNvCxnSpPr>
          <p:nvPr/>
        </p:nvCxnSpPr>
        <p:spPr bwMode="gray">
          <a:xfrm rot="16200000">
            <a:off x="7153276" y="3729038"/>
            <a:ext cx="495300" cy="9525"/>
          </a:xfrm>
          <a:prstGeom prst="curvedConnector3">
            <a:avLst>
              <a:gd name="adj1" fmla="val 50000"/>
            </a:avLst>
          </a:prstGeom>
          <a:noFill/>
          <a:ln w="28575">
            <a:solidFill>
              <a:srgbClr val="FF0066"/>
            </a:solidFill>
            <a:round/>
            <a:headEnd type="none" w="sm" len="sm"/>
            <a:tailEnd type="triangle" w="med" len="lg"/>
          </a:ln>
          <a:extLst>
            <a:ext uri="{909E8E84-426E-40DD-AFC4-6F175D3DCCD1}">
              <a14:hiddenFill xmlns:a14="http://schemas.microsoft.com/office/drawing/2010/main">
                <a:noFill/>
              </a14:hiddenFill>
            </a:ext>
          </a:extLst>
        </p:spPr>
      </p:cxnSp>
      <p:sp>
        <p:nvSpPr>
          <p:cNvPr id="21543" name="灯片编号占位符 1">
            <a:extLst>
              <a:ext uri="{FF2B5EF4-FFF2-40B4-BE49-F238E27FC236}">
                <a16:creationId xmlns:a16="http://schemas.microsoft.com/office/drawing/2014/main" id="{AB4E8286-1BBC-4918-4A8B-EF5A97B0387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48808AD7-758B-4C27-ADA5-08C909AD2579}" type="slidenum">
              <a:rPr lang="en-US" altLang="zh-CN" sz="1400">
                <a:solidFill>
                  <a:schemeClr val="bg1"/>
                </a:solidFill>
              </a:rPr>
              <a:pPr eaLnBrk="1" hangingPunct="1"/>
              <a:t>11</a:t>
            </a:fld>
            <a:endParaRPr lang="en-US" altLang="zh-CN" sz="1400">
              <a:solidFill>
                <a:schemeClr val="bg1"/>
              </a:solidFill>
            </a:endParaRPr>
          </a:p>
        </p:txBody>
      </p:sp>
      <p:grpSp>
        <p:nvGrpSpPr>
          <p:cNvPr id="3" name="组合 48">
            <a:extLst>
              <a:ext uri="{FF2B5EF4-FFF2-40B4-BE49-F238E27FC236}">
                <a16:creationId xmlns:a16="http://schemas.microsoft.com/office/drawing/2014/main" id="{3126AA14-E019-D4F0-4A91-7DE1233D30E4}"/>
              </a:ext>
            </a:extLst>
          </p:cNvPr>
          <p:cNvGrpSpPr>
            <a:grpSpLocks/>
          </p:cNvGrpSpPr>
          <p:nvPr/>
        </p:nvGrpSpPr>
        <p:grpSpPr bwMode="auto">
          <a:xfrm>
            <a:off x="3810000" y="2971800"/>
            <a:ext cx="838200" cy="762000"/>
            <a:chOff x="2286000" y="2971800"/>
            <a:chExt cx="838200" cy="762000"/>
          </a:xfrm>
        </p:grpSpPr>
        <p:sp>
          <p:nvSpPr>
            <p:cNvPr id="18" name="AutoShape 19">
              <a:extLst>
                <a:ext uri="{FF2B5EF4-FFF2-40B4-BE49-F238E27FC236}">
                  <a16:creationId xmlns:a16="http://schemas.microsoft.com/office/drawing/2014/main" id="{AE432E7A-A638-2420-1C16-C3CB58DCFAB2}"/>
                </a:ext>
              </a:extLst>
            </p:cNvPr>
            <p:cNvSpPr>
              <a:spLocks noChangeArrowheads="1"/>
            </p:cNvSpPr>
            <p:nvPr/>
          </p:nvSpPr>
          <p:spPr bwMode="gray">
            <a:xfrm>
              <a:off x="2286000" y="3352800"/>
              <a:ext cx="838200" cy="381000"/>
            </a:xfrm>
            <a:prstGeom prst="octagon">
              <a:avLst>
                <a:gd name="adj" fmla="val 29287"/>
              </a:avLst>
            </a:prstGeom>
            <a:ln>
              <a:noFill/>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wrap="none" lIns="0" tIns="0" rIns="0" bIns="0" anchor="ctr"/>
            <a:lstStyle/>
            <a:p>
              <a:pPr algn="ctr" eaLnBrk="0" hangingPunct="0">
                <a:spcBef>
                  <a:spcPct val="50000"/>
                </a:spcBef>
                <a:defRPr/>
              </a:pPr>
              <a:r>
                <a:rPr lang="zh-CN" altLang="en-US" sz="1400" b="1" dirty="0">
                  <a:solidFill>
                    <a:schemeClr val="bg1"/>
                  </a:solidFill>
                  <a:cs typeface="Arial" pitchFamily="34" charset="0"/>
                </a:rPr>
                <a:t>配置</a:t>
              </a:r>
            </a:p>
          </p:txBody>
        </p:sp>
        <p:cxnSp>
          <p:nvCxnSpPr>
            <p:cNvPr id="45" name="直接连接符 44">
              <a:extLst>
                <a:ext uri="{FF2B5EF4-FFF2-40B4-BE49-F238E27FC236}">
                  <a16:creationId xmlns:a16="http://schemas.microsoft.com/office/drawing/2014/main" id="{9203D187-B5A6-AEAA-C854-166DA9DB0007}"/>
                </a:ext>
              </a:extLst>
            </p:cNvPr>
            <p:cNvCxnSpPr>
              <a:stCxn id="21519" idx="3"/>
            </p:cNvCxnSpPr>
            <p:nvPr/>
          </p:nvCxnSpPr>
          <p:spPr>
            <a:xfrm flipV="1">
              <a:off x="2362200" y="3124200"/>
              <a:ext cx="3048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DD192416-E964-3AD9-EBFE-C4BF90B871B3}"/>
                </a:ext>
              </a:extLst>
            </p:cNvPr>
            <p:cNvCxnSpPr/>
            <p:nvPr/>
          </p:nvCxnSpPr>
          <p:spPr>
            <a:xfrm rot="5400000">
              <a:off x="2552701" y="3238500"/>
              <a:ext cx="228600" cy="3175"/>
            </a:xfrm>
            <a:prstGeom prst="straightConnector1">
              <a:avLst/>
            </a:prstGeom>
            <a:ln w="19050">
              <a:solidFill>
                <a:schemeClr val="tx1"/>
              </a:solidFill>
              <a:tailEnd type="stealth"/>
            </a:ln>
          </p:spPr>
          <p:style>
            <a:lnRef idx="1">
              <a:schemeClr val="accent1"/>
            </a:lnRef>
            <a:fillRef idx="0">
              <a:schemeClr val="accent1"/>
            </a:fillRef>
            <a:effectRef idx="0">
              <a:schemeClr val="accent1"/>
            </a:effectRef>
            <a:fontRef idx="minor">
              <a:schemeClr val="tx1"/>
            </a:fontRef>
          </p:style>
        </p:cxnSp>
        <p:sp>
          <p:nvSpPr>
            <p:cNvPr id="21557" name="TextBox 47">
              <a:extLst>
                <a:ext uri="{FF2B5EF4-FFF2-40B4-BE49-F238E27FC236}">
                  <a16:creationId xmlns:a16="http://schemas.microsoft.com/office/drawing/2014/main" id="{A9E64819-954B-FD05-F183-381678C56ABB}"/>
                </a:ext>
              </a:extLst>
            </p:cNvPr>
            <p:cNvSpPr txBox="1">
              <a:spLocks noChangeArrowheads="1"/>
            </p:cNvSpPr>
            <p:nvPr/>
          </p:nvSpPr>
          <p:spPr bwMode="auto">
            <a:xfrm>
              <a:off x="2667000" y="2971800"/>
              <a:ext cx="304800"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zh-CN" altLang="en-US" sz="1200" b="1"/>
                <a:t>选择</a:t>
              </a:r>
            </a:p>
          </p:txBody>
        </p:sp>
      </p:grpSp>
      <p:grpSp>
        <p:nvGrpSpPr>
          <p:cNvPr id="4" name="组合 61">
            <a:extLst>
              <a:ext uri="{FF2B5EF4-FFF2-40B4-BE49-F238E27FC236}">
                <a16:creationId xmlns:a16="http://schemas.microsoft.com/office/drawing/2014/main" id="{E47BE096-B55C-7F77-7F25-14869C0884BE}"/>
              </a:ext>
            </a:extLst>
          </p:cNvPr>
          <p:cNvGrpSpPr>
            <a:grpSpLocks/>
          </p:cNvGrpSpPr>
          <p:nvPr/>
        </p:nvGrpSpPr>
        <p:grpSpPr bwMode="auto">
          <a:xfrm>
            <a:off x="2057400" y="2638426"/>
            <a:ext cx="1752600" cy="1495425"/>
            <a:chOff x="533400" y="2638425"/>
            <a:chExt cx="1752601" cy="1495425"/>
          </a:xfrm>
        </p:grpSpPr>
        <p:sp>
          <p:nvSpPr>
            <p:cNvPr id="11" name="AutoShape 12">
              <a:extLst>
                <a:ext uri="{FF2B5EF4-FFF2-40B4-BE49-F238E27FC236}">
                  <a16:creationId xmlns:a16="http://schemas.microsoft.com/office/drawing/2014/main" id="{3E9CA24C-8B3F-1729-779D-0DC4BE638CA4}"/>
                </a:ext>
              </a:extLst>
            </p:cNvPr>
            <p:cNvSpPr>
              <a:spLocks noChangeArrowheads="1"/>
            </p:cNvSpPr>
            <p:nvPr/>
          </p:nvSpPr>
          <p:spPr bwMode="gray">
            <a:xfrm>
              <a:off x="914400" y="3606800"/>
              <a:ext cx="1074738" cy="527050"/>
            </a:xfrm>
            <a:prstGeom prst="octagon">
              <a:avLst>
                <a:gd name="adj" fmla="val 29287"/>
              </a:avLst>
            </a:prstGeom>
            <a:ln>
              <a:noFill/>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1">
              <a:schemeClr val="accent2"/>
            </a:lnRef>
            <a:fillRef idx="3">
              <a:schemeClr val="accent2"/>
            </a:fillRef>
            <a:effectRef idx="2">
              <a:schemeClr val="accent2"/>
            </a:effectRef>
            <a:fontRef idx="minor">
              <a:schemeClr val="lt1"/>
            </a:fontRef>
          </p:style>
          <p:txBody>
            <a:bodyPr wrap="none" lIns="0" tIns="0" rIns="0" bIns="0" anchor="ctr"/>
            <a:lstStyle/>
            <a:p>
              <a:pPr algn="ctr" eaLnBrk="0" hangingPunct="0">
                <a:spcBef>
                  <a:spcPct val="50000"/>
                </a:spcBef>
                <a:defRPr/>
              </a:pPr>
              <a:r>
                <a:rPr lang="zh-CN" altLang="en-US" sz="1400" b="1" dirty="0">
                  <a:solidFill>
                    <a:schemeClr val="bg1"/>
                  </a:solidFill>
                  <a:cs typeface="Arial" pitchFamily="34" charset="0"/>
                </a:rPr>
                <a:t>数据</a:t>
              </a:r>
            </a:p>
          </p:txBody>
        </p:sp>
        <p:cxnSp>
          <p:nvCxnSpPr>
            <p:cNvPr id="21550" name="AutoShape 14">
              <a:extLst>
                <a:ext uri="{FF2B5EF4-FFF2-40B4-BE49-F238E27FC236}">
                  <a16:creationId xmlns:a16="http://schemas.microsoft.com/office/drawing/2014/main" id="{541BD562-C6DE-0C5C-442B-07B257456DCC}"/>
                </a:ext>
              </a:extLst>
            </p:cNvPr>
            <p:cNvCxnSpPr>
              <a:cxnSpLocks noChangeShapeType="1"/>
              <a:stCxn id="21507" idx="1"/>
            </p:cNvCxnSpPr>
            <p:nvPr/>
          </p:nvCxnSpPr>
          <p:spPr bwMode="gray">
            <a:xfrm rot="10800000" flipH="1" flipV="1">
              <a:off x="533400" y="2638425"/>
              <a:ext cx="381000" cy="1341068"/>
            </a:xfrm>
            <a:prstGeom prst="curvedConnector3">
              <a:avLst>
                <a:gd name="adj1" fmla="val -60000"/>
              </a:avLst>
            </a:prstGeom>
            <a:noFill/>
            <a:ln w="28575">
              <a:solidFill>
                <a:srgbClr val="FF6600"/>
              </a:solidFill>
              <a:round/>
              <a:headEnd type="none" w="sm" len="sm"/>
              <a:tailEnd type="triangle" w="med" len="lg"/>
            </a:ln>
            <a:extLst>
              <a:ext uri="{909E8E84-426E-40DD-AFC4-6F175D3DCCD1}">
                <a14:hiddenFill xmlns:a14="http://schemas.microsoft.com/office/drawing/2010/main">
                  <a:noFill/>
                </a14:hiddenFill>
              </a:ext>
            </a:extLst>
          </p:spPr>
        </p:cxnSp>
        <p:cxnSp>
          <p:nvCxnSpPr>
            <p:cNvPr id="21551" name="AutoShape 14">
              <a:extLst>
                <a:ext uri="{FF2B5EF4-FFF2-40B4-BE49-F238E27FC236}">
                  <a16:creationId xmlns:a16="http://schemas.microsoft.com/office/drawing/2014/main" id="{B27F0E95-705D-621E-5A2E-63D82B6CCED3}"/>
                </a:ext>
              </a:extLst>
            </p:cNvPr>
            <p:cNvCxnSpPr>
              <a:cxnSpLocks noChangeShapeType="1"/>
            </p:cNvCxnSpPr>
            <p:nvPr/>
          </p:nvCxnSpPr>
          <p:spPr bwMode="gray">
            <a:xfrm rot="10800000">
              <a:off x="1834782" y="3606801"/>
              <a:ext cx="451219" cy="15417"/>
            </a:xfrm>
            <a:prstGeom prst="curvedConnector4">
              <a:avLst>
                <a:gd name="adj1" fmla="val 32898"/>
                <a:gd name="adj2" fmla="val 1582778"/>
              </a:avLst>
            </a:prstGeom>
            <a:noFill/>
            <a:ln w="28575">
              <a:solidFill>
                <a:srgbClr val="FF6600"/>
              </a:solidFill>
              <a:round/>
              <a:headEnd type="none" w="sm" len="sm"/>
              <a:tailEnd type="triangle" w="med" len="lg"/>
            </a:ln>
            <a:extLst>
              <a:ext uri="{909E8E84-426E-40DD-AFC4-6F175D3DCCD1}">
                <a14:hiddenFill xmlns:a14="http://schemas.microsoft.com/office/drawing/2010/main">
                  <a:noFill/>
                </a14:hiddenFill>
              </a:ext>
            </a:extLst>
          </p:spPr>
        </p:cxnSp>
      </p:grpSp>
      <p:cxnSp>
        <p:nvCxnSpPr>
          <p:cNvPr id="57" name="AutoShape 14">
            <a:extLst>
              <a:ext uri="{FF2B5EF4-FFF2-40B4-BE49-F238E27FC236}">
                <a16:creationId xmlns:a16="http://schemas.microsoft.com/office/drawing/2014/main" id="{F6B8B43E-27BB-6735-923C-1904ADFCE527}"/>
              </a:ext>
            </a:extLst>
          </p:cNvPr>
          <p:cNvCxnSpPr>
            <a:cxnSpLocks noChangeShapeType="1"/>
            <a:endCxn id="21507" idx="3"/>
          </p:cNvCxnSpPr>
          <p:nvPr/>
        </p:nvCxnSpPr>
        <p:spPr bwMode="gray">
          <a:xfrm rot="10800000" flipV="1">
            <a:off x="3859214" y="2449513"/>
            <a:ext cx="542925" cy="188912"/>
          </a:xfrm>
          <a:prstGeom prst="curvedConnector3">
            <a:avLst>
              <a:gd name="adj1" fmla="val 50000"/>
            </a:avLst>
          </a:prstGeom>
          <a:noFill/>
          <a:ln w="28575">
            <a:solidFill>
              <a:srgbClr val="FF6600"/>
            </a:solidFill>
            <a:round/>
            <a:headEnd type="none" w="sm" len="sm"/>
            <a:tailEnd type="triangle" w="med" len="lg"/>
          </a:ln>
          <a:extLst>
            <a:ext uri="{909E8E84-426E-40DD-AFC4-6F175D3DCCD1}">
              <a14:hiddenFill xmlns:a14="http://schemas.microsoft.com/office/drawing/2010/main">
                <a:noFill/>
              </a14:hiddenFill>
            </a:ext>
          </a:extLst>
        </p:spPr>
      </p:cxn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par>
                                <p:cTn id="8" presetID="3" presetClass="entr" presetSubtype="1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blinds(horizontal)">
                                      <p:cBhvr>
                                        <p:cTn id="10" dur="500"/>
                                        <p:tgtEl>
                                          <p:spTgt spid="1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linds(horizontal)">
                                      <p:cBhvr>
                                        <p:cTn id="15" dur="500"/>
                                        <p:tgtEl>
                                          <p:spTgt spid="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57"/>
                                        </p:tgtEl>
                                        <p:attrNameLst>
                                          <p:attrName>style.visibility</p:attrName>
                                        </p:attrNameLst>
                                      </p:cBhvr>
                                      <p:to>
                                        <p:strVal val="visible"/>
                                      </p:to>
                                    </p:set>
                                    <p:animEffect transition="in" filter="blinds(horizontal)">
                                      <p:cBhvr>
                                        <p:cTn id="20" dur="500"/>
                                        <p:tgtEl>
                                          <p:spTgt spid="5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blinds(horizontal)">
                                      <p:cBhvr>
                                        <p:cTn id="25" dur="500"/>
                                        <p:tgtEl>
                                          <p:spTgt spid="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blinds(horizontal)">
                                      <p:cBhvr>
                                        <p:cTn id="30" dur="500"/>
                                        <p:tgtEl>
                                          <p:spTgt spid="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blinds(horizontal)">
                                      <p:cBhvr>
                                        <p:cTn id="35" dur="500"/>
                                        <p:tgtEl>
                                          <p:spTgt spid="16"/>
                                        </p:tgtEl>
                                      </p:cBhvr>
                                    </p:animEffect>
                                  </p:childTnLst>
                                </p:cTn>
                              </p:par>
                              <p:par>
                                <p:cTn id="36" presetID="3" presetClass="entr" presetSubtype="10" fill="hold"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blinds(horizontal)">
                                      <p:cBhvr>
                                        <p:cTn id="38" dur="500"/>
                                        <p:tgtEl>
                                          <p:spTgt spid="9"/>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blinds(horizontal)">
                                      <p:cBhvr>
                                        <p:cTn id="43" dur="500"/>
                                        <p:tgtEl>
                                          <p:spTgt spid="7"/>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nodeType="click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blinds(horizontal)">
                                      <p:cBhvr>
                                        <p:cTn id="48" dur="500"/>
                                        <p:tgtEl>
                                          <p:spTgt spid="20"/>
                                        </p:tgtEl>
                                      </p:cBhvr>
                                    </p:animEffect>
                                  </p:childTnLst>
                                </p:cTn>
                              </p:par>
                              <p:par>
                                <p:cTn id="49" presetID="3" presetClass="entr" presetSubtype="10" fill="hold"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blinds(horizontal)">
                                      <p:cBhvr>
                                        <p:cTn id="51" dur="500"/>
                                        <p:tgtEl>
                                          <p:spTgt spid="21"/>
                                        </p:tgtEl>
                                      </p:cBhvr>
                                    </p:animEffect>
                                  </p:childTnLst>
                                </p:cTn>
                              </p:par>
                              <p:par>
                                <p:cTn id="52" presetID="3" presetClass="entr" presetSubtype="10" fill="hold"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blinds(horizontal)">
                                      <p:cBhvr>
                                        <p:cTn id="54" dur="500"/>
                                        <p:tgtEl>
                                          <p:spTgt spid="22"/>
                                        </p:tgtEl>
                                      </p:cBhvr>
                                    </p:animEffect>
                                  </p:childTnLst>
                                </p:cTn>
                              </p:par>
                              <p:par>
                                <p:cTn id="55" presetID="3" presetClass="entr" presetSubtype="10" fill="hold"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blinds(horizontal)">
                                      <p:cBhvr>
                                        <p:cTn id="57" dur="500"/>
                                        <p:tgtEl>
                                          <p:spTgt spid="23"/>
                                        </p:tgtEl>
                                      </p:cBhvr>
                                    </p:animEffect>
                                  </p:childTnLst>
                                </p:cTn>
                              </p:par>
                              <p:par>
                                <p:cTn id="58" presetID="3" presetClass="entr" presetSubtype="10" fill="hold"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blinds(horizontal)">
                                      <p:cBhvr>
                                        <p:cTn id="60" dur="500"/>
                                        <p:tgtEl>
                                          <p:spTgt spid="24"/>
                                        </p:tgtEl>
                                      </p:cBhvr>
                                    </p:animEffect>
                                  </p:childTnLst>
                                </p:cTn>
                              </p:par>
                              <p:par>
                                <p:cTn id="61" presetID="3" presetClass="entr" presetSubtype="10" fill="hold" nodeType="with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blinds(horizontal)">
                                      <p:cBhvr>
                                        <p:cTn id="63" dur="500"/>
                                        <p:tgtEl>
                                          <p:spTgt spid="25"/>
                                        </p:tgtEl>
                                      </p:cBhvr>
                                    </p:animEffect>
                                  </p:childTnLst>
                                </p:cTn>
                              </p:par>
                              <p:par>
                                <p:cTn id="64" presetID="3" presetClass="entr" presetSubtype="10" fill="hold" nodeType="with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blinds(horizontal)">
                                      <p:cBhvr>
                                        <p:cTn id="66" dur="500"/>
                                        <p:tgtEl>
                                          <p:spTgt spid="26"/>
                                        </p:tgtEl>
                                      </p:cBhvr>
                                    </p:animEffect>
                                  </p:childTnLst>
                                </p:cTn>
                              </p:par>
                              <p:par>
                                <p:cTn id="67" presetID="3" presetClass="entr" presetSubtype="10" fill="hold" nodeType="with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blinds(horizontal)">
                                      <p:cBhvr>
                                        <p:cTn id="69" dur="500"/>
                                        <p:tgtEl>
                                          <p:spTgt spid="27"/>
                                        </p:tgtEl>
                                      </p:cBhvr>
                                    </p:animEffect>
                                  </p:childTnLst>
                                </p:cTn>
                              </p:par>
                              <p:par>
                                <p:cTn id="70" presetID="3" presetClass="entr" presetSubtype="10" fill="hold" nodeType="with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blinds(horizontal)">
                                      <p:cBhvr>
                                        <p:cTn id="72" dur="500"/>
                                        <p:tgtEl>
                                          <p:spTgt spid="28"/>
                                        </p:tgtEl>
                                      </p:cBhvr>
                                    </p:animEffect>
                                  </p:childTnLst>
                                </p:cTn>
                              </p:par>
                              <p:par>
                                <p:cTn id="73" presetID="3" presetClass="entr" presetSubtype="10" fill="hold" nodeType="with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blinds(horizontal)">
                                      <p:cBhvr>
                                        <p:cTn id="75" dur="500"/>
                                        <p:tgtEl>
                                          <p:spTgt spid="29"/>
                                        </p:tgtEl>
                                      </p:cBhvr>
                                    </p:animEffect>
                                  </p:childTnLst>
                                </p:cTn>
                              </p:par>
                              <p:par>
                                <p:cTn id="76" presetID="3" presetClass="entr" presetSubtype="10" fill="hold" nodeType="with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blinds(horizontal)">
                                      <p:cBhvr>
                                        <p:cTn id="78" dur="500"/>
                                        <p:tgtEl>
                                          <p:spTgt spid="30"/>
                                        </p:tgtEl>
                                      </p:cBhvr>
                                    </p:animEffect>
                                  </p:childTnLst>
                                </p:cTn>
                              </p:par>
                              <p:par>
                                <p:cTn id="79" presetID="3" presetClass="entr" presetSubtype="10" fill="hold" nodeType="withEffect">
                                  <p:stCondLst>
                                    <p:cond delay="0"/>
                                  </p:stCondLst>
                                  <p:childTnLst>
                                    <p:set>
                                      <p:cBhvr>
                                        <p:cTn id="80" dur="1" fill="hold">
                                          <p:stCondLst>
                                            <p:cond delay="0"/>
                                          </p:stCondLst>
                                        </p:cTn>
                                        <p:tgtEl>
                                          <p:spTgt spid="31"/>
                                        </p:tgtEl>
                                        <p:attrNameLst>
                                          <p:attrName>style.visibility</p:attrName>
                                        </p:attrNameLst>
                                      </p:cBhvr>
                                      <p:to>
                                        <p:strVal val="visible"/>
                                      </p:to>
                                    </p:set>
                                    <p:animEffect transition="in" filter="blinds(horizontal)">
                                      <p:cBhvr>
                                        <p:cTn id="81" dur="500"/>
                                        <p:tgtEl>
                                          <p:spTgt spid="31"/>
                                        </p:tgtEl>
                                      </p:cBhvr>
                                    </p:animEffect>
                                  </p:childTnLst>
                                </p:cTn>
                              </p:par>
                              <p:par>
                                <p:cTn id="82" presetID="3" presetClass="entr" presetSubtype="10" fill="hold" nodeType="withEffect">
                                  <p:stCondLst>
                                    <p:cond delay="0"/>
                                  </p:stCondLst>
                                  <p:childTnLst>
                                    <p:set>
                                      <p:cBhvr>
                                        <p:cTn id="83" dur="1" fill="hold">
                                          <p:stCondLst>
                                            <p:cond delay="0"/>
                                          </p:stCondLst>
                                        </p:cTn>
                                        <p:tgtEl>
                                          <p:spTgt spid="32"/>
                                        </p:tgtEl>
                                        <p:attrNameLst>
                                          <p:attrName>style.visibility</p:attrName>
                                        </p:attrNameLst>
                                      </p:cBhvr>
                                      <p:to>
                                        <p:strVal val="visible"/>
                                      </p:to>
                                    </p:set>
                                    <p:animEffect transition="in" filter="blinds(horizontal)">
                                      <p:cBhvr>
                                        <p:cTn id="84" dur="500"/>
                                        <p:tgtEl>
                                          <p:spTgt spid="32"/>
                                        </p:tgtEl>
                                      </p:cBhvr>
                                    </p:animEffect>
                                  </p:childTnLst>
                                </p:cTn>
                              </p:par>
                              <p:par>
                                <p:cTn id="85" presetID="3" presetClass="entr" presetSubtype="10" fill="hold" nodeType="withEffect">
                                  <p:stCondLst>
                                    <p:cond delay="0"/>
                                  </p:stCondLst>
                                  <p:childTnLst>
                                    <p:set>
                                      <p:cBhvr>
                                        <p:cTn id="86" dur="1" fill="hold">
                                          <p:stCondLst>
                                            <p:cond delay="0"/>
                                          </p:stCondLst>
                                        </p:cTn>
                                        <p:tgtEl>
                                          <p:spTgt spid="33"/>
                                        </p:tgtEl>
                                        <p:attrNameLst>
                                          <p:attrName>style.visibility</p:attrName>
                                        </p:attrNameLst>
                                      </p:cBhvr>
                                      <p:to>
                                        <p:strVal val="visible"/>
                                      </p:to>
                                    </p:set>
                                    <p:animEffect transition="in" filter="blinds(horizontal)">
                                      <p:cBhvr>
                                        <p:cTn id="87" dur="500"/>
                                        <p:tgtEl>
                                          <p:spTgt spid="33"/>
                                        </p:tgtEl>
                                      </p:cBhvr>
                                    </p:animEffect>
                                  </p:childTnLst>
                                </p:cTn>
                              </p:par>
                              <p:par>
                                <p:cTn id="88" presetID="3" presetClass="entr" presetSubtype="10" fill="hold" nodeType="withEffect">
                                  <p:stCondLst>
                                    <p:cond delay="0"/>
                                  </p:stCondLst>
                                  <p:childTnLst>
                                    <p:set>
                                      <p:cBhvr>
                                        <p:cTn id="89" dur="1" fill="hold">
                                          <p:stCondLst>
                                            <p:cond delay="0"/>
                                          </p:stCondLst>
                                        </p:cTn>
                                        <p:tgtEl>
                                          <p:spTgt spid="34"/>
                                        </p:tgtEl>
                                        <p:attrNameLst>
                                          <p:attrName>style.visibility</p:attrName>
                                        </p:attrNameLst>
                                      </p:cBhvr>
                                      <p:to>
                                        <p:strVal val="visible"/>
                                      </p:to>
                                    </p:set>
                                    <p:animEffect transition="in" filter="blinds(horizontal)">
                                      <p:cBhvr>
                                        <p:cTn id="90"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P spid="20" grpId="0" animBg="1"/>
      <p:bldP spid="21" grpId="0" animBg="1"/>
      <p:bldP spid="22" grpId="0" animBg="1"/>
      <p:bldP spid="23" grpId="0"/>
      <p:bldP spid="24" grpId="0" animBg="1"/>
      <p:bldP spid="25" grpId="0" animBg="1"/>
      <p:bldP spid="3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8">
            <a:extLst>
              <a:ext uri="{FF2B5EF4-FFF2-40B4-BE49-F238E27FC236}">
                <a16:creationId xmlns:a16="http://schemas.microsoft.com/office/drawing/2014/main" id="{3C2B835B-5B22-B313-12A3-4A88E1E7FAFB}"/>
              </a:ext>
            </a:extLst>
          </p:cNvPr>
          <p:cNvGrpSpPr>
            <a:grpSpLocks/>
          </p:cNvGrpSpPr>
          <p:nvPr/>
        </p:nvGrpSpPr>
        <p:grpSpPr bwMode="auto">
          <a:xfrm>
            <a:off x="2419351" y="4495801"/>
            <a:ext cx="4913313" cy="1719263"/>
            <a:chOff x="1008" y="2880"/>
            <a:chExt cx="4416" cy="1147"/>
          </a:xfrm>
        </p:grpSpPr>
        <p:grpSp>
          <p:nvGrpSpPr>
            <p:cNvPr id="22569" name="Group 19">
              <a:extLst>
                <a:ext uri="{FF2B5EF4-FFF2-40B4-BE49-F238E27FC236}">
                  <a16:creationId xmlns:a16="http://schemas.microsoft.com/office/drawing/2014/main" id="{19380540-744D-472F-B91A-A6C577459758}"/>
                </a:ext>
              </a:extLst>
            </p:cNvPr>
            <p:cNvGrpSpPr>
              <a:grpSpLocks/>
            </p:cNvGrpSpPr>
            <p:nvPr/>
          </p:nvGrpSpPr>
          <p:grpSpPr bwMode="auto">
            <a:xfrm>
              <a:off x="1008" y="2880"/>
              <a:ext cx="4416" cy="1147"/>
              <a:chOff x="1008" y="2880"/>
              <a:chExt cx="4416" cy="1147"/>
            </a:xfrm>
          </p:grpSpPr>
          <p:sp>
            <p:nvSpPr>
              <p:cNvPr id="22571" name="Rectangle 20">
                <a:extLst>
                  <a:ext uri="{FF2B5EF4-FFF2-40B4-BE49-F238E27FC236}">
                    <a16:creationId xmlns:a16="http://schemas.microsoft.com/office/drawing/2014/main" id="{1BB2837F-F308-8A7E-3B56-FFDF1342C924}"/>
                  </a:ext>
                </a:extLst>
              </p:cNvPr>
              <p:cNvSpPr>
                <a:spLocks noChangeArrowheads="1"/>
              </p:cNvSpPr>
              <p:nvPr/>
            </p:nvSpPr>
            <p:spPr bwMode="auto">
              <a:xfrm>
                <a:off x="1008" y="3139"/>
                <a:ext cx="4416" cy="888"/>
              </a:xfrm>
              <a:prstGeom prst="rect">
                <a:avLst/>
              </a:prstGeom>
              <a:solidFill>
                <a:srgbClr val="CCFFFF"/>
              </a:solidFill>
              <a:ln w="25400">
                <a:solidFill>
                  <a:schemeClr val="tx1"/>
                </a:solidFill>
                <a:miter lim="800000"/>
                <a:headEnd/>
                <a:tailEnd/>
              </a:ln>
            </p:spPr>
            <p:txBody>
              <a:bodyPr wrap="none"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572" name="Rectangle 21">
                <a:extLst>
                  <a:ext uri="{FF2B5EF4-FFF2-40B4-BE49-F238E27FC236}">
                    <a16:creationId xmlns:a16="http://schemas.microsoft.com/office/drawing/2014/main" id="{AACB5B7B-9280-4A91-3B3A-BEA700D87D2F}"/>
                  </a:ext>
                </a:extLst>
              </p:cNvPr>
              <p:cNvSpPr>
                <a:spLocks noChangeArrowheads="1"/>
              </p:cNvSpPr>
              <p:nvPr/>
            </p:nvSpPr>
            <p:spPr bwMode="auto">
              <a:xfrm>
                <a:off x="4278" y="3216"/>
                <a:ext cx="986" cy="192"/>
              </a:xfrm>
              <a:prstGeom prst="rect">
                <a:avLst/>
              </a:prstGeom>
              <a:solidFill>
                <a:schemeClr val="bg1"/>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t>可信存储根</a:t>
                </a:r>
              </a:p>
            </p:txBody>
          </p:sp>
          <p:sp>
            <p:nvSpPr>
              <p:cNvPr id="22573" name="Rectangle 22">
                <a:extLst>
                  <a:ext uri="{FF2B5EF4-FFF2-40B4-BE49-F238E27FC236}">
                    <a16:creationId xmlns:a16="http://schemas.microsoft.com/office/drawing/2014/main" id="{CE55BBC4-C135-BF50-4255-AAD633607280}"/>
                  </a:ext>
                </a:extLst>
              </p:cNvPr>
              <p:cNvSpPr>
                <a:spLocks noChangeArrowheads="1"/>
              </p:cNvSpPr>
              <p:nvPr/>
            </p:nvSpPr>
            <p:spPr bwMode="auto">
              <a:xfrm>
                <a:off x="3011" y="3216"/>
                <a:ext cx="986" cy="192"/>
              </a:xfrm>
              <a:prstGeom prst="rect">
                <a:avLst/>
              </a:prstGeom>
              <a:solidFill>
                <a:schemeClr val="bg1"/>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t>可信报告根</a:t>
                </a:r>
              </a:p>
            </p:txBody>
          </p:sp>
          <p:sp>
            <p:nvSpPr>
              <p:cNvPr id="22574" name="Rectangle 23">
                <a:extLst>
                  <a:ext uri="{FF2B5EF4-FFF2-40B4-BE49-F238E27FC236}">
                    <a16:creationId xmlns:a16="http://schemas.microsoft.com/office/drawing/2014/main" id="{A5E568E5-2ABF-83F7-8AE8-98AD7700E9AB}"/>
                  </a:ext>
                </a:extLst>
              </p:cNvPr>
              <p:cNvSpPr>
                <a:spLocks noChangeArrowheads="1"/>
              </p:cNvSpPr>
              <p:nvPr/>
            </p:nvSpPr>
            <p:spPr bwMode="auto">
              <a:xfrm>
                <a:off x="1814" y="2880"/>
                <a:ext cx="845" cy="528"/>
              </a:xfrm>
              <a:prstGeom prst="rect">
                <a:avLst/>
              </a:prstGeom>
              <a:solidFill>
                <a:schemeClr val="bg1"/>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t>可信度量根</a:t>
                </a:r>
              </a:p>
            </p:txBody>
          </p:sp>
          <p:sp>
            <p:nvSpPr>
              <p:cNvPr id="22575" name="Rectangle 24">
                <a:extLst>
                  <a:ext uri="{FF2B5EF4-FFF2-40B4-BE49-F238E27FC236}">
                    <a16:creationId xmlns:a16="http://schemas.microsoft.com/office/drawing/2014/main" id="{2F9E7ABD-0B81-7528-97B9-4298B137E2DF}"/>
                  </a:ext>
                </a:extLst>
              </p:cNvPr>
              <p:cNvSpPr>
                <a:spLocks noChangeArrowheads="1"/>
              </p:cNvSpPr>
              <p:nvPr/>
            </p:nvSpPr>
            <p:spPr bwMode="auto">
              <a:xfrm>
                <a:off x="1885" y="3237"/>
                <a:ext cx="704" cy="148"/>
              </a:xfrm>
              <a:prstGeom prst="rect">
                <a:avLst/>
              </a:prstGeom>
              <a:solidFill>
                <a:srgbClr val="EAEAEA"/>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t>度量存储</a:t>
                </a:r>
              </a:p>
            </p:txBody>
          </p:sp>
        </p:grpSp>
        <p:sp>
          <p:nvSpPr>
            <p:cNvPr id="22570" name="Text Box 25">
              <a:extLst>
                <a:ext uri="{FF2B5EF4-FFF2-40B4-BE49-F238E27FC236}">
                  <a16:creationId xmlns:a16="http://schemas.microsoft.com/office/drawing/2014/main" id="{93799ABD-89A4-C3F5-A449-8F814CCDF762}"/>
                </a:ext>
              </a:extLst>
            </p:cNvPr>
            <p:cNvSpPr txBox="1">
              <a:spLocks noChangeArrowheads="1"/>
            </p:cNvSpPr>
            <p:nvPr/>
          </p:nvSpPr>
          <p:spPr bwMode="auto">
            <a:xfrm>
              <a:off x="1104" y="3312"/>
              <a:ext cx="49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200" b="1"/>
                <a:t>可信密码模块</a:t>
              </a:r>
              <a:r>
                <a:rPr lang="en-US" altLang="zh-CN" sz="1200" b="1"/>
                <a:t>(TCM) </a:t>
              </a:r>
            </a:p>
          </p:txBody>
        </p:sp>
      </p:grpSp>
      <p:grpSp>
        <p:nvGrpSpPr>
          <p:cNvPr id="4" name="组合 53">
            <a:extLst>
              <a:ext uri="{FF2B5EF4-FFF2-40B4-BE49-F238E27FC236}">
                <a16:creationId xmlns:a16="http://schemas.microsoft.com/office/drawing/2014/main" id="{D3C173E3-48D8-F360-837A-CA09AAAB09E0}"/>
              </a:ext>
            </a:extLst>
          </p:cNvPr>
          <p:cNvGrpSpPr>
            <a:grpSpLocks/>
          </p:cNvGrpSpPr>
          <p:nvPr/>
        </p:nvGrpSpPr>
        <p:grpSpPr bwMode="auto">
          <a:xfrm>
            <a:off x="2657476" y="1806575"/>
            <a:ext cx="4568825" cy="647700"/>
            <a:chOff x="1133651" y="1806575"/>
            <a:chExt cx="4568473" cy="647700"/>
          </a:xfrm>
        </p:grpSpPr>
        <p:sp>
          <p:nvSpPr>
            <p:cNvPr id="22563" name="AutoShape 40">
              <a:extLst>
                <a:ext uri="{FF2B5EF4-FFF2-40B4-BE49-F238E27FC236}">
                  <a16:creationId xmlns:a16="http://schemas.microsoft.com/office/drawing/2014/main" id="{C9EA5A1C-F591-F9D4-4B68-31FEE5A05680}"/>
                </a:ext>
              </a:extLst>
            </p:cNvPr>
            <p:cNvSpPr>
              <a:spLocks noChangeArrowheads="1"/>
            </p:cNvSpPr>
            <p:nvPr/>
          </p:nvSpPr>
          <p:spPr bwMode="auto">
            <a:xfrm>
              <a:off x="1804238" y="1806575"/>
              <a:ext cx="373635" cy="647700"/>
            </a:xfrm>
            <a:prstGeom prst="upArrow">
              <a:avLst>
                <a:gd name="adj1" fmla="val 50000"/>
                <a:gd name="adj2" fmla="val 32158"/>
              </a:avLst>
            </a:prstGeom>
            <a:gradFill rotWithShape="0">
              <a:gsLst>
                <a:gs pos="0">
                  <a:srgbClr val="765E00"/>
                </a:gs>
                <a:gs pos="50000">
                  <a:srgbClr val="FFCC00"/>
                </a:gs>
                <a:gs pos="100000">
                  <a:srgbClr val="765E00"/>
                </a:gs>
              </a:gsLst>
              <a:lin ang="0" scaled="1"/>
            </a:gradFill>
            <a:ln w="9525">
              <a:solidFill>
                <a:schemeClr val="tx1"/>
              </a:solidFill>
              <a:miter lim="800000"/>
              <a:headEnd/>
              <a:tailEnd/>
            </a:ln>
          </p:spPr>
          <p:txBody>
            <a:bodyPr vert="eaVert"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564" name="AutoShape 41">
              <a:extLst>
                <a:ext uri="{FF2B5EF4-FFF2-40B4-BE49-F238E27FC236}">
                  <a16:creationId xmlns:a16="http://schemas.microsoft.com/office/drawing/2014/main" id="{9CDA1A21-CD2C-3AF8-F4EE-E485EE555F49}"/>
                </a:ext>
              </a:extLst>
            </p:cNvPr>
            <p:cNvSpPr>
              <a:spLocks noChangeArrowheads="1"/>
            </p:cNvSpPr>
            <p:nvPr/>
          </p:nvSpPr>
          <p:spPr bwMode="auto">
            <a:xfrm>
              <a:off x="3458678" y="1806575"/>
              <a:ext cx="373635" cy="647700"/>
            </a:xfrm>
            <a:prstGeom prst="upArrow">
              <a:avLst>
                <a:gd name="adj1" fmla="val 50000"/>
                <a:gd name="adj2" fmla="val 32158"/>
              </a:avLst>
            </a:prstGeom>
            <a:gradFill rotWithShape="0">
              <a:gsLst>
                <a:gs pos="0">
                  <a:srgbClr val="765E00"/>
                </a:gs>
                <a:gs pos="50000">
                  <a:srgbClr val="FFCC00"/>
                </a:gs>
                <a:gs pos="100000">
                  <a:srgbClr val="765E00"/>
                </a:gs>
              </a:gsLst>
              <a:lin ang="0" scaled="1"/>
            </a:gradFill>
            <a:ln w="9525">
              <a:solidFill>
                <a:schemeClr val="tx1"/>
              </a:solidFill>
              <a:miter lim="800000"/>
              <a:headEnd/>
              <a:tailEnd/>
            </a:ln>
          </p:spPr>
          <p:txBody>
            <a:bodyPr vert="eaVert"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565" name="AutoShape 42">
              <a:extLst>
                <a:ext uri="{FF2B5EF4-FFF2-40B4-BE49-F238E27FC236}">
                  <a16:creationId xmlns:a16="http://schemas.microsoft.com/office/drawing/2014/main" id="{FCD8ECE7-04AD-0DAA-A08C-670E0D9168EF}"/>
                </a:ext>
              </a:extLst>
            </p:cNvPr>
            <p:cNvSpPr>
              <a:spLocks noChangeArrowheads="1"/>
            </p:cNvSpPr>
            <p:nvPr/>
          </p:nvSpPr>
          <p:spPr bwMode="auto">
            <a:xfrm>
              <a:off x="4901010" y="1806575"/>
              <a:ext cx="373635" cy="647700"/>
            </a:xfrm>
            <a:prstGeom prst="upArrow">
              <a:avLst>
                <a:gd name="adj1" fmla="val 50000"/>
                <a:gd name="adj2" fmla="val 32158"/>
              </a:avLst>
            </a:prstGeom>
            <a:gradFill rotWithShape="0">
              <a:gsLst>
                <a:gs pos="0">
                  <a:srgbClr val="765E00"/>
                </a:gs>
                <a:gs pos="50000">
                  <a:srgbClr val="FFCC00"/>
                </a:gs>
                <a:gs pos="100000">
                  <a:srgbClr val="765E00"/>
                </a:gs>
              </a:gsLst>
              <a:lin ang="0" scaled="1"/>
            </a:gradFill>
            <a:ln w="9525">
              <a:solidFill>
                <a:schemeClr val="tx1"/>
              </a:solidFill>
              <a:miter lim="800000"/>
              <a:headEnd/>
              <a:tailEnd/>
            </a:ln>
          </p:spPr>
          <p:txBody>
            <a:bodyPr vert="eaVert"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566" name="Rectangle 43">
              <a:extLst>
                <a:ext uri="{FF2B5EF4-FFF2-40B4-BE49-F238E27FC236}">
                  <a16:creationId xmlns:a16="http://schemas.microsoft.com/office/drawing/2014/main" id="{C377221B-3D38-0688-AD1F-1CA960FA7648}"/>
                </a:ext>
              </a:extLst>
            </p:cNvPr>
            <p:cNvSpPr>
              <a:spLocks noChangeArrowheads="1"/>
            </p:cNvSpPr>
            <p:nvPr/>
          </p:nvSpPr>
          <p:spPr bwMode="auto">
            <a:xfrm>
              <a:off x="1133651" y="1997075"/>
              <a:ext cx="1755599" cy="325438"/>
            </a:xfrm>
            <a:prstGeom prst="rect">
              <a:avLst/>
            </a:prstGeom>
            <a:solidFill>
              <a:schemeClr val="bg1"/>
            </a:solidFill>
            <a:ln w="19050">
              <a:solidFill>
                <a:srgbClr val="0000FF"/>
              </a:solidFill>
              <a:prstDash val="dash"/>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ea typeface="华文细黑" panose="02010600040101010101" pitchFamily="2" charset="-122"/>
                </a:rPr>
                <a:t>平台完整性度量与报告</a:t>
              </a:r>
            </a:p>
          </p:txBody>
        </p:sp>
        <p:sp>
          <p:nvSpPr>
            <p:cNvPr id="22567" name="Rectangle 44">
              <a:extLst>
                <a:ext uri="{FF2B5EF4-FFF2-40B4-BE49-F238E27FC236}">
                  <a16:creationId xmlns:a16="http://schemas.microsoft.com/office/drawing/2014/main" id="{00D9DEDC-B195-B6B1-53F5-BD6233087875}"/>
                </a:ext>
              </a:extLst>
            </p:cNvPr>
            <p:cNvSpPr>
              <a:spLocks noChangeArrowheads="1"/>
            </p:cNvSpPr>
            <p:nvPr/>
          </p:nvSpPr>
          <p:spPr bwMode="auto">
            <a:xfrm>
              <a:off x="3031199" y="2022475"/>
              <a:ext cx="1267751" cy="325438"/>
            </a:xfrm>
            <a:prstGeom prst="rect">
              <a:avLst/>
            </a:prstGeom>
            <a:solidFill>
              <a:schemeClr val="bg1"/>
            </a:solidFill>
            <a:ln w="19050">
              <a:solidFill>
                <a:srgbClr val="0000FF"/>
              </a:solidFill>
              <a:prstDash val="dash"/>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ea typeface="华文细黑" panose="02010600040101010101" pitchFamily="2" charset="-122"/>
                </a:rPr>
                <a:t>平台身份可信</a:t>
              </a:r>
            </a:p>
          </p:txBody>
        </p:sp>
        <p:sp>
          <p:nvSpPr>
            <p:cNvPr id="22568" name="Rectangle 45">
              <a:extLst>
                <a:ext uri="{FF2B5EF4-FFF2-40B4-BE49-F238E27FC236}">
                  <a16:creationId xmlns:a16="http://schemas.microsoft.com/office/drawing/2014/main" id="{C82A8E1F-E4AF-4D7F-29B0-2D77F273BCE7}"/>
                </a:ext>
              </a:extLst>
            </p:cNvPr>
            <p:cNvSpPr>
              <a:spLocks noChangeArrowheads="1"/>
            </p:cNvSpPr>
            <p:nvPr/>
          </p:nvSpPr>
          <p:spPr bwMode="auto">
            <a:xfrm>
              <a:off x="4527374" y="2022475"/>
              <a:ext cx="1174750" cy="325438"/>
            </a:xfrm>
            <a:prstGeom prst="rect">
              <a:avLst/>
            </a:prstGeom>
            <a:solidFill>
              <a:schemeClr val="bg1"/>
            </a:solidFill>
            <a:ln w="19050">
              <a:solidFill>
                <a:srgbClr val="0000FF"/>
              </a:solidFill>
              <a:prstDash val="dash"/>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ea typeface="华文细黑" panose="02010600040101010101" pitchFamily="2" charset="-122"/>
                </a:rPr>
                <a:t>数据安全保护</a:t>
              </a:r>
            </a:p>
          </p:txBody>
        </p:sp>
      </p:grpSp>
      <p:sp>
        <p:nvSpPr>
          <p:cNvPr id="21545" name="Rectangle 46">
            <a:extLst>
              <a:ext uri="{FF2B5EF4-FFF2-40B4-BE49-F238E27FC236}">
                <a16:creationId xmlns:a16="http://schemas.microsoft.com/office/drawing/2014/main" id="{B778B4A4-CBF5-6FC3-D63E-D5C83C46DD1A}"/>
              </a:ext>
            </a:extLst>
          </p:cNvPr>
          <p:cNvSpPr>
            <a:spLocks noChangeArrowheads="1"/>
          </p:cNvSpPr>
          <p:nvPr/>
        </p:nvSpPr>
        <p:spPr bwMode="auto">
          <a:xfrm>
            <a:off x="2220913" y="1524001"/>
            <a:ext cx="5168900" cy="282575"/>
          </a:xfrm>
          <a:prstGeom prst="rect">
            <a:avLst/>
          </a:prstGeom>
          <a:solidFill>
            <a:schemeClr val="bg1"/>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t>安全应用</a:t>
            </a:r>
          </a:p>
        </p:txBody>
      </p:sp>
      <p:sp>
        <p:nvSpPr>
          <p:cNvPr id="22533" name="Rectangle 47">
            <a:extLst>
              <a:ext uri="{FF2B5EF4-FFF2-40B4-BE49-F238E27FC236}">
                <a16:creationId xmlns:a16="http://schemas.microsoft.com/office/drawing/2014/main" id="{D9888D96-960C-01E5-D045-8BB007F14BAD}"/>
              </a:ext>
            </a:extLst>
          </p:cNvPr>
          <p:cNvSpPr>
            <a:spLocks noChangeArrowheads="1"/>
          </p:cNvSpPr>
          <p:nvPr/>
        </p:nvSpPr>
        <p:spPr bwMode="auto">
          <a:xfrm>
            <a:off x="1828800" y="1447800"/>
            <a:ext cx="5638800" cy="4876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534" name="Text Box 48">
            <a:extLst>
              <a:ext uri="{FF2B5EF4-FFF2-40B4-BE49-F238E27FC236}">
                <a16:creationId xmlns:a16="http://schemas.microsoft.com/office/drawing/2014/main" id="{DBCAC909-B570-C349-0C63-240EDD135F64}"/>
              </a:ext>
            </a:extLst>
          </p:cNvPr>
          <p:cNvSpPr txBox="1">
            <a:spLocks noChangeArrowheads="1"/>
          </p:cNvSpPr>
          <p:nvPr/>
        </p:nvSpPr>
        <p:spPr bwMode="auto">
          <a:xfrm>
            <a:off x="1906588" y="1795464"/>
            <a:ext cx="214312"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600" b="1"/>
              <a:t>计算机系统</a:t>
            </a:r>
          </a:p>
        </p:txBody>
      </p:sp>
      <p:grpSp>
        <p:nvGrpSpPr>
          <p:cNvPr id="5" name="组合 48">
            <a:extLst>
              <a:ext uri="{FF2B5EF4-FFF2-40B4-BE49-F238E27FC236}">
                <a16:creationId xmlns:a16="http://schemas.microsoft.com/office/drawing/2014/main" id="{47CD4452-B906-D34F-39FA-2D3C789EDA66}"/>
              </a:ext>
            </a:extLst>
          </p:cNvPr>
          <p:cNvGrpSpPr>
            <a:grpSpLocks/>
          </p:cNvGrpSpPr>
          <p:nvPr/>
        </p:nvGrpSpPr>
        <p:grpSpPr bwMode="auto">
          <a:xfrm>
            <a:off x="2209800" y="2436814"/>
            <a:ext cx="5168900" cy="3811587"/>
            <a:chOff x="3657600" y="2436812"/>
            <a:chExt cx="5029200" cy="3811588"/>
          </a:xfrm>
        </p:grpSpPr>
        <p:sp>
          <p:nvSpPr>
            <p:cNvPr id="22545" name="Rectangle 49">
              <a:extLst>
                <a:ext uri="{FF2B5EF4-FFF2-40B4-BE49-F238E27FC236}">
                  <a16:creationId xmlns:a16="http://schemas.microsoft.com/office/drawing/2014/main" id="{AAD65464-84F8-F925-5934-91E78A4A5677}"/>
                </a:ext>
              </a:extLst>
            </p:cNvPr>
            <p:cNvSpPr>
              <a:spLocks noChangeArrowheads="1"/>
            </p:cNvSpPr>
            <p:nvPr/>
          </p:nvSpPr>
          <p:spPr bwMode="auto">
            <a:xfrm>
              <a:off x="4800600" y="4529138"/>
              <a:ext cx="762000" cy="168275"/>
            </a:xfrm>
            <a:prstGeom prst="rect">
              <a:avLst/>
            </a:prstGeom>
            <a:solidFill>
              <a:srgbClr val="EAEAEA"/>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b="1"/>
                <a:t>CRTM</a:t>
              </a:r>
            </a:p>
          </p:txBody>
        </p:sp>
        <p:grpSp>
          <p:nvGrpSpPr>
            <p:cNvPr id="22546" name="组合 45">
              <a:extLst>
                <a:ext uri="{FF2B5EF4-FFF2-40B4-BE49-F238E27FC236}">
                  <a16:creationId xmlns:a16="http://schemas.microsoft.com/office/drawing/2014/main" id="{8E906B2A-78DB-9A99-7076-5DCAE6276CFA}"/>
                </a:ext>
              </a:extLst>
            </p:cNvPr>
            <p:cNvGrpSpPr>
              <a:grpSpLocks/>
            </p:cNvGrpSpPr>
            <p:nvPr/>
          </p:nvGrpSpPr>
          <p:grpSpPr bwMode="auto">
            <a:xfrm>
              <a:off x="3657600" y="2436812"/>
              <a:ext cx="5029200" cy="3811588"/>
              <a:chOff x="3657600" y="2438400"/>
              <a:chExt cx="5029200" cy="3811588"/>
            </a:xfrm>
          </p:grpSpPr>
          <p:sp>
            <p:nvSpPr>
              <p:cNvPr id="22547" name="Rectangle 27">
                <a:extLst>
                  <a:ext uri="{FF2B5EF4-FFF2-40B4-BE49-F238E27FC236}">
                    <a16:creationId xmlns:a16="http://schemas.microsoft.com/office/drawing/2014/main" id="{B4E30229-AE59-619B-F6EC-3D3DEC56C92A}"/>
                  </a:ext>
                </a:extLst>
              </p:cNvPr>
              <p:cNvSpPr>
                <a:spLocks noChangeArrowheads="1"/>
              </p:cNvSpPr>
              <p:nvPr/>
            </p:nvSpPr>
            <p:spPr bwMode="auto">
              <a:xfrm>
                <a:off x="3851275" y="2506663"/>
                <a:ext cx="4779963" cy="1150937"/>
              </a:xfrm>
              <a:prstGeom prst="rect">
                <a:avLst/>
              </a:prstGeom>
              <a:solidFill>
                <a:srgbClr val="FFCC99"/>
              </a:solidFill>
              <a:ln w="25400">
                <a:solidFill>
                  <a:schemeClr val="tx1"/>
                </a:solidFill>
                <a:miter lim="800000"/>
                <a:headEnd/>
                <a:tailEnd/>
              </a:ln>
            </p:spPr>
            <p:txBody>
              <a:bodyPr wrap="none"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548" name="Text Box 28">
                <a:extLst>
                  <a:ext uri="{FF2B5EF4-FFF2-40B4-BE49-F238E27FC236}">
                    <a16:creationId xmlns:a16="http://schemas.microsoft.com/office/drawing/2014/main" id="{C0C4A6DB-D1C5-2279-F52C-0C207425A647}"/>
                  </a:ext>
                </a:extLst>
              </p:cNvPr>
              <p:cNvSpPr txBox="1">
                <a:spLocks noChangeArrowheads="1"/>
              </p:cNvSpPr>
              <p:nvPr/>
            </p:nvSpPr>
            <p:spPr bwMode="auto">
              <a:xfrm>
                <a:off x="3903663" y="2730500"/>
                <a:ext cx="592137" cy="575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200" b="1"/>
                  <a:t>TCM</a:t>
                </a:r>
                <a:r>
                  <a:rPr lang="zh-CN" altLang="en-US" sz="1200" b="1"/>
                  <a:t>服务模块</a:t>
                </a:r>
                <a:r>
                  <a:rPr lang="en-US" altLang="zh-CN" sz="1200" b="1"/>
                  <a:t>(TSM) </a:t>
                </a:r>
              </a:p>
            </p:txBody>
          </p:sp>
          <p:sp>
            <p:nvSpPr>
              <p:cNvPr id="22549" name="Rectangle 29">
                <a:extLst>
                  <a:ext uri="{FF2B5EF4-FFF2-40B4-BE49-F238E27FC236}">
                    <a16:creationId xmlns:a16="http://schemas.microsoft.com/office/drawing/2014/main" id="{B90C6F11-EC1A-1198-8A0C-ADF313C80A56}"/>
                  </a:ext>
                </a:extLst>
              </p:cNvPr>
              <p:cNvSpPr>
                <a:spLocks noChangeArrowheads="1"/>
              </p:cNvSpPr>
              <p:nvPr/>
            </p:nvSpPr>
            <p:spPr bwMode="auto">
              <a:xfrm>
                <a:off x="3657600" y="2438400"/>
                <a:ext cx="5029200" cy="38115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550" name="Rectangle 30">
                <a:extLst>
                  <a:ext uri="{FF2B5EF4-FFF2-40B4-BE49-F238E27FC236}">
                    <a16:creationId xmlns:a16="http://schemas.microsoft.com/office/drawing/2014/main" id="{12E24771-E997-E229-3FCB-359D15C4E7FF}"/>
                  </a:ext>
                </a:extLst>
              </p:cNvPr>
              <p:cNvSpPr>
                <a:spLocks noChangeArrowheads="1"/>
              </p:cNvSpPr>
              <p:nvPr/>
            </p:nvSpPr>
            <p:spPr bwMode="auto">
              <a:xfrm>
                <a:off x="4724400" y="4267200"/>
                <a:ext cx="914400" cy="503238"/>
              </a:xfrm>
              <a:prstGeom prst="rect">
                <a:avLst/>
              </a:prstGeom>
              <a:noFill/>
              <a:ln w="19050">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lIns="18000" rIns="1800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a:t>BIOS</a:t>
                </a:r>
              </a:p>
            </p:txBody>
          </p:sp>
          <p:sp>
            <p:nvSpPr>
              <p:cNvPr id="22551" name="Rectangle 31">
                <a:extLst>
                  <a:ext uri="{FF2B5EF4-FFF2-40B4-BE49-F238E27FC236}">
                    <a16:creationId xmlns:a16="http://schemas.microsoft.com/office/drawing/2014/main" id="{9597AEE5-29D9-B5E9-8B06-1BDDD8D24990}"/>
                  </a:ext>
                </a:extLst>
              </p:cNvPr>
              <p:cNvSpPr>
                <a:spLocks noChangeArrowheads="1"/>
              </p:cNvSpPr>
              <p:nvPr/>
            </p:nvSpPr>
            <p:spPr bwMode="auto">
              <a:xfrm>
                <a:off x="4724400" y="3881438"/>
                <a:ext cx="946150" cy="288925"/>
              </a:xfrm>
              <a:prstGeom prst="rect">
                <a:avLst/>
              </a:prstGeom>
              <a:solidFill>
                <a:srgbClr val="FFFFCC"/>
              </a:solidFill>
              <a:ln w="9525">
                <a:solidFill>
                  <a:schemeClr val="tx1"/>
                </a:solidFill>
                <a:prstDash val="dash"/>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t>操作系统</a:t>
                </a:r>
              </a:p>
            </p:txBody>
          </p:sp>
          <p:sp>
            <p:nvSpPr>
              <p:cNvPr id="22552" name="Rectangle 32">
                <a:extLst>
                  <a:ext uri="{FF2B5EF4-FFF2-40B4-BE49-F238E27FC236}">
                    <a16:creationId xmlns:a16="http://schemas.microsoft.com/office/drawing/2014/main" id="{9B0E18C8-378D-F4B5-2565-CA41A6511D6A}"/>
                  </a:ext>
                </a:extLst>
              </p:cNvPr>
              <p:cNvSpPr>
                <a:spLocks noChangeArrowheads="1"/>
              </p:cNvSpPr>
              <p:nvPr/>
            </p:nvSpPr>
            <p:spPr bwMode="auto">
              <a:xfrm>
                <a:off x="4724400" y="2847975"/>
                <a:ext cx="990600" cy="539750"/>
              </a:xfrm>
              <a:prstGeom prst="rect">
                <a:avLst/>
              </a:prstGeom>
              <a:solidFill>
                <a:srgbClr val="FFFFFF"/>
              </a:solidFill>
              <a:ln w="9525">
                <a:solidFill>
                  <a:schemeClr val="tx1"/>
                </a:solidFill>
                <a:miter lim="800000"/>
                <a:headEnd/>
                <a:tailEnd/>
              </a:ln>
            </p:spPr>
            <p:txBody>
              <a:bodyPr lIns="54000" rIns="54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t>运行时平台</a:t>
                </a:r>
              </a:p>
              <a:p>
                <a:pPr algn="ctr" eaLnBrk="1" hangingPunct="1"/>
                <a:r>
                  <a:rPr lang="zh-CN" altLang="en-US" sz="1200" b="1"/>
                  <a:t>防护</a:t>
                </a:r>
              </a:p>
            </p:txBody>
          </p:sp>
          <p:sp>
            <p:nvSpPr>
              <p:cNvPr id="22553" name="Rectangle 33">
                <a:extLst>
                  <a:ext uri="{FF2B5EF4-FFF2-40B4-BE49-F238E27FC236}">
                    <a16:creationId xmlns:a16="http://schemas.microsoft.com/office/drawing/2014/main" id="{21C4D788-39C4-4138-576F-59F227AE0A3D}"/>
                  </a:ext>
                </a:extLst>
              </p:cNvPr>
              <p:cNvSpPr>
                <a:spLocks noChangeArrowheads="1"/>
              </p:cNvSpPr>
              <p:nvPr/>
            </p:nvSpPr>
            <p:spPr bwMode="auto">
              <a:xfrm>
                <a:off x="6019800" y="3233738"/>
                <a:ext cx="1066800" cy="327025"/>
              </a:xfrm>
              <a:prstGeom prst="rect">
                <a:avLst/>
              </a:prstGeom>
              <a:solidFill>
                <a:srgbClr val="FFFFFF"/>
              </a:solidFill>
              <a:ln w="9525">
                <a:solidFill>
                  <a:schemeClr val="tx1"/>
                </a:solidFill>
                <a:miter lim="800000"/>
                <a:headEnd/>
                <a:tailEnd/>
              </a:ln>
            </p:spPr>
            <p:txBody>
              <a:bodyPr lIns="54000" rIns="54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t>身份证明</a:t>
                </a:r>
              </a:p>
            </p:txBody>
          </p:sp>
          <p:sp>
            <p:nvSpPr>
              <p:cNvPr id="22554" name="Rectangle 34">
                <a:extLst>
                  <a:ext uri="{FF2B5EF4-FFF2-40B4-BE49-F238E27FC236}">
                    <a16:creationId xmlns:a16="http://schemas.microsoft.com/office/drawing/2014/main" id="{53DF81A3-F3C6-BB67-732C-E8702EA27B14}"/>
                  </a:ext>
                </a:extLst>
              </p:cNvPr>
              <p:cNvSpPr>
                <a:spLocks noChangeArrowheads="1"/>
              </p:cNvSpPr>
              <p:nvPr/>
            </p:nvSpPr>
            <p:spPr bwMode="auto">
              <a:xfrm>
                <a:off x="6019800" y="2692400"/>
                <a:ext cx="1066800" cy="325438"/>
              </a:xfrm>
              <a:prstGeom prst="rect">
                <a:avLst/>
              </a:prstGeom>
              <a:solidFill>
                <a:srgbClr val="FFFFFF"/>
              </a:solidFill>
              <a:ln w="9525">
                <a:solidFill>
                  <a:schemeClr val="tx1"/>
                </a:solidFill>
                <a:miter lim="800000"/>
                <a:headEnd/>
                <a:tailEnd/>
              </a:ln>
            </p:spPr>
            <p:txBody>
              <a:bodyPr lIns="54000" rIns="54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t>完整性报告</a:t>
                </a:r>
              </a:p>
            </p:txBody>
          </p:sp>
          <p:sp>
            <p:nvSpPr>
              <p:cNvPr id="22555" name="Rectangle 35">
                <a:extLst>
                  <a:ext uri="{FF2B5EF4-FFF2-40B4-BE49-F238E27FC236}">
                    <a16:creationId xmlns:a16="http://schemas.microsoft.com/office/drawing/2014/main" id="{E7A3DBF3-C28B-D255-026B-61938351FDB0}"/>
                  </a:ext>
                </a:extLst>
              </p:cNvPr>
              <p:cNvSpPr>
                <a:spLocks noChangeArrowheads="1"/>
              </p:cNvSpPr>
              <p:nvPr/>
            </p:nvSpPr>
            <p:spPr bwMode="auto">
              <a:xfrm>
                <a:off x="7391400" y="3302000"/>
                <a:ext cx="1066800" cy="252413"/>
              </a:xfrm>
              <a:prstGeom prst="rect">
                <a:avLst/>
              </a:prstGeom>
              <a:solidFill>
                <a:srgbClr val="FFFFFF"/>
              </a:solidFill>
              <a:ln w="9525">
                <a:solidFill>
                  <a:schemeClr val="tx1"/>
                </a:solidFill>
                <a:miter lim="800000"/>
                <a:headEnd/>
                <a:tailEnd/>
              </a:ln>
            </p:spPr>
            <p:txBody>
              <a:bodyPr lIns="54000" rIns="54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t>密钥保护</a:t>
                </a:r>
              </a:p>
            </p:txBody>
          </p:sp>
          <p:sp>
            <p:nvSpPr>
              <p:cNvPr id="22556" name="Rectangle 36">
                <a:extLst>
                  <a:ext uri="{FF2B5EF4-FFF2-40B4-BE49-F238E27FC236}">
                    <a16:creationId xmlns:a16="http://schemas.microsoft.com/office/drawing/2014/main" id="{640DAEB9-CD60-16F4-FF41-B47290517BE0}"/>
                  </a:ext>
                </a:extLst>
              </p:cNvPr>
              <p:cNvSpPr>
                <a:spLocks noChangeArrowheads="1"/>
              </p:cNvSpPr>
              <p:nvPr/>
            </p:nvSpPr>
            <p:spPr bwMode="auto">
              <a:xfrm>
                <a:off x="7391400" y="3024188"/>
                <a:ext cx="1066800" cy="252412"/>
              </a:xfrm>
              <a:prstGeom prst="rect">
                <a:avLst/>
              </a:prstGeom>
              <a:solidFill>
                <a:srgbClr val="FFFFFF"/>
              </a:solidFill>
              <a:ln w="9525">
                <a:solidFill>
                  <a:schemeClr val="tx1"/>
                </a:solidFill>
                <a:miter lim="800000"/>
                <a:headEnd/>
                <a:tailEnd/>
              </a:ln>
            </p:spPr>
            <p:txBody>
              <a:bodyPr lIns="54000" rIns="54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t>平台数据安全</a:t>
                </a:r>
              </a:p>
            </p:txBody>
          </p:sp>
          <p:sp>
            <p:nvSpPr>
              <p:cNvPr id="22557" name="Rectangle 37">
                <a:extLst>
                  <a:ext uri="{FF2B5EF4-FFF2-40B4-BE49-F238E27FC236}">
                    <a16:creationId xmlns:a16="http://schemas.microsoft.com/office/drawing/2014/main" id="{1229B8D9-606A-525A-B1E7-3BFE80B78610}"/>
                  </a:ext>
                </a:extLst>
              </p:cNvPr>
              <p:cNvSpPr>
                <a:spLocks noChangeArrowheads="1"/>
              </p:cNvSpPr>
              <p:nvPr/>
            </p:nvSpPr>
            <p:spPr bwMode="auto">
              <a:xfrm>
                <a:off x="7391400" y="2719388"/>
                <a:ext cx="1066800" cy="252412"/>
              </a:xfrm>
              <a:prstGeom prst="rect">
                <a:avLst/>
              </a:prstGeom>
              <a:solidFill>
                <a:srgbClr val="FFFFFF"/>
              </a:solidFill>
              <a:ln w="9525">
                <a:solidFill>
                  <a:schemeClr val="tx1"/>
                </a:solidFill>
                <a:miter lim="800000"/>
                <a:headEnd/>
                <a:tailEnd/>
              </a:ln>
            </p:spPr>
            <p:txBody>
              <a:bodyPr lIns="54000" rIns="54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t>密码学服务</a:t>
                </a:r>
              </a:p>
            </p:txBody>
          </p:sp>
          <p:sp>
            <p:nvSpPr>
              <p:cNvPr id="22558" name="Text Box 38">
                <a:extLst>
                  <a:ext uri="{FF2B5EF4-FFF2-40B4-BE49-F238E27FC236}">
                    <a16:creationId xmlns:a16="http://schemas.microsoft.com/office/drawing/2014/main" id="{43CB1406-B525-E74C-80ED-A8CDDFE6019A}"/>
                  </a:ext>
                </a:extLst>
              </p:cNvPr>
              <p:cNvSpPr txBox="1">
                <a:spLocks noChangeArrowheads="1"/>
              </p:cNvSpPr>
              <p:nvPr/>
            </p:nvSpPr>
            <p:spPr bwMode="auto">
              <a:xfrm>
                <a:off x="4540250" y="3276600"/>
                <a:ext cx="2603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200" b="1"/>
                  <a:t>信任链</a:t>
                </a:r>
              </a:p>
            </p:txBody>
          </p:sp>
          <p:sp>
            <p:nvSpPr>
              <p:cNvPr id="22559" name="Text Box 39">
                <a:extLst>
                  <a:ext uri="{FF2B5EF4-FFF2-40B4-BE49-F238E27FC236}">
                    <a16:creationId xmlns:a16="http://schemas.microsoft.com/office/drawing/2014/main" id="{F8BA2EBC-EE2B-2BA4-D50C-9E039107A821}"/>
                  </a:ext>
                </a:extLst>
              </p:cNvPr>
              <p:cNvSpPr txBox="1">
                <a:spLocks noChangeArrowheads="1"/>
              </p:cNvSpPr>
              <p:nvPr/>
            </p:nvSpPr>
            <p:spPr bwMode="auto">
              <a:xfrm>
                <a:off x="3657600" y="3810000"/>
                <a:ext cx="805249"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600" b="1">
                    <a:solidFill>
                      <a:srgbClr val="FF0000"/>
                    </a:solidFill>
                    <a:latin typeface="华文新魏" panose="02010800040101010101" pitchFamily="2" charset="-122"/>
                    <a:ea typeface="华文新魏" panose="02010800040101010101" pitchFamily="2" charset="-122"/>
                  </a:rPr>
                  <a:t>可信计算密码支撑平台</a:t>
                </a:r>
              </a:p>
            </p:txBody>
          </p:sp>
          <p:sp>
            <p:nvSpPr>
              <p:cNvPr id="22560" name="Rectangle 50">
                <a:extLst>
                  <a:ext uri="{FF2B5EF4-FFF2-40B4-BE49-F238E27FC236}">
                    <a16:creationId xmlns:a16="http://schemas.microsoft.com/office/drawing/2014/main" id="{056A7493-3902-B097-5312-3A4D945D2261}"/>
                  </a:ext>
                </a:extLst>
              </p:cNvPr>
              <p:cNvSpPr>
                <a:spLocks noChangeArrowheads="1"/>
              </p:cNvSpPr>
              <p:nvPr/>
            </p:nvSpPr>
            <p:spPr bwMode="auto">
              <a:xfrm>
                <a:off x="4527550" y="2586038"/>
                <a:ext cx="1246188" cy="2735262"/>
              </a:xfrm>
              <a:prstGeom prst="rect">
                <a:avLst/>
              </a:prstGeom>
              <a:noFill/>
              <a:ln w="1270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561" name="Rectangle 51">
                <a:extLst>
                  <a:ext uri="{FF2B5EF4-FFF2-40B4-BE49-F238E27FC236}">
                    <a16:creationId xmlns:a16="http://schemas.microsoft.com/office/drawing/2014/main" id="{2BEDDFD1-5940-8287-37BD-A03CF062B48A}"/>
                  </a:ext>
                </a:extLst>
              </p:cNvPr>
              <p:cNvSpPr>
                <a:spLocks noChangeArrowheads="1"/>
              </p:cNvSpPr>
              <p:nvPr/>
            </p:nvSpPr>
            <p:spPr bwMode="auto">
              <a:xfrm>
                <a:off x="5943600" y="2586038"/>
                <a:ext cx="1219200" cy="2735262"/>
              </a:xfrm>
              <a:prstGeom prst="rect">
                <a:avLst/>
              </a:prstGeom>
              <a:noFill/>
              <a:ln w="1270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562" name="Rectangle 52">
                <a:extLst>
                  <a:ext uri="{FF2B5EF4-FFF2-40B4-BE49-F238E27FC236}">
                    <a16:creationId xmlns:a16="http://schemas.microsoft.com/office/drawing/2014/main" id="{87FCA23D-FC23-87D4-D03B-C6DFF155A6BE}"/>
                  </a:ext>
                </a:extLst>
              </p:cNvPr>
              <p:cNvSpPr>
                <a:spLocks noChangeArrowheads="1"/>
              </p:cNvSpPr>
              <p:nvPr/>
            </p:nvSpPr>
            <p:spPr bwMode="auto">
              <a:xfrm>
                <a:off x="7315200" y="2590800"/>
                <a:ext cx="1219200" cy="2730500"/>
              </a:xfrm>
              <a:prstGeom prst="rect">
                <a:avLst/>
              </a:prstGeom>
              <a:noFill/>
              <a:ln w="1270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grpSp>
        <p:nvGrpSpPr>
          <p:cNvPr id="7" name="Group 53">
            <a:extLst>
              <a:ext uri="{FF2B5EF4-FFF2-40B4-BE49-F238E27FC236}">
                <a16:creationId xmlns:a16="http://schemas.microsoft.com/office/drawing/2014/main" id="{43F8102D-9938-F9DC-1BD3-1DF077A3C60C}"/>
              </a:ext>
            </a:extLst>
          </p:cNvPr>
          <p:cNvGrpSpPr>
            <a:grpSpLocks/>
          </p:cNvGrpSpPr>
          <p:nvPr/>
        </p:nvGrpSpPr>
        <p:grpSpPr bwMode="auto">
          <a:xfrm>
            <a:off x="3114675" y="5465764"/>
            <a:ext cx="4057650" cy="636587"/>
            <a:chOff x="1440" y="3504"/>
            <a:chExt cx="3312" cy="425"/>
          </a:xfrm>
        </p:grpSpPr>
        <p:sp>
          <p:nvSpPr>
            <p:cNvPr id="22540" name="Rectangle 54">
              <a:extLst>
                <a:ext uri="{FF2B5EF4-FFF2-40B4-BE49-F238E27FC236}">
                  <a16:creationId xmlns:a16="http://schemas.microsoft.com/office/drawing/2014/main" id="{22DF68A3-91B4-8A86-CFA8-C72919395179}"/>
                </a:ext>
              </a:extLst>
            </p:cNvPr>
            <p:cNvSpPr>
              <a:spLocks noChangeArrowheads="1"/>
            </p:cNvSpPr>
            <p:nvPr/>
          </p:nvSpPr>
          <p:spPr bwMode="auto">
            <a:xfrm>
              <a:off x="1440" y="3504"/>
              <a:ext cx="3312" cy="425"/>
            </a:xfrm>
            <a:prstGeom prst="rect">
              <a:avLst/>
            </a:prstGeom>
            <a:solidFill>
              <a:schemeClr val="bg1"/>
            </a:solidFill>
            <a:ln w="25400">
              <a:solidFill>
                <a:srgbClr val="800080"/>
              </a:solidFill>
              <a:miter lim="800000"/>
              <a:headEnd/>
              <a:tailEnd/>
            </a:ln>
          </p:spPr>
          <p:txBody>
            <a:bodyPr wrap="none"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lnSpc>
                  <a:spcPct val="97000"/>
                </a:lnSpc>
              </a:pPr>
              <a:r>
                <a:rPr lang="en-US" altLang="zh-CN" sz="1400" b="1">
                  <a:solidFill>
                    <a:schemeClr val="accent2"/>
                  </a:solidFill>
                  <a:latin typeface="Times New Roman" panose="02020603050405020304" pitchFamily="18" charset="0"/>
                </a:rPr>
                <a:t>  </a:t>
              </a:r>
              <a:r>
                <a:rPr lang="zh-CN" altLang="en-US" sz="1200" b="1">
                  <a:solidFill>
                    <a:srgbClr val="7030A0"/>
                  </a:solidFill>
                  <a:latin typeface="Times New Roman" panose="02020603050405020304" pitchFamily="18" charset="0"/>
                </a:rPr>
                <a:t> 密码算</a:t>
              </a:r>
              <a:endParaRPr lang="en-US" altLang="zh-CN" sz="1200" b="1">
                <a:solidFill>
                  <a:srgbClr val="7030A0"/>
                </a:solidFill>
                <a:latin typeface="Times New Roman" panose="02020603050405020304" pitchFamily="18" charset="0"/>
              </a:endParaRPr>
            </a:p>
            <a:p>
              <a:pPr eaLnBrk="1" hangingPunct="1">
                <a:lnSpc>
                  <a:spcPct val="97000"/>
                </a:lnSpc>
              </a:pPr>
              <a:r>
                <a:rPr lang="zh-CN" altLang="en-US" sz="1200" b="1">
                  <a:solidFill>
                    <a:srgbClr val="7030A0"/>
                  </a:solidFill>
                  <a:latin typeface="Times New Roman" panose="02020603050405020304" pitchFamily="18" charset="0"/>
                </a:rPr>
                <a:t>   法引擎</a:t>
              </a:r>
            </a:p>
          </p:txBody>
        </p:sp>
        <p:sp>
          <p:nvSpPr>
            <p:cNvPr id="22541" name="Rectangle 55">
              <a:extLst>
                <a:ext uri="{FF2B5EF4-FFF2-40B4-BE49-F238E27FC236}">
                  <a16:creationId xmlns:a16="http://schemas.microsoft.com/office/drawing/2014/main" id="{D83282AF-3B17-D925-23FB-2A7D9345CB2F}"/>
                </a:ext>
              </a:extLst>
            </p:cNvPr>
            <p:cNvSpPr>
              <a:spLocks noChangeArrowheads="1"/>
            </p:cNvSpPr>
            <p:nvPr/>
          </p:nvSpPr>
          <p:spPr bwMode="auto">
            <a:xfrm>
              <a:off x="2057" y="3552"/>
              <a:ext cx="785" cy="155"/>
            </a:xfrm>
            <a:prstGeom prst="rect">
              <a:avLst/>
            </a:prstGeom>
            <a:solidFill>
              <a:schemeClr val="bg1"/>
            </a:solidFill>
            <a:ln w="6350">
              <a:solidFill>
                <a:schemeClr val="tx1"/>
              </a:solidFill>
              <a:miter lim="800000"/>
              <a:headEnd/>
              <a:tailEnd/>
            </a:ln>
          </p:spPr>
          <p:txBody>
            <a:bodyPr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lnSpc>
                  <a:spcPct val="97000"/>
                </a:lnSpc>
              </a:pPr>
              <a:r>
                <a:rPr lang="zh-CN" altLang="en-US" sz="1000" b="1">
                  <a:solidFill>
                    <a:srgbClr val="7030A0"/>
                  </a:solidFill>
                  <a:latin typeface="Times New Roman" panose="02020603050405020304" pitchFamily="18" charset="0"/>
                </a:rPr>
                <a:t>公钥密码引擎</a:t>
              </a:r>
              <a:endParaRPr lang="en-US" altLang="zh-CN" sz="1000" b="1">
                <a:solidFill>
                  <a:srgbClr val="7030A0"/>
                </a:solidFill>
                <a:latin typeface="Times New Roman" panose="02020603050405020304" pitchFamily="18" charset="0"/>
              </a:endParaRPr>
            </a:p>
          </p:txBody>
        </p:sp>
        <p:sp>
          <p:nvSpPr>
            <p:cNvPr id="22542" name="Rectangle 56">
              <a:extLst>
                <a:ext uri="{FF2B5EF4-FFF2-40B4-BE49-F238E27FC236}">
                  <a16:creationId xmlns:a16="http://schemas.microsoft.com/office/drawing/2014/main" id="{6DEAEC2E-1F78-49A8-661B-45904B6B5A80}"/>
                </a:ext>
              </a:extLst>
            </p:cNvPr>
            <p:cNvSpPr>
              <a:spLocks noChangeArrowheads="1"/>
            </p:cNvSpPr>
            <p:nvPr/>
          </p:nvSpPr>
          <p:spPr bwMode="auto">
            <a:xfrm>
              <a:off x="2884" y="3557"/>
              <a:ext cx="776" cy="150"/>
            </a:xfrm>
            <a:prstGeom prst="rect">
              <a:avLst/>
            </a:prstGeom>
            <a:solidFill>
              <a:schemeClr val="bg1"/>
            </a:solidFill>
            <a:ln w="6350">
              <a:solidFill>
                <a:schemeClr val="tx1"/>
              </a:solidFill>
              <a:miter lim="800000"/>
              <a:headEnd/>
              <a:tailEnd/>
            </a:ln>
          </p:spPr>
          <p:txBody>
            <a:bodyPr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lnSpc>
                  <a:spcPct val="97000"/>
                </a:lnSpc>
              </a:pPr>
              <a:r>
                <a:rPr lang="zh-CN" altLang="en-US" sz="1000" b="1">
                  <a:solidFill>
                    <a:srgbClr val="7030A0"/>
                  </a:solidFill>
                  <a:latin typeface="Times New Roman" panose="02020603050405020304" pitchFamily="18" charset="0"/>
                </a:rPr>
                <a:t>杂凑算法引擎</a:t>
              </a:r>
              <a:endParaRPr lang="en-US" altLang="zh-CN" sz="1000" b="1">
                <a:solidFill>
                  <a:srgbClr val="7030A0"/>
                </a:solidFill>
                <a:latin typeface="Times New Roman" panose="02020603050405020304" pitchFamily="18" charset="0"/>
              </a:endParaRPr>
            </a:p>
          </p:txBody>
        </p:sp>
        <p:sp>
          <p:nvSpPr>
            <p:cNvPr id="22543" name="Rectangle 57">
              <a:extLst>
                <a:ext uri="{FF2B5EF4-FFF2-40B4-BE49-F238E27FC236}">
                  <a16:creationId xmlns:a16="http://schemas.microsoft.com/office/drawing/2014/main" id="{2F8319F3-08D9-9C10-6AC2-BD7DC9254FA9}"/>
                </a:ext>
              </a:extLst>
            </p:cNvPr>
            <p:cNvSpPr>
              <a:spLocks noChangeArrowheads="1"/>
            </p:cNvSpPr>
            <p:nvPr/>
          </p:nvSpPr>
          <p:spPr bwMode="auto">
            <a:xfrm>
              <a:off x="3715" y="3560"/>
              <a:ext cx="938" cy="172"/>
            </a:xfrm>
            <a:prstGeom prst="rect">
              <a:avLst/>
            </a:prstGeom>
            <a:solidFill>
              <a:schemeClr val="bg1"/>
            </a:solidFill>
            <a:ln w="6350">
              <a:solidFill>
                <a:schemeClr val="tx1"/>
              </a:solidFill>
              <a:miter lim="800000"/>
              <a:headEnd/>
              <a:tailEnd/>
            </a:ln>
          </p:spPr>
          <p:txBody>
            <a:bodyPr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lnSpc>
                  <a:spcPct val="97000"/>
                </a:lnSpc>
              </a:pPr>
              <a:r>
                <a:rPr lang="zh-CN" altLang="en-US" sz="1000" b="1">
                  <a:solidFill>
                    <a:srgbClr val="7030A0"/>
                  </a:solidFill>
                  <a:latin typeface="Times New Roman" panose="02020603050405020304" pitchFamily="18" charset="0"/>
                </a:rPr>
                <a:t>对称密码引擎</a:t>
              </a:r>
              <a:endParaRPr lang="en-US" altLang="zh-CN" sz="1000" b="1">
                <a:solidFill>
                  <a:srgbClr val="7030A0"/>
                </a:solidFill>
                <a:latin typeface="Times New Roman" panose="02020603050405020304" pitchFamily="18" charset="0"/>
              </a:endParaRPr>
            </a:p>
          </p:txBody>
        </p:sp>
        <p:sp>
          <p:nvSpPr>
            <p:cNvPr id="22544" name="Rectangle 58">
              <a:extLst>
                <a:ext uri="{FF2B5EF4-FFF2-40B4-BE49-F238E27FC236}">
                  <a16:creationId xmlns:a16="http://schemas.microsoft.com/office/drawing/2014/main" id="{F650A375-FF02-C821-7FC7-853114DB0023}"/>
                </a:ext>
              </a:extLst>
            </p:cNvPr>
            <p:cNvSpPr>
              <a:spLocks noChangeArrowheads="1"/>
            </p:cNvSpPr>
            <p:nvPr/>
          </p:nvSpPr>
          <p:spPr bwMode="auto">
            <a:xfrm>
              <a:off x="2057" y="3770"/>
              <a:ext cx="2596" cy="118"/>
            </a:xfrm>
            <a:prstGeom prst="rect">
              <a:avLst/>
            </a:prstGeom>
            <a:solidFill>
              <a:schemeClr val="bg1"/>
            </a:solidFill>
            <a:ln w="6350">
              <a:solidFill>
                <a:schemeClr val="tx1"/>
              </a:solidFill>
              <a:miter lim="800000"/>
              <a:headEnd/>
              <a:tailEnd/>
            </a:ln>
          </p:spPr>
          <p:txBody>
            <a:bodyPr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lnSpc>
                  <a:spcPct val="97000"/>
                </a:lnSpc>
              </a:pPr>
              <a:r>
                <a:rPr lang="zh-CN" altLang="en-US" sz="1000" b="1">
                  <a:solidFill>
                    <a:srgbClr val="7030A0"/>
                  </a:solidFill>
                  <a:latin typeface="Times New Roman" panose="02020603050405020304" pitchFamily="18" charset="0"/>
                </a:rPr>
                <a:t>随机数算法引擎</a:t>
              </a:r>
              <a:endParaRPr lang="en-US" altLang="zh-CN" sz="1000" b="1">
                <a:solidFill>
                  <a:srgbClr val="7030A0"/>
                </a:solidFill>
                <a:latin typeface="Times New Roman" panose="02020603050405020304" pitchFamily="18" charset="0"/>
              </a:endParaRPr>
            </a:p>
          </p:txBody>
        </p:sp>
      </p:grpSp>
      <p:sp>
        <p:nvSpPr>
          <p:cNvPr id="51" name="Rectangle 17">
            <a:extLst>
              <a:ext uri="{FF2B5EF4-FFF2-40B4-BE49-F238E27FC236}">
                <a16:creationId xmlns:a16="http://schemas.microsoft.com/office/drawing/2014/main" id="{EF11DCF8-499E-4283-D718-62FBEFB1E59A}"/>
              </a:ext>
            </a:extLst>
          </p:cNvPr>
          <p:cNvSpPr txBox="1">
            <a:spLocks noChangeArrowheads="1"/>
          </p:cNvSpPr>
          <p:nvPr/>
        </p:nvSpPr>
        <p:spPr>
          <a:xfrm>
            <a:off x="2057400" y="381001"/>
            <a:ext cx="3124200" cy="639763"/>
          </a:xfrm>
          <a:prstGeom prst="rect">
            <a:avLst/>
          </a:prstGeom>
          <a:noFill/>
          <a:ln/>
        </p:spPr>
        <p:txBody>
          <a:bodyPr/>
          <a:lstStyle/>
          <a:p>
            <a:pPr>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可信计算平台架构</a:t>
            </a:r>
          </a:p>
        </p:txBody>
      </p:sp>
      <p:sp>
        <p:nvSpPr>
          <p:cNvPr id="52" name="TextBox 41">
            <a:extLst>
              <a:ext uri="{FF2B5EF4-FFF2-40B4-BE49-F238E27FC236}">
                <a16:creationId xmlns:a16="http://schemas.microsoft.com/office/drawing/2014/main" id="{B6D7A31A-9573-DC04-AAFF-955D465EEE36}"/>
              </a:ext>
            </a:extLst>
          </p:cNvPr>
          <p:cNvSpPr txBox="1">
            <a:spLocks noChangeArrowheads="1"/>
          </p:cNvSpPr>
          <p:nvPr/>
        </p:nvSpPr>
        <p:spPr bwMode="auto">
          <a:xfrm>
            <a:off x="7772400" y="1447801"/>
            <a:ext cx="2362200" cy="3832225"/>
          </a:xfrm>
          <a:prstGeom prst="rect">
            <a:avLst/>
          </a:prstGeom>
          <a:noFill/>
          <a:ln w="9525">
            <a:noFill/>
            <a:miter lim="800000"/>
            <a:headEnd/>
            <a:tailEnd/>
          </a:ln>
        </p:spPr>
        <p:txBody>
          <a:bodyPr>
            <a:spAutoFit/>
          </a:bodyPr>
          <a:lstStyle/>
          <a:p>
            <a:pPr>
              <a:lnSpc>
                <a:spcPct val="150000"/>
              </a:lnSpc>
              <a:defRPr/>
            </a:pPr>
            <a:r>
              <a:rPr lang="zh-CN" altLang="en-US" b="1" dirty="0">
                <a:solidFill>
                  <a:srgbClr val="C00000"/>
                </a:solidFill>
                <a:latin typeface="华文新魏" pitchFamily="2" charset="-122"/>
                <a:ea typeface="华文新魏" pitchFamily="2" charset="-122"/>
              </a:rPr>
              <a:t> 以</a:t>
            </a:r>
            <a:r>
              <a:rPr lang="en-US" altLang="zh-CN" b="1" dirty="0">
                <a:solidFill>
                  <a:srgbClr val="C00000"/>
                </a:solidFill>
                <a:latin typeface="华文新魏" pitchFamily="2" charset="-122"/>
                <a:ea typeface="华文新魏" pitchFamily="2" charset="-122"/>
              </a:rPr>
              <a:t>TCM</a:t>
            </a:r>
            <a:r>
              <a:rPr lang="zh-CN" altLang="en-US" b="1" dirty="0">
                <a:solidFill>
                  <a:srgbClr val="C00000"/>
                </a:solidFill>
                <a:latin typeface="华文新魏" pitchFamily="2" charset="-122"/>
                <a:ea typeface="华文新魏" pitchFamily="2" charset="-122"/>
              </a:rPr>
              <a:t>为核心，构建可信计算密码支撑平台，支撑安全应用，形成安全功能体系：</a:t>
            </a:r>
            <a:endParaRPr lang="en-US" altLang="zh-CN" b="1" dirty="0">
              <a:solidFill>
                <a:srgbClr val="C00000"/>
              </a:solidFill>
              <a:latin typeface="华文新魏" pitchFamily="2" charset="-122"/>
              <a:ea typeface="华文新魏" pitchFamily="2" charset="-122"/>
            </a:endParaRPr>
          </a:p>
          <a:p>
            <a:pPr marL="450850" indent="-269875">
              <a:lnSpc>
                <a:spcPct val="150000"/>
              </a:lnSpc>
              <a:buClr>
                <a:srgbClr val="FF0000"/>
              </a:buClr>
              <a:buFont typeface="Wingdings" pitchFamily="2" charset="2"/>
              <a:buChar char="ü"/>
              <a:defRPr/>
            </a:pPr>
            <a:r>
              <a:rPr lang="zh-CN" altLang="en-US" b="1" dirty="0">
                <a:solidFill>
                  <a:srgbClr val="3333CC"/>
                </a:solidFill>
                <a:latin typeface="+mn-ea"/>
              </a:rPr>
              <a:t>平台完整性保护</a:t>
            </a:r>
            <a:endParaRPr lang="en-US" altLang="zh-CN" b="1" dirty="0">
              <a:solidFill>
                <a:srgbClr val="3333CC"/>
              </a:solidFill>
              <a:latin typeface="+mn-ea"/>
            </a:endParaRPr>
          </a:p>
          <a:p>
            <a:pPr marL="450850" indent="-269875">
              <a:lnSpc>
                <a:spcPct val="150000"/>
              </a:lnSpc>
              <a:buClr>
                <a:srgbClr val="FF0000"/>
              </a:buClr>
              <a:buFont typeface="Wingdings" pitchFamily="2" charset="2"/>
              <a:buChar char="ü"/>
              <a:defRPr/>
            </a:pPr>
            <a:r>
              <a:rPr lang="zh-CN" altLang="en-US" b="1" dirty="0">
                <a:solidFill>
                  <a:srgbClr val="3333CC"/>
                </a:solidFill>
                <a:latin typeface="+mn-ea"/>
              </a:rPr>
              <a:t>平台可信身份标识与证实</a:t>
            </a:r>
            <a:endParaRPr lang="en-US" altLang="zh-CN" b="1" dirty="0">
              <a:solidFill>
                <a:srgbClr val="3333CC"/>
              </a:solidFill>
              <a:latin typeface="+mn-ea"/>
            </a:endParaRPr>
          </a:p>
          <a:p>
            <a:pPr marL="450850" indent="-269875">
              <a:lnSpc>
                <a:spcPct val="150000"/>
              </a:lnSpc>
              <a:buClr>
                <a:srgbClr val="FF0000"/>
              </a:buClr>
              <a:buFont typeface="Wingdings" pitchFamily="2" charset="2"/>
              <a:buChar char="ü"/>
              <a:defRPr/>
            </a:pPr>
            <a:r>
              <a:rPr lang="zh-CN" altLang="en-US" b="1" dirty="0">
                <a:solidFill>
                  <a:srgbClr val="3333CC"/>
                </a:solidFill>
                <a:latin typeface="+mn-ea"/>
              </a:rPr>
              <a:t>平台数据密封与绑定</a:t>
            </a:r>
          </a:p>
        </p:txBody>
      </p:sp>
      <p:sp>
        <p:nvSpPr>
          <p:cNvPr id="22539" name="灯片编号占位符 1">
            <a:extLst>
              <a:ext uri="{FF2B5EF4-FFF2-40B4-BE49-F238E27FC236}">
                <a16:creationId xmlns:a16="http://schemas.microsoft.com/office/drawing/2014/main" id="{923E9FBC-265B-9834-619D-4B2BE82DA16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20AC6B9E-E5C5-40D1-8DFB-5A31242D74B6}" type="slidenum">
              <a:rPr lang="en-US" altLang="zh-CN" sz="1400">
                <a:solidFill>
                  <a:schemeClr val="bg1"/>
                </a:solidFill>
              </a:rPr>
              <a:pPr eaLnBrk="1" hangingPunct="1"/>
              <a:t>12</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linds(horizontal)">
                                      <p:cBhvr>
                                        <p:cTn id="20" dur="500"/>
                                        <p:tgtEl>
                                          <p:spTgt spid="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21545"/>
                                        </p:tgtEl>
                                        <p:attrNameLst>
                                          <p:attrName>style.visibility</p:attrName>
                                        </p:attrNameLst>
                                      </p:cBhvr>
                                      <p:to>
                                        <p:strVal val="visible"/>
                                      </p:to>
                                    </p:set>
                                    <p:animEffect transition="in" filter="blinds(horizontal)">
                                      <p:cBhvr>
                                        <p:cTn id="25" dur="500"/>
                                        <p:tgtEl>
                                          <p:spTgt spid="2154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52"/>
                                        </p:tgtEl>
                                        <p:attrNameLst>
                                          <p:attrName>style.visibility</p:attrName>
                                        </p:attrNameLst>
                                      </p:cBhvr>
                                      <p:to>
                                        <p:strVal val="visible"/>
                                      </p:to>
                                    </p:set>
                                    <p:animEffect transition="in" filter="blinds(horizontal)">
                                      <p:cBhvr>
                                        <p:cTn id="30"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45" grpId="0" animBg="1"/>
      <p:bldP spid="5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116E16AB-DBD1-DF6F-6A67-D8EF2E6B1910}"/>
              </a:ext>
            </a:extLst>
          </p:cNvPr>
          <p:cNvSpPr>
            <a:spLocks noChangeArrowheads="1"/>
          </p:cNvSpPr>
          <p:nvPr/>
        </p:nvSpPr>
        <p:spPr bwMode="auto">
          <a:xfrm>
            <a:off x="1828800" y="1066800"/>
            <a:ext cx="8686800" cy="5486400"/>
          </a:xfrm>
          <a:prstGeom prst="rect">
            <a:avLst/>
          </a:prstGeom>
          <a:solidFill>
            <a:schemeClr val="bg1"/>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p>
        </p:txBody>
      </p:sp>
      <p:sp>
        <p:nvSpPr>
          <p:cNvPr id="22531" name="Rectangle 3">
            <a:extLst>
              <a:ext uri="{FF2B5EF4-FFF2-40B4-BE49-F238E27FC236}">
                <a16:creationId xmlns:a16="http://schemas.microsoft.com/office/drawing/2014/main" id="{0C85D5F0-8B7F-1309-6832-9EE5CD1DF798}"/>
              </a:ext>
            </a:extLst>
          </p:cNvPr>
          <p:cNvSpPr>
            <a:spLocks noChangeArrowheads="1"/>
          </p:cNvSpPr>
          <p:nvPr/>
        </p:nvSpPr>
        <p:spPr bwMode="auto">
          <a:xfrm>
            <a:off x="2133600" y="2438400"/>
            <a:ext cx="3429000" cy="3962400"/>
          </a:xfrm>
          <a:prstGeom prst="rect">
            <a:avLst/>
          </a:prstGeom>
          <a:solidFill>
            <a:schemeClr val="accent1"/>
          </a:solidFill>
          <a:ln w="12700">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532" name="Rectangle 5">
            <a:extLst>
              <a:ext uri="{FF2B5EF4-FFF2-40B4-BE49-F238E27FC236}">
                <a16:creationId xmlns:a16="http://schemas.microsoft.com/office/drawing/2014/main" id="{9715FC29-F1DC-9FAC-E0D9-A2A6EEB0328B}"/>
              </a:ext>
            </a:extLst>
          </p:cNvPr>
          <p:cNvSpPr>
            <a:spLocks noChangeArrowheads="1"/>
          </p:cNvSpPr>
          <p:nvPr/>
        </p:nvSpPr>
        <p:spPr bwMode="auto">
          <a:xfrm>
            <a:off x="3276600" y="1292225"/>
            <a:ext cx="1752600" cy="609600"/>
          </a:xfrm>
          <a:prstGeom prst="rect">
            <a:avLst/>
          </a:prstGeom>
          <a:solidFill>
            <a:srgbClr val="FFCC00"/>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533" name="Rectangle 6">
            <a:extLst>
              <a:ext uri="{FF2B5EF4-FFF2-40B4-BE49-F238E27FC236}">
                <a16:creationId xmlns:a16="http://schemas.microsoft.com/office/drawing/2014/main" id="{7FD1581B-123E-9FEE-A28B-FD73F410DD88}"/>
              </a:ext>
            </a:extLst>
          </p:cNvPr>
          <p:cNvSpPr>
            <a:spLocks noChangeArrowheads="1"/>
          </p:cNvSpPr>
          <p:nvPr/>
        </p:nvSpPr>
        <p:spPr bwMode="auto">
          <a:xfrm>
            <a:off x="3200400" y="1368425"/>
            <a:ext cx="1752600" cy="609600"/>
          </a:xfrm>
          <a:prstGeom prst="rect">
            <a:avLst/>
          </a:prstGeom>
          <a:solidFill>
            <a:srgbClr val="FFCC00"/>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534" name="Rectangle 7">
            <a:extLst>
              <a:ext uri="{FF2B5EF4-FFF2-40B4-BE49-F238E27FC236}">
                <a16:creationId xmlns:a16="http://schemas.microsoft.com/office/drawing/2014/main" id="{54665CE5-0A5F-22FD-EFC8-384EAD3B4981}"/>
              </a:ext>
            </a:extLst>
          </p:cNvPr>
          <p:cNvSpPr>
            <a:spLocks noChangeArrowheads="1"/>
          </p:cNvSpPr>
          <p:nvPr/>
        </p:nvSpPr>
        <p:spPr bwMode="auto">
          <a:xfrm>
            <a:off x="3124200" y="1444626"/>
            <a:ext cx="1728788" cy="612775"/>
          </a:xfrm>
          <a:prstGeom prst="rect">
            <a:avLst/>
          </a:prstGeom>
          <a:solidFill>
            <a:srgbClr val="FFCC00"/>
          </a:solidFill>
          <a:ln w="9525">
            <a:solidFill>
              <a:schemeClr val="tx1"/>
            </a:solidFill>
            <a:miter lim="800000"/>
            <a:headEnd/>
            <a:tailEn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latin typeface="Times New Roman" panose="02020603050405020304" pitchFamily="18" charset="0"/>
              </a:rPr>
              <a:t>平台完整性度量信息收集器</a:t>
            </a:r>
          </a:p>
        </p:txBody>
      </p:sp>
      <p:sp>
        <p:nvSpPr>
          <p:cNvPr id="22535" name="Rectangle 9">
            <a:extLst>
              <a:ext uri="{FF2B5EF4-FFF2-40B4-BE49-F238E27FC236}">
                <a16:creationId xmlns:a16="http://schemas.microsoft.com/office/drawing/2014/main" id="{92810DBE-5CF2-737F-7FF7-42309AB76269}"/>
              </a:ext>
            </a:extLst>
          </p:cNvPr>
          <p:cNvSpPr>
            <a:spLocks noChangeArrowheads="1"/>
          </p:cNvSpPr>
          <p:nvPr/>
        </p:nvSpPr>
        <p:spPr bwMode="auto">
          <a:xfrm>
            <a:off x="8382000" y="1212851"/>
            <a:ext cx="1728788" cy="612775"/>
          </a:xfrm>
          <a:prstGeom prst="rect">
            <a:avLst/>
          </a:prstGeom>
          <a:solidFill>
            <a:srgbClr val="FF00FF"/>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536" name="Rectangle 10">
            <a:extLst>
              <a:ext uri="{FF2B5EF4-FFF2-40B4-BE49-F238E27FC236}">
                <a16:creationId xmlns:a16="http://schemas.microsoft.com/office/drawing/2014/main" id="{8AFFCD10-2553-485B-5A24-0FCDDEFAD194}"/>
              </a:ext>
            </a:extLst>
          </p:cNvPr>
          <p:cNvSpPr>
            <a:spLocks noChangeArrowheads="1"/>
          </p:cNvSpPr>
          <p:nvPr/>
        </p:nvSpPr>
        <p:spPr bwMode="auto">
          <a:xfrm>
            <a:off x="8305800" y="1289051"/>
            <a:ext cx="1728788" cy="612775"/>
          </a:xfrm>
          <a:prstGeom prst="rect">
            <a:avLst/>
          </a:prstGeom>
          <a:solidFill>
            <a:srgbClr val="FF00FF"/>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2537" name="Rectangle 11">
            <a:extLst>
              <a:ext uri="{FF2B5EF4-FFF2-40B4-BE49-F238E27FC236}">
                <a16:creationId xmlns:a16="http://schemas.microsoft.com/office/drawing/2014/main" id="{DEEAA2E9-4E7A-F0C2-AC9F-13303E2DB005}"/>
              </a:ext>
            </a:extLst>
          </p:cNvPr>
          <p:cNvSpPr>
            <a:spLocks noChangeArrowheads="1"/>
          </p:cNvSpPr>
          <p:nvPr/>
        </p:nvSpPr>
        <p:spPr bwMode="auto">
          <a:xfrm>
            <a:off x="8229600" y="1368426"/>
            <a:ext cx="1728788" cy="612775"/>
          </a:xfrm>
          <a:prstGeom prst="rect">
            <a:avLst/>
          </a:prstGeom>
          <a:solidFill>
            <a:srgbClr val="FF00FF"/>
          </a:solidFill>
          <a:ln w="9525">
            <a:solidFill>
              <a:schemeClr val="tx1"/>
            </a:solidFill>
            <a:miter lim="800000"/>
            <a:headEnd/>
            <a:tailEn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latin typeface="Times New Roman" panose="02020603050405020304" pitchFamily="18" charset="0"/>
              </a:rPr>
              <a:t>平台完整性度量信息验证器</a:t>
            </a:r>
          </a:p>
        </p:txBody>
      </p:sp>
      <p:sp>
        <p:nvSpPr>
          <p:cNvPr id="40966" name="Rectangle 12">
            <a:extLst>
              <a:ext uri="{FF2B5EF4-FFF2-40B4-BE49-F238E27FC236}">
                <a16:creationId xmlns:a16="http://schemas.microsoft.com/office/drawing/2014/main" id="{BDFD86E1-CADE-C8ED-45EA-9BEF409F46F0}"/>
              </a:ext>
            </a:extLst>
          </p:cNvPr>
          <p:cNvSpPr>
            <a:spLocks noChangeArrowheads="1"/>
          </p:cNvSpPr>
          <p:nvPr/>
        </p:nvSpPr>
        <p:spPr bwMode="auto">
          <a:xfrm>
            <a:off x="2590800" y="2590800"/>
            <a:ext cx="2286000" cy="685800"/>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wrap="none" anchor="ctr"/>
          <a:lstStyle/>
          <a:p>
            <a:pPr algn="ctr">
              <a:defRPr/>
            </a:pPr>
            <a:r>
              <a:rPr lang="en-US" altLang="zh-CN" sz="1400" b="1" dirty="0">
                <a:latin typeface="Times New Roman" pitchFamily="18" charset="0"/>
              </a:rPr>
              <a:t>TNC</a:t>
            </a:r>
          </a:p>
          <a:p>
            <a:pPr algn="ctr">
              <a:defRPr/>
            </a:pPr>
            <a:r>
              <a:rPr lang="zh-CN" altLang="en-US" sz="1400" b="1" dirty="0">
                <a:latin typeface="Times New Roman" pitchFamily="18" charset="0"/>
              </a:rPr>
              <a:t>客户端</a:t>
            </a:r>
          </a:p>
        </p:txBody>
      </p:sp>
      <p:sp>
        <p:nvSpPr>
          <p:cNvPr id="22541" name="Rectangle 13">
            <a:extLst>
              <a:ext uri="{FF2B5EF4-FFF2-40B4-BE49-F238E27FC236}">
                <a16:creationId xmlns:a16="http://schemas.microsoft.com/office/drawing/2014/main" id="{E11DFC4E-44E5-6EF8-D6FC-B9A131B899E0}"/>
              </a:ext>
            </a:extLst>
          </p:cNvPr>
          <p:cNvSpPr>
            <a:spLocks noChangeArrowheads="1"/>
          </p:cNvSpPr>
          <p:nvPr/>
        </p:nvSpPr>
        <p:spPr bwMode="auto">
          <a:xfrm>
            <a:off x="8077200" y="2362200"/>
            <a:ext cx="2286000" cy="3505200"/>
          </a:xfrm>
          <a:prstGeom prst="rect">
            <a:avLst/>
          </a:prstGeom>
          <a:solidFill>
            <a:srgbClr val="00FFFF"/>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0968" name="Rectangle 14">
            <a:extLst>
              <a:ext uri="{FF2B5EF4-FFF2-40B4-BE49-F238E27FC236}">
                <a16:creationId xmlns:a16="http://schemas.microsoft.com/office/drawing/2014/main" id="{011A54D2-B0B2-74A5-3437-E1AB447B7B1E}"/>
              </a:ext>
            </a:extLst>
          </p:cNvPr>
          <p:cNvSpPr>
            <a:spLocks noChangeArrowheads="1"/>
          </p:cNvSpPr>
          <p:nvPr/>
        </p:nvSpPr>
        <p:spPr bwMode="auto">
          <a:xfrm>
            <a:off x="8458200" y="2514600"/>
            <a:ext cx="1676400" cy="685800"/>
          </a:xfrm>
          <a:prstGeom prst="rect">
            <a:avLst/>
          </a:prstGeom>
          <a:ln>
            <a:headEnd/>
            <a:tailEnd/>
          </a:ln>
        </p:spPr>
        <p:style>
          <a:lnRef idx="0">
            <a:schemeClr val="accent6"/>
          </a:lnRef>
          <a:fillRef idx="3">
            <a:schemeClr val="accent6"/>
          </a:fillRef>
          <a:effectRef idx="3">
            <a:schemeClr val="accent6"/>
          </a:effectRef>
          <a:fontRef idx="minor">
            <a:schemeClr val="lt1"/>
          </a:fontRef>
        </p:style>
        <p:txBody>
          <a:bodyPr wrap="none" anchor="ctr"/>
          <a:lstStyle/>
          <a:p>
            <a:pPr algn="ctr">
              <a:defRPr/>
            </a:pPr>
            <a:r>
              <a:rPr lang="en-US" altLang="zh-CN" sz="1600" b="1" dirty="0">
                <a:latin typeface="Times New Roman" pitchFamily="18" charset="0"/>
              </a:rPr>
              <a:t>TNC</a:t>
            </a:r>
          </a:p>
          <a:p>
            <a:pPr algn="ctr">
              <a:defRPr/>
            </a:pPr>
            <a:r>
              <a:rPr lang="zh-CN" altLang="en-US" sz="1600" b="1" dirty="0">
                <a:latin typeface="Times New Roman" pitchFamily="18" charset="0"/>
              </a:rPr>
              <a:t>服务器</a:t>
            </a:r>
          </a:p>
        </p:txBody>
      </p:sp>
      <p:sp>
        <p:nvSpPr>
          <p:cNvPr id="22545" name="Rectangle 15">
            <a:extLst>
              <a:ext uri="{FF2B5EF4-FFF2-40B4-BE49-F238E27FC236}">
                <a16:creationId xmlns:a16="http://schemas.microsoft.com/office/drawing/2014/main" id="{661CA59F-E0CA-2ADD-4BB4-58A47BD8EBF9}"/>
              </a:ext>
            </a:extLst>
          </p:cNvPr>
          <p:cNvSpPr>
            <a:spLocks noChangeArrowheads="1"/>
          </p:cNvSpPr>
          <p:nvPr/>
        </p:nvSpPr>
        <p:spPr bwMode="auto">
          <a:xfrm>
            <a:off x="8458200" y="3733800"/>
            <a:ext cx="1676400" cy="685800"/>
          </a:xfrm>
          <a:prstGeom prst="rect">
            <a:avLst/>
          </a:prstGeom>
          <a:solidFill>
            <a:schemeClr val="accent1"/>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latin typeface="Times New Roman" panose="02020603050405020304" pitchFamily="18" charset="0"/>
              </a:rPr>
              <a:t>AAA</a:t>
            </a:r>
          </a:p>
          <a:p>
            <a:pPr algn="ctr" eaLnBrk="1" hangingPunct="1"/>
            <a:r>
              <a:rPr lang="zh-CN" altLang="en-US" sz="1600" b="1">
                <a:latin typeface="Times New Roman" panose="02020603050405020304" pitchFamily="18" charset="0"/>
              </a:rPr>
              <a:t>服务器</a:t>
            </a:r>
          </a:p>
        </p:txBody>
      </p:sp>
      <p:sp>
        <p:nvSpPr>
          <p:cNvPr id="22546" name="Rectangle 16">
            <a:extLst>
              <a:ext uri="{FF2B5EF4-FFF2-40B4-BE49-F238E27FC236}">
                <a16:creationId xmlns:a16="http://schemas.microsoft.com/office/drawing/2014/main" id="{7A36D53A-1DC4-8E2F-FE48-B6541DF9A7EC}"/>
              </a:ext>
            </a:extLst>
          </p:cNvPr>
          <p:cNvSpPr>
            <a:spLocks noChangeArrowheads="1"/>
          </p:cNvSpPr>
          <p:nvPr/>
        </p:nvSpPr>
        <p:spPr bwMode="auto">
          <a:xfrm>
            <a:off x="5867400" y="4495800"/>
            <a:ext cx="1600200" cy="609600"/>
          </a:xfrm>
          <a:prstGeom prst="rect">
            <a:avLst/>
          </a:prstGeom>
          <a:solidFill>
            <a:srgbClr val="00FF00"/>
          </a:solidFill>
          <a:ln w="9525">
            <a:solidFill>
              <a:schemeClr val="tx1"/>
            </a:solidFill>
            <a:miter lim="800000"/>
            <a:headEnd/>
            <a:tailEn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600" b="1">
                <a:latin typeface="微软雅黑" panose="020B0503020204020204" pitchFamily="34" charset="-122"/>
                <a:ea typeface="微软雅黑" panose="020B0503020204020204" pitchFamily="34" charset="-122"/>
              </a:rPr>
              <a:t>接入策略</a:t>
            </a:r>
          </a:p>
          <a:p>
            <a:pPr algn="ctr" eaLnBrk="1" hangingPunct="1"/>
            <a:r>
              <a:rPr lang="zh-CN" altLang="en-US" sz="1600" b="1">
                <a:latin typeface="微软雅黑" panose="020B0503020204020204" pitchFamily="34" charset="-122"/>
                <a:ea typeface="微软雅黑" panose="020B0503020204020204" pitchFamily="34" charset="-122"/>
              </a:rPr>
              <a:t>执行点</a:t>
            </a:r>
          </a:p>
        </p:txBody>
      </p:sp>
      <p:sp>
        <p:nvSpPr>
          <p:cNvPr id="22547" name="Rectangle 17">
            <a:extLst>
              <a:ext uri="{FF2B5EF4-FFF2-40B4-BE49-F238E27FC236}">
                <a16:creationId xmlns:a16="http://schemas.microsoft.com/office/drawing/2014/main" id="{B6F06F30-CA51-D4AD-997B-4997CFB8EE51}"/>
              </a:ext>
            </a:extLst>
          </p:cNvPr>
          <p:cNvSpPr>
            <a:spLocks noChangeArrowheads="1"/>
          </p:cNvSpPr>
          <p:nvPr/>
        </p:nvSpPr>
        <p:spPr bwMode="auto">
          <a:xfrm>
            <a:off x="4191000" y="3962400"/>
            <a:ext cx="1143000" cy="838200"/>
          </a:xfrm>
          <a:prstGeom prst="rect">
            <a:avLst/>
          </a:prstGeom>
          <a:solidFill>
            <a:schemeClr val="accent1"/>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Times New Roman" panose="02020603050405020304" pitchFamily="18" charset="0"/>
              </a:rPr>
              <a:t>网络接入请求器</a:t>
            </a:r>
            <a:endParaRPr lang="en-US" altLang="zh-CN" sz="1200" b="1">
              <a:latin typeface="Times New Roman" panose="02020603050405020304" pitchFamily="18" charset="0"/>
            </a:endParaRPr>
          </a:p>
          <a:p>
            <a:pPr algn="ctr" eaLnBrk="1" hangingPunct="1"/>
            <a:r>
              <a:rPr lang="en-US" altLang="zh-CN" sz="1200" b="1">
                <a:latin typeface="Times New Roman" panose="02020603050405020304" pitchFamily="18" charset="0"/>
              </a:rPr>
              <a:t>Network Access</a:t>
            </a:r>
          </a:p>
          <a:p>
            <a:pPr algn="ctr" eaLnBrk="1" hangingPunct="1"/>
            <a:r>
              <a:rPr lang="en-US" altLang="zh-CN" sz="1200" b="1">
                <a:latin typeface="Times New Roman" panose="02020603050405020304" pitchFamily="18" charset="0"/>
              </a:rPr>
              <a:t>Requestor</a:t>
            </a:r>
          </a:p>
        </p:txBody>
      </p:sp>
      <p:sp>
        <p:nvSpPr>
          <p:cNvPr id="40972" name="Rectangle 18">
            <a:extLst>
              <a:ext uri="{FF2B5EF4-FFF2-40B4-BE49-F238E27FC236}">
                <a16:creationId xmlns:a16="http://schemas.microsoft.com/office/drawing/2014/main" id="{CFB25BDA-984C-6207-CF52-7922329DB4E5}"/>
              </a:ext>
            </a:extLst>
          </p:cNvPr>
          <p:cNvSpPr>
            <a:spLocks noChangeArrowheads="1"/>
          </p:cNvSpPr>
          <p:nvPr/>
        </p:nvSpPr>
        <p:spPr bwMode="auto">
          <a:xfrm>
            <a:off x="2514600" y="3962400"/>
            <a:ext cx="1524000" cy="609600"/>
          </a:xfrm>
          <a:prstGeom prst="rect">
            <a:avLst/>
          </a:prstGeom>
          <a:solidFill>
            <a:srgbClr val="FF99CC"/>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nchor="ctr"/>
          <a:lstStyle/>
          <a:p>
            <a:pPr algn="ctr">
              <a:defRPr/>
            </a:pPr>
            <a:r>
              <a:rPr lang="zh-CN" altLang="en-US" sz="1600" b="1" dirty="0">
                <a:latin typeface="Times New Roman" pitchFamily="18" charset="0"/>
              </a:rPr>
              <a:t>平台信任服务</a:t>
            </a:r>
          </a:p>
        </p:txBody>
      </p:sp>
      <p:sp>
        <p:nvSpPr>
          <p:cNvPr id="40973" name="Rectangle 19">
            <a:extLst>
              <a:ext uri="{FF2B5EF4-FFF2-40B4-BE49-F238E27FC236}">
                <a16:creationId xmlns:a16="http://schemas.microsoft.com/office/drawing/2014/main" id="{16CE5422-02BA-F1F2-CCBC-EC7719F67492}"/>
              </a:ext>
            </a:extLst>
          </p:cNvPr>
          <p:cNvSpPr>
            <a:spLocks noChangeArrowheads="1"/>
          </p:cNvSpPr>
          <p:nvPr/>
        </p:nvSpPr>
        <p:spPr bwMode="auto">
          <a:xfrm>
            <a:off x="2514600" y="4572000"/>
            <a:ext cx="1524000" cy="457200"/>
          </a:xfrm>
          <a:prstGeom prst="rect">
            <a:avLst/>
          </a:prstGeom>
          <a:solidFill>
            <a:srgbClr val="00CCFF"/>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algn="ctr">
              <a:defRPr/>
            </a:pPr>
            <a:r>
              <a:rPr lang="en-US" altLang="zh-CN" sz="1600" b="1" dirty="0">
                <a:latin typeface="Times New Roman" pitchFamily="18" charset="0"/>
              </a:rPr>
              <a:t>TSM</a:t>
            </a:r>
          </a:p>
        </p:txBody>
      </p:sp>
      <p:sp>
        <p:nvSpPr>
          <p:cNvPr id="40974" name="Rectangle 20">
            <a:extLst>
              <a:ext uri="{FF2B5EF4-FFF2-40B4-BE49-F238E27FC236}">
                <a16:creationId xmlns:a16="http://schemas.microsoft.com/office/drawing/2014/main" id="{9B01BC1D-C576-4A82-EDB9-3B8B3B80DF61}"/>
              </a:ext>
            </a:extLst>
          </p:cNvPr>
          <p:cNvSpPr>
            <a:spLocks noChangeArrowheads="1"/>
          </p:cNvSpPr>
          <p:nvPr/>
        </p:nvSpPr>
        <p:spPr bwMode="auto">
          <a:xfrm>
            <a:off x="2514600" y="5029200"/>
            <a:ext cx="1524000" cy="457200"/>
          </a:xfrm>
          <a:prstGeom prst="rect">
            <a:avLst/>
          </a:prstGeom>
          <a:ln>
            <a:headEnd/>
            <a:tailEnd/>
          </a:ln>
        </p:spPr>
        <p:style>
          <a:lnRef idx="0">
            <a:schemeClr val="accent2"/>
          </a:lnRef>
          <a:fillRef idx="3">
            <a:schemeClr val="accent2"/>
          </a:fillRef>
          <a:effectRef idx="3">
            <a:schemeClr val="accent2"/>
          </a:effectRef>
          <a:fontRef idx="minor">
            <a:schemeClr val="lt1"/>
          </a:fontRef>
        </p:style>
        <p:txBody>
          <a:bodyPr wrap="none" anchor="ctr"/>
          <a:lstStyle/>
          <a:p>
            <a:pPr algn="ctr">
              <a:defRPr/>
            </a:pPr>
            <a:r>
              <a:rPr lang="en-US" altLang="zh-CN" sz="1600" b="1" dirty="0">
                <a:solidFill>
                  <a:srgbClr val="FF0000"/>
                </a:solidFill>
                <a:latin typeface="Times New Roman" pitchFamily="18" charset="0"/>
              </a:rPr>
              <a:t>TCM</a:t>
            </a:r>
          </a:p>
        </p:txBody>
      </p:sp>
      <p:sp>
        <p:nvSpPr>
          <p:cNvPr id="22557" name="AutoShape 21">
            <a:extLst>
              <a:ext uri="{FF2B5EF4-FFF2-40B4-BE49-F238E27FC236}">
                <a16:creationId xmlns:a16="http://schemas.microsoft.com/office/drawing/2014/main" id="{DB2BEE56-8141-011A-D7FB-51D5A51C9584}"/>
              </a:ext>
            </a:extLst>
          </p:cNvPr>
          <p:cNvSpPr>
            <a:spLocks noChangeArrowheads="1"/>
          </p:cNvSpPr>
          <p:nvPr/>
        </p:nvSpPr>
        <p:spPr bwMode="auto">
          <a:xfrm>
            <a:off x="2743200" y="5638800"/>
            <a:ext cx="1066800" cy="685800"/>
          </a:xfrm>
          <a:prstGeom prst="can">
            <a:avLst>
              <a:gd name="adj" fmla="val 25000"/>
            </a:avLst>
          </a:prstGeom>
          <a:solidFill>
            <a:schemeClr val="accent1"/>
          </a:solidFill>
          <a:ln w="9525">
            <a:solidFill>
              <a:schemeClr val="tx1"/>
            </a:solidFill>
            <a:round/>
            <a:headEnd/>
            <a:tailEnd/>
          </a:ln>
        </p:spPr>
        <p:txBody>
          <a:bodyPr wrap="none" tIns="72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Times New Roman" panose="02020603050405020304" pitchFamily="18" charset="0"/>
              </a:rPr>
              <a:t>完整性度量</a:t>
            </a:r>
          </a:p>
          <a:p>
            <a:pPr algn="ctr" eaLnBrk="1" hangingPunct="1"/>
            <a:r>
              <a:rPr lang="zh-CN" altLang="en-US" sz="1200" b="1">
                <a:latin typeface="Times New Roman" panose="02020603050405020304" pitchFamily="18" charset="0"/>
              </a:rPr>
              <a:t>日志数据</a:t>
            </a:r>
          </a:p>
        </p:txBody>
      </p:sp>
      <p:sp>
        <p:nvSpPr>
          <p:cNvPr id="40976" name="Line 22">
            <a:extLst>
              <a:ext uri="{FF2B5EF4-FFF2-40B4-BE49-F238E27FC236}">
                <a16:creationId xmlns:a16="http://schemas.microsoft.com/office/drawing/2014/main" id="{47A192EA-43FC-7E27-F5D2-1B5BF04B8DC3}"/>
              </a:ext>
            </a:extLst>
          </p:cNvPr>
          <p:cNvSpPr>
            <a:spLocks noChangeShapeType="1"/>
          </p:cNvSpPr>
          <p:nvPr/>
        </p:nvSpPr>
        <p:spPr bwMode="auto">
          <a:xfrm>
            <a:off x="4876800" y="1673225"/>
            <a:ext cx="3352800" cy="0"/>
          </a:xfrm>
          <a:prstGeom prst="line">
            <a:avLst/>
          </a:prstGeom>
          <a:noFill/>
          <a:ln w="31750">
            <a:solidFill>
              <a:schemeClr val="accent2">
                <a:lumMod val="50000"/>
              </a:schemeClr>
            </a:solidFill>
            <a:prstDash val="dash"/>
            <a:round/>
            <a:headEnd type="triangle" w="med" len="med"/>
            <a:tailEnd type="triangle" w="med" len="med"/>
          </a:ln>
        </p:spPr>
        <p:txBody>
          <a:bodyPr wrap="none" anchor="ctr"/>
          <a:lstStyle/>
          <a:p>
            <a:pPr>
              <a:defRPr/>
            </a:pPr>
            <a:endParaRPr lang="zh-CN" altLang="en-US"/>
          </a:p>
        </p:txBody>
      </p:sp>
      <p:sp>
        <p:nvSpPr>
          <p:cNvPr id="22559" name="Line 23">
            <a:extLst>
              <a:ext uri="{FF2B5EF4-FFF2-40B4-BE49-F238E27FC236}">
                <a16:creationId xmlns:a16="http://schemas.microsoft.com/office/drawing/2014/main" id="{C9B8FE90-714D-2DED-2EAC-D254D808A265}"/>
              </a:ext>
            </a:extLst>
          </p:cNvPr>
          <p:cNvSpPr>
            <a:spLocks noChangeShapeType="1"/>
          </p:cNvSpPr>
          <p:nvPr/>
        </p:nvSpPr>
        <p:spPr bwMode="auto">
          <a:xfrm>
            <a:off x="4038600" y="20574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0" name="Line 24">
            <a:extLst>
              <a:ext uri="{FF2B5EF4-FFF2-40B4-BE49-F238E27FC236}">
                <a16:creationId xmlns:a16="http://schemas.microsoft.com/office/drawing/2014/main" id="{C543C194-9BEB-FA0B-9811-D87DA795C2C7}"/>
              </a:ext>
            </a:extLst>
          </p:cNvPr>
          <p:cNvSpPr>
            <a:spLocks noChangeShapeType="1"/>
          </p:cNvSpPr>
          <p:nvPr/>
        </p:nvSpPr>
        <p:spPr bwMode="auto">
          <a:xfrm>
            <a:off x="9296400" y="19812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1" name="Line 25">
            <a:extLst>
              <a:ext uri="{FF2B5EF4-FFF2-40B4-BE49-F238E27FC236}">
                <a16:creationId xmlns:a16="http://schemas.microsoft.com/office/drawing/2014/main" id="{D581B9E6-A72C-B89F-936F-814B4314C3AB}"/>
              </a:ext>
            </a:extLst>
          </p:cNvPr>
          <p:cNvSpPr>
            <a:spLocks noChangeShapeType="1"/>
          </p:cNvSpPr>
          <p:nvPr/>
        </p:nvSpPr>
        <p:spPr bwMode="auto">
          <a:xfrm>
            <a:off x="9296400" y="3200400"/>
            <a:ext cx="0"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2" name="Line 26">
            <a:extLst>
              <a:ext uri="{FF2B5EF4-FFF2-40B4-BE49-F238E27FC236}">
                <a16:creationId xmlns:a16="http://schemas.microsoft.com/office/drawing/2014/main" id="{7EBB3B77-C77E-D451-25B4-D8529DEF28C9}"/>
              </a:ext>
            </a:extLst>
          </p:cNvPr>
          <p:cNvSpPr>
            <a:spLocks noChangeShapeType="1"/>
          </p:cNvSpPr>
          <p:nvPr/>
        </p:nvSpPr>
        <p:spPr bwMode="auto">
          <a:xfrm>
            <a:off x="4876800" y="2819400"/>
            <a:ext cx="3581400" cy="0"/>
          </a:xfrm>
          <a:prstGeom prst="line">
            <a:avLst/>
          </a:prstGeom>
          <a:noFill/>
          <a:ln w="31750">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3" name="Line 27">
            <a:extLst>
              <a:ext uri="{FF2B5EF4-FFF2-40B4-BE49-F238E27FC236}">
                <a16:creationId xmlns:a16="http://schemas.microsoft.com/office/drawing/2014/main" id="{C304C19B-E8F5-4E22-EC94-CA720C0B3DF0}"/>
              </a:ext>
            </a:extLst>
          </p:cNvPr>
          <p:cNvSpPr>
            <a:spLocks noChangeShapeType="1"/>
          </p:cNvSpPr>
          <p:nvPr/>
        </p:nvSpPr>
        <p:spPr bwMode="auto">
          <a:xfrm>
            <a:off x="8229600" y="2209800"/>
            <a:ext cx="1981200" cy="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4" name="Line 28">
            <a:extLst>
              <a:ext uri="{FF2B5EF4-FFF2-40B4-BE49-F238E27FC236}">
                <a16:creationId xmlns:a16="http://schemas.microsoft.com/office/drawing/2014/main" id="{7D560316-BA6A-84D5-43AE-CFDB31564E3F}"/>
              </a:ext>
            </a:extLst>
          </p:cNvPr>
          <p:cNvSpPr>
            <a:spLocks noChangeShapeType="1"/>
          </p:cNvSpPr>
          <p:nvPr/>
        </p:nvSpPr>
        <p:spPr bwMode="auto">
          <a:xfrm>
            <a:off x="3048000" y="2286000"/>
            <a:ext cx="1981200" cy="0"/>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5" name="Line 29">
            <a:extLst>
              <a:ext uri="{FF2B5EF4-FFF2-40B4-BE49-F238E27FC236}">
                <a16:creationId xmlns:a16="http://schemas.microsoft.com/office/drawing/2014/main" id="{1C9ECC0F-0A3F-66BF-B7AB-6E6EB1DAFB4B}"/>
              </a:ext>
            </a:extLst>
          </p:cNvPr>
          <p:cNvSpPr>
            <a:spLocks noChangeShapeType="1"/>
          </p:cNvSpPr>
          <p:nvPr/>
        </p:nvSpPr>
        <p:spPr bwMode="auto">
          <a:xfrm>
            <a:off x="3352800" y="3278188"/>
            <a:ext cx="0" cy="6842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6" name="Line 30">
            <a:extLst>
              <a:ext uri="{FF2B5EF4-FFF2-40B4-BE49-F238E27FC236}">
                <a16:creationId xmlns:a16="http://schemas.microsoft.com/office/drawing/2014/main" id="{5A4E8308-F036-69C0-AC37-22AA308E6992}"/>
              </a:ext>
            </a:extLst>
          </p:cNvPr>
          <p:cNvSpPr>
            <a:spLocks noChangeShapeType="1"/>
          </p:cNvSpPr>
          <p:nvPr/>
        </p:nvSpPr>
        <p:spPr bwMode="auto">
          <a:xfrm>
            <a:off x="4648200" y="3278188"/>
            <a:ext cx="0" cy="6842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7" name="Line 31">
            <a:extLst>
              <a:ext uri="{FF2B5EF4-FFF2-40B4-BE49-F238E27FC236}">
                <a16:creationId xmlns:a16="http://schemas.microsoft.com/office/drawing/2014/main" id="{980774E2-1989-2B6E-BC6B-A31666EFFD19}"/>
              </a:ext>
            </a:extLst>
          </p:cNvPr>
          <p:cNvSpPr>
            <a:spLocks noChangeShapeType="1"/>
          </p:cNvSpPr>
          <p:nvPr/>
        </p:nvSpPr>
        <p:spPr bwMode="auto">
          <a:xfrm>
            <a:off x="5334000" y="4191000"/>
            <a:ext cx="2743200" cy="0"/>
          </a:xfrm>
          <a:prstGeom prst="line">
            <a:avLst/>
          </a:prstGeom>
          <a:noFill/>
          <a:ln w="28575">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8" name="Line 32">
            <a:extLst>
              <a:ext uri="{FF2B5EF4-FFF2-40B4-BE49-F238E27FC236}">
                <a16:creationId xmlns:a16="http://schemas.microsoft.com/office/drawing/2014/main" id="{33C08FD3-16DE-8A15-CC71-422BFE8CFF5D}"/>
              </a:ext>
            </a:extLst>
          </p:cNvPr>
          <p:cNvSpPr>
            <a:spLocks noChangeShapeType="1"/>
          </p:cNvSpPr>
          <p:nvPr/>
        </p:nvSpPr>
        <p:spPr bwMode="auto">
          <a:xfrm>
            <a:off x="5334000" y="4724400"/>
            <a:ext cx="53340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69" name="Line 33">
            <a:extLst>
              <a:ext uri="{FF2B5EF4-FFF2-40B4-BE49-F238E27FC236}">
                <a16:creationId xmlns:a16="http://schemas.microsoft.com/office/drawing/2014/main" id="{C779DA32-2E19-564F-C49C-E057FB031D23}"/>
              </a:ext>
            </a:extLst>
          </p:cNvPr>
          <p:cNvSpPr>
            <a:spLocks noChangeShapeType="1"/>
          </p:cNvSpPr>
          <p:nvPr/>
        </p:nvSpPr>
        <p:spPr bwMode="auto">
          <a:xfrm>
            <a:off x="7467600" y="5029200"/>
            <a:ext cx="60960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70" name="Line 34">
            <a:extLst>
              <a:ext uri="{FF2B5EF4-FFF2-40B4-BE49-F238E27FC236}">
                <a16:creationId xmlns:a16="http://schemas.microsoft.com/office/drawing/2014/main" id="{E7283145-FE29-326E-028A-597EA21C65D2}"/>
              </a:ext>
            </a:extLst>
          </p:cNvPr>
          <p:cNvSpPr>
            <a:spLocks noChangeShapeType="1"/>
          </p:cNvSpPr>
          <p:nvPr/>
        </p:nvSpPr>
        <p:spPr bwMode="auto">
          <a:xfrm>
            <a:off x="7467600" y="4648200"/>
            <a:ext cx="609600"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71" name="Text Box 35">
            <a:extLst>
              <a:ext uri="{FF2B5EF4-FFF2-40B4-BE49-F238E27FC236}">
                <a16:creationId xmlns:a16="http://schemas.microsoft.com/office/drawing/2014/main" id="{9CEC17F9-3CE6-DE98-297E-4DB3AA1FABD5}"/>
              </a:ext>
            </a:extLst>
          </p:cNvPr>
          <p:cNvSpPr txBox="1">
            <a:spLocks noChangeArrowheads="1"/>
          </p:cNvSpPr>
          <p:nvPr/>
        </p:nvSpPr>
        <p:spPr bwMode="auto">
          <a:xfrm>
            <a:off x="8382000" y="5257800"/>
            <a:ext cx="1828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600" b="1">
                <a:latin typeface="微软雅黑" panose="020B0503020204020204" pitchFamily="34" charset="-122"/>
                <a:ea typeface="微软雅黑" panose="020B0503020204020204" pitchFamily="34" charset="-122"/>
              </a:rPr>
              <a:t>接入策略决策点</a:t>
            </a:r>
          </a:p>
        </p:txBody>
      </p:sp>
      <p:sp>
        <p:nvSpPr>
          <p:cNvPr id="22572" name="Line 36">
            <a:extLst>
              <a:ext uri="{FF2B5EF4-FFF2-40B4-BE49-F238E27FC236}">
                <a16:creationId xmlns:a16="http://schemas.microsoft.com/office/drawing/2014/main" id="{C7B2B472-C60D-295A-F483-4113ECD857FE}"/>
              </a:ext>
            </a:extLst>
          </p:cNvPr>
          <p:cNvSpPr>
            <a:spLocks noChangeShapeType="1"/>
          </p:cNvSpPr>
          <p:nvPr/>
        </p:nvSpPr>
        <p:spPr bwMode="auto">
          <a:xfrm>
            <a:off x="2286000" y="4343400"/>
            <a:ext cx="228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73" name="Line 37">
            <a:extLst>
              <a:ext uri="{FF2B5EF4-FFF2-40B4-BE49-F238E27FC236}">
                <a16:creationId xmlns:a16="http://schemas.microsoft.com/office/drawing/2014/main" id="{F2083D50-C187-DCEC-0F9D-6908EBC6B0E8}"/>
              </a:ext>
            </a:extLst>
          </p:cNvPr>
          <p:cNvSpPr>
            <a:spLocks noChangeShapeType="1"/>
          </p:cNvSpPr>
          <p:nvPr/>
        </p:nvSpPr>
        <p:spPr bwMode="auto">
          <a:xfrm>
            <a:off x="2286000" y="4343400"/>
            <a:ext cx="0" cy="1600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74" name="Line 38">
            <a:extLst>
              <a:ext uri="{FF2B5EF4-FFF2-40B4-BE49-F238E27FC236}">
                <a16:creationId xmlns:a16="http://schemas.microsoft.com/office/drawing/2014/main" id="{22243BE5-2188-C676-EC48-11B8CF3416A4}"/>
              </a:ext>
            </a:extLst>
          </p:cNvPr>
          <p:cNvSpPr>
            <a:spLocks noChangeShapeType="1"/>
          </p:cNvSpPr>
          <p:nvPr/>
        </p:nvSpPr>
        <p:spPr bwMode="auto">
          <a:xfrm>
            <a:off x="2286000" y="5943600"/>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75" name="Line 39">
            <a:extLst>
              <a:ext uri="{FF2B5EF4-FFF2-40B4-BE49-F238E27FC236}">
                <a16:creationId xmlns:a16="http://schemas.microsoft.com/office/drawing/2014/main" id="{6FEED878-0A14-984A-D29A-18803DE351A4}"/>
              </a:ext>
            </a:extLst>
          </p:cNvPr>
          <p:cNvSpPr>
            <a:spLocks noChangeShapeType="1"/>
          </p:cNvSpPr>
          <p:nvPr/>
        </p:nvSpPr>
        <p:spPr bwMode="auto">
          <a:xfrm>
            <a:off x="3048000" y="3581400"/>
            <a:ext cx="685800"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76" name="Text Box 40">
            <a:extLst>
              <a:ext uri="{FF2B5EF4-FFF2-40B4-BE49-F238E27FC236}">
                <a16:creationId xmlns:a16="http://schemas.microsoft.com/office/drawing/2014/main" id="{0C8FB878-0378-8796-F079-37B207EB4350}"/>
              </a:ext>
            </a:extLst>
          </p:cNvPr>
          <p:cNvSpPr txBox="1">
            <a:spLocks noChangeArrowheads="1"/>
          </p:cNvSpPr>
          <p:nvPr/>
        </p:nvSpPr>
        <p:spPr bwMode="auto">
          <a:xfrm>
            <a:off x="4953000" y="2057400"/>
            <a:ext cx="609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600" b="1">
                <a:solidFill>
                  <a:schemeClr val="tx2"/>
                </a:solidFill>
                <a:latin typeface="Times New Roman" panose="02020603050405020304" pitchFamily="18" charset="0"/>
              </a:rPr>
              <a:t>IF1</a:t>
            </a:r>
          </a:p>
        </p:txBody>
      </p:sp>
      <p:sp>
        <p:nvSpPr>
          <p:cNvPr id="22577" name="Text Box 41">
            <a:extLst>
              <a:ext uri="{FF2B5EF4-FFF2-40B4-BE49-F238E27FC236}">
                <a16:creationId xmlns:a16="http://schemas.microsoft.com/office/drawing/2014/main" id="{E11E8A3F-A29A-D6B6-698E-285792D8BA36}"/>
              </a:ext>
            </a:extLst>
          </p:cNvPr>
          <p:cNvSpPr txBox="1">
            <a:spLocks noChangeArrowheads="1"/>
          </p:cNvSpPr>
          <p:nvPr/>
        </p:nvSpPr>
        <p:spPr bwMode="auto">
          <a:xfrm>
            <a:off x="6172200" y="1368425"/>
            <a:ext cx="609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600" b="1">
                <a:solidFill>
                  <a:schemeClr val="tx2"/>
                </a:solidFill>
                <a:latin typeface="Times New Roman" panose="02020603050405020304" pitchFamily="18" charset="0"/>
              </a:rPr>
              <a:t>IFv</a:t>
            </a:r>
          </a:p>
        </p:txBody>
      </p:sp>
      <p:sp>
        <p:nvSpPr>
          <p:cNvPr id="22578" name="Text Box 42">
            <a:extLst>
              <a:ext uri="{FF2B5EF4-FFF2-40B4-BE49-F238E27FC236}">
                <a16:creationId xmlns:a16="http://schemas.microsoft.com/office/drawing/2014/main" id="{8B792579-1BA7-BB88-98E3-6447DEA7EC30}"/>
              </a:ext>
            </a:extLst>
          </p:cNvPr>
          <p:cNvSpPr txBox="1">
            <a:spLocks noChangeArrowheads="1"/>
          </p:cNvSpPr>
          <p:nvPr/>
        </p:nvSpPr>
        <p:spPr bwMode="auto">
          <a:xfrm>
            <a:off x="6553200" y="2514600"/>
            <a:ext cx="609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600" b="1">
                <a:solidFill>
                  <a:schemeClr val="tx2"/>
                </a:solidFill>
                <a:latin typeface="Times New Roman" panose="02020603050405020304" pitchFamily="18" charset="0"/>
              </a:rPr>
              <a:t>IF3</a:t>
            </a:r>
          </a:p>
        </p:txBody>
      </p:sp>
      <p:sp>
        <p:nvSpPr>
          <p:cNvPr id="22579" name="Text Box 43">
            <a:extLst>
              <a:ext uri="{FF2B5EF4-FFF2-40B4-BE49-F238E27FC236}">
                <a16:creationId xmlns:a16="http://schemas.microsoft.com/office/drawing/2014/main" id="{FADB3ADF-B345-6FA1-E0DD-3F56D852E43D}"/>
              </a:ext>
            </a:extLst>
          </p:cNvPr>
          <p:cNvSpPr txBox="1">
            <a:spLocks noChangeArrowheads="1"/>
          </p:cNvSpPr>
          <p:nvPr/>
        </p:nvSpPr>
        <p:spPr bwMode="auto">
          <a:xfrm>
            <a:off x="7620000" y="1981200"/>
            <a:ext cx="609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600" b="1">
                <a:solidFill>
                  <a:schemeClr val="tx2"/>
                </a:solidFill>
                <a:latin typeface="Times New Roman" panose="02020603050405020304" pitchFamily="18" charset="0"/>
              </a:rPr>
              <a:t>IF2</a:t>
            </a:r>
          </a:p>
        </p:txBody>
      </p:sp>
      <p:sp>
        <p:nvSpPr>
          <p:cNvPr id="22580" name="Text Box 44">
            <a:extLst>
              <a:ext uri="{FF2B5EF4-FFF2-40B4-BE49-F238E27FC236}">
                <a16:creationId xmlns:a16="http://schemas.microsoft.com/office/drawing/2014/main" id="{B13FD85C-3D3E-1BF5-37F1-94A081BA58C5}"/>
              </a:ext>
            </a:extLst>
          </p:cNvPr>
          <p:cNvSpPr txBox="1">
            <a:spLocks noChangeArrowheads="1"/>
          </p:cNvSpPr>
          <p:nvPr/>
        </p:nvSpPr>
        <p:spPr bwMode="auto">
          <a:xfrm>
            <a:off x="6324600" y="3733800"/>
            <a:ext cx="609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600" b="1">
                <a:solidFill>
                  <a:schemeClr val="tx2"/>
                </a:solidFill>
                <a:latin typeface="Times New Roman" panose="02020603050405020304" pitchFamily="18" charset="0"/>
              </a:rPr>
              <a:t>IFt</a:t>
            </a:r>
          </a:p>
        </p:txBody>
      </p:sp>
      <p:sp>
        <p:nvSpPr>
          <p:cNvPr id="22581" name="Text Box 45">
            <a:extLst>
              <a:ext uri="{FF2B5EF4-FFF2-40B4-BE49-F238E27FC236}">
                <a16:creationId xmlns:a16="http://schemas.microsoft.com/office/drawing/2014/main" id="{3E0C7FF6-9711-14F7-C1C4-461E59FB3FF4}"/>
              </a:ext>
            </a:extLst>
          </p:cNvPr>
          <p:cNvSpPr txBox="1">
            <a:spLocks noChangeArrowheads="1"/>
          </p:cNvSpPr>
          <p:nvPr/>
        </p:nvSpPr>
        <p:spPr bwMode="auto">
          <a:xfrm>
            <a:off x="2438400" y="3352800"/>
            <a:ext cx="609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600" b="1">
                <a:solidFill>
                  <a:schemeClr val="tx2"/>
                </a:solidFill>
                <a:latin typeface="Times New Roman" panose="02020603050405020304" pitchFamily="18" charset="0"/>
              </a:rPr>
              <a:t>IF4</a:t>
            </a:r>
          </a:p>
        </p:txBody>
      </p:sp>
      <p:sp>
        <p:nvSpPr>
          <p:cNvPr id="46" name="Rectangle 46">
            <a:extLst>
              <a:ext uri="{FF2B5EF4-FFF2-40B4-BE49-F238E27FC236}">
                <a16:creationId xmlns:a16="http://schemas.microsoft.com/office/drawing/2014/main" id="{2209411C-12B0-0F7F-97F5-BD1BFC5AE5EE}"/>
              </a:ext>
            </a:extLst>
          </p:cNvPr>
          <p:cNvSpPr>
            <a:spLocks noChangeArrowheads="1"/>
          </p:cNvSpPr>
          <p:nvPr/>
        </p:nvSpPr>
        <p:spPr bwMode="auto">
          <a:xfrm>
            <a:off x="1981200" y="457200"/>
            <a:ext cx="5867400" cy="457200"/>
          </a:xfrm>
          <a:prstGeom prst="rect">
            <a:avLst/>
          </a:prstGeom>
          <a:noFill/>
          <a:ln w="9525">
            <a:noFill/>
            <a:miter lim="800000"/>
            <a:headEnd/>
            <a:tailEnd/>
          </a:ln>
          <a:effectLst/>
        </p:spPr>
        <p:txBody>
          <a:bodyPr anchor="ctr"/>
          <a:lstStyle/>
          <a:p>
            <a:pPr fontAlgn="t">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基于</a:t>
            </a:r>
            <a:r>
              <a:rPr kumimoji="1" lang="en-US" altLang="zh-CN" sz="2800" b="1" dirty="0">
                <a:solidFill>
                  <a:srgbClr val="FF0000"/>
                </a:solidFill>
                <a:effectLst>
                  <a:outerShdw blurRad="38100" dist="38100" dir="2700000" algn="tl">
                    <a:srgbClr val="C0C0C0"/>
                  </a:outerShdw>
                </a:effectLst>
                <a:latin typeface="黑体" pitchFamily="2" charset="-122"/>
                <a:ea typeface="黑体" pitchFamily="2" charset="-122"/>
                <a:cs typeface="Arial" charset="0"/>
              </a:rPr>
              <a:t>TCM</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构建平台可信网络接入</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(TNC)</a:t>
            </a:r>
          </a:p>
        </p:txBody>
      </p:sp>
      <p:sp>
        <p:nvSpPr>
          <p:cNvPr id="47" name="Text Box 35">
            <a:extLst>
              <a:ext uri="{FF2B5EF4-FFF2-40B4-BE49-F238E27FC236}">
                <a16:creationId xmlns:a16="http://schemas.microsoft.com/office/drawing/2014/main" id="{FC0951B4-3D39-CFFC-E41A-061F15E69A4D}"/>
              </a:ext>
            </a:extLst>
          </p:cNvPr>
          <p:cNvSpPr txBox="1">
            <a:spLocks noChangeArrowheads="1"/>
          </p:cNvSpPr>
          <p:nvPr/>
        </p:nvSpPr>
        <p:spPr bwMode="auto">
          <a:xfrm>
            <a:off x="4495800" y="5638800"/>
            <a:ext cx="99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rIns="3600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600" b="1">
                <a:latin typeface="微软雅黑" panose="020B0503020204020204" pitchFamily="34" charset="-122"/>
                <a:ea typeface="微软雅黑" panose="020B0503020204020204" pitchFamily="34" charset="-122"/>
              </a:rPr>
              <a:t>终端平台</a:t>
            </a:r>
          </a:p>
        </p:txBody>
      </p:sp>
      <p:sp>
        <p:nvSpPr>
          <p:cNvPr id="23608" name="灯片编号占位符 1">
            <a:extLst>
              <a:ext uri="{FF2B5EF4-FFF2-40B4-BE49-F238E27FC236}">
                <a16:creationId xmlns:a16="http://schemas.microsoft.com/office/drawing/2014/main" id="{C14BD00B-E543-3D83-0109-DAFFC5FCEF7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4A9038A9-02AC-4472-AA9F-B6C137619DFC}" type="slidenum">
              <a:rPr lang="en-US" altLang="zh-CN" sz="1400">
                <a:solidFill>
                  <a:schemeClr val="bg1"/>
                </a:solidFill>
              </a:rPr>
              <a:pPr eaLnBrk="1" hangingPunct="1"/>
              <a:t>13</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2547"/>
                                        </p:tgtEl>
                                        <p:attrNameLst>
                                          <p:attrName>style.visibility</p:attrName>
                                        </p:attrNameLst>
                                      </p:cBhvr>
                                      <p:to>
                                        <p:strVal val="visible"/>
                                      </p:to>
                                    </p:set>
                                    <p:animEffect transition="in" filter="blinds(horizontal)">
                                      <p:cBhvr>
                                        <p:cTn id="7" dur="500"/>
                                        <p:tgtEl>
                                          <p:spTgt spid="22547"/>
                                        </p:tgtEl>
                                      </p:cBhvr>
                                    </p:animEffect>
                                  </p:childTnLst>
                                </p:cTn>
                              </p:par>
                              <p:par>
                                <p:cTn id="8" presetID="3" presetClass="entr" presetSubtype="10" fill="hold" nodeType="withEffect">
                                  <p:stCondLst>
                                    <p:cond delay="0"/>
                                  </p:stCondLst>
                                  <p:childTnLst>
                                    <p:set>
                                      <p:cBhvr>
                                        <p:cTn id="9" dur="1" fill="hold">
                                          <p:stCondLst>
                                            <p:cond delay="0"/>
                                          </p:stCondLst>
                                        </p:cTn>
                                        <p:tgtEl>
                                          <p:spTgt spid="22531"/>
                                        </p:tgtEl>
                                        <p:attrNameLst>
                                          <p:attrName>style.visibility</p:attrName>
                                        </p:attrNameLst>
                                      </p:cBhvr>
                                      <p:to>
                                        <p:strVal val="visible"/>
                                      </p:to>
                                    </p:set>
                                    <p:animEffect transition="in" filter="blinds(horizontal)">
                                      <p:cBhvr>
                                        <p:cTn id="10" dur="500"/>
                                        <p:tgtEl>
                                          <p:spTgt spid="22531"/>
                                        </p:tgtEl>
                                      </p:cBhvr>
                                    </p:animEffect>
                                  </p:childTnLst>
                                </p:cTn>
                              </p:par>
                              <p:par>
                                <p:cTn id="11" presetID="3" presetClass="entr" presetSubtype="10" fill="hold" nodeType="withEffect">
                                  <p:stCondLst>
                                    <p:cond delay="0"/>
                                  </p:stCondLst>
                                  <p:childTnLst>
                                    <p:set>
                                      <p:cBhvr>
                                        <p:cTn id="12" dur="1" fill="hold">
                                          <p:stCondLst>
                                            <p:cond delay="0"/>
                                          </p:stCondLst>
                                        </p:cTn>
                                        <p:tgtEl>
                                          <p:spTgt spid="22546"/>
                                        </p:tgtEl>
                                        <p:attrNameLst>
                                          <p:attrName>style.visibility</p:attrName>
                                        </p:attrNameLst>
                                      </p:cBhvr>
                                      <p:to>
                                        <p:strVal val="visible"/>
                                      </p:to>
                                    </p:set>
                                    <p:animEffect transition="in" filter="blinds(horizontal)">
                                      <p:cBhvr>
                                        <p:cTn id="13" dur="500"/>
                                        <p:tgtEl>
                                          <p:spTgt spid="22546"/>
                                        </p:tgtEl>
                                      </p:cBhvr>
                                    </p:animEffect>
                                  </p:childTnLst>
                                </p:cTn>
                              </p:par>
                              <p:par>
                                <p:cTn id="14" presetID="3" presetClass="entr" presetSubtype="10" fill="hold" nodeType="withEffect">
                                  <p:stCondLst>
                                    <p:cond delay="0"/>
                                  </p:stCondLst>
                                  <p:childTnLst>
                                    <p:set>
                                      <p:cBhvr>
                                        <p:cTn id="15" dur="1" fill="hold">
                                          <p:stCondLst>
                                            <p:cond delay="0"/>
                                          </p:stCondLst>
                                        </p:cTn>
                                        <p:tgtEl>
                                          <p:spTgt spid="22568"/>
                                        </p:tgtEl>
                                        <p:attrNameLst>
                                          <p:attrName>style.visibility</p:attrName>
                                        </p:attrNameLst>
                                      </p:cBhvr>
                                      <p:to>
                                        <p:strVal val="visible"/>
                                      </p:to>
                                    </p:set>
                                    <p:animEffect transition="in" filter="blinds(horizontal)">
                                      <p:cBhvr>
                                        <p:cTn id="16" dur="500"/>
                                        <p:tgtEl>
                                          <p:spTgt spid="22568"/>
                                        </p:tgtEl>
                                      </p:cBhvr>
                                    </p:animEffect>
                                  </p:childTnLst>
                                </p:cTn>
                              </p:par>
                              <p:par>
                                <p:cTn id="17" presetID="3" presetClass="entr" presetSubtype="10" fill="hold" nodeType="withEffect">
                                  <p:stCondLst>
                                    <p:cond delay="0"/>
                                  </p:stCondLst>
                                  <p:childTnLst>
                                    <p:set>
                                      <p:cBhvr>
                                        <p:cTn id="18" dur="1" fill="hold">
                                          <p:stCondLst>
                                            <p:cond delay="0"/>
                                          </p:stCondLst>
                                        </p:cTn>
                                        <p:tgtEl>
                                          <p:spTgt spid="22570"/>
                                        </p:tgtEl>
                                        <p:attrNameLst>
                                          <p:attrName>style.visibility</p:attrName>
                                        </p:attrNameLst>
                                      </p:cBhvr>
                                      <p:to>
                                        <p:strVal val="visible"/>
                                      </p:to>
                                    </p:set>
                                    <p:animEffect transition="in" filter="blinds(horizontal)">
                                      <p:cBhvr>
                                        <p:cTn id="19" dur="500"/>
                                        <p:tgtEl>
                                          <p:spTgt spid="22570"/>
                                        </p:tgtEl>
                                      </p:cBhvr>
                                    </p:animEffect>
                                  </p:childTnLst>
                                </p:cTn>
                              </p:par>
                              <p:par>
                                <p:cTn id="20" presetID="3" presetClass="entr" presetSubtype="10" fill="hold" nodeType="withEffect">
                                  <p:stCondLst>
                                    <p:cond delay="0"/>
                                  </p:stCondLst>
                                  <p:childTnLst>
                                    <p:set>
                                      <p:cBhvr>
                                        <p:cTn id="21" dur="1" fill="hold">
                                          <p:stCondLst>
                                            <p:cond delay="0"/>
                                          </p:stCondLst>
                                        </p:cTn>
                                        <p:tgtEl>
                                          <p:spTgt spid="22571"/>
                                        </p:tgtEl>
                                        <p:attrNameLst>
                                          <p:attrName>style.visibility</p:attrName>
                                        </p:attrNameLst>
                                      </p:cBhvr>
                                      <p:to>
                                        <p:strVal val="visible"/>
                                      </p:to>
                                    </p:set>
                                    <p:animEffect transition="in" filter="blinds(horizontal)">
                                      <p:cBhvr>
                                        <p:cTn id="22" dur="500"/>
                                        <p:tgtEl>
                                          <p:spTgt spid="22571"/>
                                        </p:tgtEl>
                                      </p:cBhvr>
                                    </p:animEffect>
                                  </p:childTnLst>
                                </p:cTn>
                              </p:par>
                              <p:par>
                                <p:cTn id="23" presetID="3" presetClass="entr" presetSubtype="10" fill="hold" nodeType="withEffect">
                                  <p:stCondLst>
                                    <p:cond delay="0"/>
                                  </p:stCondLst>
                                  <p:childTnLst>
                                    <p:set>
                                      <p:cBhvr>
                                        <p:cTn id="24" dur="1" fill="hold">
                                          <p:stCondLst>
                                            <p:cond delay="0"/>
                                          </p:stCondLst>
                                        </p:cTn>
                                        <p:tgtEl>
                                          <p:spTgt spid="47"/>
                                        </p:tgtEl>
                                        <p:attrNameLst>
                                          <p:attrName>style.visibility</p:attrName>
                                        </p:attrNameLst>
                                      </p:cBhvr>
                                      <p:to>
                                        <p:strVal val="visible"/>
                                      </p:to>
                                    </p:set>
                                    <p:animEffect transition="in" filter="blinds(horizontal)">
                                      <p:cBhvr>
                                        <p:cTn id="25" dur="500"/>
                                        <p:tgtEl>
                                          <p:spTgt spid="47"/>
                                        </p:tgtEl>
                                      </p:cBhvr>
                                    </p:animEffect>
                                  </p:childTnLst>
                                </p:cTn>
                              </p:par>
                              <p:par>
                                <p:cTn id="26" presetID="3" presetClass="entr" presetSubtype="10" fill="hold" nodeType="withEffect">
                                  <p:stCondLst>
                                    <p:cond delay="0"/>
                                  </p:stCondLst>
                                  <p:childTnLst>
                                    <p:set>
                                      <p:cBhvr>
                                        <p:cTn id="27" dur="1" fill="hold">
                                          <p:stCondLst>
                                            <p:cond delay="0"/>
                                          </p:stCondLst>
                                        </p:cTn>
                                        <p:tgtEl>
                                          <p:spTgt spid="22541"/>
                                        </p:tgtEl>
                                        <p:attrNameLst>
                                          <p:attrName>style.visibility</p:attrName>
                                        </p:attrNameLst>
                                      </p:cBhvr>
                                      <p:to>
                                        <p:strVal val="visible"/>
                                      </p:to>
                                    </p:set>
                                    <p:animEffect transition="in" filter="blinds(horizontal)">
                                      <p:cBhvr>
                                        <p:cTn id="28" dur="500"/>
                                        <p:tgtEl>
                                          <p:spTgt spid="22541"/>
                                        </p:tgtEl>
                                      </p:cBhvr>
                                    </p:animEffect>
                                  </p:childTnLst>
                                </p:cTn>
                              </p:par>
                              <p:par>
                                <p:cTn id="29" presetID="3" presetClass="entr" presetSubtype="10" fill="hold" nodeType="withEffect">
                                  <p:stCondLst>
                                    <p:cond delay="0"/>
                                  </p:stCondLst>
                                  <p:childTnLst>
                                    <p:set>
                                      <p:cBhvr>
                                        <p:cTn id="30" dur="1" fill="hold">
                                          <p:stCondLst>
                                            <p:cond delay="0"/>
                                          </p:stCondLst>
                                        </p:cTn>
                                        <p:tgtEl>
                                          <p:spTgt spid="22545"/>
                                        </p:tgtEl>
                                        <p:attrNameLst>
                                          <p:attrName>style.visibility</p:attrName>
                                        </p:attrNameLst>
                                      </p:cBhvr>
                                      <p:to>
                                        <p:strVal val="visible"/>
                                      </p:to>
                                    </p:set>
                                    <p:animEffect transition="in" filter="blinds(horizontal)">
                                      <p:cBhvr>
                                        <p:cTn id="31" dur="500"/>
                                        <p:tgtEl>
                                          <p:spTgt spid="2254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nodeType="clickEffect">
                                  <p:stCondLst>
                                    <p:cond delay="0"/>
                                  </p:stCondLst>
                                  <p:childTnLst>
                                    <p:set>
                                      <p:cBhvr>
                                        <p:cTn id="35" dur="1" fill="hold">
                                          <p:stCondLst>
                                            <p:cond delay="0"/>
                                          </p:stCondLst>
                                        </p:cTn>
                                        <p:tgtEl>
                                          <p:spTgt spid="22557"/>
                                        </p:tgtEl>
                                        <p:attrNameLst>
                                          <p:attrName>style.visibility</p:attrName>
                                        </p:attrNameLst>
                                      </p:cBhvr>
                                      <p:to>
                                        <p:strVal val="visible"/>
                                      </p:to>
                                    </p:set>
                                    <p:animEffect transition="in" filter="blinds(horizontal)">
                                      <p:cBhvr>
                                        <p:cTn id="36" dur="500"/>
                                        <p:tgtEl>
                                          <p:spTgt spid="22557"/>
                                        </p:tgtEl>
                                      </p:cBhvr>
                                    </p:animEffect>
                                  </p:childTnLst>
                                </p:cTn>
                              </p:par>
                              <p:par>
                                <p:cTn id="37" presetID="3" presetClass="entr" presetSubtype="10" fill="hold" nodeType="withEffect">
                                  <p:stCondLst>
                                    <p:cond delay="0"/>
                                  </p:stCondLst>
                                  <p:childTnLst>
                                    <p:set>
                                      <p:cBhvr>
                                        <p:cTn id="38" dur="1" fill="hold">
                                          <p:stCondLst>
                                            <p:cond delay="0"/>
                                          </p:stCondLst>
                                        </p:cTn>
                                        <p:tgtEl>
                                          <p:spTgt spid="40974"/>
                                        </p:tgtEl>
                                        <p:attrNameLst>
                                          <p:attrName>style.visibility</p:attrName>
                                        </p:attrNameLst>
                                      </p:cBhvr>
                                      <p:to>
                                        <p:strVal val="visible"/>
                                      </p:to>
                                    </p:set>
                                    <p:animEffect transition="in" filter="blinds(horizontal)">
                                      <p:cBhvr>
                                        <p:cTn id="39" dur="500"/>
                                        <p:tgtEl>
                                          <p:spTgt spid="40974"/>
                                        </p:tgtEl>
                                      </p:cBhvr>
                                    </p:animEffect>
                                  </p:childTnLst>
                                </p:cTn>
                              </p:par>
                              <p:par>
                                <p:cTn id="40" presetID="3" presetClass="entr" presetSubtype="10" fill="hold" nodeType="withEffect">
                                  <p:stCondLst>
                                    <p:cond delay="0"/>
                                  </p:stCondLst>
                                  <p:childTnLst>
                                    <p:set>
                                      <p:cBhvr>
                                        <p:cTn id="41" dur="1" fill="hold">
                                          <p:stCondLst>
                                            <p:cond delay="0"/>
                                          </p:stCondLst>
                                        </p:cTn>
                                        <p:tgtEl>
                                          <p:spTgt spid="40973"/>
                                        </p:tgtEl>
                                        <p:attrNameLst>
                                          <p:attrName>style.visibility</p:attrName>
                                        </p:attrNameLst>
                                      </p:cBhvr>
                                      <p:to>
                                        <p:strVal val="visible"/>
                                      </p:to>
                                    </p:set>
                                    <p:animEffect transition="in" filter="blinds(horizontal)">
                                      <p:cBhvr>
                                        <p:cTn id="42" dur="500"/>
                                        <p:tgtEl>
                                          <p:spTgt spid="40973"/>
                                        </p:tgtEl>
                                      </p:cBhvr>
                                    </p:animEffect>
                                  </p:childTnLst>
                                </p:cTn>
                              </p:par>
                              <p:par>
                                <p:cTn id="43" presetID="3" presetClass="entr" presetSubtype="10" fill="hold" nodeType="withEffect">
                                  <p:stCondLst>
                                    <p:cond delay="0"/>
                                  </p:stCondLst>
                                  <p:childTnLst>
                                    <p:set>
                                      <p:cBhvr>
                                        <p:cTn id="44" dur="1" fill="hold">
                                          <p:stCondLst>
                                            <p:cond delay="0"/>
                                          </p:stCondLst>
                                        </p:cTn>
                                        <p:tgtEl>
                                          <p:spTgt spid="40972"/>
                                        </p:tgtEl>
                                        <p:attrNameLst>
                                          <p:attrName>style.visibility</p:attrName>
                                        </p:attrNameLst>
                                      </p:cBhvr>
                                      <p:to>
                                        <p:strVal val="visible"/>
                                      </p:to>
                                    </p:set>
                                    <p:animEffect transition="in" filter="blinds(horizontal)">
                                      <p:cBhvr>
                                        <p:cTn id="45" dur="500"/>
                                        <p:tgtEl>
                                          <p:spTgt spid="40972"/>
                                        </p:tgtEl>
                                      </p:cBhvr>
                                    </p:animEffect>
                                  </p:childTnLst>
                                </p:cTn>
                              </p:par>
                              <p:par>
                                <p:cTn id="46" presetID="3" presetClass="entr" presetSubtype="10" fill="hold" nodeType="withEffect">
                                  <p:stCondLst>
                                    <p:cond delay="0"/>
                                  </p:stCondLst>
                                  <p:childTnLst>
                                    <p:set>
                                      <p:cBhvr>
                                        <p:cTn id="47" dur="1" fill="hold">
                                          <p:stCondLst>
                                            <p:cond delay="0"/>
                                          </p:stCondLst>
                                        </p:cTn>
                                        <p:tgtEl>
                                          <p:spTgt spid="22572"/>
                                        </p:tgtEl>
                                        <p:attrNameLst>
                                          <p:attrName>style.visibility</p:attrName>
                                        </p:attrNameLst>
                                      </p:cBhvr>
                                      <p:to>
                                        <p:strVal val="visible"/>
                                      </p:to>
                                    </p:set>
                                    <p:animEffect transition="in" filter="blinds(horizontal)">
                                      <p:cBhvr>
                                        <p:cTn id="48" dur="500"/>
                                        <p:tgtEl>
                                          <p:spTgt spid="22572"/>
                                        </p:tgtEl>
                                      </p:cBhvr>
                                    </p:animEffect>
                                  </p:childTnLst>
                                </p:cTn>
                              </p:par>
                              <p:par>
                                <p:cTn id="49" presetID="3" presetClass="entr" presetSubtype="10" fill="hold" nodeType="withEffect">
                                  <p:stCondLst>
                                    <p:cond delay="0"/>
                                  </p:stCondLst>
                                  <p:childTnLst>
                                    <p:set>
                                      <p:cBhvr>
                                        <p:cTn id="50" dur="1" fill="hold">
                                          <p:stCondLst>
                                            <p:cond delay="0"/>
                                          </p:stCondLst>
                                        </p:cTn>
                                        <p:tgtEl>
                                          <p:spTgt spid="22573"/>
                                        </p:tgtEl>
                                        <p:attrNameLst>
                                          <p:attrName>style.visibility</p:attrName>
                                        </p:attrNameLst>
                                      </p:cBhvr>
                                      <p:to>
                                        <p:strVal val="visible"/>
                                      </p:to>
                                    </p:set>
                                    <p:animEffect transition="in" filter="blinds(horizontal)">
                                      <p:cBhvr>
                                        <p:cTn id="51" dur="500"/>
                                        <p:tgtEl>
                                          <p:spTgt spid="22573"/>
                                        </p:tgtEl>
                                      </p:cBhvr>
                                    </p:animEffect>
                                  </p:childTnLst>
                                </p:cTn>
                              </p:par>
                              <p:par>
                                <p:cTn id="52" presetID="3" presetClass="entr" presetSubtype="10" fill="hold" nodeType="withEffect">
                                  <p:stCondLst>
                                    <p:cond delay="0"/>
                                  </p:stCondLst>
                                  <p:childTnLst>
                                    <p:set>
                                      <p:cBhvr>
                                        <p:cTn id="53" dur="1" fill="hold">
                                          <p:stCondLst>
                                            <p:cond delay="0"/>
                                          </p:stCondLst>
                                        </p:cTn>
                                        <p:tgtEl>
                                          <p:spTgt spid="22574"/>
                                        </p:tgtEl>
                                        <p:attrNameLst>
                                          <p:attrName>style.visibility</p:attrName>
                                        </p:attrNameLst>
                                      </p:cBhvr>
                                      <p:to>
                                        <p:strVal val="visible"/>
                                      </p:to>
                                    </p:set>
                                    <p:animEffect transition="in" filter="blinds(horizontal)">
                                      <p:cBhvr>
                                        <p:cTn id="54" dur="500"/>
                                        <p:tgtEl>
                                          <p:spTgt spid="22574"/>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3" presetClass="entr" presetSubtype="10" fill="hold" nodeType="clickEffect">
                                  <p:stCondLst>
                                    <p:cond delay="0"/>
                                  </p:stCondLst>
                                  <p:childTnLst>
                                    <p:set>
                                      <p:cBhvr>
                                        <p:cTn id="58" dur="1" fill="hold">
                                          <p:stCondLst>
                                            <p:cond delay="0"/>
                                          </p:stCondLst>
                                        </p:cTn>
                                        <p:tgtEl>
                                          <p:spTgt spid="22565"/>
                                        </p:tgtEl>
                                        <p:attrNameLst>
                                          <p:attrName>style.visibility</p:attrName>
                                        </p:attrNameLst>
                                      </p:cBhvr>
                                      <p:to>
                                        <p:strVal val="visible"/>
                                      </p:to>
                                    </p:set>
                                    <p:animEffect transition="in" filter="blinds(horizontal)">
                                      <p:cBhvr>
                                        <p:cTn id="59" dur="500"/>
                                        <p:tgtEl>
                                          <p:spTgt spid="22565"/>
                                        </p:tgtEl>
                                      </p:cBhvr>
                                    </p:animEffect>
                                  </p:childTnLst>
                                </p:cTn>
                              </p:par>
                              <p:par>
                                <p:cTn id="60" presetID="3" presetClass="entr" presetSubtype="10" fill="hold" nodeType="withEffect">
                                  <p:stCondLst>
                                    <p:cond delay="0"/>
                                  </p:stCondLst>
                                  <p:childTnLst>
                                    <p:set>
                                      <p:cBhvr>
                                        <p:cTn id="61" dur="1" fill="hold">
                                          <p:stCondLst>
                                            <p:cond delay="0"/>
                                          </p:stCondLst>
                                        </p:cTn>
                                        <p:tgtEl>
                                          <p:spTgt spid="22566"/>
                                        </p:tgtEl>
                                        <p:attrNameLst>
                                          <p:attrName>style.visibility</p:attrName>
                                        </p:attrNameLst>
                                      </p:cBhvr>
                                      <p:to>
                                        <p:strVal val="visible"/>
                                      </p:to>
                                    </p:set>
                                    <p:animEffect transition="in" filter="blinds(horizontal)">
                                      <p:cBhvr>
                                        <p:cTn id="62" dur="500"/>
                                        <p:tgtEl>
                                          <p:spTgt spid="22566"/>
                                        </p:tgtEl>
                                      </p:cBhvr>
                                    </p:animEffect>
                                  </p:childTnLst>
                                </p:cTn>
                              </p:par>
                              <p:par>
                                <p:cTn id="63" presetID="3" presetClass="entr" presetSubtype="10" fill="hold" nodeType="withEffect">
                                  <p:stCondLst>
                                    <p:cond delay="0"/>
                                  </p:stCondLst>
                                  <p:childTnLst>
                                    <p:set>
                                      <p:cBhvr>
                                        <p:cTn id="64" dur="1" fill="hold">
                                          <p:stCondLst>
                                            <p:cond delay="0"/>
                                          </p:stCondLst>
                                        </p:cTn>
                                        <p:tgtEl>
                                          <p:spTgt spid="40966"/>
                                        </p:tgtEl>
                                        <p:attrNameLst>
                                          <p:attrName>style.visibility</p:attrName>
                                        </p:attrNameLst>
                                      </p:cBhvr>
                                      <p:to>
                                        <p:strVal val="visible"/>
                                      </p:to>
                                    </p:set>
                                    <p:animEffect transition="in" filter="blinds(horizontal)">
                                      <p:cBhvr>
                                        <p:cTn id="65" dur="500"/>
                                        <p:tgtEl>
                                          <p:spTgt spid="40966"/>
                                        </p:tgtEl>
                                      </p:cBhvr>
                                    </p:animEffect>
                                  </p:childTnLst>
                                </p:cTn>
                              </p:par>
                              <p:par>
                                <p:cTn id="66" presetID="3" presetClass="entr" presetSubtype="10" fill="hold" nodeType="withEffect">
                                  <p:stCondLst>
                                    <p:cond delay="0"/>
                                  </p:stCondLst>
                                  <p:childTnLst>
                                    <p:set>
                                      <p:cBhvr>
                                        <p:cTn id="67" dur="1" fill="hold">
                                          <p:stCondLst>
                                            <p:cond delay="0"/>
                                          </p:stCondLst>
                                        </p:cTn>
                                        <p:tgtEl>
                                          <p:spTgt spid="22559"/>
                                        </p:tgtEl>
                                        <p:attrNameLst>
                                          <p:attrName>style.visibility</p:attrName>
                                        </p:attrNameLst>
                                      </p:cBhvr>
                                      <p:to>
                                        <p:strVal val="visible"/>
                                      </p:to>
                                    </p:set>
                                    <p:animEffect transition="in" filter="blinds(horizontal)">
                                      <p:cBhvr>
                                        <p:cTn id="68" dur="500"/>
                                        <p:tgtEl>
                                          <p:spTgt spid="22559"/>
                                        </p:tgtEl>
                                      </p:cBhvr>
                                    </p:animEffect>
                                  </p:childTnLst>
                                </p:cTn>
                              </p:par>
                              <p:par>
                                <p:cTn id="69" presetID="3" presetClass="entr" presetSubtype="10" fill="hold" nodeType="withEffect">
                                  <p:stCondLst>
                                    <p:cond delay="0"/>
                                  </p:stCondLst>
                                  <p:childTnLst>
                                    <p:set>
                                      <p:cBhvr>
                                        <p:cTn id="70" dur="1" fill="hold">
                                          <p:stCondLst>
                                            <p:cond delay="0"/>
                                          </p:stCondLst>
                                        </p:cTn>
                                        <p:tgtEl>
                                          <p:spTgt spid="22534"/>
                                        </p:tgtEl>
                                        <p:attrNameLst>
                                          <p:attrName>style.visibility</p:attrName>
                                        </p:attrNameLst>
                                      </p:cBhvr>
                                      <p:to>
                                        <p:strVal val="visible"/>
                                      </p:to>
                                    </p:set>
                                    <p:animEffect transition="in" filter="blinds(horizontal)">
                                      <p:cBhvr>
                                        <p:cTn id="71" dur="500"/>
                                        <p:tgtEl>
                                          <p:spTgt spid="22534"/>
                                        </p:tgtEl>
                                      </p:cBhvr>
                                    </p:animEffect>
                                  </p:childTnLst>
                                </p:cTn>
                              </p:par>
                              <p:par>
                                <p:cTn id="72" presetID="3" presetClass="entr" presetSubtype="10" fill="hold" nodeType="withEffect">
                                  <p:stCondLst>
                                    <p:cond delay="0"/>
                                  </p:stCondLst>
                                  <p:childTnLst>
                                    <p:set>
                                      <p:cBhvr>
                                        <p:cTn id="73" dur="1" fill="hold">
                                          <p:stCondLst>
                                            <p:cond delay="0"/>
                                          </p:stCondLst>
                                        </p:cTn>
                                        <p:tgtEl>
                                          <p:spTgt spid="22533"/>
                                        </p:tgtEl>
                                        <p:attrNameLst>
                                          <p:attrName>style.visibility</p:attrName>
                                        </p:attrNameLst>
                                      </p:cBhvr>
                                      <p:to>
                                        <p:strVal val="visible"/>
                                      </p:to>
                                    </p:set>
                                    <p:animEffect transition="in" filter="blinds(horizontal)">
                                      <p:cBhvr>
                                        <p:cTn id="74" dur="500"/>
                                        <p:tgtEl>
                                          <p:spTgt spid="22533"/>
                                        </p:tgtEl>
                                      </p:cBhvr>
                                    </p:animEffect>
                                  </p:childTnLst>
                                </p:cTn>
                              </p:par>
                              <p:par>
                                <p:cTn id="75" presetID="3" presetClass="entr" presetSubtype="10" fill="hold" nodeType="withEffect">
                                  <p:stCondLst>
                                    <p:cond delay="0"/>
                                  </p:stCondLst>
                                  <p:childTnLst>
                                    <p:set>
                                      <p:cBhvr>
                                        <p:cTn id="76" dur="1" fill="hold">
                                          <p:stCondLst>
                                            <p:cond delay="0"/>
                                          </p:stCondLst>
                                        </p:cTn>
                                        <p:tgtEl>
                                          <p:spTgt spid="22532"/>
                                        </p:tgtEl>
                                        <p:attrNameLst>
                                          <p:attrName>style.visibility</p:attrName>
                                        </p:attrNameLst>
                                      </p:cBhvr>
                                      <p:to>
                                        <p:strVal val="visible"/>
                                      </p:to>
                                    </p:set>
                                    <p:animEffect transition="in" filter="blinds(horizontal)">
                                      <p:cBhvr>
                                        <p:cTn id="77" dur="500"/>
                                        <p:tgtEl>
                                          <p:spTgt spid="22532"/>
                                        </p:tgtEl>
                                      </p:cBhvr>
                                    </p:animEffect>
                                  </p:childTnLst>
                                </p:cTn>
                              </p:par>
                              <p:par>
                                <p:cTn id="78" presetID="3" presetClass="entr" presetSubtype="10" fill="hold" nodeType="withEffect">
                                  <p:stCondLst>
                                    <p:cond delay="0"/>
                                  </p:stCondLst>
                                  <p:childTnLst>
                                    <p:set>
                                      <p:cBhvr>
                                        <p:cTn id="79" dur="1" fill="hold">
                                          <p:stCondLst>
                                            <p:cond delay="0"/>
                                          </p:stCondLst>
                                        </p:cTn>
                                        <p:tgtEl>
                                          <p:spTgt spid="22537"/>
                                        </p:tgtEl>
                                        <p:attrNameLst>
                                          <p:attrName>style.visibility</p:attrName>
                                        </p:attrNameLst>
                                      </p:cBhvr>
                                      <p:to>
                                        <p:strVal val="visible"/>
                                      </p:to>
                                    </p:set>
                                    <p:animEffect transition="in" filter="blinds(horizontal)">
                                      <p:cBhvr>
                                        <p:cTn id="80" dur="500"/>
                                        <p:tgtEl>
                                          <p:spTgt spid="22537"/>
                                        </p:tgtEl>
                                      </p:cBhvr>
                                    </p:animEffect>
                                  </p:childTnLst>
                                </p:cTn>
                              </p:par>
                              <p:par>
                                <p:cTn id="81" presetID="3" presetClass="entr" presetSubtype="10" fill="hold" nodeType="withEffect">
                                  <p:stCondLst>
                                    <p:cond delay="0"/>
                                  </p:stCondLst>
                                  <p:childTnLst>
                                    <p:set>
                                      <p:cBhvr>
                                        <p:cTn id="82" dur="1" fill="hold">
                                          <p:stCondLst>
                                            <p:cond delay="0"/>
                                          </p:stCondLst>
                                        </p:cTn>
                                        <p:tgtEl>
                                          <p:spTgt spid="22536"/>
                                        </p:tgtEl>
                                        <p:attrNameLst>
                                          <p:attrName>style.visibility</p:attrName>
                                        </p:attrNameLst>
                                      </p:cBhvr>
                                      <p:to>
                                        <p:strVal val="visible"/>
                                      </p:to>
                                    </p:set>
                                    <p:animEffect transition="in" filter="blinds(horizontal)">
                                      <p:cBhvr>
                                        <p:cTn id="83" dur="500"/>
                                        <p:tgtEl>
                                          <p:spTgt spid="22536"/>
                                        </p:tgtEl>
                                      </p:cBhvr>
                                    </p:animEffect>
                                  </p:childTnLst>
                                </p:cTn>
                              </p:par>
                              <p:par>
                                <p:cTn id="84" presetID="3" presetClass="entr" presetSubtype="10" fill="hold" nodeType="withEffect">
                                  <p:stCondLst>
                                    <p:cond delay="0"/>
                                  </p:stCondLst>
                                  <p:childTnLst>
                                    <p:set>
                                      <p:cBhvr>
                                        <p:cTn id="85" dur="1" fill="hold">
                                          <p:stCondLst>
                                            <p:cond delay="0"/>
                                          </p:stCondLst>
                                        </p:cTn>
                                        <p:tgtEl>
                                          <p:spTgt spid="22535"/>
                                        </p:tgtEl>
                                        <p:attrNameLst>
                                          <p:attrName>style.visibility</p:attrName>
                                        </p:attrNameLst>
                                      </p:cBhvr>
                                      <p:to>
                                        <p:strVal val="visible"/>
                                      </p:to>
                                    </p:set>
                                    <p:animEffect transition="in" filter="blinds(horizontal)">
                                      <p:cBhvr>
                                        <p:cTn id="86" dur="500"/>
                                        <p:tgtEl>
                                          <p:spTgt spid="22535"/>
                                        </p:tgtEl>
                                      </p:cBhvr>
                                    </p:animEffect>
                                  </p:childTnLst>
                                </p:cTn>
                              </p:par>
                              <p:par>
                                <p:cTn id="87" presetID="3" presetClass="entr" presetSubtype="10" fill="hold" nodeType="withEffect">
                                  <p:stCondLst>
                                    <p:cond delay="0"/>
                                  </p:stCondLst>
                                  <p:childTnLst>
                                    <p:set>
                                      <p:cBhvr>
                                        <p:cTn id="88" dur="1" fill="hold">
                                          <p:stCondLst>
                                            <p:cond delay="0"/>
                                          </p:stCondLst>
                                        </p:cTn>
                                        <p:tgtEl>
                                          <p:spTgt spid="22560"/>
                                        </p:tgtEl>
                                        <p:attrNameLst>
                                          <p:attrName>style.visibility</p:attrName>
                                        </p:attrNameLst>
                                      </p:cBhvr>
                                      <p:to>
                                        <p:strVal val="visible"/>
                                      </p:to>
                                    </p:set>
                                    <p:animEffect transition="in" filter="blinds(horizontal)">
                                      <p:cBhvr>
                                        <p:cTn id="89" dur="500"/>
                                        <p:tgtEl>
                                          <p:spTgt spid="22560"/>
                                        </p:tgtEl>
                                      </p:cBhvr>
                                    </p:animEffect>
                                  </p:childTnLst>
                                </p:cTn>
                              </p:par>
                              <p:par>
                                <p:cTn id="90" presetID="3" presetClass="entr" presetSubtype="10" fill="hold" nodeType="withEffect">
                                  <p:stCondLst>
                                    <p:cond delay="0"/>
                                  </p:stCondLst>
                                  <p:childTnLst>
                                    <p:set>
                                      <p:cBhvr>
                                        <p:cTn id="91" dur="1" fill="hold">
                                          <p:stCondLst>
                                            <p:cond delay="0"/>
                                          </p:stCondLst>
                                        </p:cTn>
                                        <p:tgtEl>
                                          <p:spTgt spid="22561"/>
                                        </p:tgtEl>
                                        <p:attrNameLst>
                                          <p:attrName>style.visibility</p:attrName>
                                        </p:attrNameLst>
                                      </p:cBhvr>
                                      <p:to>
                                        <p:strVal val="visible"/>
                                      </p:to>
                                    </p:set>
                                    <p:animEffect transition="in" filter="blinds(horizontal)">
                                      <p:cBhvr>
                                        <p:cTn id="92" dur="500"/>
                                        <p:tgtEl>
                                          <p:spTgt spid="22561"/>
                                        </p:tgtEl>
                                      </p:cBhvr>
                                    </p:animEffect>
                                  </p:childTnLst>
                                </p:cTn>
                              </p:par>
                              <p:par>
                                <p:cTn id="93" presetID="3" presetClass="entr" presetSubtype="10" fill="hold" nodeType="withEffect">
                                  <p:stCondLst>
                                    <p:cond delay="0"/>
                                  </p:stCondLst>
                                  <p:childTnLst>
                                    <p:set>
                                      <p:cBhvr>
                                        <p:cTn id="94" dur="1" fill="hold">
                                          <p:stCondLst>
                                            <p:cond delay="0"/>
                                          </p:stCondLst>
                                        </p:cTn>
                                        <p:tgtEl>
                                          <p:spTgt spid="40968"/>
                                        </p:tgtEl>
                                        <p:attrNameLst>
                                          <p:attrName>style.visibility</p:attrName>
                                        </p:attrNameLst>
                                      </p:cBhvr>
                                      <p:to>
                                        <p:strVal val="visible"/>
                                      </p:to>
                                    </p:set>
                                    <p:animEffect transition="in" filter="blinds(horizontal)">
                                      <p:cBhvr>
                                        <p:cTn id="95" dur="500"/>
                                        <p:tgtEl>
                                          <p:spTgt spid="40968"/>
                                        </p:tgtEl>
                                      </p:cBhvr>
                                    </p:animEffect>
                                  </p:childTnLst>
                                </p:cTn>
                              </p:par>
                              <p:par>
                                <p:cTn id="96" presetID="3" presetClass="entr" presetSubtype="10" fill="hold" nodeType="withEffect">
                                  <p:stCondLst>
                                    <p:cond delay="0"/>
                                  </p:stCondLst>
                                  <p:childTnLst>
                                    <p:set>
                                      <p:cBhvr>
                                        <p:cTn id="97" dur="1" fill="hold">
                                          <p:stCondLst>
                                            <p:cond delay="0"/>
                                          </p:stCondLst>
                                        </p:cTn>
                                        <p:tgtEl>
                                          <p:spTgt spid="22569"/>
                                        </p:tgtEl>
                                        <p:attrNameLst>
                                          <p:attrName>style.visibility</p:attrName>
                                        </p:attrNameLst>
                                      </p:cBhvr>
                                      <p:to>
                                        <p:strVal val="visible"/>
                                      </p:to>
                                    </p:set>
                                    <p:animEffect transition="in" filter="blinds(horizontal)">
                                      <p:cBhvr>
                                        <p:cTn id="98" dur="500"/>
                                        <p:tgtEl>
                                          <p:spTgt spid="22569"/>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3" presetClass="entr" presetSubtype="10" fill="hold" nodeType="clickEffect">
                                  <p:stCondLst>
                                    <p:cond delay="0"/>
                                  </p:stCondLst>
                                  <p:childTnLst>
                                    <p:set>
                                      <p:cBhvr>
                                        <p:cTn id="102" dur="1" fill="hold">
                                          <p:stCondLst>
                                            <p:cond delay="0"/>
                                          </p:stCondLst>
                                        </p:cTn>
                                        <p:tgtEl>
                                          <p:spTgt spid="22581"/>
                                        </p:tgtEl>
                                        <p:attrNameLst>
                                          <p:attrName>style.visibility</p:attrName>
                                        </p:attrNameLst>
                                      </p:cBhvr>
                                      <p:to>
                                        <p:strVal val="visible"/>
                                      </p:to>
                                    </p:set>
                                    <p:animEffect transition="in" filter="blinds(horizontal)">
                                      <p:cBhvr>
                                        <p:cTn id="103" dur="500"/>
                                        <p:tgtEl>
                                          <p:spTgt spid="22581"/>
                                        </p:tgtEl>
                                      </p:cBhvr>
                                    </p:animEffect>
                                  </p:childTnLst>
                                </p:cTn>
                              </p:par>
                              <p:par>
                                <p:cTn id="104" presetID="3" presetClass="entr" presetSubtype="10" fill="hold" nodeType="withEffect">
                                  <p:stCondLst>
                                    <p:cond delay="0"/>
                                  </p:stCondLst>
                                  <p:childTnLst>
                                    <p:set>
                                      <p:cBhvr>
                                        <p:cTn id="105" dur="1" fill="hold">
                                          <p:stCondLst>
                                            <p:cond delay="0"/>
                                          </p:stCondLst>
                                        </p:cTn>
                                        <p:tgtEl>
                                          <p:spTgt spid="22575"/>
                                        </p:tgtEl>
                                        <p:attrNameLst>
                                          <p:attrName>style.visibility</p:attrName>
                                        </p:attrNameLst>
                                      </p:cBhvr>
                                      <p:to>
                                        <p:strVal val="visible"/>
                                      </p:to>
                                    </p:set>
                                    <p:animEffect transition="in" filter="blinds(horizontal)">
                                      <p:cBhvr>
                                        <p:cTn id="106" dur="500"/>
                                        <p:tgtEl>
                                          <p:spTgt spid="22575"/>
                                        </p:tgtEl>
                                      </p:cBhvr>
                                    </p:animEffect>
                                  </p:childTnLst>
                                </p:cTn>
                              </p:par>
                              <p:par>
                                <p:cTn id="107" presetID="3" presetClass="entr" presetSubtype="10" fill="hold" nodeType="withEffect">
                                  <p:stCondLst>
                                    <p:cond delay="0"/>
                                  </p:stCondLst>
                                  <p:childTnLst>
                                    <p:set>
                                      <p:cBhvr>
                                        <p:cTn id="108" dur="1" fill="hold">
                                          <p:stCondLst>
                                            <p:cond delay="0"/>
                                          </p:stCondLst>
                                        </p:cTn>
                                        <p:tgtEl>
                                          <p:spTgt spid="22564"/>
                                        </p:tgtEl>
                                        <p:attrNameLst>
                                          <p:attrName>style.visibility</p:attrName>
                                        </p:attrNameLst>
                                      </p:cBhvr>
                                      <p:to>
                                        <p:strVal val="visible"/>
                                      </p:to>
                                    </p:set>
                                    <p:animEffect transition="in" filter="blinds(horizontal)">
                                      <p:cBhvr>
                                        <p:cTn id="109" dur="500"/>
                                        <p:tgtEl>
                                          <p:spTgt spid="22564"/>
                                        </p:tgtEl>
                                      </p:cBhvr>
                                    </p:animEffect>
                                  </p:childTnLst>
                                </p:cTn>
                              </p:par>
                              <p:par>
                                <p:cTn id="110" presetID="3" presetClass="entr" presetSubtype="10" fill="hold" nodeType="withEffect">
                                  <p:stCondLst>
                                    <p:cond delay="0"/>
                                  </p:stCondLst>
                                  <p:childTnLst>
                                    <p:set>
                                      <p:cBhvr>
                                        <p:cTn id="111" dur="1" fill="hold">
                                          <p:stCondLst>
                                            <p:cond delay="0"/>
                                          </p:stCondLst>
                                        </p:cTn>
                                        <p:tgtEl>
                                          <p:spTgt spid="22576"/>
                                        </p:tgtEl>
                                        <p:attrNameLst>
                                          <p:attrName>style.visibility</p:attrName>
                                        </p:attrNameLst>
                                      </p:cBhvr>
                                      <p:to>
                                        <p:strVal val="visible"/>
                                      </p:to>
                                    </p:set>
                                    <p:animEffect transition="in" filter="blinds(horizontal)">
                                      <p:cBhvr>
                                        <p:cTn id="112" dur="500"/>
                                        <p:tgtEl>
                                          <p:spTgt spid="22576"/>
                                        </p:tgtEl>
                                      </p:cBhvr>
                                    </p:animEffect>
                                  </p:childTnLst>
                                </p:cTn>
                              </p:par>
                              <p:par>
                                <p:cTn id="113" presetID="3" presetClass="entr" presetSubtype="10" fill="hold" nodeType="withEffect">
                                  <p:stCondLst>
                                    <p:cond delay="0"/>
                                  </p:stCondLst>
                                  <p:childTnLst>
                                    <p:set>
                                      <p:cBhvr>
                                        <p:cTn id="114" dur="1" fill="hold">
                                          <p:stCondLst>
                                            <p:cond delay="0"/>
                                          </p:stCondLst>
                                        </p:cTn>
                                        <p:tgtEl>
                                          <p:spTgt spid="22577"/>
                                        </p:tgtEl>
                                        <p:attrNameLst>
                                          <p:attrName>style.visibility</p:attrName>
                                        </p:attrNameLst>
                                      </p:cBhvr>
                                      <p:to>
                                        <p:strVal val="visible"/>
                                      </p:to>
                                    </p:set>
                                    <p:animEffect transition="in" filter="blinds(horizontal)">
                                      <p:cBhvr>
                                        <p:cTn id="115" dur="500"/>
                                        <p:tgtEl>
                                          <p:spTgt spid="22577"/>
                                        </p:tgtEl>
                                      </p:cBhvr>
                                    </p:animEffect>
                                  </p:childTnLst>
                                </p:cTn>
                              </p:par>
                              <p:par>
                                <p:cTn id="116" presetID="3" presetClass="entr" presetSubtype="10" fill="hold" nodeType="withEffect">
                                  <p:stCondLst>
                                    <p:cond delay="0"/>
                                  </p:stCondLst>
                                  <p:childTnLst>
                                    <p:set>
                                      <p:cBhvr>
                                        <p:cTn id="117" dur="1" fill="hold">
                                          <p:stCondLst>
                                            <p:cond delay="0"/>
                                          </p:stCondLst>
                                        </p:cTn>
                                        <p:tgtEl>
                                          <p:spTgt spid="40976"/>
                                        </p:tgtEl>
                                        <p:attrNameLst>
                                          <p:attrName>style.visibility</p:attrName>
                                        </p:attrNameLst>
                                      </p:cBhvr>
                                      <p:to>
                                        <p:strVal val="visible"/>
                                      </p:to>
                                    </p:set>
                                    <p:animEffect transition="in" filter="blinds(horizontal)">
                                      <p:cBhvr>
                                        <p:cTn id="118" dur="500"/>
                                        <p:tgtEl>
                                          <p:spTgt spid="40976"/>
                                        </p:tgtEl>
                                      </p:cBhvr>
                                    </p:animEffect>
                                  </p:childTnLst>
                                </p:cTn>
                              </p:par>
                              <p:par>
                                <p:cTn id="119" presetID="3" presetClass="entr" presetSubtype="10" fill="hold" nodeType="withEffect">
                                  <p:stCondLst>
                                    <p:cond delay="0"/>
                                  </p:stCondLst>
                                  <p:childTnLst>
                                    <p:set>
                                      <p:cBhvr>
                                        <p:cTn id="120" dur="1" fill="hold">
                                          <p:stCondLst>
                                            <p:cond delay="0"/>
                                          </p:stCondLst>
                                        </p:cTn>
                                        <p:tgtEl>
                                          <p:spTgt spid="22579"/>
                                        </p:tgtEl>
                                        <p:attrNameLst>
                                          <p:attrName>style.visibility</p:attrName>
                                        </p:attrNameLst>
                                      </p:cBhvr>
                                      <p:to>
                                        <p:strVal val="visible"/>
                                      </p:to>
                                    </p:set>
                                    <p:animEffect transition="in" filter="blinds(horizontal)">
                                      <p:cBhvr>
                                        <p:cTn id="121" dur="500"/>
                                        <p:tgtEl>
                                          <p:spTgt spid="22579"/>
                                        </p:tgtEl>
                                      </p:cBhvr>
                                    </p:animEffect>
                                  </p:childTnLst>
                                </p:cTn>
                              </p:par>
                              <p:par>
                                <p:cTn id="122" presetID="3" presetClass="entr" presetSubtype="10" fill="hold" nodeType="withEffect">
                                  <p:stCondLst>
                                    <p:cond delay="0"/>
                                  </p:stCondLst>
                                  <p:childTnLst>
                                    <p:set>
                                      <p:cBhvr>
                                        <p:cTn id="123" dur="1" fill="hold">
                                          <p:stCondLst>
                                            <p:cond delay="0"/>
                                          </p:stCondLst>
                                        </p:cTn>
                                        <p:tgtEl>
                                          <p:spTgt spid="22563"/>
                                        </p:tgtEl>
                                        <p:attrNameLst>
                                          <p:attrName>style.visibility</p:attrName>
                                        </p:attrNameLst>
                                      </p:cBhvr>
                                      <p:to>
                                        <p:strVal val="visible"/>
                                      </p:to>
                                    </p:set>
                                    <p:animEffect transition="in" filter="blinds(horizontal)">
                                      <p:cBhvr>
                                        <p:cTn id="124" dur="500"/>
                                        <p:tgtEl>
                                          <p:spTgt spid="22563"/>
                                        </p:tgtEl>
                                      </p:cBhvr>
                                    </p:animEffect>
                                  </p:childTnLst>
                                </p:cTn>
                              </p:par>
                              <p:par>
                                <p:cTn id="125" presetID="3" presetClass="entr" presetSubtype="10" fill="hold" nodeType="withEffect">
                                  <p:stCondLst>
                                    <p:cond delay="0"/>
                                  </p:stCondLst>
                                  <p:childTnLst>
                                    <p:set>
                                      <p:cBhvr>
                                        <p:cTn id="126" dur="1" fill="hold">
                                          <p:stCondLst>
                                            <p:cond delay="0"/>
                                          </p:stCondLst>
                                        </p:cTn>
                                        <p:tgtEl>
                                          <p:spTgt spid="22578"/>
                                        </p:tgtEl>
                                        <p:attrNameLst>
                                          <p:attrName>style.visibility</p:attrName>
                                        </p:attrNameLst>
                                      </p:cBhvr>
                                      <p:to>
                                        <p:strVal val="visible"/>
                                      </p:to>
                                    </p:set>
                                    <p:animEffect transition="in" filter="blinds(horizontal)">
                                      <p:cBhvr>
                                        <p:cTn id="127" dur="500"/>
                                        <p:tgtEl>
                                          <p:spTgt spid="22578"/>
                                        </p:tgtEl>
                                      </p:cBhvr>
                                    </p:animEffect>
                                  </p:childTnLst>
                                </p:cTn>
                              </p:par>
                              <p:par>
                                <p:cTn id="128" presetID="3" presetClass="entr" presetSubtype="10" fill="hold" nodeType="withEffect">
                                  <p:stCondLst>
                                    <p:cond delay="0"/>
                                  </p:stCondLst>
                                  <p:childTnLst>
                                    <p:set>
                                      <p:cBhvr>
                                        <p:cTn id="129" dur="1" fill="hold">
                                          <p:stCondLst>
                                            <p:cond delay="0"/>
                                          </p:stCondLst>
                                        </p:cTn>
                                        <p:tgtEl>
                                          <p:spTgt spid="22562"/>
                                        </p:tgtEl>
                                        <p:attrNameLst>
                                          <p:attrName>style.visibility</p:attrName>
                                        </p:attrNameLst>
                                      </p:cBhvr>
                                      <p:to>
                                        <p:strVal val="visible"/>
                                      </p:to>
                                    </p:set>
                                    <p:animEffect transition="in" filter="blinds(horizontal)">
                                      <p:cBhvr>
                                        <p:cTn id="130" dur="500"/>
                                        <p:tgtEl>
                                          <p:spTgt spid="22562"/>
                                        </p:tgtEl>
                                      </p:cBhvr>
                                    </p:animEffect>
                                  </p:childTnLst>
                                </p:cTn>
                              </p:par>
                              <p:par>
                                <p:cTn id="131" presetID="3" presetClass="entr" presetSubtype="10" fill="hold" nodeType="withEffect">
                                  <p:stCondLst>
                                    <p:cond delay="0"/>
                                  </p:stCondLst>
                                  <p:childTnLst>
                                    <p:set>
                                      <p:cBhvr>
                                        <p:cTn id="132" dur="1" fill="hold">
                                          <p:stCondLst>
                                            <p:cond delay="0"/>
                                          </p:stCondLst>
                                        </p:cTn>
                                        <p:tgtEl>
                                          <p:spTgt spid="22580"/>
                                        </p:tgtEl>
                                        <p:attrNameLst>
                                          <p:attrName>style.visibility</p:attrName>
                                        </p:attrNameLst>
                                      </p:cBhvr>
                                      <p:to>
                                        <p:strVal val="visible"/>
                                      </p:to>
                                    </p:set>
                                    <p:animEffect transition="in" filter="blinds(horizontal)">
                                      <p:cBhvr>
                                        <p:cTn id="133" dur="500"/>
                                        <p:tgtEl>
                                          <p:spTgt spid="22580"/>
                                        </p:tgtEl>
                                      </p:cBhvr>
                                    </p:animEffect>
                                  </p:childTnLst>
                                </p:cTn>
                              </p:par>
                              <p:par>
                                <p:cTn id="134" presetID="3" presetClass="entr" presetSubtype="10" fill="hold" nodeType="withEffect">
                                  <p:stCondLst>
                                    <p:cond delay="0"/>
                                  </p:stCondLst>
                                  <p:childTnLst>
                                    <p:set>
                                      <p:cBhvr>
                                        <p:cTn id="135" dur="1" fill="hold">
                                          <p:stCondLst>
                                            <p:cond delay="0"/>
                                          </p:stCondLst>
                                        </p:cTn>
                                        <p:tgtEl>
                                          <p:spTgt spid="22567"/>
                                        </p:tgtEl>
                                        <p:attrNameLst>
                                          <p:attrName>style.visibility</p:attrName>
                                        </p:attrNameLst>
                                      </p:cBhvr>
                                      <p:to>
                                        <p:strVal val="visible"/>
                                      </p:to>
                                    </p:set>
                                    <p:animEffect transition="in" filter="blinds(horizontal)">
                                      <p:cBhvr>
                                        <p:cTn id="136" dur="500"/>
                                        <p:tgtEl>
                                          <p:spTgt spid="225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animBg="1"/>
      <p:bldP spid="22532" grpId="0" animBg="1"/>
      <p:bldP spid="22533" grpId="0" animBg="1"/>
      <p:bldP spid="22534" grpId="0" animBg="1"/>
      <p:bldP spid="22535" grpId="0" animBg="1"/>
      <p:bldP spid="22536" grpId="0" animBg="1"/>
      <p:bldP spid="22537" grpId="0" animBg="1"/>
      <p:bldP spid="22541" grpId="0" animBg="1"/>
      <p:bldP spid="22545" grpId="0" animBg="1"/>
      <p:bldP spid="22546" grpId="0" animBg="1"/>
      <p:bldP spid="22547" grpId="0" animBg="1"/>
      <p:bldP spid="22557" grpId="0" animBg="1"/>
      <p:bldP spid="22571" grpId="0"/>
      <p:bldP spid="22576" grpId="0"/>
      <p:bldP spid="22577" grpId="0"/>
      <p:bldP spid="22578" grpId="0"/>
      <p:bldP spid="22579" grpId="0"/>
      <p:bldP spid="22580" grpId="0"/>
      <p:bldP spid="22581" grpId="0"/>
      <p:bldP spid="4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52B557BD-E4BD-A798-B526-BD63C0D3BFDA}"/>
              </a:ext>
            </a:extLst>
          </p:cNvPr>
          <p:cNvSpPr>
            <a:spLocks noGrp="1" noChangeArrowheads="1"/>
          </p:cNvSpPr>
          <p:nvPr>
            <p:ph type="title"/>
          </p:nvPr>
        </p:nvSpPr>
        <p:spPr>
          <a:xfrm>
            <a:off x="1981200" y="381000"/>
            <a:ext cx="8229600" cy="1066800"/>
          </a:xfrm>
        </p:spPr>
        <p:txBody>
          <a:bodyPr/>
          <a:lstStyle/>
          <a:p>
            <a:pPr eaLnBrk="1" hangingPunct="1"/>
            <a:r>
              <a:rPr lang="zh-CN" altLang="en-US" sz="4000">
                <a:solidFill>
                  <a:srgbClr val="002060"/>
                </a:solidFill>
              </a:rPr>
              <a:t>内容提纲</a:t>
            </a:r>
          </a:p>
        </p:txBody>
      </p:sp>
      <p:sp>
        <p:nvSpPr>
          <p:cNvPr id="52227" name="Rectangle 3">
            <a:extLst>
              <a:ext uri="{FF2B5EF4-FFF2-40B4-BE49-F238E27FC236}">
                <a16:creationId xmlns:a16="http://schemas.microsoft.com/office/drawing/2014/main" id="{8AFB8C8F-C062-5EF8-623B-C2E73F63C921}"/>
              </a:ext>
            </a:extLst>
          </p:cNvPr>
          <p:cNvSpPr>
            <a:spLocks noGrp="1" noChangeArrowheads="1"/>
          </p:cNvSpPr>
          <p:nvPr>
            <p:ph type="body" idx="1"/>
          </p:nvPr>
        </p:nvSpPr>
        <p:spPr>
          <a:xfrm>
            <a:off x="2743200" y="1828800"/>
            <a:ext cx="5257800" cy="3200400"/>
          </a:xfrm>
        </p:spPr>
        <p:txBody>
          <a:bodyPr/>
          <a:lstStyle/>
          <a:p>
            <a:pPr marL="446088" lvl="1" indent="-357188">
              <a:lnSpc>
                <a:spcPct val="80000"/>
              </a:lnSpc>
              <a:buClr>
                <a:schemeClr val="bg2">
                  <a:lumMod val="50000"/>
                </a:schemeClr>
              </a:buClr>
              <a:buSzPct val="70000"/>
              <a:buFont typeface="Wingdings" pitchFamily="2" charset="2"/>
              <a:buChar char="l"/>
              <a:defRPr/>
            </a:pPr>
            <a:r>
              <a:rPr lang="zh-CN" altLang="en-US" b="1" dirty="0">
                <a:solidFill>
                  <a:schemeClr val="bg1">
                    <a:lumMod val="95000"/>
                  </a:schemeClr>
                </a:solidFill>
                <a:latin typeface="+mn-ea"/>
              </a:rPr>
              <a:t>可信计算概念与技术原理</a:t>
            </a:r>
            <a:endParaRPr lang="en-US" altLang="zh-CN" b="1" dirty="0">
              <a:solidFill>
                <a:schemeClr val="bg1">
                  <a:lumMod val="95000"/>
                </a:schemeClr>
              </a:solidFill>
              <a:latin typeface="+mn-ea"/>
            </a:endParaRPr>
          </a:p>
          <a:p>
            <a:pPr marL="446088" lvl="1" indent="-357188">
              <a:lnSpc>
                <a:spcPct val="80000"/>
              </a:lnSpc>
              <a:buClr>
                <a:schemeClr val="bg2">
                  <a:lumMod val="50000"/>
                </a:schemeClr>
              </a:buClr>
              <a:buSzPct val="70000"/>
              <a:buFont typeface="Wingdings" pitchFamily="2" charset="2"/>
              <a:buChar char="l"/>
              <a:defRPr/>
            </a:pPr>
            <a:endParaRPr lang="zh-CN" altLang="en-US" dirty="0">
              <a:solidFill>
                <a:srgbClr val="002060"/>
              </a:solidFill>
            </a:endParaRPr>
          </a:p>
          <a:p>
            <a:pPr marL="446088" lvl="1" indent="-357188">
              <a:lnSpc>
                <a:spcPct val="80000"/>
              </a:lnSpc>
              <a:buClr>
                <a:schemeClr val="bg2">
                  <a:lumMod val="50000"/>
                </a:schemeClr>
              </a:buClr>
              <a:buSzPct val="70000"/>
              <a:buFont typeface="Wingdings" pitchFamily="2" charset="2"/>
              <a:buChar char="l"/>
              <a:defRPr/>
            </a:pPr>
            <a:r>
              <a:rPr lang="zh-CN" altLang="en-US" b="1" dirty="0">
                <a:solidFill>
                  <a:srgbClr val="002060"/>
                </a:solidFill>
                <a:latin typeface="+mn-ea"/>
              </a:rPr>
              <a:t>自主可信计算标准体系</a:t>
            </a:r>
            <a:endParaRPr lang="en-US" altLang="zh-CN" b="1" dirty="0">
              <a:solidFill>
                <a:srgbClr val="002060"/>
              </a:solidFill>
              <a:latin typeface="+mn-ea"/>
            </a:endParaRPr>
          </a:p>
          <a:p>
            <a:pPr marL="446088" lvl="1" indent="-357188">
              <a:lnSpc>
                <a:spcPct val="80000"/>
              </a:lnSpc>
              <a:buClr>
                <a:schemeClr val="bg2">
                  <a:lumMod val="50000"/>
                </a:schemeClr>
              </a:buClr>
              <a:buSzPct val="70000"/>
              <a:buFont typeface="Wingdings" pitchFamily="2" charset="2"/>
              <a:buChar char="l"/>
              <a:defRPr/>
            </a:pPr>
            <a:endParaRPr lang="en-US" altLang="zh-CN" b="1" dirty="0">
              <a:solidFill>
                <a:srgbClr val="002060"/>
              </a:solidFill>
            </a:endParaRPr>
          </a:p>
          <a:p>
            <a:pPr marL="446088" lvl="1" indent="-357188">
              <a:lnSpc>
                <a:spcPct val="80000"/>
              </a:lnSpc>
              <a:buClr>
                <a:schemeClr val="bg2">
                  <a:lumMod val="50000"/>
                </a:schemeClr>
              </a:buClr>
              <a:buSzPct val="70000"/>
              <a:buFont typeface="Wingdings" pitchFamily="2" charset="2"/>
              <a:buChar char="l"/>
              <a:defRPr/>
            </a:pPr>
            <a:r>
              <a:rPr lang="zh-CN" altLang="en-US" b="1" dirty="0">
                <a:solidFill>
                  <a:schemeClr val="bg1">
                    <a:lumMod val="95000"/>
                  </a:schemeClr>
                </a:solidFill>
                <a:latin typeface="+mn-ea"/>
              </a:rPr>
              <a:t>可信计算产业与应用</a:t>
            </a:r>
            <a:endParaRPr lang="en-US" altLang="zh-CN" b="1" dirty="0">
              <a:solidFill>
                <a:schemeClr val="bg1">
                  <a:lumMod val="95000"/>
                </a:schemeClr>
              </a:solidFill>
              <a:latin typeface="+mn-ea"/>
            </a:endParaRPr>
          </a:p>
          <a:p>
            <a:pPr marL="446088" lvl="1" indent="-357188">
              <a:lnSpc>
                <a:spcPct val="80000"/>
              </a:lnSpc>
              <a:buClr>
                <a:schemeClr val="bg2">
                  <a:lumMod val="50000"/>
                </a:schemeClr>
              </a:buClr>
              <a:buSzPct val="70000"/>
              <a:buFont typeface="Wingdings" pitchFamily="2" charset="2"/>
              <a:buChar char="l"/>
              <a:defRPr/>
            </a:pPr>
            <a:endParaRPr lang="en-US" altLang="zh-CN" b="1" dirty="0">
              <a:solidFill>
                <a:schemeClr val="bg1">
                  <a:lumMod val="95000"/>
                </a:schemeClr>
              </a:solidFill>
              <a:latin typeface="+mn-ea"/>
            </a:endParaRPr>
          </a:p>
          <a:p>
            <a:pPr marL="446088" lvl="1" indent="-357188">
              <a:lnSpc>
                <a:spcPct val="80000"/>
              </a:lnSpc>
              <a:buClr>
                <a:schemeClr val="bg2">
                  <a:lumMod val="50000"/>
                </a:schemeClr>
              </a:buClr>
              <a:buSzPct val="70000"/>
              <a:buFont typeface="Wingdings" pitchFamily="2" charset="2"/>
              <a:buChar char="l"/>
              <a:defRPr/>
            </a:pPr>
            <a:r>
              <a:rPr lang="zh-CN" altLang="en-US" b="1" dirty="0">
                <a:solidFill>
                  <a:schemeClr val="bg1">
                    <a:lumMod val="95000"/>
                  </a:schemeClr>
                </a:solidFill>
                <a:latin typeface="+mn-ea"/>
              </a:rPr>
              <a:t>自主可信计算产业未来发展</a:t>
            </a:r>
            <a:endParaRPr lang="en-US" altLang="zh-CN" b="1" dirty="0">
              <a:solidFill>
                <a:schemeClr val="bg1">
                  <a:lumMod val="95000"/>
                </a:schemeClr>
              </a:solidFill>
              <a:latin typeface="+mn-ea"/>
            </a:endParaRPr>
          </a:p>
          <a:p>
            <a:pPr marL="446088" lvl="1" indent="-357188">
              <a:lnSpc>
                <a:spcPct val="80000"/>
              </a:lnSpc>
              <a:buClr>
                <a:schemeClr val="bg2">
                  <a:lumMod val="50000"/>
                </a:schemeClr>
              </a:buClr>
              <a:buSzPct val="70000"/>
              <a:buNone/>
              <a:defRPr/>
            </a:pPr>
            <a:endParaRPr lang="en-US" altLang="zh-CN" b="1" dirty="0">
              <a:solidFill>
                <a:srgbClr val="002060"/>
              </a:solidFill>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2">
            <a:extLst>
              <a:ext uri="{FF2B5EF4-FFF2-40B4-BE49-F238E27FC236}">
                <a16:creationId xmlns:a16="http://schemas.microsoft.com/office/drawing/2014/main" id="{2C528E1F-D3EE-001D-522E-83F072A2BBD1}"/>
              </a:ext>
            </a:extLst>
          </p:cNvPr>
          <p:cNvGrpSpPr>
            <a:grpSpLocks/>
          </p:cNvGrpSpPr>
          <p:nvPr/>
        </p:nvGrpSpPr>
        <p:grpSpPr bwMode="auto">
          <a:xfrm>
            <a:off x="1600200" y="1219201"/>
            <a:ext cx="4931158" cy="4956175"/>
            <a:chOff x="76200" y="1219200"/>
            <a:chExt cx="4931158" cy="4956175"/>
          </a:xfrm>
        </p:grpSpPr>
        <p:sp>
          <p:nvSpPr>
            <p:cNvPr id="388106" name="Rectangle 10">
              <a:extLst>
                <a:ext uri="{FF2B5EF4-FFF2-40B4-BE49-F238E27FC236}">
                  <a16:creationId xmlns:a16="http://schemas.microsoft.com/office/drawing/2014/main" id="{D1D2972D-CFAF-9DB3-DB1C-13B321E323F4}"/>
                </a:ext>
              </a:extLst>
            </p:cNvPr>
            <p:cNvSpPr>
              <a:spLocks noChangeArrowheads="1"/>
            </p:cNvSpPr>
            <p:nvPr/>
          </p:nvSpPr>
          <p:spPr bwMode="auto">
            <a:xfrm>
              <a:off x="1752600" y="1219200"/>
              <a:ext cx="1600200" cy="457200"/>
            </a:xfrm>
            <a:prstGeom prst="rect">
              <a:avLst/>
            </a:prstGeom>
            <a:noFill/>
            <a:ln w="9525">
              <a:noFill/>
              <a:miter lim="800000"/>
              <a:headEnd/>
              <a:tailEnd/>
            </a:ln>
            <a:effectLst/>
          </p:spPr>
          <p:txBody>
            <a:bodyPr anchor="ctr"/>
            <a:lstStyle/>
            <a:p>
              <a:pPr defTabSz="912813">
                <a:defRPr/>
              </a:pPr>
              <a:r>
                <a:rPr kumimoji="1" lang="en-US" altLang="zh-CN" sz="2400" b="1" dirty="0">
                  <a:solidFill>
                    <a:schemeClr val="accent2">
                      <a:lumMod val="75000"/>
                    </a:schemeClr>
                  </a:solidFill>
                  <a:effectLst>
                    <a:outerShdw blurRad="38100" dist="38100" dir="2700000" algn="tl">
                      <a:srgbClr val="C0C0C0"/>
                    </a:outerShdw>
                  </a:effectLst>
                  <a:latin typeface="黑体" pitchFamily="2" charset="-122"/>
                  <a:ea typeface="黑体" pitchFamily="2" charset="-122"/>
                </a:rPr>
                <a:t>TCG</a:t>
              </a:r>
              <a:r>
                <a:rPr kumimoji="1" lang="zh-CN" altLang="en-US" sz="2400" b="1" dirty="0">
                  <a:solidFill>
                    <a:schemeClr val="accent2">
                      <a:lumMod val="75000"/>
                    </a:schemeClr>
                  </a:solidFill>
                  <a:effectLst>
                    <a:outerShdw blurRad="38100" dist="38100" dir="2700000" algn="tl">
                      <a:srgbClr val="C0C0C0"/>
                    </a:outerShdw>
                  </a:effectLst>
                  <a:latin typeface="黑体" pitchFamily="2" charset="-122"/>
                  <a:ea typeface="黑体" pitchFamily="2" charset="-122"/>
                </a:rPr>
                <a:t>影响力</a:t>
              </a:r>
            </a:p>
          </p:txBody>
        </p:sp>
        <p:grpSp>
          <p:nvGrpSpPr>
            <p:cNvPr id="25614" name="组合 32">
              <a:extLst>
                <a:ext uri="{FF2B5EF4-FFF2-40B4-BE49-F238E27FC236}">
                  <a16:creationId xmlns:a16="http://schemas.microsoft.com/office/drawing/2014/main" id="{016A274C-1DB7-D38C-B8E9-055620CCF8AE}"/>
                </a:ext>
              </a:extLst>
            </p:cNvPr>
            <p:cNvGrpSpPr>
              <a:grpSpLocks/>
            </p:cNvGrpSpPr>
            <p:nvPr/>
          </p:nvGrpSpPr>
          <p:grpSpPr bwMode="auto">
            <a:xfrm>
              <a:off x="76200" y="1600687"/>
              <a:ext cx="4931158" cy="4574688"/>
              <a:chOff x="457200" y="719138"/>
              <a:chExt cx="8640763" cy="5880101"/>
            </a:xfrm>
          </p:grpSpPr>
          <p:sp>
            <p:nvSpPr>
              <p:cNvPr id="388110" name="Cloud">
                <a:extLst>
                  <a:ext uri="{FF2B5EF4-FFF2-40B4-BE49-F238E27FC236}">
                    <a16:creationId xmlns:a16="http://schemas.microsoft.com/office/drawing/2014/main" id="{B2317EA2-A238-B0AF-BFA7-557993073F21}"/>
                  </a:ext>
                </a:extLst>
              </p:cNvPr>
              <p:cNvSpPr>
                <a:spLocks noChangeAspect="1" noEditPoints="1" noChangeArrowheads="1"/>
              </p:cNvSpPr>
              <p:nvPr/>
            </p:nvSpPr>
            <p:spPr bwMode="auto">
              <a:xfrm>
                <a:off x="2696504" y="3171196"/>
                <a:ext cx="4353426" cy="1660969"/>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8F8F8">
                  <a:alpha val="70000"/>
                </a:srgbClr>
              </a:solidFill>
              <a:ln w="9525">
                <a:solidFill>
                  <a:srgbClr val="000000"/>
                </a:solidFill>
                <a:miter lim="800000"/>
                <a:headEnd/>
                <a:tailEnd/>
              </a:ln>
              <a:effectLst>
                <a:outerShdw dist="107763" dir="2700000" algn="ctr" rotWithShape="0">
                  <a:srgbClr val="808080"/>
                </a:outerShdw>
              </a:effectLst>
            </p:spPr>
            <p:txBody>
              <a:bodyPr lIns="18000" tIns="144000" rIns="18000" bIns="10800"/>
              <a:lstStyle/>
              <a:p>
                <a:pPr algn="ctr" eaLnBrk="0" hangingPunct="0">
                  <a:defRPr/>
                </a:pPr>
                <a:r>
                  <a:rPr lang="en-US" altLang="zh-CN" dirty="0">
                    <a:solidFill>
                      <a:schemeClr val="accent2"/>
                    </a:solidFill>
                    <a:latin typeface="Trebuchet MS" pitchFamily="34" charset="0"/>
                  </a:rPr>
                  <a:t>TCG Standards</a:t>
                </a:r>
              </a:p>
            </p:txBody>
          </p:sp>
          <p:grpSp>
            <p:nvGrpSpPr>
              <p:cNvPr id="25616" name="Group 33">
                <a:extLst>
                  <a:ext uri="{FF2B5EF4-FFF2-40B4-BE49-F238E27FC236}">
                    <a16:creationId xmlns:a16="http://schemas.microsoft.com/office/drawing/2014/main" id="{66469D4D-AECD-106D-B431-4687A1B6AC96}"/>
                  </a:ext>
                </a:extLst>
              </p:cNvPr>
              <p:cNvGrpSpPr>
                <a:grpSpLocks/>
              </p:cNvGrpSpPr>
              <p:nvPr/>
            </p:nvGrpSpPr>
            <p:grpSpPr bwMode="auto">
              <a:xfrm>
                <a:off x="457200" y="719138"/>
                <a:ext cx="8640763" cy="5880101"/>
                <a:chOff x="288" y="453"/>
                <a:chExt cx="5443" cy="3704"/>
              </a:xfrm>
            </p:grpSpPr>
            <p:sp>
              <p:nvSpPr>
                <p:cNvPr id="25622" name="Line 2">
                  <a:extLst>
                    <a:ext uri="{FF2B5EF4-FFF2-40B4-BE49-F238E27FC236}">
                      <a16:creationId xmlns:a16="http://schemas.microsoft.com/office/drawing/2014/main" id="{825D7C95-BDAC-3406-36CB-0C715AFDD29D}"/>
                    </a:ext>
                  </a:extLst>
                </p:cNvPr>
                <p:cNvSpPr>
                  <a:spLocks noChangeShapeType="1"/>
                </p:cNvSpPr>
                <p:nvPr/>
              </p:nvSpPr>
              <p:spPr bwMode="auto">
                <a:xfrm>
                  <a:off x="2018" y="1304"/>
                  <a:ext cx="473" cy="706"/>
                </a:xfrm>
                <a:prstGeom prst="line">
                  <a:avLst/>
                </a:prstGeom>
                <a:noFill/>
                <a:ln w="222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3" name="Line 3">
                  <a:extLst>
                    <a:ext uri="{FF2B5EF4-FFF2-40B4-BE49-F238E27FC236}">
                      <a16:creationId xmlns:a16="http://schemas.microsoft.com/office/drawing/2014/main" id="{5D41EB8E-A316-FBB0-90F9-2D61503AE9C7}"/>
                    </a:ext>
                  </a:extLst>
                </p:cNvPr>
                <p:cNvSpPr>
                  <a:spLocks noChangeShapeType="1"/>
                </p:cNvSpPr>
                <p:nvPr/>
              </p:nvSpPr>
              <p:spPr bwMode="auto">
                <a:xfrm>
                  <a:off x="1056" y="2208"/>
                  <a:ext cx="1026" cy="124"/>
                </a:xfrm>
                <a:prstGeom prst="line">
                  <a:avLst/>
                </a:prstGeom>
                <a:noFill/>
                <a:ln w="222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4" name="Line 4">
                  <a:extLst>
                    <a:ext uri="{FF2B5EF4-FFF2-40B4-BE49-F238E27FC236}">
                      <a16:creationId xmlns:a16="http://schemas.microsoft.com/office/drawing/2014/main" id="{730C428D-CDD5-78E8-5A5B-21EAD3D4B112}"/>
                    </a:ext>
                  </a:extLst>
                </p:cNvPr>
                <p:cNvSpPr>
                  <a:spLocks noChangeShapeType="1"/>
                </p:cNvSpPr>
                <p:nvPr/>
              </p:nvSpPr>
              <p:spPr bwMode="auto">
                <a:xfrm flipH="1">
                  <a:off x="3430" y="1475"/>
                  <a:ext cx="440" cy="478"/>
                </a:xfrm>
                <a:prstGeom prst="line">
                  <a:avLst/>
                </a:prstGeom>
                <a:noFill/>
                <a:ln w="222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5" name="Line 5">
                  <a:extLst>
                    <a:ext uri="{FF2B5EF4-FFF2-40B4-BE49-F238E27FC236}">
                      <a16:creationId xmlns:a16="http://schemas.microsoft.com/office/drawing/2014/main" id="{F93E2C0E-9600-B229-1A8F-13F2A5F62394}"/>
                    </a:ext>
                  </a:extLst>
                </p:cNvPr>
                <p:cNvSpPr>
                  <a:spLocks noChangeShapeType="1"/>
                </p:cNvSpPr>
                <p:nvPr/>
              </p:nvSpPr>
              <p:spPr bwMode="auto">
                <a:xfrm flipH="1">
                  <a:off x="3984" y="2275"/>
                  <a:ext cx="838" cy="77"/>
                </a:xfrm>
                <a:prstGeom prst="line">
                  <a:avLst/>
                </a:prstGeom>
                <a:noFill/>
                <a:ln w="222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6" name="Line 6">
                  <a:extLst>
                    <a:ext uri="{FF2B5EF4-FFF2-40B4-BE49-F238E27FC236}">
                      <a16:creationId xmlns:a16="http://schemas.microsoft.com/office/drawing/2014/main" id="{CAFDECA0-582B-7342-D7BA-0B501E9BC401}"/>
                    </a:ext>
                  </a:extLst>
                </p:cNvPr>
                <p:cNvSpPr>
                  <a:spLocks noChangeShapeType="1"/>
                </p:cNvSpPr>
                <p:nvPr/>
              </p:nvSpPr>
              <p:spPr bwMode="auto">
                <a:xfrm flipH="1" flipV="1">
                  <a:off x="3744" y="2832"/>
                  <a:ext cx="624" cy="384"/>
                </a:xfrm>
                <a:prstGeom prst="line">
                  <a:avLst/>
                </a:prstGeom>
                <a:noFill/>
                <a:ln w="222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7" name="Line 7">
                  <a:extLst>
                    <a:ext uri="{FF2B5EF4-FFF2-40B4-BE49-F238E27FC236}">
                      <a16:creationId xmlns:a16="http://schemas.microsoft.com/office/drawing/2014/main" id="{846FDB3D-0339-E5A8-26BA-68102855B6A0}"/>
                    </a:ext>
                  </a:extLst>
                </p:cNvPr>
                <p:cNvSpPr>
                  <a:spLocks noChangeShapeType="1"/>
                </p:cNvSpPr>
                <p:nvPr/>
              </p:nvSpPr>
              <p:spPr bwMode="auto">
                <a:xfrm flipH="1" flipV="1">
                  <a:off x="3002" y="3081"/>
                  <a:ext cx="153" cy="455"/>
                </a:xfrm>
                <a:prstGeom prst="line">
                  <a:avLst/>
                </a:prstGeom>
                <a:noFill/>
                <a:ln w="222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8" name="Line 8">
                  <a:extLst>
                    <a:ext uri="{FF2B5EF4-FFF2-40B4-BE49-F238E27FC236}">
                      <a16:creationId xmlns:a16="http://schemas.microsoft.com/office/drawing/2014/main" id="{42059D87-9C6A-B6AB-B16A-B4451446BA25}"/>
                    </a:ext>
                  </a:extLst>
                </p:cNvPr>
                <p:cNvSpPr>
                  <a:spLocks noChangeShapeType="1"/>
                </p:cNvSpPr>
                <p:nvPr/>
              </p:nvSpPr>
              <p:spPr bwMode="auto">
                <a:xfrm flipV="1">
                  <a:off x="1776" y="2974"/>
                  <a:ext cx="511" cy="338"/>
                </a:xfrm>
                <a:prstGeom prst="line">
                  <a:avLst/>
                </a:prstGeom>
                <a:noFill/>
                <a:ln w="222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5629" name="Oval 9">
                  <a:extLst>
                    <a:ext uri="{FF2B5EF4-FFF2-40B4-BE49-F238E27FC236}">
                      <a16:creationId xmlns:a16="http://schemas.microsoft.com/office/drawing/2014/main" id="{85D23083-59A3-1EC9-A853-ADCFC91D1B4D}"/>
                    </a:ext>
                  </a:extLst>
                </p:cNvPr>
                <p:cNvSpPr>
                  <a:spLocks noChangeArrowheads="1"/>
                </p:cNvSpPr>
                <p:nvPr/>
              </p:nvSpPr>
              <p:spPr bwMode="auto">
                <a:xfrm>
                  <a:off x="958" y="1056"/>
                  <a:ext cx="3934" cy="2674"/>
                </a:xfrm>
                <a:prstGeom prst="ellipse">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2400">
                    <a:solidFill>
                      <a:srgbClr val="154D68"/>
                    </a:solidFill>
                  </a:endParaRPr>
                </a:p>
              </p:txBody>
            </p:sp>
            <p:pic>
              <p:nvPicPr>
                <p:cNvPr id="25630" name="Picture 11" descr="mobile">
                  <a:extLst>
                    <a:ext uri="{FF2B5EF4-FFF2-40B4-BE49-F238E27FC236}">
                      <a16:creationId xmlns:a16="http://schemas.microsoft.com/office/drawing/2014/main" id="{757A5112-F964-F204-1E45-95B6459BC0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 y="1824"/>
                  <a:ext cx="584" cy="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31" name="Picture 12" descr="storage">
                  <a:extLst>
                    <a:ext uri="{FF2B5EF4-FFF2-40B4-BE49-F238E27FC236}">
                      <a16:creationId xmlns:a16="http://schemas.microsoft.com/office/drawing/2014/main" id="{A92BFC8E-6B50-E8AF-3A35-7E19198A57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8" y="2016"/>
                  <a:ext cx="594" cy="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32" name="Picture 13" descr="server">
                  <a:extLst>
                    <a:ext uri="{FF2B5EF4-FFF2-40B4-BE49-F238E27FC236}">
                      <a16:creationId xmlns:a16="http://schemas.microsoft.com/office/drawing/2014/main" id="{5677BFEA-658B-EF3C-5E71-34E1681EFD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06" y="3081"/>
                  <a:ext cx="594" cy="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33" name="Picture 16" descr="pc_client">
                  <a:extLst>
                    <a:ext uri="{FF2B5EF4-FFF2-40B4-BE49-F238E27FC236}">
                      <a16:creationId xmlns:a16="http://schemas.microsoft.com/office/drawing/2014/main" id="{06C00C35-8871-A57D-AB62-76B7E3D790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4" y="720"/>
                  <a:ext cx="786" cy="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34" name="Picture 17" descr="tpm">
                  <a:extLst>
                    <a:ext uri="{FF2B5EF4-FFF2-40B4-BE49-F238E27FC236}">
                      <a16:creationId xmlns:a16="http://schemas.microsoft.com/office/drawing/2014/main" id="{E7AFF16F-3635-F937-4748-F0BA2389D4E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58" y="3552"/>
                  <a:ext cx="594" cy="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35" name="Picture 19" descr="network">
                  <a:extLst>
                    <a:ext uri="{FF2B5EF4-FFF2-40B4-BE49-F238E27FC236}">
                      <a16:creationId xmlns:a16="http://schemas.microsoft.com/office/drawing/2014/main" id="{B05AD027-73D4-03DA-59EE-93BBB2818B1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56" y="3120"/>
                  <a:ext cx="738" cy="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36" name="Picture 20" descr="software">
                  <a:extLst>
                    <a:ext uri="{FF2B5EF4-FFF2-40B4-BE49-F238E27FC236}">
                      <a16:creationId xmlns:a16="http://schemas.microsoft.com/office/drawing/2014/main" id="{85F5BE54-8AF7-DB11-E7EF-C839D29860F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15" y="960"/>
                  <a:ext cx="594" cy="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37" name="Text Box 21">
                  <a:extLst>
                    <a:ext uri="{FF2B5EF4-FFF2-40B4-BE49-F238E27FC236}">
                      <a16:creationId xmlns:a16="http://schemas.microsoft.com/office/drawing/2014/main" id="{51655C43-E5E6-DA72-AB74-52D15D10B064}"/>
                    </a:ext>
                  </a:extLst>
                </p:cNvPr>
                <p:cNvSpPr txBox="1">
                  <a:spLocks noChangeArrowheads="1"/>
                </p:cNvSpPr>
                <p:nvPr/>
              </p:nvSpPr>
              <p:spPr bwMode="auto">
                <a:xfrm>
                  <a:off x="4135" y="453"/>
                  <a:ext cx="1536" cy="1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265113" indent="-84138"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r>
                    <a:rPr lang="zh-CN" altLang="en-US" sz="1200" b="1">
                      <a:ea typeface="华文细黑" panose="02010600040101010101" pitchFamily="2" charset="-122"/>
                    </a:rPr>
                    <a:t>应用软件</a:t>
                  </a:r>
                </a:p>
                <a:p>
                  <a:pPr>
                    <a:buFontTx/>
                    <a:buChar char="•"/>
                  </a:pPr>
                  <a:r>
                    <a:rPr lang="zh-CN" altLang="en-US" sz="1200" b="1"/>
                    <a:t>软件协议栈</a:t>
                  </a:r>
                  <a:r>
                    <a:rPr lang="en-US" altLang="zh-CN" sz="1200" b="1"/>
                    <a:t>(Software Stack)</a:t>
                  </a:r>
                </a:p>
                <a:p>
                  <a:pPr lvl="1">
                    <a:buFontTx/>
                    <a:buChar char="•"/>
                  </a:pPr>
                  <a:r>
                    <a:rPr lang="en-US" altLang="zh-CN" sz="1000" b="1">
                      <a:solidFill>
                        <a:schemeClr val="accent2"/>
                      </a:solidFill>
                    </a:rPr>
                    <a:t>Operating Systems</a:t>
                  </a:r>
                </a:p>
                <a:p>
                  <a:pPr lvl="1">
                    <a:buFontTx/>
                    <a:buChar char="•"/>
                  </a:pPr>
                  <a:r>
                    <a:rPr lang="en-US" altLang="zh-CN" sz="1000" b="1">
                      <a:solidFill>
                        <a:schemeClr val="accent2"/>
                      </a:solidFill>
                    </a:rPr>
                    <a:t>Web Services</a:t>
                  </a:r>
                </a:p>
                <a:p>
                  <a:pPr lvl="1">
                    <a:buFontTx/>
                    <a:buChar char="•"/>
                  </a:pPr>
                  <a:r>
                    <a:rPr lang="en-US" altLang="zh-CN" sz="1000" b="1">
                      <a:solidFill>
                        <a:schemeClr val="accent2"/>
                      </a:solidFill>
                    </a:rPr>
                    <a:t>Authentication</a:t>
                  </a:r>
                </a:p>
                <a:p>
                  <a:pPr lvl="1">
                    <a:buFontTx/>
                    <a:buChar char="•"/>
                  </a:pPr>
                  <a:r>
                    <a:rPr lang="en-US" altLang="zh-CN" sz="1000" b="1">
                      <a:solidFill>
                        <a:schemeClr val="accent2"/>
                      </a:solidFill>
                    </a:rPr>
                    <a:t>Data Protection</a:t>
                  </a:r>
                </a:p>
              </p:txBody>
            </p:sp>
            <p:sp>
              <p:nvSpPr>
                <p:cNvPr id="25638" name="Text Box 22">
                  <a:extLst>
                    <a:ext uri="{FF2B5EF4-FFF2-40B4-BE49-F238E27FC236}">
                      <a16:creationId xmlns:a16="http://schemas.microsoft.com/office/drawing/2014/main" id="{377C9E0D-3FD7-66B3-56E3-306653238370}"/>
                    </a:ext>
                  </a:extLst>
                </p:cNvPr>
                <p:cNvSpPr txBox="1">
                  <a:spLocks noChangeArrowheads="1"/>
                </p:cNvSpPr>
                <p:nvPr/>
              </p:nvSpPr>
              <p:spPr bwMode="auto">
                <a:xfrm>
                  <a:off x="4848" y="2550"/>
                  <a:ext cx="883"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r>
                    <a:rPr lang="zh-CN" altLang="en-US" sz="1200" b="1"/>
                    <a:t>存储系统</a:t>
                  </a:r>
                </a:p>
              </p:txBody>
            </p:sp>
            <p:sp>
              <p:nvSpPr>
                <p:cNvPr id="25639" name="Text Box 23">
                  <a:extLst>
                    <a:ext uri="{FF2B5EF4-FFF2-40B4-BE49-F238E27FC236}">
                      <a16:creationId xmlns:a16="http://schemas.microsoft.com/office/drawing/2014/main" id="{534FA880-02DA-C0E8-3B88-A612A67270E2}"/>
                    </a:ext>
                  </a:extLst>
                </p:cNvPr>
                <p:cNvSpPr txBox="1">
                  <a:spLocks noChangeArrowheads="1"/>
                </p:cNvSpPr>
                <p:nvPr/>
              </p:nvSpPr>
              <p:spPr bwMode="auto">
                <a:xfrm>
                  <a:off x="336" y="2224"/>
                  <a:ext cx="544"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r>
                    <a:rPr lang="zh-CN" altLang="en-US" sz="1200" b="1"/>
                    <a:t>手机</a:t>
                  </a:r>
                </a:p>
                <a:p>
                  <a:r>
                    <a:rPr lang="zh-CN" altLang="en-US" sz="1200" b="1"/>
                    <a:t>平台</a:t>
                  </a:r>
                </a:p>
              </p:txBody>
            </p:sp>
            <p:sp>
              <p:nvSpPr>
                <p:cNvPr id="25640" name="Text Box 24">
                  <a:extLst>
                    <a:ext uri="{FF2B5EF4-FFF2-40B4-BE49-F238E27FC236}">
                      <a16:creationId xmlns:a16="http://schemas.microsoft.com/office/drawing/2014/main" id="{E3CDEDD4-7AC7-5CC5-C079-F8DD8FFB511F}"/>
                    </a:ext>
                  </a:extLst>
                </p:cNvPr>
                <p:cNvSpPr txBox="1">
                  <a:spLocks noChangeArrowheads="1"/>
                </p:cNvSpPr>
                <p:nvPr/>
              </p:nvSpPr>
              <p:spPr bwMode="auto">
                <a:xfrm>
                  <a:off x="4561" y="3529"/>
                  <a:ext cx="713"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r>
                    <a:rPr lang="zh-CN" altLang="en-US" sz="1200" b="1">
                      <a:ea typeface="华文细黑" panose="02010600040101010101" pitchFamily="2" charset="-122"/>
                    </a:rPr>
                    <a:t>服务器</a:t>
                  </a:r>
                </a:p>
                <a:p>
                  <a:pPr algn="ctr"/>
                  <a:r>
                    <a:rPr lang="zh-CN" altLang="en-US" sz="1200" b="1">
                      <a:ea typeface="华文细黑" panose="02010600040101010101" pitchFamily="2" charset="-122"/>
                    </a:rPr>
                    <a:t>平台</a:t>
                  </a:r>
                </a:p>
              </p:txBody>
            </p:sp>
            <p:sp>
              <p:nvSpPr>
                <p:cNvPr id="25641" name="Text Box 25">
                  <a:extLst>
                    <a:ext uri="{FF2B5EF4-FFF2-40B4-BE49-F238E27FC236}">
                      <a16:creationId xmlns:a16="http://schemas.microsoft.com/office/drawing/2014/main" id="{5E2B0B50-9AF0-EEC2-02D6-49C966AF2AEC}"/>
                    </a:ext>
                  </a:extLst>
                </p:cNvPr>
                <p:cNvSpPr txBox="1">
                  <a:spLocks noChangeArrowheads="1"/>
                </p:cNvSpPr>
                <p:nvPr/>
              </p:nvSpPr>
              <p:spPr bwMode="auto">
                <a:xfrm>
                  <a:off x="836" y="799"/>
                  <a:ext cx="818"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r>
                    <a:rPr lang="en-US" altLang="zh-CN" sz="1200" b="1">
                      <a:latin typeface="华文细黑" panose="02010600040101010101" pitchFamily="2" charset="-122"/>
                      <a:ea typeface="华文细黑" panose="02010600040101010101" pitchFamily="2" charset="-122"/>
                    </a:rPr>
                    <a:t>PC</a:t>
                  </a:r>
                  <a:r>
                    <a:rPr lang="zh-CN" altLang="en-US" sz="1200" b="1">
                      <a:latin typeface="华文细黑" panose="02010600040101010101" pitchFamily="2" charset="-122"/>
                      <a:ea typeface="华文细黑" panose="02010600040101010101" pitchFamily="2" charset="-122"/>
                    </a:rPr>
                    <a:t>平台</a:t>
                  </a:r>
                </a:p>
                <a:p>
                  <a:r>
                    <a:rPr lang="en-US" altLang="zh-CN" sz="1200" b="1">
                      <a:latin typeface="华文细黑" panose="02010600040101010101" pitchFamily="2" charset="-122"/>
                      <a:ea typeface="华文细黑" panose="02010600040101010101" pitchFamily="2" charset="-122"/>
                    </a:rPr>
                    <a:t>(</a:t>
                  </a:r>
                  <a:r>
                    <a:rPr lang="zh-CN" altLang="en-US" sz="1200" b="1">
                      <a:latin typeface="华文细黑" panose="02010600040101010101" pitchFamily="2" charset="-122"/>
                      <a:ea typeface="华文细黑" panose="02010600040101010101" pitchFamily="2" charset="-122"/>
                    </a:rPr>
                    <a:t>台式和笔记本</a:t>
                  </a:r>
                  <a:r>
                    <a:rPr lang="en-US" altLang="zh-CN" sz="1200" b="1">
                      <a:latin typeface="华文细黑" panose="02010600040101010101" pitchFamily="2" charset="-122"/>
                      <a:ea typeface="华文细黑" panose="02010600040101010101" pitchFamily="2" charset="-122"/>
                    </a:rPr>
                    <a:t>)</a:t>
                  </a:r>
                </a:p>
              </p:txBody>
            </p:sp>
            <p:sp>
              <p:nvSpPr>
                <p:cNvPr id="25642" name="Text Box 26">
                  <a:extLst>
                    <a:ext uri="{FF2B5EF4-FFF2-40B4-BE49-F238E27FC236}">
                      <a16:creationId xmlns:a16="http://schemas.microsoft.com/office/drawing/2014/main" id="{FA25E69B-05F8-DFCA-8706-D4389C2156C3}"/>
                    </a:ext>
                  </a:extLst>
                </p:cNvPr>
                <p:cNvSpPr txBox="1">
                  <a:spLocks noChangeArrowheads="1"/>
                </p:cNvSpPr>
                <p:nvPr/>
              </p:nvSpPr>
              <p:spPr bwMode="auto">
                <a:xfrm>
                  <a:off x="2054" y="3840"/>
                  <a:ext cx="922"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r>
                    <a:rPr lang="zh-CN" altLang="en-US" sz="1200" b="1">
                      <a:latin typeface="华文细黑" panose="02010600040101010101" pitchFamily="2" charset="-122"/>
                      <a:ea typeface="华文细黑" panose="02010600040101010101" pitchFamily="2" charset="-122"/>
                    </a:rPr>
                    <a:t>安全平台模块</a:t>
                  </a:r>
                  <a:r>
                    <a:rPr lang="en-US" altLang="zh-CN" sz="1200" b="1">
                      <a:latin typeface="华文细黑" panose="02010600040101010101" pitchFamily="2" charset="-122"/>
                      <a:ea typeface="华文细黑" panose="02010600040101010101" pitchFamily="2" charset="-122"/>
                    </a:rPr>
                    <a:t>(</a:t>
                  </a:r>
                  <a:r>
                    <a:rPr lang="en-US" altLang="zh-CN" sz="1200" b="1">
                      <a:solidFill>
                        <a:srgbClr val="000099"/>
                      </a:solidFill>
                      <a:latin typeface="Times New Roman" panose="02020603050405020304" pitchFamily="18" charset="0"/>
                      <a:ea typeface="华文细黑" panose="02010600040101010101" pitchFamily="2" charset="-122"/>
                    </a:rPr>
                    <a:t>TPM</a:t>
                  </a:r>
                  <a:r>
                    <a:rPr lang="en-US" altLang="zh-CN" sz="1200" b="1">
                      <a:latin typeface="华文细黑" panose="02010600040101010101" pitchFamily="2" charset="-122"/>
                      <a:ea typeface="华文细黑" panose="02010600040101010101" pitchFamily="2" charset="-122"/>
                    </a:rPr>
                    <a:t>) </a:t>
                  </a:r>
                </a:p>
              </p:txBody>
            </p:sp>
            <p:sp>
              <p:nvSpPr>
                <p:cNvPr id="25643" name="Text Box 27">
                  <a:extLst>
                    <a:ext uri="{FF2B5EF4-FFF2-40B4-BE49-F238E27FC236}">
                      <a16:creationId xmlns:a16="http://schemas.microsoft.com/office/drawing/2014/main" id="{6FDBA2A1-9DAD-FA8B-E064-7E4AABEE335C}"/>
                    </a:ext>
                  </a:extLst>
                </p:cNvPr>
                <p:cNvSpPr txBox="1">
                  <a:spLocks noChangeArrowheads="1"/>
                </p:cNvSpPr>
                <p:nvPr/>
              </p:nvSpPr>
              <p:spPr bwMode="auto">
                <a:xfrm>
                  <a:off x="288" y="3552"/>
                  <a:ext cx="1104"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r>
                    <a:rPr lang="zh-CN" altLang="en-US" sz="1200" b="1">
                      <a:ea typeface="华文细黑" panose="02010600040101010101" pitchFamily="2" charset="-122"/>
                    </a:rPr>
                    <a:t>可信网络接入及应用中间件</a:t>
                  </a:r>
                </a:p>
              </p:txBody>
            </p:sp>
          </p:grpSp>
          <p:grpSp>
            <p:nvGrpSpPr>
              <p:cNvPr id="25617" name="Group 32">
                <a:extLst>
                  <a:ext uri="{FF2B5EF4-FFF2-40B4-BE49-F238E27FC236}">
                    <a16:creationId xmlns:a16="http://schemas.microsoft.com/office/drawing/2014/main" id="{16F45933-75C7-0A1E-F6A3-9D57FC38C7CF}"/>
                  </a:ext>
                </a:extLst>
              </p:cNvPr>
              <p:cNvGrpSpPr>
                <a:grpSpLocks/>
              </p:cNvGrpSpPr>
              <p:nvPr/>
            </p:nvGrpSpPr>
            <p:grpSpPr bwMode="auto">
              <a:xfrm>
                <a:off x="3352800" y="1752600"/>
                <a:ext cx="2743200" cy="1524000"/>
                <a:chOff x="2112" y="1104"/>
                <a:chExt cx="1728" cy="960"/>
              </a:xfrm>
            </p:grpSpPr>
            <p:sp>
              <p:nvSpPr>
                <p:cNvPr id="25619" name="WordArt 15">
                  <a:extLst>
                    <a:ext uri="{FF2B5EF4-FFF2-40B4-BE49-F238E27FC236}">
                      <a16:creationId xmlns:a16="http://schemas.microsoft.com/office/drawing/2014/main" id="{AA10B1B8-7D5B-5384-F0D3-E06584A17FCD}"/>
                    </a:ext>
                  </a:extLst>
                </p:cNvPr>
                <p:cNvSpPr>
                  <a:spLocks noChangeArrowheads="1" noChangeShapeType="1" noTextEdit="1"/>
                </p:cNvSpPr>
                <p:nvPr/>
              </p:nvSpPr>
              <p:spPr bwMode="auto">
                <a:xfrm>
                  <a:off x="2112" y="1619"/>
                  <a:ext cx="1728" cy="445"/>
                </a:xfrm>
                <a:prstGeom prst="rect">
                  <a:avLst/>
                </a:prstGeom>
                <a:extLst>
                  <a:ext uri="{91240B29-F687-4F45-9708-019B960494DF}">
                    <a14:hiddenLine xmlns:a14="http://schemas.microsoft.com/office/drawing/2010/main" w="0">
                      <a:solidFill>
                        <a:srgbClr val="000000"/>
                      </a:solidFill>
                      <a:round/>
                      <a:headEnd/>
                      <a:tailEnd/>
                    </a14:hiddenLine>
                  </a:ext>
                </a:extLst>
              </p:spPr>
              <p:txBody>
                <a:bodyPr spcFirstLastPara="1" wrap="none" fromWordArt="1">
                  <a:prstTxWarp prst="textArchUp">
                    <a:avLst>
                      <a:gd name="adj" fmla="val 10800004"/>
                    </a:avLst>
                  </a:prstTxWarp>
                </a:bodyPr>
                <a:lstStyle/>
                <a:p>
                  <a:pPr algn="ctr"/>
                  <a:r>
                    <a:rPr lang="en-US" altLang="zh-CN" kern="10">
                      <a:solidFill>
                        <a:srgbClr val="333333">
                          <a:alpha val="50195"/>
                        </a:srgbClr>
                      </a:solidFill>
                      <a:cs typeface="Arial" panose="020B0604020202020204" pitchFamily="34" charset="0"/>
                    </a:rPr>
                    <a:t>Security Infrastructure</a:t>
                  </a:r>
                  <a:endParaRPr lang="zh-CN" altLang="en-US" kern="10">
                    <a:solidFill>
                      <a:srgbClr val="333333">
                        <a:alpha val="50195"/>
                      </a:srgbClr>
                    </a:solidFill>
                    <a:cs typeface="Arial" panose="020B0604020202020204" pitchFamily="34" charset="0"/>
                  </a:endParaRPr>
                </a:p>
              </p:txBody>
            </p:sp>
            <p:pic>
              <p:nvPicPr>
                <p:cNvPr id="25620" name="Picture 18" descr="infrastructure">
                  <a:extLst>
                    <a:ext uri="{FF2B5EF4-FFF2-40B4-BE49-F238E27FC236}">
                      <a16:creationId xmlns:a16="http://schemas.microsoft.com/office/drawing/2014/main" id="{A9C2AA7C-46FE-3194-FE9C-9C67B125072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44" y="1104"/>
                  <a:ext cx="720" cy="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21" name="Rectangle 29">
                  <a:extLst>
                    <a:ext uri="{FF2B5EF4-FFF2-40B4-BE49-F238E27FC236}">
                      <a16:creationId xmlns:a16="http://schemas.microsoft.com/office/drawing/2014/main" id="{68CF340E-345F-C2FF-43F1-058E27CD1958}"/>
                    </a:ext>
                  </a:extLst>
                </p:cNvPr>
                <p:cNvSpPr>
                  <a:spLocks noChangeArrowheads="1"/>
                </p:cNvSpPr>
                <p:nvPr/>
              </p:nvSpPr>
              <p:spPr bwMode="auto">
                <a:xfrm>
                  <a:off x="2400" y="1680"/>
                  <a:ext cx="115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ea typeface="华文细黑" panose="02010600040101010101" pitchFamily="2" charset="-122"/>
                    </a:rPr>
                    <a:t>安全基础设施</a:t>
                  </a:r>
                </a:p>
              </p:txBody>
            </p:sp>
          </p:grpSp>
          <p:sp>
            <p:nvSpPr>
              <p:cNvPr id="25618" name="Text Box 30">
                <a:extLst>
                  <a:ext uri="{FF2B5EF4-FFF2-40B4-BE49-F238E27FC236}">
                    <a16:creationId xmlns:a16="http://schemas.microsoft.com/office/drawing/2014/main" id="{D0DB2D74-43CC-6C32-1154-4B125D3D2BB7}"/>
                  </a:ext>
                </a:extLst>
              </p:cNvPr>
              <p:cNvSpPr txBox="1">
                <a:spLocks noChangeArrowheads="1"/>
              </p:cNvSpPr>
              <p:nvPr/>
            </p:nvSpPr>
            <p:spPr bwMode="auto">
              <a:xfrm>
                <a:off x="2727102" y="3950667"/>
                <a:ext cx="4304764" cy="474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800" b="1">
                    <a:solidFill>
                      <a:srgbClr val="FF3300"/>
                    </a:solidFill>
                    <a:latin typeface="华文新魏" panose="02010800040101010101" pitchFamily="2" charset="-122"/>
                    <a:ea typeface="华文新魏" panose="02010800040101010101" pitchFamily="2" charset="-122"/>
                  </a:rPr>
                  <a:t>将渗透到</a:t>
                </a:r>
                <a:r>
                  <a:rPr lang="en-US" altLang="zh-CN" sz="1800" b="1">
                    <a:solidFill>
                      <a:srgbClr val="FF3300"/>
                    </a:solidFill>
                    <a:latin typeface="华文新魏" panose="02010800040101010101" pitchFamily="2" charset="-122"/>
                    <a:ea typeface="华文新魏" panose="02010800040101010101" pitchFamily="2" charset="-122"/>
                  </a:rPr>
                  <a:t>IT</a:t>
                </a:r>
                <a:r>
                  <a:rPr lang="zh-CN" altLang="en-US" sz="1800" b="1">
                    <a:solidFill>
                      <a:srgbClr val="FF3300"/>
                    </a:solidFill>
                    <a:latin typeface="华文新魏" panose="02010800040101010101" pitchFamily="2" charset="-122"/>
                    <a:ea typeface="华文新魏" panose="02010800040101010101" pitchFamily="2" charset="-122"/>
                  </a:rPr>
                  <a:t>每个领域</a:t>
                </a:r>
              </a:p>
            </p:txBody>
          </p:sp>
        </p:grpSp>
      </p:grpSp>
      <p:sp>
        <p:nvSpPr>
          <p:cNvPr id="32" name="Rectangle 16">
            <a:extLst>
              <a:ext uri="{FF2B5EF4-FFF2-40B4-BE49-F238E27FC236}">
                <a16:creationId xmlns:a16="http://schemas.microsoft.com/office/drawing/2014/main" id="{A56356B8-23FB-66CD-0B1D-6887EAF84D95}"/>
              </a:ext>
            </a:extLst>
          </p:cNvPr>
          <p:cNvSpPr txBox="1">
            <a:spLocks noChangeArrowheads="1"/>
          </p:cNvSpPr>
          <p:nvPr/>
        </p:nvSpPr>
        <p:spPr bwMode="auto">
          <a:xfrm>
            <a:off x="1828800" y="350838"/>
            <a:ext cx="4572000" cy="639762"/>
          </a:xfrm>
          <a:prstGeom prst="rect">
            <a:avLst/>
          </a:prstGeom>
          <a:noFill/>
          <a:ln w="9525">
            <a:noFill/>
            <a:miter lim="800000"/>
            <a:headEnd/>
            <a:tailEnd/>
          </a:ln>
          <a:effectLst/>
        </p:spPr>
        <p:txBody>
          <a:bodyPr anchor="ctr"/>
          <a:lstStyle/>
          <a:p>
            <a:pPr>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自主可信计算标准发展背景</a:t>
            </a:r>
          </a:p>
        </p:txBody>
      </p:sp>
      <p:sp>
        <p:nvSpPr>
          <p:cNvPr id="41" name="Rectangle 11">
            <a:extLst>
              <a:ext uri="{FF2B5EF4-FFF2-40B4-BE49-F238E27FC236}">
                <a16:creationId xmlns:a16="http://schemas.microsoft.com/office/drawing/2014/main" id="{AEF3E2A9-3DAB-D979-CBCE-BEA2728B2FDD}"/>
              </a:ext>
            </a:extLst>
          </p:cNvPr>
          <p:cNvSpPr>
            <a:spLocks noChangeArrowheads="1"/>
          </p:cNvSpPr>
          <p:nvPr/>
        </p:nvSpPr>
        <p:spPr bwMode="auto">
          <a:xfrm>
            <a:off x="7696200" y="1219200"/>
            <a:ext cx="1905000" cy="457200"/>
          </a:xfrm>
          <a:prstGeom prst="rect">
            <a:avLst/>
          </a:prstGeom>
          <a:noFill/>
          <a:ln w="9525">
            <a:noFill/>
            <a:miter lim="800000"/>
            <a:headEnd/>
            <a:tailEnd/>
          </a:ln>
          <a:effectLst/>
        </p:spPr>
        <p:txBody>
          <a:bodyPr anchor="ctr"/>
          <a:lstStyle/>
          <a:p>
            <a:pPr defTabSz="912813">
              <a:defRPr/>
            </a:pPr>
            <a:r>
              <a:rPr kumimoji="1" lang="en-US" altLang="zh-CN" sz="2400" b="1" dirty="0">
                <a:solidFill>
                  <a:schemeClr val="accent2">
                    <a:lumMod val="75000"/>
                  </a:schemeClr>
                </a:solidFill>
                <a:effectLst>
                  <a:outerShdw blurRad="38100" dist="38100" dir="2700000" algn="tl">
                    <a:srgbClr val="C0C0C0"/>
                  </a:outerShdw>
                </a:effectLst>
                <a:latin typeface="黑体" pitchFamily="2" charset="-122"/>
                <a:ea typeface="黑体" pitchFamily="2" charset="-122"/>
              </a:rPr>
              <a:t>TCG</a:t>
            </a:r>
            <a:r>
              <a:rPr kumimoji="1" lang="zh-CN" altLang="en-US" sz="2400" b="1" dirty="0">
                <a:solidFill>
                  <a:schemeClr val="accent2">
                    <a:lumMod val="75000"/>
                  </a:schemeClr>
                </a:solidFill>
                <a:effectLst>
                  <a:outerShdw blurRad="38100" dist="38100" dir="2700000" algn="tl">
                    <a:srgbClr val="C0C0C0"/>
                  </a:outerShdw>
                </a:effectLst>
                <a:latin typeface="黑体" pitchFamily="2" charset="-122"/>
                <a:ea typeface="黑体" pitchFamily="2" charset="-122"/>
              </a:rPr>
              <a:t>产业趋势</a:t>
            </a:r>
          </a:p>
        </p:txBody>
      </p:sp>
      <p:grpSp>
        <p:nvGrpSpPr>
          <p:cNvPr id="6" name="Group 3">
            <a:extLst>
              <a:ext uri="{FF2B5EF4-FFF2-40B4-BE49-F238E27FC236}">
                <a16:creationId xmlns:a16="http://schemas.microsoft.com/office/drawing/2014/main" id="{B493D5B6-CD73-FBD6-761F-58CF08258CC4}"/>
              </a:ext>
            </a:extLst>
          </p:cNvPr>
          <p:cNvGrpSpPr>
            <a:grpSpLocks/>
          </p:cNvGrpSpPr>
          <p:nvPr/>
        </p:nvGrpSpPr>
        <p:grpSpPr bwMode="auto">
          <a:xfrm>
            <a:off x="6705600" y="1752600"/>
            <a:ext cx="3733800" cy="4648200"/>
            <a:chOff x="39" y="572"/>
            <a:chExt cx="4491" cy="3748"/>
          </a:xfrm>
        </p:grpSpPr>
        <p:pic>
          <p:nvPicPr>
            <p:cNvPr id="25607" name="Picture 4">
              <a:extLst>
                <a:ext uri="{FF2B5EF4-FFF2-40B4-BE49-F238E27FC236}">
                  <a16:creationId xmlns:a16="http://schemas.microsoft.com/office/drawing/2014/main" id="{D3BF9D66-415B-8FFB-A9D6-7FED1B59254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 y="572"/>
              <a:ext cx="4491" cy="3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8" name="Oval 5">
              <a:extLst>
                <a:ext uri="{FF2B5EF4-FFF2-40B4-BE49-F238E27FC236}">
                  <a16:creationId xmlns:a16="http://schemas.microsoft.com/office/drawing/2014/main" id="{21F12B95-C1CB-8F64-5E4E-637C896D5ACE}"/>
                </a:ext>
              </a:extLst>
            </p:cNvPr>
            <p:cNvSpPr>
              <a:spLocks noChangeArrowheads="1"/>
            </p:cNvSpPr>
            <p:nvPr/>
          </p:nvSpPr>
          <p:spPr bwMode="auto">
            <a:xfrm>
              <a:off x="295" y="2341"/>
              <a:ext cx="4082" cy="317"/>
            </a:xfrm>
            <a:prstGeom prst="ellipse">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5609" name="Oval 6">
              <a:extLst>
                <a:ext uri="{FF2B5EF4-FFF2-40B4-BE49-F238E27FC236}">
                  <a16:creationId xmlns:a16="http://schemas.microsoft.com/office/drawing/2014/main" id="{D50EF86C-7CEB-F7D5-F6DE-6519A7627ADE}"/>
                </a:ext>
              </a:extLst>
            </p:cNvPr>
            <p:cNvSpPr>
              <a:spLocks noChangeArrowheads="1"/>
            </p:cNvSpPr>
            <p:nvPr/>
          </p:nvSpPr>
          <p:spPr bwMode="auto">
            <a:xfrm>
              <a:off x="249" y="3566"/>
              <a:ext cx="4173" cy="317"/>
            </a:xfrm>
            <a:prstGeom prst="ellipse">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5610" name="Text Box 7">
              <a:extLst>
                <a:ext uri="{FF2B5EF4-FFF2-40B4-BE49-F238E27FC236}">
                  <a16:creationId xmlns:a16="http://schemas.microsoft.com/office/drawing/2014/main" id="{70774BD3-B23E-665A-AFD6-2AF81C53C6A1}"/>
                </a:ext>
              </a:extLst>
            </p:cNvPr>
            <p:cNvSpPr txBox="1">
              <a:spLocks noChangeArrowheads="1"/>
            </p:cNvSpPr>
            <p:nvPr/>
          </p:nvSpPr>
          <p:spPr bwMode="auto">
            <a:xfrm>
              <a:off x="644" y="1433"/>
              <a:ext cx="729"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eaLnBrk="0" hangingPunct="0">
                <a:defRPr sz="800">
                  <a:solidFill>
                    <a:schemeClr val="tx1"/>
                  </a:solidFill>
                  <a:latin typeface="Arial" panose="020B0604020202020204" pitchFamily="34" charset="0"/>
                  <a:ea typeface="宋体" panose="02010600030101010101" pitchFamily="2" charset="-122"/>
                </a:defRPr>
              </a:lvl1pPr>
              <a:lvl2pPr marL="742950" indent="-285750" defTabSz="912813" eaLnBrk="0" hangingPunct="0">
                <a:defRPr sz="800">
                  <a:solidFill>
                    <a:schemeClr val="tx1"/>
                  </a:solidFill>
                  <a:latin typeface="Arial" panose="020B0604020202020204" pitchFamily="34" charset="0"/>
                  <a:ea typeface="宋体" panose="02010600030101010101" pitchFamily="2" charset="-122"/>
                </a:defRPr>
              </a:lvl2pPr>
              <a:lvl3pPr marL="1143000" indent="-228600" defTabSz="912813" eaLnBrk="0" hangingPunct="0">
                <a:defRPr sz="800">
                  <a:solidFill>
                    <a:schemeClr val="tx1"/>
                  </a:solidFill>
                  <a:latin typeface="Arial" panose="020B0604020202020204" pitchFamily="34" charset="0"/>
                  <a:ea typeface="宋体" panose="02010600030101010101" pitchFamily="2" charset="-122"/>
                </a:defRPr>
              </a:lvl3pPr>
              <a:lvl4pPr marL="1600200" indent="-228600" defTabSz="912813" eaLnBrk="0" hangingPunct="0">
                <a:defRPr sz="800">
                  <a:solidFill>
                    <a:schemeClr val="tx1"/>
                  </a:solidFill>
                  <a:latin typeface="Arial" panose="020B0604020202020204" pitchFamily="34" charset="0"/>
                  <a:ea typeface="宋体" panose="02010600030101010101" pitchFamily="2" charset="-122"/>
                </a:defRPr>
              </a:lvl4pPr>
              <a:lvl5pPr marL="2057400" indent="-228600" defTabSz="912813" eaLnBrk="0" hangingPunct="0">
                <a:defRPr sz="800">
                  <a:solidFill>
                    <a:schemeClr val="tx1"/>
                  </a:solidFill>
                  <a:latin typeface="Arial" panose="020B0604020202020204" pitchFamily="34" charset="0"/>
                  <a:ea typeface="宋体" panose="02010600030101010101" pitchFamily="2" charset="-122"/>
                </a:defRPr>
              </a:lvl5pPr>
              <a:lvl6pPr marL="2514600" indent="-228600" defTabSz="912813"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defTabSz="912813"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defTabSz="912813"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defTabSz="912813"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000" b="1">
                  <a:solidFill>
                    <a:schemeClr val="accent2"/>
                  </a:solidFill>
                </a:rPr>
                <a:t>笔记本</a:t>
              </a:r>
            </a:p>
          </p:txBody>
        </p:sp>
        <p:sp>
          <p:nvSpPr>
            <p:cNvPr id="25611" name="Text Box 8">
              <a:extLst>
                <a:ext uri="{FF2B5EF4-FFF2-40B4-BE49-F238E27FC236}">
                  <a16:creationId xmlns:a16="http://schemas.microsoft.com/office/drawing/2014/main" id="{EA84AD24-425E-E7C7-BA06-EC80531D7264}"/>
                </a:ext>
              </a:extLst>
            </p:cNvPr>
            <p:cNvSpPr txBox="1">
              <a:spLocks noChangeArrowheads="1"/>
            </p:cNvSpPr>
            <p:nvPr/>
          </p:nvSpPr>
          <p:spPr bwMode="auto">
            <a:xfrm>
              <a:off x="563" y="2646"/>
              <a:ext cx="679"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eaLnBrk="0" hangingPunct="0">
                <a:defRPr sz="800">
                  <a:solidFill>
                    <a:schemeClr val="tx1"/>
                  </a:solidFill>
                  <a:latin typeface="Arial" panose="020B0604020202020204" pitchFamily="34" charset="0"/>
                  <a:ea typeface="宋体" panose="02010600030101010101" pitchFamily="2" charset="-122"/>
                </a:defRPr>
              </a:lvl1pPr>
              <a:lvl2pPr marL="742950" indent="-285750" defTabSz="912813" eaLnBrk="0" hangingPunct="0">
                <a:defRPr sz="800">
                  <a:solidFill>
                    <a:schemeClr val="tx1"/>
                  </a:solidFill>
                  <a:latin typeface="Arial" panose="020B0604020202020204" pitchFamily="34" charset="0"/>
                  <a:ea typeface="宋体" panose="02010600030101010101" pitchFamily="2" charset="-122"/>
                </a:defRPr>
              </a:lvl2pPr>
              <a:lvl3pPr marL="1143000" indent="-228600" defTabSz="912813" eaLnBrk="0" hangingPunct="0">
                <a:defRPr sz="800">
                  <a:solidFill>
                    <a:schemeClr val="tx1"/>
                  </a:solidFill>
                  <a:latin typeface="Arial" panose="020B0604020202020204" pitchFamily="34" charset="0"/>
                  <a:ea typeface="宋体" panose="02010600030101010101" pitchFamily="2" charset="-122"/>
                </a:defRPr>
              </a:lvl3pPr>
              <a:lvl4pPr marL="1600200" indent="-228600" defTabSz="912813" eaLnBrk="0" hangingPunct="0">
                <a:defRPr sz="800">
                  <a:solidFill>
                    <a:schemeClr val="tx1"/>
                  </a:solidFill>
                  <a:latin typeface="Arial" panose="020B0604020202020204" pitchFamily="34" charset="0"/>
                  <a:ea typeface="宋体" panose="02010600030101010101" pitchFamily="2" charset="-122"/>
                </a:defRPr>
              </a:lvl4pPr>
              <a:lvl5pPr marL="2057400" indent="-228600" defTabSz="912813" eaLnBrk="0" hangingPunct="0">
                <a:defRPr sz="800">
                  <a:solidFill>
                    <a:schemeClr val="tx1"/>
                  </a:solidFill>
                  <a:latin typeface="Arial" panose="020B0604020202020204" pitchFamily="34" charset="0"/>
                  <a:ea typeface="宋体" panose="02010600030101010101" pitchFamily="2" charset="-122"/>
                </a:defRPr>
              </a:lvl5pPr>
              <a:lvl6pPr marL="2514600" indent="-228600" defTabSz="912813"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defTabSz="912813"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defTabSz="912813"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defTabSz="912813"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000" b="1">
                  <a:solidFill>
                    <a:schemeClr val="accent2"/>
                  </a:solidFill>
                </a:rPr>
                <a:t>台式机</a:t>
              </a:r>
            </a:p>
          </p:txBody>
        </p:sp>
        <p:sp>
          <p:nvSpPr>
            <p:cNvPr id="13326" name="Text Box 9">
              <a:extLst>
                <a:ext uri="{FF2B5EF4-FFF2-40B4-BE49-F238E27FC236}">
                  <a16:creationId xmlns:a16="http://schemas.microsoft.com/office/drawing/2014/main" id="{3B250CE0-A468-EDDD-C22A-33E79E425479}"/>
                </a:ext>
              </a:extLst>
            </p:cNvPr>
            <p:cNvSpPr txBox="1">
              <a:spLocks noChangeArrowheads="1"/>
            </p:cNvSpPr>
            <p:nvPr/>
          </p:nvSpPr>
          <p:spPr bwMode="auto">
            <a:xfrm>
              <a:off x="2109" y="3930"/>
              <a:ext cx="1044" cy="198"/>
            </a:xfrm>
            <a:prstGeom prst="rect">
              <a:avLst/>
            </a:prstGeom>
            <a:noFill/>
            <a:ln w="9525">
              <a:noFill/>
              <a:miter lim="800000"/>
              <a:headEnd/>
              <a:tailEnd/>
            </a:ln>
          </p:spPr>
          <p:txBody>
            <a:bodyPr>
              <a:spAutoFit/>
            </a:bodyPr>
            <a:lstStyle/>
            <a:p>
              <a:pPr defTabSz="912813">
                <a:spcBef>
                  <a:spcPct val="50000"/>
                </a:spcBef>
                <a:defRPr/>
              </a:pPr>
              <a:r>
                <a:rPr lang="zh-CN" altLang="en-US" sz="1000" b="1" dirty="0">
                  <a:solidFill>
                    <a:schemeClr val="accent2">
                      <a:lumMod val="75000"/>
                    </a:schemeClr>
                  </a:solidFill>
                  <a:latin typeface="Arial" charset="0"/>
                </a:rPr>
                <a:t>单位：千台</a:t>
              </a:r>
            </a:p>
          </p:txBody>
        </p:sp>
      </p:grpSp>
      <p:sp>
        <p:nvSpPr>
          <p:cNvPr id="25606" name="灯片编号占位符 1">
            <a:extLst>
              <a:ext uri="{FF2B5EF4-FFF2-40B4-BE49-F238E27FC236}">
                <a16:creationId xmlns:a16="http://schemas.microsoft.com/office/drawing/2014/main" id="{EA86A0B7-4694-1626-C734-C3547D05EFC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78160CB9-DB54-456A-A655-55C4089690D0}" type="slidenum">
              <a:rPr lang="en-US" altLang="zh-CN" sz="1400">
                <a:solidFill>
                  <a:schemeClr val="bg1"/>
                </a:solidFill>
              </a:rPr>
              <a:pPr eaLnBrk="1" hangingPunct="1"/>
              <a:t>15</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par>
                                <p:cTn id="13" presetID="3" presetClass="entr" presetSubtype="10" fill="hold" nodeType="withEffect">
                                  <p:stCondLst>
                                    <p:cond delay="0"/>
                                  </p:stCondLst>
                                  <p:childTnLst>
                                    <p:set>
                                      <p:cBhvr>
                                        <p:cTn id="14" dur="1" fill="hold">
                                          <p:stCondLst>
                                            <p:cond delay="0"/>
                                          </p:stCondLst>
                                        </p:cTn>
                                        <p:tgtEl>
                                          <p:spTgt spid="41"/>
                                        </p:tgtEl>
                                        <p:attrNameLst>
                                          <p:attrName>style.visibility</p:attrName>
                                        </p:attrNameLst>
                                      </p:cBhvr>
                                      <p:to>
                                        <p:strVal val="visible"/>
                                      </p:to>
                                    </p:set>
                                    <p:animEffect transition="in" filter="blinds(horizontal)">
                                      <p:cBhvr>
                                        <p:cTn id="15"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Freeform 3">
            <a:extLst>
              <a:ext uri="{FF2B5EF4-FFF2-40B4-BE49-F238E27FC236}">
                <a16:creationId xmlns:a16="http://schemas.microsoft.com/office/drawing/2014/main" id="{F1154AEF-7B02-13DB-95CF-CBA3CC0B97D9}"/>
              </a:ext>
            </a:extLst>
          </p:cNvPr>
          <p:cNvSpPr>
            <a:spLocks noEditPoints="1"/>
          </p:cNvSpPr>
          <p:nvPr/>
        </p:nvSpPr>
        <p:spPr bwMode="gray">
          <a:xfrm rot="20241944">
            <a:off x="2909888" y="2517776"/>
            <a:ext cx="6094412" cy="2424113"/>
          </a:xfrm>
          <a:custGeom>
            <a:avLst/>
            <a:gdLst/>
            <a:ahLst/>
            <a:cxnLst>
              <a:cxn ang="0">
                <a:pos x="1692" y="12"/>
              </a:cxn>
              <a:cxn ang="0">
                <a:pos x="1234" y="74"/>
              </a:cxn>
              <a:cxn ang="0">
                <a:pos x="828" y="182"/>
              </a:cxn>
              <a:cxn ang="0">
                <a:pos x="486" y="330"/>
              </a:cxn>
              <a:cxn ang="0">
                <a:pos x="226" y="510"/>
              </a:cxn>
              <a:cxn ang="0">
                <a:pos x="58" y="718"/>
              </a:cxn>
              <a:cxn ang="0">
                <a:pos x="0" y="944"/>
              </a:cxn>
              <a:cxn ang="0">
                <a:pos x="58" y="1170"/>
              </a:cxn>
              <a:cxn ang="0">
                <a:pos x="226" y="1378"/>
              </a:cxn>
              <a:cxn ang="0">
                <a:pos x="486" y="1558"/>
              </a:cxn>
              <a:cxn ang="0">
                <a:pos x="828" y="1706"/>
              </a:cxn>
              <a:cxn ang="0">
                <a:pos x="1234" y="1814"/>
              </a:cxn>
              <a:cxn ang="0">
                <a:pos x="1692" y="1876"/>
              </a:cxn>
              <a:cxn ang="0">
                <a:pos x="2186" y="1884"/>
              </a:cxn>
              <a:cxn ang="0">
                <a:pos x="2658" y="1840"/>
              </a:cxn>
              <a:cxn ang="0">
                <a:pos x="3084" y="1746"/>
              </a:cxn>
              <a:cxn ang="0">
                <a:pos x="3448" y="1612"/>
              </a:cxn>
              <a:cxn ang="0">
                <a:pos x="3738" y="1442"/>
              </a:cxn>
              <a:cxn ang="0">
                <a:pos x="3938" y="1242"/>
              </a:cxn>
              <a:cxn ang="0">
                <a:pos x="4034" y="1022"/>
              </a:cxn>
              <a:cxn ang="0">
                <a:pos x="4014" y="790"/>
              </a:cxn>
              <a:cxn ang="0">
                <a:pos x="3882" y="576"/>
              </a:cxn>
              <a:cxn ang="0">
                <a:pos x="3650" y="386"/>
              </a:cxn>
              <a:cxn ang="0">
                <a:pos x="3334" y="228"/>
              </a:cxn>
              <a:cxn ang="0">
                <a:pos x="2948" y="106"/>
              </a:cxn>
              <a:cxn ang="0">
                <a:pos x="2506" y="28"/>
              </a:cxn>
              <a:cxn ang="0">
                <a:pos x="2020" y="0"/>
              </a:cxn>
              <a:cxn ang="0">
                <a:pos x="1606" y="1736"/>
              </a:cxn>
              <a:cxn ang="0">
                <a:pos x="1164" y="1678"/>
              </a:cxn>
              <a:cxn ang="0">
                <a:pos x="776" y="1576"/>
              </a:cxn>
              <a:cxn ang="0">
                <a:pos x="458" y="1436"/>
              </a:cxn>
              <a:cxn ang="0">
                <a:pos x="224" y="1266"/>
              </a:cxn>
              <a:cxn ang="0">
                <a:pos x="88" y="1074"/>
              </a:cxn>
              <a:cxn ang="0">
                <a:pos x="68" y="864"/>
              </a:cxn>
              <a:cxn ang="0">
                <a:pos x="166" y="664"/>
              </a:cxn>
              <a:cxn ang="0">
                <a:pos x="370" y="486"/>
              </a:cxn>
              <a:cxn ang="0">
                <a:pos x="662" y="336"/>
              </a:cxn>
              <a:cxn ang="0">
                <a:pos x="1028" y="222"/>
              </a:cxn>
              <a:cxn ang="0">
                <a:pos x="1454" y="148"/>
              </a:cxn>
              <a:cxn ang="0">
                <a:pos x="1922" y="120"/>
              </a:cxn>
              <a:cxn ang="0">
                <a:pos x="2392" y="148"/>
              </a:cxn>
              <a:cxn ang="0">
                <a:pos x="2818" y="222"/>
              </a:cxn>
              <a:cxn ang="0">
                <a:pos x="3184" y="336"/>
              </a:cxn>
              <a:cxn ang="0">
                <a:pos x="3476" y="486"/>
              </a:cxn>
              <a:cxn ang="0">
                <a:pos x="3680" y="664"/>
              </a:cxn>
              <a:cxn ang="0">
                <a:pos x="3778" y="864"/>
              </a:cxn>
              <a:cxn ang="0">
                <a:pos x="3758" y="1074"/>
              </a:cxn>
              <a:cxn ang="0">
                <a:pos x="3622" y="1266"/>
              </a:cxn>
              <a:cxn ang="0">
                <a:pos x="3388" y="1436"/>
              </a:cxn>
              <a:cxn ang="0">
                <a:pos x="3070" y="1576"/>
              </a:cxn>
              <a:cxn ang="0">
                <a:pos x="2682" y="1678"/>
              </a:cxn>
              <a:cxn ang="0">
                <a:pos x="2240" y="1736"/>
              </a:cxn>
            </a:cxnLst>
            <a:rect l="0" t="0" r="r" b="b"/>
            <a:pathLst>
              <a:path w="4040" h="1888">
                <a:moveTo>
                  <a:pt x="2020" y="0"/>
                </a:moveTo>
                <a:lnTo>
                  <a:pt x="1854" y="4"/>
                </a:lnTo>
                <a:lnTo>
                  <a:pt x="1692" y="12"/>
                </a:lnTo>
                <a:lnTo>
                  <a:pt x="1534" y="28"/>
                </a:lnTo>
                <a:lnTo>
                  <a:pt x="1382" y="48"/>
                </a:lnTo>
                <a:lnTo>
                  <a:pt x="1234" y="74"/>
                </a:lnTo>
                <a:lnTo>
                  <a:pt x="1092" y="106"/>
                </a:lnTo>
                <a:lnTo>
                  <a:pt x="956" y="142"/>
                </a:lnTo>
                <a:lnTo>
                  <a:pt x="828" y="182"/>
                </a:lnTo>
                <a:lnTo>
                  <a:pt x="706" y="228"/>
                </a:lnTo>
                <a:lnTo>
                  <a:pt x="592" y="276"/>
                </a:lnTo>
                <a:lnTo>
                  <a:pt x="486" y="330"/>
                </a:lnTo>
                <a:lnTo>
                  <a:pt x="390" y="386"/>
                </a:lnTo>
                <a:lnTo>
                  <a:pt x="302" y="446"/>
                </a:lnTo>
                <a:lnTo>
                  <a:pt x="226" y="510"/>
                </a:lnTo>
                <a:lnTo>
                  <a:pt x="158" y="576"/>
                </a:lnTo>
                <a:lnTo>
                  <a:pt x="102" y="646"/>
                </a:lnTo>
                <a:lnTo>
                  <a:pt x="58" y="718"/>
                </a:lnTo>
                <a:lnTo>
                  <a:pt x="26" y="790"/>
                </a:lnTo>
                <a:lnTo>
                  <a:pt x="6" y="866"/>
                </a:lnTo>
                <a:lnTo>
                  <a:pt x="0" y="944"/>
                </a:lnTo>
                <a:lnTo>
                  <a:pt x="6" y="1022"/>
                </a:lnTo>
                <a:lnTo>
                  <a:pt x="26" y="1098"/>
                </a:lnTo>
                <a:lnTo>
                  <a:pt x="58" y="1170"/>
                </a:lnTo>
                <a:lnTo>
                  <a:pt x="102" y="1242"/>
                </a:lnTo>
                <a:lnTo>
                  <a:pt x="158" y="1312"/>
                </a:lnTo>
                <a:lnTo>
                  <a:pt x="226" y="1378"/>
                </a:lnTo>
                <a:lnTo>
                  <a:pt x="302" y="1442"/>
                </a:lnTo>
                <a:lnTo>
                  <a:pt x="390" y="1502"/>
                </a:lnTo>
                <a:lnTo>
                  <a:pt x="486" y="1558"/>
                </a:lnTo>
                <a:lnTo>
                  <a:pt x="592" y="1612"/>
                </a:lnTo>
                <a:lnTo>
                  <a:pt x="706" y="1660"/>
                </a:lnTo>
                <a:lnTo>
                  <a:pt x="828" y="1706"/>
                </a:lnTo>
                <a:lnTo>
                  <a:pt x="956" y="1746"/>
                </a:lnTo>
                <a:lnTo>
                  <a:pt x="1092" y="1782"/>
                </a:lnTo>
                <a:lnTo>
                  <a:pt x="1234" y="1814"/>
                </a:lnTo>
                <a:lnTo>
                  <a:pt x="1382" y="1840"/>
                </a:lnTo>
                <a:lnTo>
                  <a:pt x="1534" y="1860"/>
                </a:lnTo>
                <a:lnTo>
                  <a:pt x="1692" y="1876"/>
                </a:lnTo>
                <a:lnTo>
                  <a:pt x="1854" y="1884"/>
                </a:lnTo>
                <a:lnTo>
                  <a:pt x="2020" y="1888"/>
                </a:lnTo>
                <a:lnTo>
                  <a:pt x="2186" y="1884"/>
                </a:lnTo>
                <a:lnTo>
                  <a:pt x="2348" y="1876"/>
                </a:lnTo>
                <a:lnTo>
                  <a:pt x="2506" y="1860"/>
                </a:lnTo>
                <a:lnTo>
                  <a:pt x="2658" y="1840"/>
                </a:lnTo>
                <a:lnTo>
                  <a:pt x="2806" y="1814"/>
                </a:lnTo>
                <a:lnTo>
                  <a:pt x="2948" y="1782"/>
                </a:lnTo>
                <a:lnTo>
                  <a:pt x="3084" y="1746"/>
                </a:lnTo>
                <a:lnTo>
                  <a:pt x="3212" y="1706"/>
                </a:lnTo>
                <a:lnTo>
                  <a:pt x="3334" y="1660"/>
                </a:lnTo>
                <a:lnTo>
                  <a:pt x="3448" y="1612"/>
                </a:lnTo>
                <a:lnTo>
                  <a:pt x="3554" y="1558"/>
                </a:lnTo>
                <a:lnTo>
                  <a:pt x="3650" y="1502"/>
                </a:lnTo>
                <a:lnTo>
                  <a:pt x="3738" y="1442"/>
                </a:lnTo>
                <a:lnTo>
                  <a:pt x="3814" y="1378"/>
                </a:lnTo>
                <a:lnTo>
                  <a:pt x="3882" y="1312"/>
                </a:lnTo>
                <a:lnTo>
                  <a:pt x="3938" y="1242"/>
                </a:lnTo>
                <a:lnTo>
                  <a:pt x="3982" y="1170"/>
                </a:lnTo>
                <a:lnTo>
                  <a:pt x="4014" y="1098"/>
                </a:lnTo>
                <a:lnTo>
                  <a:pt x="4034" y="1022"/>
                </a:lnTo>
                <a:lnTo>
                  <a:pt x="4040" y="944"/>
                </a:lnTo>
                <a:lnTo>
                  <a:pt x="4034" y="866"/>
                </a:lnTo>
                <a:lnTo>
                  <a:pt x="4014" y="790"/>
                </a:lnTo>
                <a:lnTo>
                  <a:pt x="3982" y="718"/>
                </a:lnTo>
                <a:lnTo>
                  <a:pt x="3938" y="646"/>
                </a:lnTo>
                <a:lnTo>
                  <a:pt x="3882" y="576"/>
                </a:lnTo>
                <a:lnTo>
                  <a:pt x="3814" y="510"/>
                </a:lnTo>
                <a:lnTo>
                  <a:pt x="3738" y="446"/>
                </a:lnTo>
                <a:lnTo>
                  <a:pt x="3650" y="386"/>
                </a:lnTo>
                <a:lnTo>
                  <a:pt x="3554" y="330"/>
                </a:lnTo>
                <a:lnTo>
                  <a:pt x="3448" y="276"/>
                </a:lnTo>
                <a:lnTo>
                  <a:pt x="3334" y="228"/>
                </a:lnTo>
                <a:lnTo>
                  <a:pt x="3212" y="182"/>
                </a:lnTo>
                <a:lnTo>
                  <a:pt x="3084" y="142"/>
                </a:lnTo>
                <a:lnTo>
                  <a:pt x="2948" y="106"/>
                </a:lnTo>
                <a:lnTo>
                  <a:pt x="2806" y="74"/>
                </a:lnTo>
                <a:lnTo>
                  <a:pt x="2658" y="48"/>
                </a:lnTo>
                <a:lnTo>
                  <a:pt x="2506" y="28"/>
                </a:lnTo>
                <a:lnTo>
                  <a:pt x="2348" y="12"/>
                </a:lnTo>
                <a:lnTo>
                  <a:pt x="2186" y="4"/>
                </a:lnTo>
                <a:lnTo>
                  <a:pt x="2020" y="0"/>
                </a:lnTo>
                <a:close/>
                <a:moveTo>
                  <a:pt x="1922" y="1748"/>
                </a:moveTo>
                <a:lnTo>
                  <a:pt x="1762" y="1746"/>
                </a:lnTo>
                <a:lnTo>
                  <a:pt x="1606" y="1736"/>
                </a:lnTo>
                <a:lnTo>
                  <a:pt x="1454" y="1722"/>
                </a:lnTo>
                <a:lnTo>
                  <a:pt x="1306" y="1702"/>
                </a:lnTo>
                <a:lnTo>
                  <a:pt x="1164" y="1678"/>
                </a:lnTo>
                <a:lnTo>
                  <a:pt x="1028" y="1648"/>
                </a:lnTo>
                <a:lnTo>
                  <a:pt x="898" y="1614"/>
                </a:lnTo>
                <a:lnTo>
                  <a:pt x="776" y="1576"/>
                </a:lnTo>
                <a:lnTo>
                  <a:pt x="662" y="1532"/>
                </a:lnTo>
                <a:lnTo>
                  <a:pt x="554" y="1486"/>
                </a:lnTo>
                <a:lnTo>
                  <a:pt x="458" y="1436"/>
                </a:lnTo>
                <a:lnTo>
                  <a:pt x="370" y="1382"/>
                </a:lnTo>
                <a:lnTo>
                  <a:pt x="292" y="1326"/>
                </a:lnTo>
                <a:lnTo>
                  <a:pt x="224" y="1266"/>
                </a:lnTo>
                <a:lnTo>
                  <a:pt x="166" y="1204"/>
                </a:lnTo>
                <a:lnTo>
                  <a:pt x="122" y="1140"/>
                </a:lnTo>
                <a:lnTo>
                  <a:pt x="88" y="1074"/>
                </a:lnTo>
                <a:lnTo>
                  <a:pt x="68" y="1004"/>
                </a:lnTo>
                <a:lnTo>
                  <a:pt x="62" y="934"/>
                </a:lnTo>
                <a:lnTo>
                  <a:pt x="68" y="864"/>
                </a:lnTo>
                <a:lnTo>
                  <a:pt x="88" y="796"/>
                </a:lnTo>
                <a:lnTo>
                  <a:pt x="122" y="730"/>
                </a:lnTo>
                <a:lnTo>
                  <a:pt x="166" y="664"/>
                </a:lnTo>
                <a:lnTo>
                  <a:pt x="224" y="602"/>
                </a:lnTo>
                <a:lnTo>
                  <a:pt x="292" y="544"/>
                </a:lnTo>
                <a:lnTo>
                  <a:pt x="370" y="486"/>
                </a:lnTo>
                <a:lnTo>
                  <a:pt x="458" y="434"/>
                </a:lnTo>
                <a:lnTo>
                  <a:pt x="554" y="382"/>
                </a:lnTo>
                <a:lnTo>
                  <a:pt x="662" y="336"/>
                </a:lnTo>
                <a:lnTo>
                  <a:pt x="776" y="294"/>
                </a:lnTo>
                <a:lnTo>
                  <a:pt x="898" y="256"/>
                </a:lnTo>
                <a:lnTo>
                  <a:pt x="1028" y="222"/>
                </a:lnTo>
                <a:lnTo>
                  <a:pt x="1164" y="192"/>
                </a:lnTo>
                <a:lnTo>
                  <a:pt x="1306" y="166"/>
                </a:lnTo>
                <a:lnTo>
                  <a:pt x="1454" y="148"/>
                </a:lnTo>
                <a:lnTo>
                  <a:pt x="1606" y="132"/>
                </a:lnTo>
                <a:lnTo>
                  <a:pt x="1762" y="124"/>
                </a:lnTo>
                <a:lnTo>
                  <a:pt x="1922" y="120"/>
                </a:lnTo>
                <a:lnTo>
                  <a:pt x="2084" y="124"/>
                </a:lnTo>
                <a:lnTo>
                  <a:pt x="2240" y="132"/>
                </a:lnTo>
                <a:lnTo>
                  <a:pt x="2392" y="148"/>
                </a:lnTo>
                <a:lnTo>
                  <a:pt x="2540" y="166"/>
                </a:lnTo>
                <a:lnTo>
                  <a:pt x="2682" y="192"/>
                </a:lnTo>
                <a:lnTo>
                  <a:pt x="2818" y="222"/>
                </a:lnTo>
                <a:lnTo>
                  <a:pt x="2948" y="256"/>
                </a:lnTo>
                <a:lnTo>
                  <a:pt x="3070" y="294"/>
                </a:lnTo>
                <a:lnTo>
                  <a:pt x="3184" y="336"/>
                </a:lnTo>
                <a:lnTo>
                  <a:pt x="3292" y="382"/>
                </a:lnTo>
                <a:lnTo>
                  <a:pt x="3388" y="434"/>
                </a:lnTo>
                <a:lnTo>
                  <a:pt x="3476" y="486"/>
                </a:lnTo>
                <a:lnTo>
                  <a:pt x="3554" y="544"/>
                </a:lnTo>
                <a:lnTo>
                  <a:pt x="3622" y="602"/>
                </a:lnTo>
                <a:lnTo>
                  <a:pt x="3680" y="664"/>
                </a:lnTo>
                <a:lnTo>
                  <a:pt x="3724" y="730"/>
                </a:lnTo>
                <a:lnTo>
                  <a:pt x="3758" y="796"/>
                </a:lnTo>
                <a:lnTo>
                  <a:pt x="3778" y="864"/>
                </a:lnTo>
                <a:lnTo>
                  <a:pt x="3784" y="934"/>
                </a:lnTo>
                <a:lnTo>
                  <a:pt x="3778" y="1004"/>
                </a:lnTo>
                <a:lnTo>
                  <a:pt x="3758" y="1074"/>
                </a:lnTo>
                <a:lnTo>
                  <a:pt x="3724" y="1140"/>
                </a:lnTo>
                <a:lnTo>
                  <a:pt x="3680" y="1204"/>
                </a:lnTo>
                <a:lnTo>
                  <a:pt x="3622" y="1266"/>
                </a:lnTo>
                <a:lnTo>
                  <a:pt x="3554" y="1326"/>
                </a:lnTo>
                <a:lnTo>
                  <a:pt x="3476" y="1382"/>
                </a:lnTo>
                <a:lnTo>
                  <a:pt x="3388" y="1436"/>
                </a:lnTo>
                <a:lnTo>
                  <a:pt x="3292" y="1486"/>
                </a:lnTo>
                <a:lnTo>
                  <a:pt x="3184" y="1532"/>
                </a:lnTo>
                <a:lnTo>
                  <a:pt x="3070" y="1576"/>
                </a:lnTo>
                <a:lnTo>
                  <a:pt x="2948" y="1614"/>
                </a:lnTo>
                <a:lnTo>
                  <a:pt x="2818" y="1648"/>
                </a:lnTo>
                <a:lnTo>
                  <a:pt x="2682" y="1678"/>
                </a:lnTo>
                <a:lnTo>
                  <a:pt x="2540" y="1702"/>
                </a:lnTo>
                <a:lnTo>
                  <a:pt x="2392" y="1722"/>
                </a:lnTo>
                <a:lnTo>
                  <a:pt x="2240" y="1736"/>
                </a:lnTo>
                <a:lnTo>
                  <a:pt x="2084" y="1746"/>
                </a:lnTo>
                <a:lnTo>
                  <a:pt x="1922" y="1748"/>
                </a:lnTo>
                <a:close/>
              </a:path>
            </a:pathLst>
          </a:custGeom>
          <a:gradFill rotWithShape="1">
            <a:gsLst>
              <a:gs pos="0">
                <a:schemeClr val="bg2">
                  <a:gamma/>
                  <a:tint val="30196"/>
                  <a:invGamma/>
                  <a:alpha val="36000"/>
                </a:schemeClr>
              </a:gs>
              <a:gs pos="100000">
                <a:schemeClr val="bg2"/>
              </a:gs>
            </a:gsLst>
            <a:lin ang="0" scaled="1"/>
          </a:gradFill>
          <a:ln w="0">
            <a:noFill/>
            <a:prstDash val="solid"/>
            <a:round/>
            <a:headEnd/>
            <a:tailEnd/>
          </a:ln>
        </p:spPr>
        <p:txBody>
          <a:bodyPr/>
          <a:lstStyle/>
          <a:p>
            <a:pPr>
              <a:defRPr/>
            </a:pPr>
            <a:endParaRPr lang="zh-CN" altLang="en-US">
              <a:latin typeface="Arial" charset="0"/>
            </a:endParaRPr>
          </a:p>
        </p:txBody>
      </p:sp>
      <p:grpSp>
        <p:nvGrpSpPr>
          <p:cNvPr id="2" name="组合 19">
            <a:extLst>
              <a:ext uri="{FF2B5EF4-FFF2-40B4-BE49-F238E27FC236}">
                <a16:creationId xmlns:a16="http://schemas.microsoft.com/office/drawing/2014/main" id="{631D2937-530E-D5AB-E3F3-1123ED0672AA}"/>
              </a:ext>
            </a:extLst>
          </p:cNvPr>
          <p:cNvGrpSpPr>
            <a:grpSpLocks/>
          </p:cNvGrpSpPr>
          <p:nvPr/>
        </p:nvGrpSpPr>
        <p:grpSpPr bwMode="auto">
          <a:xfrm>
            <a:off x="2590800" y="2362200"/>
            <a:ext cx="1828800" cy="1822450"/>
            <a:chOff x="1238250" y="2565400"/>
            <a:chExt cx="1657350" cy="1619250"/>
          </a:xfrm>
        </p:grpSpPr>
        <p:sp>
          <p:nvSpPr>
            <p:cNvPr id="26643" name="Oval 5">
              <a:extLst>
                <a:ext uri="{FF2B5EF4-FFF2-40B4-BE49-F238E27FC236}">
                  <a16:creationId xmlns:a16="http://schemas.microsoft.com/office/drawing/2014/main" id="{EDBB5013-553C-833F-2A05-5B57926FCA20}"/>
                </a:ext>
              </a:extLst>
            </p:cNvPr>
            <p:cNvSpPr>
              <a:spLocks noChangeArrowheads="1"/>
            </p:cNvSpPr>
            <p:nvPr/>
          </p:nvSpPr>
          <p:spPr bwMode="gray">
            <a:xfrm>
              <a:off x="1258888" y="2565400"/>
              <a:ext cx="1619250" cy="1619250"/>
            </a:xfrm>
            <a:prstGeom prst="ellipse">
              <a:avLst/>
            </a:prstGeom>
            <a:gradFill rotWithShape="1">
              <a:gsLst>
                <a:gs pos="0">
                  <a:srgbClr val="996633"/>
                </a:gs>
                <a:gs pos="100000">
                  <a:srgbClr val="302010"/>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p>
          </p:txBody>
        </p:sp>
        <p:sp>
          <p:nvSpPr>
            <p:cNvPr id="26644" name="Text Box 9">
              <a:extLst>
                <a:ext uri="{FF2B5EF4-FFF2-40B4-BE49-F238E27FC236}">
                  <a16:creationId xmlns:a16="http://schemas.microsoft.com/office/drawing/2014/main" id="{C25E29D1-CE31-CEAD-1760-7F6EA0069168}"/>
                </a:ext>
              </a:extLst>
            </p:cNvPr>
            <p:cNvSpPr txBox="1">
              <a:spLocks noChangeArrowheads="1"/>
            </p:cNvSpPr>
            <p:nvPr/>
          </p:nvSpPr>
          <p:spPr bwMode="white">
            <a:xfrm>
              <a:off x="1238250" y="2925763"/>
              <a:ext cx="1657350" cy="847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spcBef>
                  <a:spcPct val="20000"/>
                </a:spcBef>
              </a:pPr>
              <a:r>
                <a:rPr lang="zh-CN" altLang="en-US" sz="2000" b="1">
                  <a:solidFill>
                    <a:srgbClr val="FFFFFF"/>
                  </a:solidFill>
                  <a:latin typeface="Verdana" panose="020B0604030504040204" pitchFamily="34" charset="0"/>
                  <a:ea typeface="黑体" panose="02010609060101010101" pitchFamily="49" charset="-122"/>
                </a:rPr>
                <a:t>标准体系扩展</a:t>
              </a:r>
            </a:p>
            <a:p>
              <a:pPr algn="ctr">
                <a:spcBef>
                  <a:spcPct val="20000"/>
                </a:spcBef>
              </a:pPr>
              <a:endParaRPr lang="en-US" altLang="zh-CN" b="1">
                <a:solidFill>
                  <a:srgbClr val="FFFFFF"/>
                </a:solidFill>
                <a:latin typeface="Verdana" panose="020B0604030504040204" pitchFamily="34" charset="0"/>
                <a:ea typeface="黑体" panose="02010609060101010101" pitchFamily="49" charset="-122"/>
              </a:endParaRPr>
            </a:p>
            <a:p>
              <a:pPr algn="ctr">
                <a:spcBef>
                  <a:spcPct val="20000"/>
                </a:spcBef>
              </a:pPr>
              <a:r>
                <a:rPr lang="zh-CN" altLang="en-US" sz="1100" b="1">
                  <a:solidFill>
                    <a:srgbClr val="FFFFFF"/>
                  </a:solidFill>
                  <a:latin typeface="Verdana" panose="020B0604030504040204" pitchFamily="34" charset="0"/>
                  <a:ea typeface="黑体" panose="02010609060101010101" pitchFamily="49" charset="-122"/>
                </a:rPr>
                <a:t>推广到服务器平台</a:t>
              </a:r>
              <a:endParaRPr lang="en-US" altLang="zh-CN" sz="1100" b="1">
                <a:solidFill>
                  <a:srgbClr val="FFFFFF"/>
                </a:solidFill>
                <a:latin typeface="Verdana" panose="020B0604030504040204" pitchFamily="34" charset="0"/>
                <a:ea typeface="黑体" panose="02010609060101010101" pitchFamily="49" charset="-122"/>
              </a:endParaRPr>
            </a:p>
            <a:p>
              <a:pPr algn="ctr">
                <a:spcBef>
                  <a:spcPct val="20000"/>
                </a:spcBef>
              </a:pPr>
              <a:r>
                <a:rPr lang="en-US" altLang="zh-CN" sz="1100" b="1">
                  <a:solidFill>
                    <a:srgbClr val="FFFFFF"/>
                  </a:solidFill>
                  <a:latin typeface="Verdana" panose="020B0604030504040204" pitchFamily="34" charset="0"/>
                  <a:ea typeface="黑体" panose="02010609060101010101" pitchFamily="49" charset="-122"/>
                </a:rPr>
                <a:t>/</a:t>
              </a:r>
              <a:r>
                <a:rPr lang="zh-CN" altLang="en-US" sz="1100" b="1">
                  <a:solidFill>
                    <a:srgbClr val="FFFFFF"/>
                  </a:solidFill>
                  <a:latin typeface="Verdana" panose="020B0604030504040204" pitchFamily="34" charset="0"/>
                  <a:ea typeface="黑体" panose="02010609060101010101" pitchFamily="49" charset="-122"/>
                </a:rPr>
                <a:t>移动平台</a:t>
              </a:r>
            </a:p>
          </p:txBody>
        </p:sp>
      </p:grpSp>
      <p:grpSp>
        <p:nvGrpSpPr>
          <p:cNvPr id="3" name="组合 18">
            <a:extLst>
              <a:ext uri="{FF2B5EF4-FFF2-40B4-BE49-F238E27FC236}">
                <a16:creationId xmlns:a16="http://schemas.microsoft.com/office/drawing/2014/main" id="{2DC56890-9C95-3C06-D973-C2329298CE44}"/>
              </a:ext>
            </a:extLst>
          </p:cNvPr>
          <p:cNvGrpSpPr>
            <a:grpSpLocks/>
          </p:cNvGrpSpPr>
          <p:nvPr/>
        </p:nvGrpSpPr>
        <p:grpSpPr bwMode="auto">
          <a:xfrm>
            <a:off x="5338764" y="1219201"/>
            <a:ext cx="1824037" cy="1812925"/>
            <a:chOff x="3814763" y="1412875"/>
            <a:chExt cx="1554318" cy="1619250"/>
          </a:xfrm>
        </p:grpSpPr>
        <p:sp>
          <p:nvSpPr>
            <p:cNvPr id="51204" name="Oval 4">
              <a:extLst>
                <a:ext uri="{FF2B5EF4-FFF2-40B4-BE49-F238E27FC236}">
                  <a16:creationId xmlns:a16="http://schemas.microsoft.com/office/drawing/2014/main" id="{E0F50E5E-E26A-6896-EB47-5C95E7683203}"/>
                </a:ext>
              </a:extLst>
            </p:cNvPr>
            <p:cNvSpPr>
              <a:spLocks noChangeArrowheads="1"/>
            </p:cNvSpPr>
            <p:nvPr/>
          </p:nvSpPr>
          <p:spPr bwMode="gray">
            <a:xfrm>
              <a:off x="3814763" y="1412875"/>
              <a:ext cx="1554318" cy="1619250"/>
            </a:xfrm>
            <a:prstGeom prst="ellipse">
              <a:avLst/>
            </a:prstGeom>
            <a:gradFill rotWithShape="1">
              <a:gsLst>
                <a:gs pos="0">
                  <a:schemeClr val="hlink"/>
                </a:gs>
                <a:gs pos="100000">
                  <a:schemeClr val="hlink">
                    <a:gamma/>
                    <a:shade val="34510"/>
                    <a:invGamma/>
                  </a:schemeClr>
                </a:gs>
              </a:gsLst>
              <a:path path="shape">
                <a:fillToRect l="50000" t="50000" r="50000" b="50000"/>
              </a:path>
            </a:gradFill>
            <a:ln w="9525">
              <a:noFill/>
              <a:round/>
              <a:headEnd/>
              <a:tailEnd/>
            </a:ln>
            <a:effectLst/>
          </p:spPr>
          <p:txBody>
            <a:bodyPr wrap="none" anchor="ctr"/>
            <a:lstStyle/>
            <a:p>
              <a:pPr algn="ctr">
                <a:defRPr/>
              </a:pPr>
              <a:endParaRPr lang="zh-CN" altLang="zh-CN">
                <a:latin typeface="Arial" charset="0"/>
              </a:endParaRPr>
            </a:p>
          </p:txBody>
        </p:sp>
        <p:sp>
          <p:nvSpPr>
            <p:cNvPr id="26642" name="Text Box 10">
              <a:extLst>
                <a:ext uri="{FF2B5EF4-FFF2-40B4-BE49-F238E27FC236}">
                  <a16:creationId xmlns:a16="http://schemas.microsoft.com/office/drawing/2014/main" id="{3166EE50-1F5D-0B0A-0D04-D67B4C6B90D4}"/>
                </a:ext>
              </a:extLst>
            </p:cNvPr>
            <p:cNvSpPr txBox="1">
              <a:spLocks noChangeArrowheads="1"/>
            </p:cNvSpPr>
            <p:nvPr/>
          </p:nvSpPr>
          <p:spPr bwMode="white">
            <a:xfrm>
              <a:off x="3940570" y="1828800"/>
              <a:ext cx="1428510" cy="852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spcBef>
                  <a:spcPct val="20000"/>
                </a:spcBef>
              </a:pPr>
              <a:r>
                <a:rPr lang="zh-CN" altLang="en-US" sz="2000" b="1">
                  <a:solidFill>
                    <a:srgbClr val="FFFFFF"/>
                  </a:solidFill>
                  <a:latin typeface="Verdana" panose="020B0604030504040204" pitchFamily="34" charset="0"/>
                  <a:ea typeface="黑体" panose="02010609060101010101" pitchFamily="49" charset="-122"/>
                </a:rPr>
                <a:t>推动应用开发</a:t>
              </a:r>
              <a:endParaRPr lang="en-US" altLang="zh-CN" sz="2000" b="1">
                <a:solidFill>
                  <a:srgbClr val="FFFFFF"/>
                </a:solidFill>
                <a:latin typeface="Verdana" panose="020B0604030504040204" pitchFamily="34" charset="0"/>
                <a:ea typeface="黑体" panose="02010609060101010101" pitchFamily="49" charset="-122"/>
              </a:endParaRPr>
            </a:p>
            <a:p>
              <a:pPr algn="ctr">
                <a:spcBef>
                  <a:spcPct val="20000"/>
                </a:spcBef>
              </a:pPr>
              <a:endParaRPr lang="en-US" altLang="zh-CN" b="1">
                <a:solidFill>
                  <a:srgbClr val="FFFFFF"/>
                </a:solidFill>
                <a:latin typeface="Verdana" panose="020B0604030504040204" pitchFamily="34" charset="0"/>
                <a:ea typeface="黑体" panose="02010609060101010101" pitchFamily="49" charset="-122"/>
              </a:endParaRPr>
            </a:p>
            <a:p>
              <a:pPr algn="ctr">
                <a:spcBef>
                  <a:spcPct val="20000"/>
                </a:spcBef>
              </a:pPr>
              <a:r>
                <a:rPr lang="zh-CN" altLang="en-US" sz="1100" b="1">
                  <a:solidFill>
                    <a:srgbClr val="FFFFFF"/>
                  </a:solidFill>
                  <a:latin typeface="Verdana" panose="020B0604030504040204" pitchFamily="34" charset="0"/>
                  <a:ea typeface="黑体" panose="02010609060101010101" pitchFamily="49" charset="-122"/>
                </a:rPr>
                <a:t>制定</a:t>
              </a:r>
              <a:r>
                <a:rPr lang="en-US" altLang="zh-CN" sz="1100" b="1">
                  <a:solidFill>
                    <a:srgbClr val="FFFFFF"/>
                  </a:solidFill>
                  <a:latin typeface="Verdana" panose="020B0604030504040204" pitchFamily="34" charset="0"/>
                  <a:ea typeface="黑体" panose="02010609060101010101" pitchFamily="49" charset="-122"/>
                </a:rPr>
                <a:t>《</a:t>
              </a:r>
              <a:r>
                <a:rPr lang="zh-CN" altLang="en-US" sz="1100" b="1">
                  <a:solidFill>
                    <a:srgbClr val="FFFFFF"/>
                  </a:solidFill>
                  <a:latin typeface="Verdana" panose="020B0604030504040204" pitchFamily="34" charset="0"/>
                  <a:ea typeface="黑体" panose="02010609060101010101" pitchFamily="49" charset="-122"/>
                </a:rPr>
                <a:t>可信计算平台应</a:t>
              </a:r>
              <a:endParaRPr lang="en-US" altLang="zh-CN" sz="1100" b="1">
                <a:solidFill>
                  <a:srgbClr val="FFFFFF"/>
                </a:solidFill>
                <a:latin typeface="Verdana" panose="020B0604030504040204" pitchFamily="34" charset="0"/>
                <a:ea typeface="黑体" panose="02010609060101010101" pitchFamily="49" charset="-122"/>
              </a:endParaRPr>
            </a:p>
            <a:p>
              <a:pPr algn="ctr">
                <a:spcBef>
                  <a:spcPct val="20000"/>
                </a:spcBef>
              </a:pPr>
              <a:r>
                <a:rPr lang="zh-CN" altLang="en-US" sz="1100" b="1">
                  <a:solidFill>
                    <a:srgbClr val="FFFFFF"/>
                  </a:solidFill>
                  <a:latin typeface="Verdana" panose="020B0604030504040204" pitchFamily="34" charset="0"/>
                  <a:ea typeface="黑体" panose="02010609060101010101" pitchFamily="49" charset="-122"/>
                </a:rPr>
                <a:t>用接口规范</a:t>
              </a:r>
              <a:r>
                <a:rPr lang="en-US" altLang="zh-CN" sz="1100" b="1">
                  <a:solidFill>
                    <a:srgbClr val="FFFFFF"/>
                  </a:solidFill>
                  <a:latin typeface="Verdana" panose="020B0604030504040204" pitchFamily="34" charset="0"/>
                  <a:ea typeface="黑体" panose="02010609060101010101" pitchFamily="49" charset="-122"/>
                </a:rPr>
                <a:t>》</a:t>
              </a:r>
              <a:endParaRPr lang="zh-CN" altLang="en-US" sz="1100" b="1">
                <a:solidFill>
                  <a:srgbClr val="FFFFFF"/>
                </a:solidFill>
                <a:latin typeface="Verdana" panose="020B0604030504040204" pitchFamily="34" charset="0"/>
                <a:ea typeface="黑体" panose="02010609060101010101" pitchFamily="49" charset="-122"/>
              </a:endParaRPr>
            </a:p>
          </p:txBody>
        </p:sp>
      </p:grpSp>
      <p:grpSp>
        <p:nvGrpSpPr>
          <p:cNvPr id="4" name="组合 17">
            <a:extLst>
              <a:ext uri="{FF2B5EF4-FFF2-40B4-BE49-F238E27FC236}">
                <a16:creationId xmlns:a16="http://schemas.microsoft.com/office/drawing/2014/main" id="{16FD278E-2D12-DD36-7478-200F4BDC77B8}"/>
              </a:ext>
            </a:extLst>
          </p:cNvPr>
          <p:cNvGrpSpPr>
            <a:grpSpLocks/>
          </p:cNvGrpSpPr>
          <p:nvPr/>
        </p:nvGrpSpPr>
        <p:grpSpPr bwMode="auto">
          <a:xfrm>
            <a:off x="7924800" y="1700213"/>
            <a:ext cx="1752600" cy="1619250"/>
            <a:chOff x="6400800" y="1700213"/>
            <a:chExt cx="1752600" cy="1619250"/>
          </a:xfrm>
        </p:grpSpPr>
        <p:sp>
          <p:nvSpPr>
            <p:cNvPr id="26639" name="Oval 8">
              <a:extLst>
                <a:ext uri="{FF2B5EF4-FFF2-40B4-BE49-F238E27FC236}">
                  <a16:creationId xmlns:a16="http://schemas.microsoft.com/office/drawing/2014/main" id="{32BE3FA3-03FC-9A2E-F9F5-6F3912F553BB}"/>
                </a:ext>
              </a:extLst>
            </p:cNvPr>
            <p:cNvSpPr>
              <a:spLocks noChangeArrowheads="1"/>
            </p:cNvSpPr>
            <p:nvPr/>
          </p:nvSpPr>
          <p:spPr bwMode="gray">
            <a:xfrm>
              <a:off x="6457950" y="1700213"/>
              <a:ext cx="1619250" cy="1619250"/>
            </a:xfrm>
            <a:prstGeom prst="ellipse">
              <a:avLst/>
            </a:prstGeom>
            <a:gradFill rotWithShape="1">
              <a:gsLst>
                <a:gs pos="0">
                  <a:srgbClr val="6666FF"/>
                </a:gs>
                <a:gs pos="100000">
                  <a:srgbClr val="232358"/>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p>
          </p:txBody>
        </p:sp>
        <p:sp>
          <p:nvSpPr>
            <p:cNvPr id="26640" name="Text Box 11">
              <a:extLst>
                <a:ext uri="{FF2B5EF4-FFF2-40B4-BE49-F238E27FC236}">
                  <a16:creationId xmlns:a16="http://schemas.microsoft.com/office/drawing/2014/main" id="{FE4A1FF6-417A-30DF-F2F8-EE5F46E09ACF}"/>
                </a:ext>
              </a:extLst>
            </p:cNvPr>
            <p:cNvSpPr txBox="1">
              <a:spLocks noChangeArrowheads="1"/>
            </p:cNvSpPr>
            <p:nvPr/>
          </p:nvSpPr>
          <p:spPr bwMode="white">
            <a:xfrm>
              <a:off x="6400800" y="2093893"/>
              <a:ext cx="17526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spcBef>
                  <a:spcPct val="20000"/>
                </a:spcBef>
              </a:pPr>
              <a:r>
                <a:rPr lang="zh-CN" altLang="en-US" sz="2000" b="1">
                  <a:solidFill>
                    <a:srgbClr val="FFFFFF"/>
                  </a:solidFill>
                  <a:latin typeface="Verdana" panose="020B0604030504040204" pitchFamily="34" charset="0"/>
                  <a:ea typeface="黑体" panose="02010609060101010101" pitchFamily="49" charset="-122"/>
                </a:rPr>
                <a:t>产品开发</a:t>
              </a:r>
              <a:endParaRPr lang="en-US" altLang="zh-CN" sz="2000" b="1">
                <a:solidFill>
                  <a:srgbClr val="FFFFFF"/>
                </a:solidFill>
                <a:latin typeface="Verdana" panose="020B0604030504040204" pitchFamily="34" charset="0"/>
                <a:ea typeface="黑体" panose="02010609060101010101" pitchFamily="49" charset="-122"/>
              </a:endParaRPr>
            </a:p>
            <a:p>
              <a:pPr algn="ctr">
                <a:spcBef>
                  <a:spcPct val="20000"/>
                </a:spcBef>
              </a:pPr>
              <a:endParaRPr lang="en-US" altLang="zh-CN" b="1">
                <a:solidFill>
                  <a:srgbClr val="FFFFFF"/>
                </a:solidFill>
                <a:latin typeface="Verdana" panose="020B0604030504040204" pitchFamily="34" charset="0"/>
                <a:ea typeface="黑体" panose="02010609060101010101" pitchFamily="49" charset="-122"/>
              </a:endParaRPr>
            </a:p>
            <a:p>
              <a:pPr algn="ctr">
                <a:spcBef>
                  <a:spcPct val="20000"/>
                </a:spcBef>
              </a:pPr>
              <a:r>
                <a:rPr lang="en-US" altLang="zh-CN" sz="1100" b="1">
                  <a:solidFill>
                    <a:srgbClr val="FFFFFF"/>
                  </a:solidFill>
                  <a:latin typeface="Verdana" panose="020B0604030504040204" pitchFamily="34" charset="0"/>
                  <a:ea typeface="黑体" panose="02010609060101010101" pitchFamily="49" charset="-122"/>
                </a:rPr>
                <a:t>SSX44/46/0903</a:t>
              </a:r>
            </a:p>
            <a:p>
              <a:pPr algn="ctr">
                <a:spcBef>
                  <a:spcPct val="20000"/>
                </a:spcBef>
              </a:pPr>
              <a:r>
                <a:rPr lang="en-US" altLang="zh-CN" sz="1100" b="1">
                  <a:solidFill>
                    <a:srgbClr val="FFFFFF"/>
                  </a:solidFill>
                  <a:latin typeface="Verdana" panose="020B0604030504040204" pitchFamily="34" charset="0"/>
                  <a:ea typeface="黑体" panose="02010609060101010101" pitchFamily="49" charset="-122"/>
                </a:rPr>
                <a:t>SQY44/45/46</a:t>
              </a:r>
              <a:endParaRPr lang="zh-CN" altLang="en-US" sz="1100" b="1">
                <a:solidFill>
                  <a:srgbClr val="FFFFFF"/>
                </a:solidFill>
                <a:latin typeface="Verdana" panose="020B0604030504040204" pitchFamily="34" charset="0"/>
                <a:ea typeface="黑体" panose="02010609060101010101" pitchFamily="49" charset="-122"/>
              </a:endParaRPr>
            </a:p>
          </p:txBody>
        </p:sp>
      </p:grpSp>
      <p:grpSp>
        <p:nvGrpSpPr>
          <p:cNvPr id="5" name="组合 16">
            <a:extLst>
              <a:ext uri="{FF2B5EF4-FFF2-40B4-BE49-F238E27FC236}">
                <a16:creationId xmlns:a16="http://schemas.microsoft.com/office/drawing/2014/main" id="{5473048C-00F9-99AC-72CE-AC561F880BB3}"/>
              </a:ext>
            </a:extLst>
          </p:cNvPr>
          <p:cNvGrpSpPr>
            <a:grpSpLocks/>
          </p:cNvGrpSpPr>
          <p:nvPr/>
        </p:nvGrpSpPr>
        <p:grpSpPr bwMode="auto">
          <a:xfrm>
            <a:off x="6311900" y="3860800"/>
            <a:ext cx="1689100" cy="1619250"/>
            <a:chOff x="4787900" y="3860800"/>
            <a:chExt cx="1689100" cy="1619250"/>
          </a:xfrm>
        </p:grpSpPr>
        <p:sp>
          <p:nvSpPr>
            <p:cNvPr id="26637" name="Oval 7">
              <a:extLst>
                <a:ext uri="{FF2B5EF4-FFF2-40B4-BE49-F238E27FC236}">
                  <a16:creationId xmlns:a16="http://schemas.microsoft.com/office/drawing/2014/main" id="{0A9AAED3-E4E3-DAA4-B5CD-861DE5D6CAEC}"/>
                </a:ext>
              </a:extLst>
            </p:cNvPr>
            <p:cNvSpPr>
              <a:spLocks noChangeArrowheads="1"/>
            </p:cNvSpPr>
            <p:nvPr/>
          </p:nvSpPr>
          <p:spPr bwMode="gray">
            <a:xfrm>
              <a:off x="4787900" y="3860800"/>
              <a:ext cx="1619250" cy="1619250"/>
            </a:xfrm>
            <a:prstGeom prst="ellipse">
              <a:avLst/>
            </a:prstGeom>
            <a:gradFill rotWithShape="1">
              <a:gsLst>
                <a:gs pos="0">
                  <a:srgbClr val="990099"/>
                </a:gs>
                <a:gs pos="100000">
                  <a:srgbClr val="370037"/>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p>
          </p:txBody>
        </p:sp>
        <p:sp>
          <p:nvSpPr>
            <p:cNvPr id="26638" name="Text Box 12">
              <a:extLst>
                <a:ext uri="{FF2B5EF4-FFF2-40B4-BE49-F238E27FC236}">
                  <a16:creationId xmlns:a16="http://schemas.microsoft.com/office/drawing/2014/main" id="{7B726535-110E-DF37-E50F-3FFAD4C45521}"/>
                </a:ext>
              </a:extLst>
            </p:cNvPr>
            <p:cNvSpPr txBox="1">
              <a:spLocks noChangeArrowheads="1"/>
            </p:cNvSpPr>
            <p:nvPr/>
          </p:nvSpPr>
          <p:spPr bwMode="white">
            <a:xfrm>
              <a:off x="4800600" y="4292126"/>
              <a:ext cx="1676400" cy="889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spcBef>
                  <a:spcPct val="20000"/>
                </a:spcBef>
              </a:pPr>
              <a:r>
                <a:rPr lang="zh-CN" altLang="en-US" sz="1800" b="1">
                  <a:solidFill>
                    <a:srgbClr val="FFFFFF"/>
                  </a:solidFill>
                  <a:latin typeface="黑体" panose="02010609060101010101" pitchFamily="49" charset="-122"/>
                  <a:ea typeface="黑体" panose="02010609060101010101" pitchFamily="49" charset="-122"/>
                </a:rPr>
                <a:t>技术规范制定</a:t>
              </a:r>
              <a:endParaRPr lang="en-US" altLang="zh-CN" sz="1800" b="1">
                <a:solidFill>
                  <a:srgbClr val="FFFFFF"/>
                </a:solidFill>
                <a:latin typeface="黑体" panose="02010609060101010101" pitchFamily="49" charset="-122"/>
                <a:ea typeface="黑体" panose="02010609060101010101" pitchFamily="49" charset="-122"/>
              </a:endParaRPr>
            </a:p>
            <a:p>
              <a:pPr algn="ctr">
                <a:spcBef>
                  <a:spcPct val="20000"/>
                </a:spcBef>
              </a:pPr>
              <a:endParaRPr lang="en-US" altLang="zh-CN" b="1">
                <a:solidFill>
                  <a:srgbClr val="FFFFFF"/>
                </a:solidFill>
                <a:latin typeface="黑体" panose="02010609060101010101" pitchFamily="49" charset="-122"/>
                <a:ea typeface="黑体" panose="02010609060101010101" pitchFamily="49" charset="-122"/>
              </a:endParaRPr>
            </a:p>
            <a:p>
              <a:pPr algn="ctr">
                <a:spcBef>
                  <a:spcPct val="20000"/>
                </a:spcBef>
              </a:pPr>
              <a:r>
                <a:rPr lang="en-US" altLang="zh-CN" sz="1100" b="1">
                  <a:solidFill>
                    <a:srgbClr val="FFFFFF"/>
                  </a:solidFill>
                  <a:latin typeface="黑体" panose="02010609060101010101" pitchFamily="49" charset="-122"/>
                  <a:ea typeface="黑体" panose="02010609060101010101" pitchFamily="49" charset="-122"/>
                </a:rPr>
                <a:t>《</a:t>
              </a:r>
              <a:r>
                <a:rPr lang="zh-CN" altLang="en-US" sz="1100" b="1">
                  <a:solidFill>
                    <a:srgbClr val="FFFFFF"/>
                  </a:solidFill>
                  <a:latin typeface="黑体" panose="02010609060101010101" pitchFamily="49" charset="-122"/>
                  <a:ea typeface="黑体" panose="02010609060101010101" pitchFamily="49" charset="-122"/>
                </a:rPr>
                <a:t>可信计算密码支撑平台技术规范</a:t>
              </a:r>
              <a:r>
                <a:rPr lang="en-US" altLang="zh-CN" sz="1100" b="1">
                  <a:solidFill>
                    <a:srgbClr val="FFFFFF"/>
                  </a:solidFill>
                  <a:latin typeface="黑体" panose="02010609060101010101" pitchFamily="49" charset="-122"/>
                  <a:ea typeface="黑体" panose="02010609060101010101" pitchFamily="49" charset="-122"/>
                </a:rPr>
                <a:t>》</a:t>
              </a:r>
              <a:endParaRPr lang="zh-CN" altLang="en-US" sz="1100" b="1">
                <a:solidFill>
                  <a:srgbClr val="FFFFFF"/>
                </a:solidFill>
                <a:latin typeface="黑体" panose="02010609060101010101" pitchFamily="49" charset="-122"/>
                <a:ea typeface="黑体" panose="02010609060101010101" pitchFamily="49" charset="-122"/>
              </a:endParaRPr>
            </a:p>
          </p:txBody>
        </p:sp>
      </p:grpSp>
      <p:grpSp>
        <p:nvGrpSpPr>
          <p:cNvPr id="6" name="组合 15">
            <a:extLst>
              <a:ext uri="{FF2B5EF4-FFF2-40B4-BE49-F238E27FC236}">
                <a16:creationId xmlns:a16="http://schemas.microsoft.com/office/drawing/2014/main" id="{EF6C5D7C-DDB5-98A0-3122-428F9A19AFB0}"/>
              </a:ext>
            </a:extLst>
          </p:cNvPr>
          <p:cNvGrpSpPr>
            <a:grpSpLocks/>
          </p:cNvGrpSpPr>
          <p:nvPr/>
        </p:nvGrpSpPr>
        <p:grpSpPr bwMode="auto">
          <a:xfrm>
            <a:off x="3887788" y="4557713"/>
            <a:ext cx="1619250" cy="1619250"/>
            <a:chOff x="2363788" y="4557713"/>
            <a:chExt cx="1619250" cy="1619250"/>
          </a:xfrm>
        </p:grpSpPr>
        <p:sp>
          <p:nvSpPr>
            <p:cNvPr id="26635" name="Oval 6">
              <a:extLst>
                <a:ext uri="{FF2B5EF4-FFF2-40B4-BE49-F238E27FC236}">
                  <a16:creationId xmlns:a16="http://schemas.microsoft.com/office/drawing/2014/main" id="{95B3AA58-56F2-F31D-630E-3C583B5FEA02}"/>
                </a:ext>
              </a:extLst>
            </p:cNvPr>
            <p:cNvSpPr>
              <a:spLocks noChangeArrowheads="1"/>
            </p:cNvSpPr>
            <p:nvPr/>
          </p:nvSpPr>
          <p:spPr bwMode="gray">
            <a:xfrm>
              <a:off x="2363788" y="4557713"/>
              <a:ext cx="1619250" cy="1619250"/>
            </a:xfrm>
            <a:prstGeom prst="ellipse">
              <a:avLst/>
            </a:prstGeom>
            <a:gradFill rotWithShape="1">
              <a:gsLst>
                <a:gs pos="0">
                  <a:srgbClr val="33CC33"/>
                </a:gs>
                <a:gs pos="100000">
                  <a:srgbClr val="124912"/>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p>
          </p:txBody>
        </p:sp>
        <p:sp>
          <p:nvSpPr>
            <p:cNvPr id="26636" name="Text Box 13">
              <a:extLst>
                <a:ext uri="{FF2B5EF4-FFF2-40B4-BE49-F238E27FC236}">
                  <a16:creationId xmlns:a16="http://schemas.microsoft.com/office/drawing/2014/main" id="{C746D32A-1B29-04B6-EEB8-C4DF7EFD8420}"/>
                </a:ext>
              </a:extLst>
            </p:cNvPr>
            <p:cNvSpPr txBox="1">
              <a:spLocks noChangeArrowheads="1"/>
            </p:cNvSpPr>
            <p:nvPr/>
          </p:nvSpPr>
          <p:spPr bwMode="white">
            <a:xfrm>
              <a:off x="2413000" y="5020270"/>
              <a:ext cx="15113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spcBef>
                  <a:spcPct val="20000"/>
                </a:spcBef>
              </a:pPr>
              <a:r>
                <a:rPr lang="zh-CN" altLang="en-US" sz="2000" b="1">
                  <a:solidFill>
                    <a:srgbClr val="FFFFFF"/>
                  </a:solidFill>
                  <a:latin typeface="黑体" panose="02010609060101010101" pitchFamily="49" charset="-122"/>
                  <a:ea typeface="黑体" panose="02010609060101010101" pitchFamily="49" charset="-122"/>
                </a:rPr>
                <a:t>基础研究</a:t>
              </a:r>
              <a:endParaRPr lang="en-US" altLang="zh-CN" sz="2000" b="1">
                <a:solidFill>
                  <a:srgbClr val="FFFFFF"/>
                </a:solidFill>
                <a:latin typeface="黑体" panose="02010609060101010101" pitchFamily="49" charset="-122"/>
                <a:ea typeface="黑体" panose="02010609060101010101" pitchFamily="49" charset="-122"/>
              </a:endParaRPr>
            </a:p>
            <a:p>
              <a:pPr algn="ctr">
                <a:spcBef>
                  <a:spcPct val="20000"/>
                </a:spcBef>
              </a:pPr>
              <a:endParaRPr lang="en-US" altLang="zh-CN" b="1">
                <a:solidFill>
                  <a:srgbClr val="FFFFFF"/>
                </a:solidFill>
                <a:latin typeface="黑体" panose="02010609060101010101" pitchFamily="49" charset="-122"/>
                <a:ea typeface="黑体" panose="02010609060101010101" pitchFamily="49" charset="-122"/>
              </a:endParaRPr>
            </a:p>
            <a:p>
              <a:pPr algn="ctr">
                <a:spcBef>
                  <a:spcPct val="20000"/>
                </a:spcBef>
              </a:pPr>
              <a:r>
                <a:rPr lang="zh-CN" altLang="en-US" sz="1100" b="1">
                  <a:solidFill>
                    <a:srgbClr val="FFFFFF"/>
                  </a:solidFill>
                  <a:latin typeface="黑体" panose="02010609060101010101" pitchFamily="49" charset="-122"/>
                  <a:ea typeface="黑体" panose="02010609060101010101" pitchFamily="49" charset="-122"/>
                </a:rPr>
                <a:t>制定</a:t>
              </a:r>
              <a:r>
                <a:rPr lang="en-US" altLang="zh-CN" sz="1100" b="1">
                  <a:solidFill>
                    <a:srgbClr val="FFFFFF"/>
                  </a:solidFill>
                  <a:latin typeface="黑体" panose="02010609060101010101" pitchFamily="49" charset="-122"/>
                  <a:ea typeface="黑体" panose="02010609060101010101" pitchFamily="49" charset="-122"/>
                </a:rPr>
                <a:t>《</a:t>
              </a:r>
              <a:r>
                <a:rPr lang="zh-CN" altLang="en-US" sz="1100" b="1">
                  <a:solidFill>
                    <a:srgbClr val="FFFFFF"/>
                  </a:solidFill>
                  <a:latin typeface="黑体" panose="02010609060101010101" pitchFamily="49" charset="-122"/>
                  <a:ea typeface="黑体" panose="02010609060101010101" pitchFamily="49" charset="-122"/>
                </a:rPr>
                <a:t>可信计算平台密码方案</a:t>
              </a:r>
              <a:r>
                <a:rPr lang="en-US" altLang="zh-CN" sz="1100" b="1">
                  <a:solidFill>
                    <a:srgbClr val="FFFFFF"/>
                  </a:solidFill>
                  <a:latin typeface="黑体" panose="02010609060101010101" pitchFamily="49" charset="-122"/>
                  <a:ea typeface="黑体" panose="02010609060101010101" pitchFamily="49" charset="-122"/>
                </a:rPr>
                <a:t>》</a:t>
              </a:r>
              <a:endParaRPr lang="zh-CN" altLang="en-US" sz="1100" b="1">
                <a:solidFill>
                  <a:srgbClr val="FFFFFF"/>
                </a:solidFill>
                <a:latin typeface="黑体" panose="02010609060101010101" pitchFamily="49" charset="-122"/>
                <a:ea typeface="黑体" panose="02010609060101010101" pitchFamily="49" charset="-122"/>
              </a:endParaRPr>
            </a:p>
          </p:txBody>
        </p:sp>
      </p:grpSp>
      <p:sp>
        <p:nvSpPr>
          <p:cNvPr id="26632" name="Text Box 14">
            <a:extLst>
              <a:ext uri="{FF2B5EF4-FFF2-40B4-BE49-F238E27FC236}">
                <a16:creationId xmlns:a16="http://schemas.microsoft.com/office/drawing/2014/main" id="{ED80AC88-F58A-0BD3-8A95-89050E0D4A09}"/>
              </a:ext>
            </a:extLst>
          </p:cNvPr>
          <p:cNvSpPr txBox="1">
            <a:spLocks noChangeArrowheads="1"/>
          </p:cNvSpPr>
          <p:nvPr/>
        </p:nvSpPr>
        <p:spPr bwMode="auto">
          <a:xfrm>
            <a:off x="4495800" y="3200400"/>
            <a:ext cx="3657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r>
              <a:rPr lang="zh-CN" altLang="en-US" sz="3200" b="1">
                <a:latin typeface="黑体" panose="02010609060101010101" pitchFamily="49" charset="-122"/>
                <a:ea typeface="黑体" panose="02010609060101010101" pitchFamily="49" charset="-122"/>
              </a:rPr>
              <a:t>联盟  标准  产业</a:t>
            </a:r>
          </a:p>
        </p:txBody>
      </p:sp>
      <p:sp>
        <p:nvSpPr>
          <p:cNvPr id="16394" name="Rectangle 16">
            <a:extLst>
              <a:ext uri="{FF2B5EF4-FFF2-40B4-BE49-F238E27FC236}">
                <a16:creationId xmlns:a16="http://schemas.microsoft.com/office/drawing/2014/main" id="{5F508ABC-3775-95A1-09C4-AEE79BCC466C}"/>
              </a:ext>
            </a:extLst>
          </p:cNvPr>
          <p:cNvSpPr>
            <a:spLocks noGrp="1" noChangeArrowheads="1"/>
          </p:cNvSpPr>
          <p:nvPr>
            <p:ph type="title"/>
          </p:nvPr>
        </p:nvSpPr>
        <p:spPr>
          <a:xfrm>
            <a:off x="1828800" y="457201"/>
            <a:ext cx="5257800" cy="639763"/>
          </a:xfrm>
        </p:spPr>
        <p:txBody>
          <a:bodyPr/>
          <a:lstStyle/>
          <a:p>
            <a:pPr fontAlgn="t">
              <a:lnSpc>
                <a:spcPts val="3200"/>
              </a:lnSpc>
              <a:defRPr/>
            </a:pPr>
            <a:r>
              <a:rPr kumimoji="1" lang="zh-CN" altLang="en-US" dirty="0">
                <a:solidFill>
                  <a:srgbClr val="000066"/>
                </a:solidFill>
                <a:effectLst>
                  <a:outerShdw blurRad="38100" dist="38100" dir="2700000" algn="tl">
                    <a:srgbClr val="C0C0C0"/>
                  </a:outerShdw>
                </a:effectLst>
                <a:latin typeface="黑体" pitchFamily="2" charset="-122"/>
                <a:cs typeface="Arial" charset="0"/>
              </a:rPr>
              <a:t>自主可信计算标准发展总体思路</a:t>
            </a:r>
          </a:p>
        </p:txBody>
      </p:sp>
      <p:sp>
        <p:nvSpPr>
          <p:cNvPr id="26634" name="灯片编号占位符 1">
            <a:extLst>
              <a:ext uri="{FF2B5EF4-FFF2-40B4-BE49-F238E27FC236}">
                <a16:creationId xmlns:a16="http://schemas.microsoft.com/office/drawing/2014/main" id="{950B08AD-A1B2-95FF-89AF-31E5411C7FA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34830E9C-FA93-4FB6-BD00-A6F2B4A6003D}" type="slidenum">
              <a:rPr lang="en-US" altLang="zh-CN" sz="1400">
                <a:solidFill>
                  <a:schemeClr val="bg1"/>
                </a:solidFill>
              </a:rPr>
              <a:pPr eaLnBrk="1" hangingPunct="1"/>
              <a:t>16</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horizontal)">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6">
            <a:extLst>
              <a:ext uri="{FF2B5EF4-FFF2-40B4-BE49-F238E27FC236}">
                <a16:creationId xmlns:a16="http://schemas.microsoft.com/office/drawing/2014/main" id="{311E672A-BE27-C045-5A78-3DA599C86ABC}"/>
              </a:ext>
            </a:extLst>
          </p:cNvPr>
          <p:cNvSpPr txBox="1">
            <a:spLocks noChangeArrowheads="1"/>
          </p:cNvSpPr>
          <p:nvPr/>
        </p:nvSpPr>
        <p:spPr bwMode="auto">
          <a:xfrm>
            <a:off x="3467101" y="1960564"/>
            <a:ext cx="36925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000" b="1">
                <a:ea typeface="华文新魏" panose="02010800040101010101" pitchFamily="2" charset="-122"/>
              </a:rPr>
              <a:t>中国可信计算工作组</a:t>
            </a:r>
            <a:r>
              <a:rPr lang="en-US" altLang="zh-CN" sz="2000" b="1">
                <a:ea typeface="华文新魏" panose="02010800040101010101" pitchFamily="2" charset="-122"/>
              </a:rPr>
              <a:t>(TCMU)</a:t>
            </a:r>
            <a:endParaRPr lang="zh-CN" altLang="en-US" sz="2000" b="1">
              <a:latin typeface="Times New Roman" panose="02020603050405020304" pitchFamily="18" charset="0"/>
              <a:ea typeface="华文新魏" panose="02010800040101010101" pitchFamily="2" charset="-122"/>
            </a:endParaRPr>
          </a:p>
        </p:txBody>
      </p:sp>
      <p:grpSp>
        <p:nvGrpSpPr>
          <p:cNvPr id="27651" name="组合 100">
            <a:extLst>
              <a:ext uri="{FF2B5EF4-FFF2-40B4-BE49-F238E27FC236}">
                <a16:creationId xmlns:a16="http://schemas.microsoft.com/office/drawing/2014/main" id="{043DB14C-74B9-E2A2-D290-226CE47E14E8}"/>
              </a:ext>
            </a:extLst>
          </p:cNvPr>
          <p:cNvGrpSpPr>
            <a:grpSpLocks/>
          </p:cNvGrpSpPr>
          <p:nvPr/>
        </p:nvGrpSpPr>
        <p:grpSpPr bwMode="auto">
          <a:xfrm>
            <a:off x="2706689" y="2600326"/>
            <a:ext cx="6745287" cy="3876675"/>
            <a:chOff x="3778736" y="2003287"/>
            <a:chExt cx="4994275" cy="3877826"/>
          </a:xfrm>
        </p:grpSpPr>
        <p:sp>
          <p:nvSpPr>
            <p:cNvPr id="93191" name="Rectangle 7">
              <a:extLst>
                <a:ext uri="{FF2B5EF4-FFF2-40B4-BE49-F238E27FC236}">
                  <a16:creationId xmlns:a16="http://schemas.microsoft.com/office/drawing/2014/main" id="{F23316B5-8F3E-54A4-07D8-B49C3E81493E}"/>
                </a:ext>
              </a:extLst>
            </p:cNvPr>
            <p:cNvSpPr>
              <a:spLocks noChangeArrowheads="1"/>
            </p:cNvSpPr>
            <p:nvPr/>
          </p:nvSpPr>
          <p:spPr bwMode="auto">
            <a:xfrm>
              <a:off x="3926836" y="5350731"/>
              <a:ext cx="657048" cy="398581"/>
            </a:xfrm>
            <a:prstGeom prst="rect">
              <a:avLst/>
            </a:prstGeom>
            <a:gradFill rotWithShape="0">
              <a:gsLst>
                <a:gs pos="0">
                  <a:srgbClr val="00FFFF">
                    <a:gamma/>
                    <a:shade val="46275"/>
                    <a:invGamma/>
                  </a:srgbClr>
                </a:gs>
                <a:gs pos="50000">
                  <a:srgbClr val="00FFFF"/>
                </a:gs>
                <a:gs pos="100000">
                  <a:srgbClr val="00FFFF">
                    <a:gamma/>
                    <a:shade val="46275"/>
                    <a:invGamma/>
                  </a:srgbClr>
                </a:gs>
              </a:gsLst>
              <a:lin ang="5400000" scaled="1"/>
            </a:gradFill>
            <a:ln w="28575">
              <a:solidFill>
                <a:srgbClr val="002B52"/>
              </a:solidFill>
              <a:miter lim="800000"/>
              <a:headEnd/>
              <a:tailEnd/>
            </a:ln>
            <a:effectLst>
              <a:outerShdw dist="35921" dir="2700000" algn="ctr" rotWithShape="0">
                <a:schemeClr val="bg2"/>
              </a:outerShdw>
            </a:effectLst>
          </p:spPr>
          <p:txBody>
            <a:bodyPr lIns="18000" tIns="10800" rIns="18000" bIns="10800" anchor="ctr"/>
            <a:lstStyle/>
            <a:p>
              <a:pPr algn="ctr" eaLnBrk="0" hangingPunct="0">
                <a:defRPr/>
              </a:pPr>
              <a:r>
                <a:rPr lang="zh-CN" altLang="en-US" sz="1400" b="1" dirty="0">
                  <a:solidFill>
                    <a:srgbClr val="002060"/>
                  </a:solidFill>
                  <a:effectLst>
                    <a:outerShdw blurRad="38100" dist="38100" dir="2700000" algn="tl">
                      <a:srgbClr val="000000"/>
                    </a:outerShdw>
                  </a:effectLst>
                  <a:latin typeface="Arial" charset="0"/>
                </a:rPr>
                <a:t>国密局</a:t>
              </a:r>
            </a:p>
          </p:txBody>
        </p:sp>
        <p:sp>
          <p:nvSpPr>
            <p:cNvPr id="93192" name="Rectangle 8">
              <a:extLst>
                <a:ext uri="{FF2B5EF4-FFF2-40B4-BE49-F238E27FC236}">
                  <a16:creationId xmlns:a16="http://schemas.microsoft.com/office/drawing/2014/main" id="{5CE10670-AE6A-620E-0CD1-40440FAC15A6}"/>
                </a:ext>
              </a:extLst>
            </p:cNvPr>
            <p:cNvSpPr>
              <a:spLocks noChangeArrowheads="1"/>
            </p:cNvSpPr>
            <p:nvPr/>
          </p:nvSpPr>
          <p:spPr bwMode="auto">
            <a:xfrm>
              <a:off x="3778736" y="2003287"/>
              <a:ext cx="4994275" cy="3015558"/>
            </a:xfrm>
            <a:prstGeom prst="rect">
              <a:avLst/>
            </a:prstGeom>
            <a:solidFill>
              <a:schemeClr val="bg1"/>
            </a:solidFill>
            <a:ln w="19050">
              <a:solidFill>
                <a:srgbClr val="002B52"/>
              </a:solidFill>
              <a:miter lim="800000"/>
              <a:headEnd/>
              <a:tailEnd/>
            </a:ln>
            <a:effectLst>
              <a:outerShdw dist="35921" dir="2700000" algn="ctr" rotWithShape="0">
                <a:schemeClr val="bg2"/>
              </a:outerShdw>
            </a:effectLst>
          </p:spPr>
          <p:txBody>
            <a:bodyPr wrap="none" lIns="18000" tIns="10800" rIns="18000" bIns="10800"/>
            <a:lstStyle/>
            <a:p>
              <a:pPr algn="ctr" eaLnBrk="0" hangingPunct="0">
                <a:defRPr/>
              </a:pPr>
              <a:endParaRPr lang="zh-CN" altLang="zh-CN" sz="1200" b="1">
                <a:solidFill>
                  <a:srgbClr val="FF3300"/>
                </a:solidFill>
                <a:effectLst>
                  <a:outerShdw blurRad="38100" dist="38100" dir="2700000" algn="tl">
                    <a:srgbClr val="C0C0C0"/>
                  </a:outerShdw>
                </a:effectLst>
                <a:latin typeface="Arial" charset="0"/>
              </a:endParaRPr>
            </a:p>
          </p:txBody>
        </p:sp>
        <p:sp>
          <p:nvSpPr>
            <p:cNvPr id="93193" name="Rectangle 9">
              <a:extLst>
                <a:ext uri="{FF2B5EF4-FFF2-40B4-BE49-F238E27FC236}">
                  <a16:creationId xmlns:a16="http://schemas.microsoft.com/office/drawing/2014/main" id="{07249B87-E895-1A0E-2EF7-2BC7D32A49C6}"/>
                </a:ext>
              </a:extLst>
            </p:cNvPr>
            <p:cNvSpPr>
              <a:spLocks noChangeArrowheads="1"/>
            </p:cNvSpPr>
            <p:nvPr/>
          </p:nvSpPr>
          <p:spPr bwMode="auto">
            <a:xfrm>
              <a:off x="5613535" y="2916371"/>
              <a:ext cx="252711"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10800" rIns="18000" bIns="10800" anchor="ctr"/>
            <a:lstStyle/>
            <a:p>
              <a:pPr algn="ctr" eaLnBrk="0" hangingPunct="0">
                <a:defRPr/>
              </a:pPr>
              <a:r>
                <a:rPr lang="zh-CN" altLang="en-US" sz="1600" b="1" dirty="0">
                  <a:latin typeface="Arial" charset="0"/>
                </a:rPr>
                <a:t>卫士通</a:t>
              </a:r>
            </a:p>
          </p:txBody>
        </p:sp>
        <p:sp>
          <p:nvSpPr>
            <p:cNvPr id="93194" name="Rectangle 10">
              <a:extLst>
                <a:ext uri="{FF2B5EF4-FFF2-40B4-BE49-F238E27FC236}">
                  <a16:creationId xmlns:a16="http://schemas.microsoft.com/office/drawing/2014/main" id="{F7D80AD1-31EE-E899-C82D-A0720075818C}"/>
                </a:ext>
              </a:extLst>
            </p:cNvPr>
            <p:cNvSpPr>
              <a:spLocks noChangeArrowheads="1"/>
            </p:cNvSpPr>
            <p:nvPr/>
          </p:nvSpPr>
          <p:spPr bwMode="auto">
            <a:xfrm>
              <a:off x="6351687" y="2916371"/>
              <a:ext cx="250361"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10800" rIns="18000" bIns="10800" anchor="ctr"/>
            <a:lstStyle/>
            <a:p>
              <a:pPr algn="ctr" eaLnBrk="0" hangingPunct="0">
                <a:defRPr/>
              </a:pPr>
              <a:r>
                <a:rPr lang="zh-CN" altLang="en-US" sz="1600" b="1" dirty="0">
                  <a:latin typeface="Arial" charset="0"/>
                </a:rPr>
                <a:t>江南所</a:t>
              </a:r>
            </a:p>
          </p:txBody>
        </p:sp>
        <p:sp>
          <p:nvSpPr>
            <p:cNvPr id="93195" name="Rectangle 11">
              <a:extLst>
                <a:ext uri="{FF2B5EF4-FFF2-40B4-BE49-F238E27FC236}">
                  <a16:creationId xmlns:a16="http://schemas.microsoft.com/office/drawing/2014/main" id="{6C3A984D-473E-B330-E681-33CE4FD93709}"/>
                </a:ext>
              </a:extLst>
            </p:cNvPr>
            <p:cNvSpPr>
              <a:spLocks noChangeArrowheads="1"/>
            </p:cNvSpPr>
            <p:nvPr/>
          </p:nvSpPr>
          <p:spPr bwMode="auto">
            <a:xfrm>
              <a:off x="6104853" y="2916371"/>
              <a:ext cx="250361" cy="1719772"/>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10800" rIns="18000" bIns="10800" anchor="ctr"/>
            <a:lstStyle/>
            <a:p>
              <a:pPr algn="ctr" eaLnBrk="0" hangingPunct="0">
                <a:defRPr/>
              </a:pPr>
              <a:r>
                <a:rPr lang="zh-CN" altLang="en-US" sz="1600" b="1" dirty="0">
                  <a:latin typeface="Arial" charset="0"/>
                </a:rPr>
                <a:t>吉大正元</a:t>
              </a:r>
            </a:p>
          </p:txBody>
        </p:sp>
        <p:sp>
          <p:nvSpPr>
            <p:cNvPr id="93196" name="Rectangle 12">
              <a:extLst>
                <a:ext uri="{FF2B5EF4-FFF2-40B4-BE49-F238E27FC236}">
                  <a16:creationId xmlns:a16="http://schemas.microsoft.com/office/drawing/2014/main" id="{54C9EF38-C40C-1B0F-05D0-8708BCA52B4F}"/>
                </a:ext>
              </a:extLst>
            </p:cNvPr>
            <p:cNvSpPr>
              <a:spLocks noChangeArrowheads="1"/>
            </p:cNvSpPr>
            <p:nvPr/>
          </p:nvSpPr>
          <p:spPr bwMode="auto">
            <a:xfrm>
              <a:off x="5367877" y="2916371"/>
              <a:ext cx="249185"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10800" rIns="18000" bIns="10800" anchor="ctr"/>
            <a:lstStyle/>
            <a:p>
              <a:pPr algn="ctr" eaLnBrk="0" hangingPunct="0">
                <a:defRPr/>
              </a:pPr>
              <a:r>
                <a:rPr lang="zh-CN" altLang="en-US" sz="1600" b="1" dirty="0">
                  <a:latin typeface="Arial" charset="0"/>
                </a:rPr>
                <a:t>软件所</a:t>
              </a:r>
            </a:p>
          </p:txBody>
        </p:sp>
        <p:sp>
          <p:nvSpPr>
            <p:cNvPr id="93197" name="Rectangle 13">
              <a:extLst>
                <a:ext uri="{FF2B5EF4-FFF2-40B4-BE49-F238E27FC236}">
                  <a16:creationId xmlns:a16="http://schemas.microsoft.com/office/drawing/2014/main" id="{F51B8638-2A4E-5175-F195-0773E9242556}"/>
                </a:ext>
              </a:extLst>
            </p:cNvPr>
            <p:cNvSpPr>
              <a:spLocks noChangeArrowheads="1"/>
            </p:cNvSpPr>
            <p:nvPr/>
          </p:nvSpPr>
          <p:spPr bwMode="auto">
            <a:xfrm>
              <a:off x="5859194" y="2916371"/>
              <a:ext cx="250360"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10800" rIns="18000" bIns="10800" anchor="ctr"/>
            <a:lstStyle/>
            <a:p>
              <a:pPr algn="ctr" eaLnBrk="0" hangingPunct="0">
                <a:defRPr/>
              </a:pPr>
              <a:r>
                <a:rPr lang="zh-CN" altLang="en-US" sz="1600" b="1" dirty="0">
                  <a:latin typeface="Arial" charset="0"/>
                </a:rPr>
                <a:t>国防科大</a:t>
              </a:r>
            </a:p>
          </p:txBody>
        </p:sp>
        <p:sp>
          <p:nvSpPr>
            <p:cNvPr id="93198" name="Rectangle 14">
              <a:extLst>
                <a:ext uri="{FF2B5EF4-FFF2-40B4-BE49-F238E27FC236}">
                  <a16:creationId xmlns:a16="http://schemas.microsoft.com/office/drawing/2014/main" id="{B0C4BF2B-F044-6381-09CD-396222834B9E}"/>
                </a:ext>
              </a:extLst>
            </p:cNvPr>
            <p:cNvSpPr>
              <a:spLocks noChangeArrowheads="1"/>
            </p:cNvSpPr>
            <p:nvPr/>
          </p:nvSpPr>
          <p:spPr bwMode="auto">
            <a:xfrm>
              <a:off x="4380541" y="2916371"/>
              <a:ext cx="248009"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10800" rIns="18000" bIns="10800" anchor="ctr"/>
            <a:lstStyle/>
            <a:p>
              <a:pPr algn="ctr" eaLnBrk="0" hangingPunct="0">
                <a:defRPr/>
              </a:pPr>
              <a:r>
                <a:rPr lang="zh-CN" altLang="en-US" sz="1600" b="1" dirty="0">
                  <a:latin typeface="Arial" charset="0"/>
                </a:rPr>
                <a:t>同方</a:t>
              </a:r>
            </a:p>
          </p:txBody>
        </p:sp>
        <p:sp>
          <p:nvSpPr>
            <p:cNvPr id="27665" name="AutoShape 15">
              <a:extLst>
                <a:ext uri="{FF2B5EF4-FFF2-40B4-BE49-F238E27FC236}">
                  <a16:creationId xmlns:a16="http://schemas.microsoft.com/office/drawing/2014/main" id="{9043E532-7109-3FA7-44CA-373414FC30DC}"/>
                </a:ext>
              </a:extLst>
            </p:cNvPr>
            <p:cNvSpPr>
              <a:spLocks noChangeArrowheads="1"/>
            </p:cNvSpPr>
            <p:nvPr/>
          </p:nvSpPr>
          <p:spPr bwMode="auto">
            <a:xfrm>
              <a:off x="5963931" y="2117725"/>
              <a:ext cx="579438" cy="719138"/>
            </a:xfrm>
            <a:prstGeom prst="roundRect">
              <a:avLst>
                <a:gd name="adj" fmla="val 16667"/>
              </a:avLst>
            </a:prstGeom>
            <a:solidFill>
              <a:srgbClr val="FF75BA"/>
            </a:solidFill>
            <a:ln w="9525">
              <a:solidFill>
                <a:schemeClr val="tx1"/>
              </a:solidFill>
              <a:round/>
              <a:headEnd/>
              <a:tailEnd/>
            </a:ln>
          </p:spPr>
          <p:txBody>
            <a:bodyPr lIns="18000" rIns="18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accent1"/>
                </a:buClr>
              </a:pPr>
              <a:r>
                <a:rPr lang="zh-CN" altLang="en-US" sz="1400" b="1">
                  <a:latin typeface="Times New Roman" panose="02020603050405020304" pitchFamily="18" charset="0"/>
                </a:rPr>
                <a:t>可信</a:t>
              </a:r>
              <a:r>
                <a:rPr lang="en-US" altLang="zh-CN" sz="1400" b="1">
                  <a:latin typeface="Times New Roman" panose="02020603050405020304" pitchFamily="18" charset="0"/>
                </a:rPr>
                <a:t>OS</a:t>
              </a:r>
            </a:p>
          </p:txBody>
        </p:sp>
        <p:sp>
          <p:nvSpPr>
            <p:cNvPr id="93200" name="Rectangle 16">
              <a:extLst>
                <a:ext uri="{FF2B5EF4-FFF2-40B4-BE49-F238E27FC236}">
                  <a16:creationId xmlns:a16="http://schemas.microsoft.com/office/drawing/2014/main" id="{BB02BD85-E64A-E76A-EB51-E4B9919707BE}"/>
                </a:ext>
              </a:extLst>
            </p:cNvPr>
            <p:cNvSpPr>
              <a:spLocks noChangeArrowheads="1"/>
            </p:cNvSpPr>
            <p:nvPr/>
          </p:nvSpPr>
          <p:spPr bwMode="auto">
            <a:xfrm>
              <a:off x="4877735" y="2916371"/>
              <a:ext cx="250361"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10800" rIns="18000" bIns="10800" anchor="ctr"/>
            <a:lstStyle/>
            <a:p>
              <a:pPr algn="ctr" eaLnBrk="0" hangingPunct="0">
                <a:defRPr/>
              </a:pPr>
              <a:r>
                <a:rPr lang="zh-CN" altLang="en-US" sz="1600" b="1" dirty="0">
                  <a:latin typeface="Arial" charset="0"/>
                </a:rPr>
                <a:t>方正</a:t>
              </a:r>
            </a:p>
          </p:txBody>
        </p:sp>
        <p:sp>
          <p:nvSpPr>
            <p:cNvPr id="93201" name="Rectangle 17">
              <a:extLst>
                <a:ext uri="{FF2B5EF4-FFF2-40B4-BE49-F238E27FC236}">
                  <a16:creationId xmlns:a16="http://schemas.microsoft.com/office/drawing/2014/main" id="{5183CB4B-C6DD-F090-A308-991C9EB12608}"/>
                </a:ext>
              </a:extLst>
            </p:cNvPr>
            <p:cNvSpPr>
              <a:spLocks noChangeArrowheads="1"/>
            </p:cNvSpPr>
            <p:nvPr/>
          </p:nvSpPr>
          <p:spPr bwMode="auto">
            <a:xfrm>
              <a:off x="5123394" y="2916371"/>
              <a:ext cx="248009"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10800" rIns="18000" bIns="10800" anchor="ctr"/>
            <a:lstStyle/>
            <a:p>
              <a:pPr algn="ctr" eaLnBrk="0" hangingPunct="0">
                <a:defRPr/>
              </a:pPr>
              <a:r>
                <a:rPr lang="zh-CN" altLang="en-US" sz="1600" b="1" dirty="0">
                  <a:latin typeface="Arial" charset="0"/>
                </a:rPr>
                <a:t>长城</a:t>
              </a:r>
            </a:p>
          </p:txBody>
        </p:sp>
        <p:sp>
          <p:nvSpPr>
            <p:cNvPr id="93202" name="Rectangle 18">
              <a:extLst>
                <a:ext uri="{FF2B5EF4-FFF2-40B4-BE49-F238E27FC236}">
                  <a16:creationId xmlns:a16="http://schemas.microsoft.com/office/drawing/2014/main" id="{E9FD41EC-8D91-9190-C64F-33658400D073}"/>
                </a:ext>
              </a:extLst>
            </p:cNvPr>
            <p:cNvSpPr>
              <a:spLocks noChangeArrowheads="1"/>
            </p:cNvSpPr>
            <p:nvPr/>
          </p:nvSpPr>
          <p:spPr bwMode="auto">
            <a:xfrm>
              <a:off x="6843004" y="2916371"/>
              <a:ext cx="249185"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45701" rIns="18000" bIns="45701" anchor="ctr"/>
            <a:lstStyle/>
            <a:p>
              <a:pPr algn="ctr" eaLnBrk="0" hangingPunct="0">
                <a:defRPr/>
              </a:pPr>
              <a:r>
                <a:rPr lang="zh-CN" altLang="en-US" sz="1600" b="1" dirty="0">
                  <a:latin typeface="Arial" charset="0"/>
                </a:rPr>
                <a:t>兆日</a:t>
              </a:r>
            </a:p>
          </p:txBody>
        </p:sp>
        <p:sp>
          <p:nvSpPr>
            <p:cNvPr id="93203" name="Rectangle 19">
              <a:extLst>
                <a:ext uri="{FF2B5EF4-FFF2-40B4-BE49-F238E27FC236}">
                  <a16:creationId xmlns:a16="http://schemas.microsoft.com/office/drawing/2014/main" id="{946609F2-149C-3F4C-9B30-D431C1A89EFB}"/>
                </a:ext>
              </a:extLst>
            </p:cNvPr>
            <p:cNvSpPr>
              <a:spLocks noChangeArrowheads="1"/>
            </p:cNvSpPr>
            <p:nvPr/>
          </p:nvSpPr>
          <p:spPr bwMode="auto">
            <a:xfrm>
              <a:off x="4092567" y="2916371"/>
              <a:ext cx="284447"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45701" rIns="18000" bIns="45701" anchor="ctr"/>
            <a:lstStyle/>
            <a:p>
              <a:pPr algn="ctr" eaLnBrk="0" hangingPunct="0">
                <a:defRPr/>
              </a:pPr>
              <a:r>
                <a:rPr lang="zh-CN" altLang="en-US" sz="1600" b="1" dirty="0">
                  <a:latin typeface="Arial" charset="0"/>
                </a:rPr>
                <a:t>国民技术</a:t>
              </a:r>
            </a:p>
          </p:txBody>
        </p:sp>
        <p:sp>
          <p:nvSpPr>
            <p:cNvPr id="93204" name="Rectangle 20">
              <a:extLst>
                <a:ext uri="{FF2B5EF4-FFF2-40B4-BE49-F238E27FC236}">
                  <a16:creationId xmlns:a16="http://schemas.microsoft.com/office/drawing/2014/main" id="{1EF1837B-19E8-63E6-D1EB-6F5EED103C2A}"/>
                </a:ext>
              </a:extLst>
            </p:cNvPr>
            <p:cNvSpPr>
              <a:spLocks noChangeArrowheads="1"/>
            </p:cNvSpPr>
            <p:nvPr/>
          </p:nvSpPr>
          <p:spPr bwMode="auto">
            <a:xfrm>
              <a:off x="4630901" y="2916371"/>
              <a:ext cx="250361"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10800" rIns="18000" bIns="10800" anchor="ctr"/>
            <a:lstStyle/>
            <a:p>
              <a:pPr algn="ctr" eaLnBrk="0" hangingPunct="0">
                <a:defRPr/>
              </a:pPr>
              <a:r>
                <a:rPr lang="zh-CN" altLang="en-US" sz="1600" b="1" dirty="0">
                  <a:latin typeface="Arial" charset="0"/>
                </a:rPr>
                <a:t>瑞达</a:t>
              </a:r>
            </a:p>
          </p:txBody>
        </p:sp>
        <p:sp>
          <p:nvSpPr>
            <p:cNvPr id="27671" name="AutoShape 21">
              <a:extLst>
                <a:ext uri="{FF2B5EF4-FFF2-40B4-BE49-F238E27FC236}">
                  <a16:creationId xmlns:a16="http://schemas.microsoft.com/office/drawing/2014/main" id="{4EE66104-B4A5-0AEE-E5DE-76837425AEA3}"/>
                </a:ext>
              </a:extLst>
            </p:cNvPr>
            <p:cNvSpPr>
              <a:spLocks noChangeArrowheads="1"/>
            </p:cNvSpPr>
            <p:nvPr/>
          </p:nvSpPr>
          <p:spPr bwMode="auto">
            <a:xfrm>
              <a:off x="4202420" y="2117725"/>
              <a:ext cx="576263" cy="719138"/>
            </a:xfrm>
            <a:prstGeom prst="roundRect">
              <a:avLst>
                <a:gd name="adj" fmla="val 16667"/>
              </a:avLst>
            </a:prstGeom>
            <a:solidFill>
              <a:srgbClr val="FF75BA"/>
            </a:solidFill>
            <a:ln w="9525">
              <a:solidFill>
                <a:schemeClr val="tx1"/>
              </a:solidFill>
              <a:round/>
              <a:headEnd/>
              <a:tailEnd/>
            </a:ln>
          </p:spPr>
          <p:txBody>
            <a:bodyPr lIns="18000" rIns="18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accent1"/>
                </a:buClr>
              </a:pPr>
              <a:r>
                <a:rPr lang="en-US" altLang="zh-CN" sz="1400" b="1">
                  <a:latin typeface="Times New Roman" panose="02020603050405020304" pitchFamily="18" charset="0"/>
                </a:rPr>
                <a:t>TCM / TSM</a:t>
              </a:r>
            </a:p>
          </p:txBody>
        </p:sp>
        <p:sp>
          <p:nvSpPr>
            <p:cNvPr id="93206" name="Rectangle 22">
              <a:extLst>
                <a:ext uri="{FF2B5EF4-FFF2-40B4-BE49-F238E27FC236}">
                  <a16:creationId xmlns:a16="http://schemas.microsoft.com/office/drawing/2014/main" id="{BB351880-3CA0-6AA5-F715-2B8299E9EBAC}"/>
                </a:ext>
              </a:extLst>
            </p:cNvPr>
            <p:cNvSpPr>
              <a:spLocks noChangeArrowheads="1"/>
            </p:cNvSpPr>
            <p:nvPr/>
          </p:nvSpPr>
          <p:spPr bwMode="auto">
            <a:xfrm>
              <a:off x="4664988" y="5350731"/>
              <a:ext cx="575946" cy="398581"/>
            </a:xfrm>
            <a:prstGeom prst="rect">
              <a:avLst/>
            </a:prstGeom>
            <a:gradFill rotWithShape="0">
              <a:gsLst>
                <a:gs pos="0">
                  <a:srgbClr val="00FFFF">
                    <a:gamma/>
                    <a:shade val="46275"/>
                    <a:invGamma/>
                  </a:srgbClr>
                </a:gs>
                <a:gs pos="50000">
                  <a:srgbClr val="00FFFF"/>
                </a:gs>
                <a:gs pos="100000">
                  <a:srgbClr val="00FFFF">
                    <a:gamma/>
                    <a:shade val="46275"/>
                    <a:invGamma/>
                  </a:srgbClr>
                </a:gs>
              </a:gsLst>
              <a:lin ang="5400000" scaled="1"/>
            </a:gradFill>
            <a:ln w="28575">
              <a:solidFill>
                <a:srgbClr val="002B52"/>
              </a:solidFill>
              <a:miter lim="800000"/>
              <a:headEnd/>
              <a:tailEnd/>
            </a:ln>
            <a:effectLst>
              <a:outerShdw dist="35921" dir="2700000" algn="ctr" rotWithShape="0">
                <a:schemeClr val="bg2"/>
              </a:outerShdw>
            </a:effectLst>
          </p:spPr>
          <p:txBody>
            <a:bodyPr lIns="18000" tIns="10800" rIns="18000" bIns="10800" anchor="ctr"/>
            <a:lstStyle/>
            <a:p>
              <a:pPr algn="ctr" eaLnBrk="0" hangingPunct="0">
                <a:defRPr/>
              </a:pPr>
              <a:r>
                <a:rPr lang="zh-CN" altLang="en-US" sz="1400" b="1" dirty="0">
                  <a:solidFill>
                    <a:srgbClr val="002060"/>
                  </a:solidFill>
                  <a:effectLst>
                    <a:outerShdw blurRad="38100" dist="38100" dir="2700000" algn="tl">
                      <a:srgbClr val="000000">
                        <a:alpha val="43137"/>
                      </a:srgbClr>
                    </a:outerShdw>
                  </a:effectLst>
                  <a:latin typeface="Arial" charset="0"/>
                </a:rPr>
                <a:t>发改委</a:t>
              </a:r>
            </a:p>
          </p:txBody>
        </p:sp>
        <p:sp>
          <p:nvSpPr>
            <p:cNvPr id="93207" name="Rectangle 23">
              <a:extLst>
                <a:ext uri="{FF2B5EF4-FFF2-40B4-BE49-F238E27FC236}">
                  <a16:creationId xmlns:a16="http://schemas.microsoft.com/office/drawing/2014/main" id="{D16821E7-208E-FBB5-644A-2B7065D1E6ED}"/>
                </a:ext>
              </a:extLst>
            </p:cNvPr>
            <p:cNvSpPr>
              <a:spLocks noChangeArrowheads="1"/>
            </p:cNvSpPr>
            <p:nvPr/>
          </p:nvSpPr>
          <p:spPr bwMode="auto">
            <a:xfrm>
              <a:off x="5322036" y="5350731"/>
              <a:ext cx="580648" cy="398581"/>
            </a:xfrm>
            <a:prstGeom prst="rect">
              <a:avLst/>
            </a:prstGeom>
            <a:gradFill rotWithShape="0">
              <a:gsLst>
                <a:gs pos="0">
                  <a:srgbClr val="00FFFF">
                    <a:gamma/>
                    <a:shade val="46275"/>
                    <a:invGamma/>
                  </a:srgbClr>
                </a:gs>
                <a:gs pos="50000">
                  <a:srgbClr val="00FFFF"/>
                </a:gs>
                <a:gs pos="100000">
                  <a:srgbClr val="00FFFF">
                    <a:gamma/>
                    <a:shade val="46275"/>
                    <a:invGamma/>
                  </a:srgbClr>
                </a:gs>
              </a:gsLst>
              <a:lin ang="5400000" scaled="1"/>
            </a:gradFill>
            <a:ln w="28575">
              <a:solidFill>
                <a:srgbClr val="002B52"/>
              </a:solidFill>
              <a:miter lim="800000"/>
              <a:headEnd/>
              <a:tailEnd/>
            </a:ln>
            <a:effectLst>
              <a:outerShdw dist="35921" dir="2700000" algn="ctr" rotWithShape="0">
                <a:schemeClr val="bg2"/>
              </a:outerShdw>
            </a:effectLst>
          </p:spPr>
          <p:txBody>
            <a:bodyPr lIns="0" tIns="10800" rIns="0" bIns="10800" anchor="ctr"/>
            <a:lstStyle/>
            <a:p>
              <a:pPr algn="ctr" eaLnBrk="0" hangingPunct="0">
                <a:defRPr/>
              </a:pPr>
              <a:r>
                <a:rPr lang="zh-CN" altLang="en-US" sz="1400" b="1" dirty="0">
                  <a:solidFill>
                    <a:srgbClr val="002060"/>
                  </a:solidFill>
                  <a:effectLst>
                    <a:outerShdw blurRad="38100" dist="38100" dir="2700000" algn="tl">
                      <a:srgbClr val="000000">
                        <a:alpha val="43137"/>
                      </a:srgbClr>
                    </a:outerShdw>
                  </a:effectLst>
                  <a:latin typeface="Arial" charset="0"/>
                </a:rPr>
                <a:t>工信部</a:t>
              </a:r>
            </a:p>
          </p:txBody>
        </p:sp>
        <p:sp>
          <p:nvSpPr>
            <p:cNvPr id="93208" name="Rectangle 24">
              <a:extLst>
                <a:ext uri="{FF2B5EF4-FFF2-40B4-BE49-F238E27FC236}">
                  <a16:creationId xmlns:a16="http://schemas.microsoft.com/office/drawing/2014/main" id="{D14DB0B2-D2E0-EF8D-B242-D03837BD7AAA}"/>
                </a:ext>
              </a:extLst>
            </p:cNvPr>
            <p:cNvSpPr>
              <a:spLocks noChangeArrowheads="1"/>
            </p:cNvSpPr>
            <p:nvPr/>
          </p:nvSpPr>
          <p:spPr bwMode="auto">
            <a:xfrm>
              <a:off x="6014347" y="5350731"/>
              <a:ext cx="657048" cy="398581"/>
            </a:xfrm>
            <a:prstGeom prst="rect">
              <a:avLst/>
            </a:prstGeom>
            <a:gradFill rotWithShape="0">
              <a:gsLst>
                <a:gs pos="0">
                  <a:srgbClr val="00FFFF">
                    <a:gamma/>
                    <a:shade val="46275"/>
                    <a:invGamma/>
                  </a:srgbClr>
                </a:gs>
                <a:gs pos="50000">
                  <a:srgbClr val="00FFFF"/>
                </a:gs>
                <a:gs pos="100000">
                  <a:srgbClr val="00FFFF">
                    <a:gamma/>
                    <a:shade val="46275"/>
                    <a:invGamma/>
                  </a:srgbClr>
                </a:gs>
              </a:gsLst>
              <a:lin ang="5400000" scaled="1"/>
            </a:gradFill>
            <a:ln w="28575">
              <a:solidFill>
                <a:srgbClr val="002B52"/>
              </a:solidFill>
              <a:miter lim="800000"/>
              <a:headEnd/>
              <a:tailEnd/>
            </a:ln>
            <a:effectLst>
              <a:outerShdw dist="35921" dir="2700000" algn="ctr" rotWithShape="0">
                <a:schemeClr val="bg2"/>
              </a:outerShdw>
            </a:effectLst>
          </p:spPr>
          <p:txBody>
            <a:bodyPr lIns="18000" tIns="10800" rIns="18000" bIns="10800" anchor="ctr"/>
            <a:lstStyle/>
            <a:p>
              <a:pPr algn="ctr" eaLnBrk="0" hangingPunct="0">
                <a:defRPr/>
              </a:pPr>
              <a:r>
                <a:rPr lang="zh-CN" altLang="en-US" sz="1400" b="1" dirty="0">
                  <a:solidFill>
                    <a:srgbClr val="002060"/>
                  </a:solidFill>
                  <a:effectLst>
                    <a:outerShdw blurRad="38100" dist="38100" dir="2700000" algn="tl">
                      <a:srgbClr val="000000">
                        <a:alpha val="43137"/>
                      </a:srgbClr>
                    </a:outerShdw>
                  </a:effectLst>
                  <a:latin typeface="Arial" charset="0"/>
                </a:rPr>
                <a:t>科技部</a:t>
              </a:r>
            </a:p>
          </p:txBody>
        </p:sp>
        <p:sp>
          <p:nvSpPr>
            <p:cNvPr id="93209" name="Rectangle 25">
              <a:extLst>
                <a:ext uri="{FF2B5EF4-FFF2-40B4-BE49-F238E27FC236}">
                  <a16:creationId xmlns:a16="http://schemas.microsoft.com/office/drawing/2014/main" id="{78058B20-D1B6-8292-DFFA-F6327CDAE2A3}"/>
                </a:ext>
              </a:extLst>
            </p:cNvPr>
            <p:cNvSpPr>
              <a:spLocks noChangeArrowheads="1"/>
            </p:cNvSpPr>
            <p:nvPr/>
          </p:nvSpPr>
          <p:spPr bwMode="auto">
            <a:xfrm>
              <a:off x="6777181" y="5350731"/>
              <a:ext cx="654698" cy="398581"/>
            </a:xfrm>
            <a:prstGeom prst="rect">
              <a:avLst/>
            </a:prstGeom>
            <a:gradFill rotWithShape="0">
              <a:gsLst>
                <a:gs pos="0">
                  <a:srgbClr val="00FFFF">
                    <a:gamma/>
                    <a:shade val="46275"/>
                    <a:invGamma/>
                  </a:srgbClr>
                </a:gs>
                <a:gs pos="50000">
                  <a:srgbClr val="00FFFF"/>
                </a:gs>
                <a:gs pos="100000">
                  <a:srgbClr val="00FFFF">
                    <a:gamma/>
                    <a:shade val="46275"/>
                    <a:invGamma/>
                  </a:srgbClr>
                </a:gs>
              </a:gsLst>
              <a:lin ang="5400000" scaled="1"/>
            </a:gradFill>
            <a:ln w="28575">
              <a:solidFill>
                <a:srgbClr val="002B52"/>
              </a:solidFill>
              <a:miter lim="800000"/>
              <a:headEnd/>
              <a:tailEnd/>
            </a:ln>
            <a:effectLst>
              <a:outerShdw dist="35921" dir="2700000" algn="ctr" rotWithShape="0">
                <a:schemeClr val="bg2"/>
              </a:outerShdw>
            </a:effectLst>
          </p:spPr>
          <p:txBody>
            <a:bodyPr lIns="18000" tIns="10800" rIns="18000" bIns="10800" anchor="ctr"/>
            <a:lstStyle/>
            <a:p>
              <a:pPr algn="ctr" eaLnBrk="0" hangingPunct="0">
                <a:defRPr/>
              </a:pPr>
              <a:r>
                <a:rPr lang="zh-CN" altLang="en-US" sz="1400" b="1" dirty="0">
                  <a:solidFill>
                    <a:srgbClr val="002060"/>
                  </a:solidFill>
                  <a:effectLst>
                    <a:outerShdw blurRad="38100" dist="38100" dir="2700000" algn="tl">
                      <a:srgbClr val="000000">
                        <a:alpha val="43137"/>
                      </a:srgbClr>
                    </a:outerShdw>
                  </a:effectLst>
                  <a:latin typeface="Arial" charset="0"/>
                </a:rPr>
                <a:t>财政部</a:t>
              </a:r>
            </a:p>
          </p:txBody>
        </p:sp>
        <p:sp>
          <p:nvSpPr>
            <p:cNvPr id="93210" name="Rectangle 26">
              <a:extLst>
                <a:ext uri="{FF2B5EF4-FFF2-40B4-BE49-F238E27FC236}">
                  <a16:creationId xmlns:a16="http://schemas.microsoft.com/office/drawing/2014/main" id="{4BCB660C-D597-1597-CA69-3351FAD19584}"/>
                </a:ext>
              </a:extLst>
            </p:cNvPr>
            <p:cNvSpPr>
              <a:spLocks noChangeArrowheads="1"/>
            </p:cNvSpPr>
            <p:nvPr/>
          </p:nvSpPr>
          <p:spPr bwMode="auto">
            <a:xfrm>
              <a:off x="7467142" y="5350731"/>
              <a:ext cx="1218890" cy="398581"/>
            </a:xfrm>
            <a:prstGeom prst="rect">
              <a:avLst/>
            </a:prstGeom>
            <a:gradFill rotWithShape="0">
              <a:gsLst>
                <a:gs pos="0">
                  <a:srgbClr val="00FFFF">
                    <a:gamma/>
                    <a:shade val="46275"/>
                    <a:invGamma/>
                  </a:srgbClr>
                </a:gs>
                <a:gs pos="50000">
                  <a:srgbClr val="00FFFF"/>
                </a:gs>
                <a:gs pos="100000">
                  <a:srgbClr val="00FFFF">
                    <a:gamma/>
                    <a:shade val="46275"/>
                    <a:invGamma/>
                  </a:srgbClr>
                </a:gs>
              </a:gsLst>
              <a:lin ang="5400000" scaled="1"/>
            </a:gradFill>
            <a:ln w="28575">
              <a:solidFill>
                <a:srgbClr val="002B52"/>
              </a:solidFill>
              <a:miter lim="800000"/>
              <a:headEnd/>
              <a:tailEnd/>
            </a:ln>
            <a:effectLst>
              <a:outerShdw dist="35921" dir="2700000" algn="ctr" rotWithShape="0">
                <a:schemeClr val="bg2"/>
              </a:outerShdw>
            </a:effectLst>
          </p:spPr>
          <p:txBody>
            <a:bodyPr lIns="18000" tIns="10800" rIns="18000" bIns="10800" anchor="ctr"/>
            <a:lstStyle/>
            <a:p>
              <a:pPr algn="ctr" eaLnBrk="0" hangingPunct="0">
                <a:defRPr/>
              </a:pPr>
              <a:r>
                <a:rPr lang="zh-CN" altLang="en-US" sz="1400" b="1" dirty="0">
                  <a:solidFill>
                    <a:srgbClr val="002060"/>
                  </a:solidFill>
                  <a:effectLst>
                    <a:outerShdw blurRad="38100" dist="38100" dir="2700000" algn="tl">
                      <a:srgbClr val="000000">
                        <a:alpha val="43137"/>
                      </a:srgbClr>
                    </a:outerShdw>
                  </a:effectLst>
                  <a:latin typeface="Arial" charset="0"/>
                </a:rPr>
                <a:t>公安</a:t>
              </a:r>
              <a:r>
                <a:rPr lang="en-US" altLang="zh-CN" sz="1400" b="1" dirty="0">
                  <a:solidFill>
                    <a:srgbClr val="002060"/>
                  </a:solidFill>
                  <a:effectLst>
                    <a:outerShdw blurRad="38100" dist="38100" dir="2700000" algn="tl">
                      <a:srgbClr val="000000">
                        <a:alpha val="43137"/>
                      </a:srgbClr>
                    </a:outerShdw>
                  </a:effectLst>
                  <a:latin typeface="Arial" charset="0"/>
                </a:rPr>
                <a:t>/</a:t>
              </a:r>
              <a:r>
                <a:rPr lang="zh-CN" altLang="en-US" sz="1400" b="1" dirty="0">
                  <a:solidFill>
                    <a:srgbClr val="002060"/>
                  </a:solidFill>
                  <a:effectLst>
                    <a:outerShdw blurRad="38100" dist="38100" dir="2700000" algn="tl">
                      <a:srgbClr val="000000">
                        <a:alpha val="43137"/>
                      </a:srgbClr>
                    </a:outerShdw>
                  </a:effectLst>
                  <a:latin typeface="Arial" charset="0"/>
                </a:rPr>
                <a:t>保密</a:t>
              </a:r>
              <a:r>
                <a:rPr lang="en-US" altLang="zh-CN" sz="1400" b="1" dirty="0">
                  <a:solidFill>
                    <a:srgbClr val="002060"/>
                  </a:solidFill>
                  <a:effectLst>
                    <a:outerShdw blurRad="38100" dist="38100" dir="2700000" algn="tl">
                      <a:srgbClr val="000000">
                        <a:alpha val="43137"/>
                      </a:srgbClr>
                    </a:outerShdw>
                  </a:effectLst>
                  <a:latin typeface="Arial" charset="0"/>
                </a:rPr>
                <a:t>/</a:t>
              </a:r>
              <a:r>
                <a:rPr lang="zh-CN" altLang="en-US" sz="1400" b="1" dirty="0">
                  <a:solidFill>
                    <a:srgbClr val="002060"/>
                  </a:solidFill>
                  <a:effectLst>
                    <a:outerShdw blurRad="38100" dist="38100" dir="2700000" algn="tl">
                      <a:srgbClr val="000000">
                        <a:alpha val="43137"/>
                      </a:srgbClr>
                    </a:outerShdw>
                  </a:effectLst>
                  <a:latin typeface="Arial" charset="0"/>
                </a:rPr>
                <a:t>安全</a:t>
              </a:r>
            </a:p>
          </p:txBody>
        </p:sp>
        <p:sp>
          <p:nvSpPr>
            <p:cNvPr id="27677" name="Rectangle 27">
              <a:extLst>
                <a:ext uri="{FF2B5EF4-FFF2-40B4-BE49-F238E27FC236}">
                  <a16:creationId xmlns:a16="http://schemas.microsoft.com/office/drawing/2014/main" id="{7F381465-4C45-37DB-09B9-9A31978BF9CE}"/>
                </a:ext>
              </a:extLst>
            </p:cNvPr>
            <p:cNvSpPr>
              <a:spLocks noChangeArrowheads="1"/>
            </p:cNvSpPr>
            <p:nvPr/>
          </p:nvSpPr>
          <p:spPr bwMode="auto">
            <a:xfrm>
              <a:off x="3810000" y="5217538"/>
              <a:ext cx="4953000" cy="6635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b="1"/>
            </a:p>
          </p:txBody>
        </p:sp>
        <p:sp>
          <p:nvSpPr>
            <p:cNvPr id="27678" name="Line 28">
              <a:extLst>
                <a:ext uri="{FF2B5EF4-FFF2-40B4-BE49-F238E27FC236}">
                  <a16:creationId xmlns:a16="http://schemas.microsoft.com/office/drawing/2014/main" id="{786B43C9-CB1E-A802-71AF-694E585C91B8}"/>
                </a:ext>
              </a:extLst>
            </p:cNvPr>
            <p:cNvSpPr>
              <a:spLocks noChangeShapeType="1"/>
            </p:cNvSpPr>
            <p:nvPr/>
          </p:nvSpPr>
          <p:spPr bwMode="auto">
            <a:xfrm flipH="1" flipV="1">
              <a:off x="6029285" y="5043372"/>
              <a:ext cx="0" cy="19000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3213" name="Rectangle 29">
              <a:extLst>
                <a:ext uri="{FF2B5EF4-FFF2-40B4-BE49-F238E27FC236}">
                  <a16:creationId xmlns:a16="http://schemas.microsoft.com/office/drawing/2014/main" id="{FF9D1A95-3CF5-495D-E9E6-85349F9CF876}"/>
                </a:ext>
              </a:extLst>
            </p:cNvPr>
            <p:cNvSpPr>
              <a:spLocks noChangeArrowheads="1"/>
            </p:cNvSpPr>
            <p:nvPr/>
          </p:nvSpPr>
          <p:spPr bwMode="auto">
            <a:xfrm>
              <a:off x="3809296" y="2916371"/>
              <a:ext cx="285622"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45701" rIns="18000" bIns="45701" anchor="ctr"/>
            <a:lstStyle/>
            <a:p>
              <a:pPr algn="ctr" eaLnBrk="0" hangingPunct="0">
                <a:defRPr/>
              </a:pPr>
              <a:r>
                <a:rPr lang="zh-CN" altLang="en-US" sz="1600" b="1" dirty="0">
                  <a:latin typeface="Arial" charset="0"/>
                </a:rPr>
                <a:t>联</a:t>
              </a:r>
              <a:endParaRPr lang="en-US" altLang="zh-CN" sz="1600" b="1" dirty="0">
                <a:latin typeface="Arial" charset="0"/>
              </a:endParaRPr>
            </a:p>
            <a:p>
              <a:pPr algn="ctr" eaLnBrk="0" hangingPunct="0">
                <a:defRPr/>
              </a:pPr>
              <a:r>
                <a:rPr lang="zh-CN" altLang="en-US" sz="1600" b="1" dirty="0">
                  <a:latin typeface="Arial" charset="0"/>
                </a:rPr>
                <a:t>想</a:t>
              </a:r>
            </a:p>
          </p:txBody>
        </p:sp>
        <p:sp>
          <p:nvSpPr>
            <p:cNvPr id="93214" name="Rectangle 30">
              <a:extLst>
                <a:ext uri="{FF2B5EF4-FFF2-40B4-BE49-F238E27FC236}">
                  <a16:creationId xmlns:a16="http://schemas.microsoft.com/office/drawing/2014/main" id="{16864A45-3CF9-4EAC-E7E4-1AC25FDB5D6B}"/>
                </a:ext>
              </a:extLst>
            </p:cNvPr>
            <p:cNvSpPr>
              <a:spLocks noChangeArrowheads="1"/>
            </p:cNvSpPr>
            <p:nvPr/>
          </p:nvSpPr>
          <p:spPr bwMode="auto">
            <a:xfrm>
              <a:off x="6567960" y="2927486"/>
              <a:ext cx="250361"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45701" rIns="18000" bIns="45701" anchor="ctr"/>
            <a:lstStyle/>
            <a:p>
              <a:pPr algn="ctr" eaLnBrk="0" hangingPunct="0">
                <a:defRPr/>
              </a:pPr>
              <a:r>
                <a:rPr lang="zh-CN" altLang="en-US" sz="1600" b="1" dirty="0">
                  <a:latin typeface="Arial" charset="0"/>
                </a:rPr>
                <a:t>中天一维</a:t>
              </a:r>
            </a:p>
            <a:p>
              <a:pPr algn="ctr" eaLnBrk="0" hangingPunct="0">
                <a:defRPr/>
              </a:pPr>
              <a:endParaRPr lang="zh-CN" altLang="en-US" sz="1200" b="1" dirty="0">
                <a:latin typeface="Arial" charset="0"/>
              </a:endParaRPr>
            </a:p>
          </p:txBody>
        </p:sp>
        <p:sp>
          <p:nvSpPr>
            <p:cNvPr id="93215" name="Rectangle 31">
              <a:extLst>
                <a:ext uri="{FF2B5EF4-FFF2-40B4-BE49-F238E27FC236}">
                  <a16:creationId xmlns:a16="http://schemas.microsoft.com/office/drawing/2014/main" id="{75E55CFC-D7A4-EFBF-DDF0-781E76C5ADC8}"/>
                </a:ext>
              </a:extLst>
            </p:cNvPr>
            <p:cNvSpPr>
              <a:spLocks noChangeArrowheads="1"/>
            </p:cNvSpPr>
            <p:nvPr/>
          </p:nvSpPr>
          <p:spPr bwMode="auto">
            <a:xfrm>
              <a:off x="7089838" y="2916371"/>
              <a:ext cx="249185"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45701" rIns="18000" bIns="45701" anchor="ctr"/>
            <a:lstStyle/>
            <a:p>
              <a:pPr algn="ctr" eaLnBrk="0" hangingPunct="0">
                <a:defRPr/>
              </a:pPr>
              <a:r>
                <a:rPr lang="zh-CN" altLang="en-US" sz="1600" b="1" dirty="0">
                  <a:latin typeface="Arial" charset="0"/>
                </a:rPr>
                <a:t>南方基地</a:t>
              </a:r>
            </a:p>
          </p:txBody>
        </p:sp>
        <p:sp>
          <p:nvSpPr>
            <p:cNvPr id="93216" name="Rectangle 32">
              <a:extLst>
                <a:ext uri="{FF2B5EF4-FFF2-40B4-BE49-F238E27FC236}">
                  <a16:creationId xmlns:a16="http://schemas.microsoft.com/office/drawing/2014/main" id="{42AAF00F-6D30-5216-6414-80BB046C6F4D}"/>
                </a:ext>
              </a:extLst>
            </p:cNvPr>
            <p:cNvSpPr>
              <a:spLocks noChangeArrowheads="1"/>
            </p:cNvSpPr>
            <p:nvPr/>
          </p:nvSpPr>
          <p:spPr bwMode="auto">
            <a:xfrm>
              <a:off x="7582331" y="2916371"/>
              <a:ext cx="249185"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45701" rIns="18000" bIns="45701" anchor="ctr"/>
            <a:lstStyle/>
            <a:p>
              <a:pPr algn="ctr" eaLnBrk="0" hangingPunct="0">
                <a:defRPr/>
              </a:pPr>
              <a:r>
                <a:rPr lang="zh-CN" altLang="en-US" sz="1600" b="1" dirty="0">
                  <a:latin typeface="Arial" charset="0"/>
                </a:rPr>
                <a:t>同方微电子</a:t>
              </a:r>
            </a:p>
          </p:txBody>
        </p:sp>
        <p:sp>
          <p:nvSpPr>
            <p:cNvPr id="93217" name="Rectangle 33">
              <a:extLst>
                <a:ext uri="{FF2B5EF4-FFF2-40B4-BE49-F238E27FC236}">
                  <a16:creationId xmlns:a16="http://schemas.microsoft.com/office/drawing/2014/main" id="{DAE2D77F-5214-EA58-C9FD-F945B3F02E4D}"/>
                </a:ext>
              </a:extLst>
            </p:cNvPr>
            <p:cNvSpPr>
              <a:spLocks noChangeArrowheads="1"/>
            </p:cNvSpPr>
            <p:nvPr/>
          </p:nvSpPr>
          <p:spPr bwMode="auto">
            <a:xfrm>
              <a:off x="7827989" y="2916371"/>
              <a:ext cx="249185"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45701" rIns="18000" bIns="45701" anchor="ctr"/>
            <a:lstStyle/>
            <a:p>
              <a:pPr algn="ctr" eaLnBrk="0" hangingPunct="0">
                <a:defRPr/>
              </a:pPr>
              <a:r>
                <a:rPr lang="zh-CN" altLang="en-US" sz="1600" b="1" dirty="0">
                  <a:latin typeface="Arial" charset="0"/>
                </a:rPr>
                <a:t>浪潮</a:t>
              </a:r>
            </a:p>
          </p:txBody>
        </p:sp>
        <p:sp>
          <p:nvSpPr>
            <p:cNvPr id="93218" name="Rectangle 34">
              <a:extLst>
                <a:ext uri="{FF2B5EF4-FFF2-40B4-BE49-F238E27FC236}">
                  <a16:creationId xmlns:a16="http://schemas.microsoft.com/office/drawing/2014/main" id="{8F33D0B6-7FFF-A84F-DFE5-854FDC3DDED0}"/>
                </a:ext>
              </a:extLst>
            </p:cNvPr>
            <p:cNvSpPr>
              <a:spLocks noChangeArrowheads="1"/>
            </p:cNvSpPr>
            <p:nvPr/>
          </p:nvSpPr>
          <p:spPr bwMode="auto">
            <a:xfrm>
              <a:off x="8073648" y="2916371"/>
              <a:ext cx="249185"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45701" rIns="18000" bIns="45701" anchor="ctr"/>
            <a:lstStyle/>
            <a:p>
              <a:pPr algn="ctr" eaLnBrk="0" hangingPunct="0">
                <a:defRPr/>
              </a:pPr>
              <a:r>
                <a:rPr lang="zh-CN" altLang="en-US" sz="1600" b="1" dirty="0">
                  <a:latin typeface="Arial" charset="0"/>
                </a:rPr>
                <a:t>北信源</a:t>
              </a:r>
            </a:p>
          </p:txBody>
        </p:sp>
        <p:sp>
          <p:nvSpPr>
            <p:cNvPr id="93219" name="Rectangle 35">
              <a:extLst>
                <a:ext uri="{FF2B5EF4-FFF2-40B4-BE49-F238E27FC236}">
                  <a16:creationId xmlns:a16="http://schemas.microsoft.com/office/drawing/2014/main" id="{7A56BB55-3A73-B2B7-03F2-890DEEBBD704}"/>
                </a:ext>
              </a:extLst>
            </p:cNvPr>
            <p:cNvSpPr>
              <a:spLocks noChangeArrowheads="1"/>
            </p:cNvSpPr>
            <p:nvPr/>
          </p:nvSpPr>
          <p:spPr bwMode="auto">
            <a:xfrm>
              <a:off x="8319307" y="2916371"/>
              <a:ext cx="250361"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45701" rIns="18000" bIns="45701" anchor="ctr"/>
            <a:lstStyle/>
            <a:p>
              <a:pPr algn="ctr" eaLnBrk="0" hangingPunct="0">
                <a:defRPr/>
              </a:pPr>
              <a:r>
                <a:rPr lang="zh-CN" altLang="en-US" sz="1600" b="1" dirty="0">
                  <a:latin typeface="Arial" charset="0"/>
                </a:rPr>
                <a:t>清大安科</a:t>
              </a:r>
            </a:p>
          </p:txBody>
        </p:sp>
        <p:sp>
          <p:nvSpPr>
            <p:cNvPr id="93220" name="Rectangle 36">
              <a:extLst>
                <a:ext uri="{FF2B5EF4-FFF2-40B4-BE49-F238E27FC236}">
                  <a16:creationId xmlns:a16="http://schemas.microsoft.com/office/drawing/2014/main" id="{52CDDB51-4B62-0ED2-9CF0-7078780EED20}"/>
                </a:ext>
              </a:extLst>
            </p:cNvPr>
            <p:cNvSpPr>
              <a:spLocks noChangeArrowheads="1"/>
            </p:cNvSpPr>
            <p:nvPr/>
          </p:nvSpPr>
          <p:spPr bwMode="auto">
            <a:xfrm>
              <a:off x="7335497" y="2916371"/>
              <a:ext cx="249185" cy="1721361"/>
            </a:xfrm>
            <a:prstGeom prst="rect">
              <a:avLst/>
            </a:prstGeom>
            <a:gradFill rotWithShape="1">
              <a:gsLst>
                <a:gs pos="0">
                  <a:srgbClr val="CCFFCC">
                    <a:gamma/>
                    <a:shade val="46275"/>
                    <a:invGamma/>
                  </a:srgbClr>
                </a:gs>
                <a:gs pos="50000">
                  <a:srgbClr val="CCFFCC"/>
                </a:gs>
                <a:gs pos="100000">
                  <a:srgbClr val="CCFFCC">
                    <a:gamma/>
                    <a:shade val="46275"/>
                    <a:invGamma/>
                  </a:srgbClr>
                </a:gs>
              </a:gsLst>
              <a:lin ang="0" scaled="1"/>
            </a:gradFill>
            <a:ln w="28575">
              <a:solidFill>
                <a:srgbClr val="002B52"/>
              </a:solidFill>
              <a:miter lim="800000"/>
              <a:headEnd/>
              <a:tailEnd/>
            </a:ln>
            <a:effectLst>
              <a:outerShdw dist="35921" dir="2700000" algn="ctr" rotWithShape="0">
                <a:schemeClr val="bg2"/>
              </a:outerShdw>
            </a:effectLst>
          </p:spPr>
          <p:txBody>
            <a:bodyPr lIns="18000" tIns="45701" rIns="18000" bIns="45701" anchor="ctr"/>
            <a:lstStyle/>
            <a:p>
              <a:pPr algn="ctr" eaLnBrk="0" hangingPunct="0">
                <a:defRPr/>
              </a:pPr>
              <a:r>
                <a:rPr lang="zh-CN" altLang="en-US" sz="1600" b="1" dirty="0">
                  <a:latin typeface="Arial" charset="0"/>
                </a:rPr>
                <a:t>多思</a:t>
              </a:r>
            </a:p>
          </p:txBody>
        </p:sp>
        <p:sp>
          <p:nvSpPr>
            <p:cNvPr id="27687" name="AutoShape 37">
              <a:extLst>
                <a:ext uri="{FF2B5EF4-FFF2-40B4-BE49-F238E27FC236}">
                  <a16:creationId xmlns:a16="http://schemas.microsoft.com/office/drawing/2014/main" id="{516DBD0F-2A9C-0BDF-684A-9C87C8792342}"/>
                </a:ext>
              </a:extLst>
            </p:cNvPr>
            <p:cNvSpPr>
              <a:spLocks noChangeArrowheads="1"/>
            </p:cNvSpPr>
            <p:nvPr/>
          </p:nvSpPr>
          <p:spPr bwMode="auto">
            <a:xfrm>
              <a:off x="4782285" y="2117725"/>
              <a:ext cx="492125" cy="719138"/>
            </a:xfrm>
            <a:prstGeom prst="roundRect">
              <a:avLst>
                <a:gd name="adj" fmla="val 16667"/>
              </a:avLst>
            </a:prstGeom>
            <a:solidFill>
              <a:srgbClr val="FF75BA"/>
            </a:solidFill>
            <a:ln w="9525">
              <a:solidFill>
                <a:schemeClr val="tx1"/>
              </a:solidFill>
              <a:round/>
              <a:headEnd/>
              <a:tailEnd/>
            </a:ln>
          </p:spPr>
          <p:txBody>
            <a:bodyPr lIns="18000" rIns="18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20000"/>
                </a:spcBef>
                <a:buClr>
                  <a:schemeClr val="accent1"/>
                </a:buClr>
              </a:pPr>
              <a:r>
                <a:rPr lang="en-US" altLang="zh-CN" sz="1400" b="1">
                  <a:latin typeface="Times New Roman" panose="02020603050405020304" pitchFamily="18" charset="0"/>
                </a:rPr>
                <a:t>PC</a:t>
              </a:r>
            </a:p>
            <a:p>
              <a:pPr algn="ctr" eaLnBrk="1" hangingPunct="1">
                <a:lnSpc>
                  <a:spcPct val="80000"/>
                </a:lnSpc>
                <a:spcBef>
                  <a:spcPct val="20000"/>
                </a:spcBef>
                <a:buClr>
                  <a:schemeClr val="accent1"/>
                </a:buClr>
              </a:pPr>
              <a:r>
                <a:rPr lang="zh-CN" altLang="en-US" sz="1400" b="1">
                  <a:latin typeface="Times New Roman" panose="02020603050405020304" pitchFamily="18" charset="0"/>
                </a:rPr>
                <a:t>系统</a:t>
              </a:r>
            </a:p>
          </p:txBody>
        </p:sp>
        <p:sp>
          <p:nvSpPr>
            <p:cNvPr id="27688" name="AutoShape 38">
              <a:extLst>
                <a:ext uri="{FF2B5EF4-FFF2-40B4-BE49-F238E27FC236}">
                  <a16:creationId xmlns:a16="http://schemas.microsoft.com/office/drawing/2014/main" id="{4F2C5D7B-467A-ED46-9903-18C189464C34}"/>
                </a:ext>
              </a:extLst>
            </p:cNvPr>
            <p:cNvSpPr>
              <a:spLocks noChangeArrowheads="1"/>
            </p:cNvSpPr>
            <p:nvPr/>
          </p:nvSpPr>
          <p:spPr bwMode="auto">
            <a:xfrm>
              <a:off x="6560830" y="2117725"/>
              <a:ext cx="774700" cy="719138"/>
            </a:xfrm>
            <a:prstGeom prst="roundRect">
              <a:avLst>
                <a:gd name="adj" fmla="val 16667"/>
              </a:avLst>
            </a:prstGeom>
            <a:solidFill>
              <a:srgbClr val="FF75BA"/>
            </a:solidFill>
            <a:ln w="9525">
              <a:solidFill>
                <a:schemeClr val="tx1"/>
              </a:solidFill>
              <a:round/>
              <a:headEnd/>
              <a:tailEnd/>
            </a:ln>
          </p:spPr>
          <p:txBody>
            <a:bodyPr lIns="18000" rIns="18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accent1"/>
                </a:buClr>
              </a:pPr>
              <a:r>
                <a:rPr lang="zh-CN" altLang="en-US" sz="1400" b="1">
                  <a:latin typeface="Times New Roman" panose="02020603050405020304" pitchFamily="18" charset="0"/>
                </a:rPr>
                <a:t>支撑软件</a:t>
              </a:r>
            </a:p>
          </p:txBody>
        </p:sp>
        <p:sp>
          <p:nvSpPr>
            <p:cNvPr id="27689" name="AutoShape 39">
              <a:extLst>
                <a:ext uri="{FF2B5EF4-FFF2-40B4-BE49-F238E27FC236}">
                  <a16:creationId xmlns:a16="http://schemas.microsoft.com/office/drawing/2014/main" id="{4B7C295E-9613-D9B8-632B-978EACAEE6BB}"/>
                </a:ext>
              </a:extLst>
            </p:cNvPr>
            <p:cNvSpPr>
              <a:spLocks noChangeArrowheads="1"/>
            </p:cNvSpPr>
            <p:nvPr/>
          </p:nvSpPr>
          <p:spPr bwMode="auto">
            <a:xfrm>
              <a:off x="7355860" y="2117725"/>
              <a:ext cx="530225" cy="719138"/>
            </a:xfrm>
            <a:prstGeom prst="roundRect">
              <a:avLst>
                <a:gd name="adj" fmla="val 16667"/>
              </a:avLst>
            </a:prstGeom>
            <a:solidFill>
              <a:srgbClr val="FF75BA"/>
            </a:solidFill>
            <a:ln w="9525">
              <a:solidFill>
                <a:schemeClr val="tx1"/>
              </a:solidFill>
              <a:round/>
              <a:headEnd/>
              <a:tailEnd/>
            </a:ln>
          </p:spPr>
          <p:txBody>
            <a:bodyPr lIns="18000" rIns="18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accent1"/>
                </a:buClr>
              </a:pPr>
              <a:r>
                <a:rPr lang="zh-CN" altLang="en-US" sz="1400" b="1">
                  <a:latin typeface="Times New Roman" panose="02020603050405020304" pitchFamily="18" charset="0"/>
                </a:rPr>
                <a:t>应用</a:t>
              </a:r>
              <a:endParaRPr lang="en-US" altLang="zh-CN" sz="1400" b="1">
                <a:latin typeface="Times New Roman" panose="02020603050405020304" pitchFamily="18" charset="0"/>
              </a:endParaRPr>
            </a:p>
            <a:p>
              <a:pPr algn="ctr" eaLnBrk="1" hangingPunct="1">
                <a:spcBef>
                  <a:spcPct val="20000"/>
                </a:spcBef>
                <a:buClr>
                  <a:schemeClr val="accent1"/>
                </a:buClr>
              </a:pPr>
              <a:r>
                <a:rPr lang="zh-CN" altLang="en-US" sz="1400" b="1">
                  <a:latin typeface="Times New Roman" panose="02020603050405020304" pitchFamily="18" charset="0"/>
                </a:rPr>
                <a:t>软件</a:t>
              </a:r>
            </a:p>
          </p:txBody>
        </p:sp>
        <p:sp>
          <p:nvSpPr>
            <p:cNvPr id="27690" name="AutoShape 40">
              <a:extLst>
                <a:ext uri="{FF2B5EF4-FFF2-40B4-BE49-F238E27FC236}">
                  <a16:creationId xmlns:a16="http://schemas.microsoft.com/office/drawing/2014/main" id="{84CD841E-4156-800D-6FCF-932C8CE2DC50}"/>
                </a:ext>
              </a:extLst>
            </p:cNvPr>
            <p:cNvSpPr>
              <a:spLocks noChangeArrowheads="1"/>
            </p:cNvSpPr>
            <p:nvPr/>
          </p:nvSpPr>
          <p:spPr bwMode="auto">
            <a:xfrm>
              <a:off x="7909591" y="2117725"/>
              <a:ext cx="530225" cy="719138"/>
            </a:xfrm>
            <a:prstGeom prst="roundRect">
              <a:avLst>
                <a:gd name="adj" fmla="val 16667"/>
              </a:avLst>
            </a:prstGeom>
            <a:solidFill>
              <a:srgbClr val="FF75BA"/>
            </a:solidFill>
            <a:ln w="9525">
              <a:solidFill>
                <a:schemeClr val="tx1"/>
              </a:solidFill>
              <a:round/>
              <a:headEnd/>
              <a:tailEnd/>
            </a:ln>
          </p:spPr>
          <p:txBody>
            <a:bodyPr lIns="18000" rIns="18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accent1"/>
                </a:buClr>
              </a:pPr>
              <a:r>
                <a:rPr lang="zh-CN" altLang="en-US" sz="1400" b="1">
                  <a:latin typeface="Times New Roman" panose="02020603050405020304" pitchFamily="18" charset="0"/>
                </a:rPr>
                <a:t>应用</a:t>
              </a:r>
              <a:endParaRPr lang="en-US" altLang="zh-CN" sz="1400" b="1">
                <a:latin typeface="Times New Roman" panose="02020603050405020304" pitchFamily="18" charset="0"/>
              </a:endParaRPr>
            </a:p>
            <a:p>
              <a:pPr algn="ctr" eaLnBrk="1" hangingPunct="1">
                <a:spcBef>
                  <a:spcPct val="20000"/>
                </a:spcBef>
                <a:buClr>
                  <a:schemeClr val="accent1"/>
                </a:buClr>
              </a:pPr>
              <a:r>
                <a:rPr lang="zh-CN" altLang="en-US" sz="1400" b="1">
                  <a:latin typeface="Times New Roman" panose="02020603050405020304" pitchFamily="18" charset="0"/>
                </a:rPr>
                <a:t>方案</a:t>
              </a:r>
            </a:p>
          </p:txBody>
        </p:sp>
        <p:sp>
          <p:nvSpPr>
            <p:cNvPr id="27691" name="AutoShape 41">
              <a:extLst>
                <a:ext uri="{FF2B5EF4-FFF2-40B4-BE49-F238E27FC236}">
                  <a16:creationId xmlns:a16="http://schemas.microsoft.com/office/drawing/2014/main" id="{5AE28844-7D76-16D9-D507-DDBE10CB8DF1}"/>
                </a:ext>
              </a:extLst>
            </p:cNvPr>
            <p:cNvSpPr>
              <a:spLocks noChangeArrowheads="1"/>
            </p:cNvSpPr>
            <p:nvPr/>
          </p:nvSpPr>
          <p:spPr bwMode="auto">
            <a:xfrm>
              <a:off x="5287963" y="2117725"/>
              <a:ext cx="655637" cy="719138"/>
            </a:xfrm>
            <a:prstGeom prst="roundRect">
              <a:avLst>
                <a:gd name="adj" fmla="val 16667"/>
              </a:avLst>
            </a:prstGeom>
            <a:solidFill>
              <a:srgbClr val="FF75BA"/>
            </a:solidFill>
            <a:ln w="9525">
              <a:solidFill>
                <a:schemeClr val="tx1"/>
              </a:solidFill>
              <a:round/>
              <a:headEnd/>
              <a:tailEnd/>
            </a:ln>
          </p:spPr>
          <p:txBody>
            <a:bodyPr lIns="18000" rIns="18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accent1"/>
                </a:buClr>
              </a:pPr>
              <a:r>
                <a:rPr lang="zh-CN" altLang="en-US" sz="1400" b="1">
                  <a:latin typeface="Times New Roman" panose="02020603050405020304" pitchFamily="18" charset="0"/>
                </a:rPr>
                <a:t>服务器系统</a:t>
              </a:r>
            </a:p>
          </p:txBody>
        </p:sp>
        <p:sp>
          <p:nvSpPr>
            <p:cNvPr id="17502" name="Text Box 42">
              <a:extLst>
                <a:ext uri="{FF2B5EF4-FFF2-40B4-BE49-F238E27FC236}">
                  <a16:creationId xmlns:a16="http://schemas.microsoft.com/office/drawing/2014/main" id="{33E5CEF3-8B7D-7BFD-18B7-6542FCE6FA57}"/>
                </a:ext>
              </a:extLst>
            </p:cNvPr>
            <p:cNvSpPr txBox="1">
              <a:spLocks noChangeArrowheads="1"/>
            </p:cNvSpPr>
            <p:nvPr/>
          </p:nvSpPr>
          <p:spPr bwMode="auto">
            <a:xfrm>
              <a:off x="3809296" y="2209723"/>
              <a:ext cx="365549" cy="492271"/>
            </a:xfrm>
            <a:prstGeom prst="rect">
              <a:avLst/>
            </a:prstGeom>
            <a:noFill/>
            <a:ln w="9525">
              <a:noFill/>
              <a:miter lim="800000"/>
              <a:headEnd/>
              <a:tailEnd/>
            </a:ln>
          </p:spPr>
          <p:txBody>
            <a:bodyPr lIns="0" tIns="0" rIns="0" bIns="0" anchor="ctr">
              <a:spAutoFit/>
            </a:bodyPr>
            <a:lstStyle/>
            <a:p>
              <a:pPr algn="ctr">
                <a:spcBef>
                  <a:spcPct val="50000"/>
                </a:spcBef>
                <a:defRPr/>
              </a:pPr>
              <a:r>
                <a:rPr lang="zh-CN" altLang="en-US" sz="1600" b="1" dirty="0">
                  <a:solidFill>
                    <a:schemeClr val="tx2">
                      <a:lumMod val="50000"/>
                    </a:schemeClr>
                  </a:solidFill>
                  <a:latin typeface="Arial" charset="0"/>
                </a:rPr>
                <a:t>产业链</a:t>
              </a:r>
            </a:p>
          </p:txBody>
        </p:sp>
        <p:sp>
          <p:nvSpPr>
            <p:cNvPr id="27693" name="Text Box 43">
              <a:extLst>
                <a:ext uri="{FF2B5EF4-FFF2-40B4-BE49-F238E27FC236}">
                  <a16:creationId xmlns:a16="http://schemas.microsoft.com/office/drawing/2014/main" id="{469EDF5D-1318-986C-FB06-C7B1362A43D4}"/>
                </a:ext>
              </a:extLst>
            </p:cNvPr>
            <p:cNvSpPr txBox="1">
              <a:spLocks noChangeArrowheads="1"/>
            </p:cNvSpPr>
            <p:nvPr/>
          </p:nvSpPr>
          <p:spPr bwMode="auto">
            <a:xfrm>
              <a:off x="5818189" y="4756150"/>
              <a:ext cx="49286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200" b="1"/>
                <a:t>专家领队</a:t>
              </a:r>
            </a:p>
          </p:txBody>
        </p:sp>
        <p:sp>
          <p:nvSpPr>
            <p:cNvPr id="52" name="矩形 51">
              <a:extLst>
                <a:ext uri="{FF2B5EF4-FFF2-40B4-BE49-F238E27FC236}">
                  <a16:creationId xmlns:a16="http://schemas.microsoft.com/office/drawing/2014/main" id="{0C3D4828-2D10-7963-46F0-EF9F3EF380A6}"/>
                </a:ext>
              </a:extLst>
            </p:cNvPr>
            <p:cNvSpPr/>
            <p:nvPr/>
          </p:nvSpPr>
          <p:spPr>
            <a:xfrm>
              <a:off x="8657822" y="3213321"/>
              <a:ext cx="45841" cy="13720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b="1" dirty="0">
                  <a:solidFill>
                    <a:schemeClr val="tx1"/>
                  </a:solidFill>
                  <a:sym typeface="Symbol"/>
                </a:rPr>
                <a:t></a:t>
              </a:r>
              <a:endParaRPr lang="zh-CN" altLang="en-US" b="1" dirty="0">
                <a:solidFill>
                  <a:schemeClr val="tx1"/>
                </a:solidFill>
              </a:endParaRPr>
            </a:p>
          </p:txBody>
        </p:sp>
      </p:grpSp>
      <p:sp>
        <p:nvSpPr>
          <p:cNvPr id="17413" name="Rectangle 16">
            <a:extLst>
              <a:ext uri="{FF2B5EF4-FFF2-40B4-BE49-F238E27FC236}">
                <a16:creationId xmlns:a16="http://schemas.microsoft.com/office/drawing/2014/main" id="{6220BCB4-AE97-E20A-B19E-592B3C1069C6}"/>
              </a:ext>
            </a:extLst>
          </p:cNvPr>
          <p:cNvSpPr>
            <a:spLocks noGrp="1" noChangeArrowheads="1"/>
          </p:cNvSpPr>
          <p:nvPr>
            <p:ph type="title"/>
          </p:nvPr>
        </p:nvSpPr>
        <p:spPr>
          <a:xfrm>
            <a:off x="1828801" y="579438"/>
            <a:ext cx="4594225" cy="639762"/>
          </a:xfrm>
        </p:spPr>
        <p:txBody>
          <a:bodyPr/>
          <a:lstStyle/>
          <a:p>
            <a:pPr fontAlgn="t">
              <a:lnSpc>
                <a:spcPts val="3200"/>
              </a:lnSpc>
              <a:defRPr/>
            </a:pPr>
            <a:r>
              <a:rPr kumimoji="1" lang="zh-CN" altLang="en-US" dirty="0">
                <a:solidFill>
                  <a:srgbClr val="000066"/>
                </a:solidFill>
                <a:effectLst>
                  <a:outerShdw blurRad="38100" dist="38100" dir="2700000" algn="tl">
                    <a:srgbClr val="C0C0C0"/>
                  </a:outerShdw>
                </a:effectLst>
                <a:latin typeface="黑体" pitchFamily="2" charset="-122"/>
                <a:cs typeface="Arial" charset="0"/>
              </a:rPr>
              <a:t>建立自主可信计算产业联盟</a:t>
            </a:r>
          </a:p>
        </p:txBody>
      </p:sp>
      <p:pic>
        <p:nvPicPr>
          <p:cNvPr id="44" name="Picture 48" descr="1">
            <a:extLst>
              <a:ext uri="{FF2B5EF4-FFF2-40B4-BE49-F238E27FC236}">
                <a16:creationId xmlns:a16="http://schemas.microsoft.com/office/drawing/2014/main" id="{B78283AB-6AB0-1FAF-E132-F59533945E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3414" y="604839"/>
            <a:ext cx="3455987" cy="186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4" name="Picture 1">
            <a:extLst>
              <a:ext uri="{FF2B5EF4-FFF2-40B4-BE49-F238E27FC236}">
                <a16:creationId xmlns:a16="http://schemas.microsoft.com/office/drawing/2014/main" id="{6FE2677C-E355-87F3-7024-B946F9C0E6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3289" y="1676400"/>
            <a:ext cx="1506537"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5" name="圆角矩形标注 47">
            <a:extLst>
              <a:ext uri="{FF2B5EF4-FFF2-40B4-BE49-F238E27FC236}">
                <a16:creationId xmlns:a16="http://schemas.microsoft.com/office/drawing/2014/main" id="{8B9F8CEB-6E09-9650-992D-F1048297C5A9}"/>
              </a:ext>
            </a:extLst>
          </p:cNvPr>
          <p:cNvSpPr>
            <a:spLocks noChangeArrowheads="1"/>
          </p:cNvSpPr>
          <p:nvPr/>
        </p:nvSpPr>
        <p:spPr bwMode="auto">
          <a:xfrm>
            <a:off x="9510713" y="4654551"/>
            <a:ext cx="971550" cy="754063"/>
          </a:xfrm>
          <a:prstGeom prst="wedgeRoundRectCallout">
            <a:avLst>
              <a:gd name="adj1" fmla="val -71958"/>
              <a:gd name="adj2" fmla="val -28574"/>
              <a:gd name="adj3" fmla="val 16667"/>
            </a:avLst>
          </a:prstGeom>
          <a:solidFill>
            <a:srgbClr val="CCFFFF"/>
          </a:solidFill>
          <a:ln w="25400" algn="ctr">
            <a:solidFill>
              <a:srgbClr val="FF99FF"/>
            </a:solidFill>
            <a:round/>
            <a:headEnd/>
            <a:tailEnd/>
          </a:ln>
        </p:spPr>
        <p:txBody>
          <a:bodyPr lIns="0" tIns="0" rIns="0" b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600">
                <a:latin typeface="华文新魏" panose="02010800040101010101" pitchFamily="2" charset="-122"/>
                <a:ea typeface="华文新魏" panose="02010800040101010101" pitchFamily="2" charset="-122"/>
              </a:rPr>
              <a:t>31</a:t>
            </a:r>
            <a:r>
              <a:rPr lang="zh-CN" altLang="en-US" sz="1600">
                <a:latin typeface="华文新魏" panose="02010800040101010101" pitchFamily="2" charset="-122"/>
                <a:ea typeface="华文新魏" panose="02010800040101010101" pitchFamily="2" charset="-122"/>
              </a:rPr>
              <a:t>家单位，覆盖</a:t>
            </a:r>
            <a:r>
              <a:rPr lang="en-US" altLang="zh-CN" sz="1600">
                <a:latin typeface="华文新魏" panose="02010800040101010101" pitchFamily="2" charset="-122"/>
                <a:ea typeface="华文新魏" panose="02010800040101010101" pitchFamily="2" charset="-122"/>
              </a:rPr>
              <a:t>IT</a:t>
            </a:r>
            <a:r>
              <a:rPr lang="zh-CN" altLang="en-US" sz="1600">
                <a:latin typeface="华文新魏" panose="02010800040101010101" pitchFamily="2" charset="-122"/>
                <a:ea typeface="华文新魏" panose="02010800040101010101" pitchFamily="2" charset="-122"/>
              </a:rPr>
              <a:t>各领域</a:t>
            </a:r>
          </a:p>
        </p:txBody>
      </p:sp>
      <p:sp>
        <p:nvSpPr>
          <p:cNvPr id="27656" name="灯片编号占位符 1">
            <a:extLst>
              <a:ext uri="{FF2B5EF4-FFF2-40B4-BE49-F238E27FC236}">
                <a16:creationId xmlns:a16="http://schemas.microsoft.com/office/drawing/2014/main" id="{41AF6A17-21C3-904F-6F84-2CB243E2B49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74918A32-E788-48C3-80BA-D930BE5779D0}" type="slidenum">
              <a:rPr lang="en-US" altLang="zh-CN" sz="1400">
                <a:solidFill>
                  <a:schemeClr val="bg1"/>
                </a:solidFill>
              </a:rPr>
              <a:pPr eaLnBrk="1" hangingPunct="1"/>
              <a:t>17</a:t>
            </a:fld>
            <a:endParaRPr lang="en-US" altLang="zh-CN" sz="1400">
              <a:solidFill>
                <a:schemeClr val="bg1"/>
              </a:solidFill>
            </a:endParaRPr>
          </a:p>
        </p:txBody>
      </p:sp>
    </p:spTree>
  </p:cSld>
  <p:clrMapOvr>
    <a:masterClrMapping/>
  </p:clrMapOvr>
  <p:transition advClick="0">
    <p:split dir="in"/>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additive="base">
                                        <p:cTn id="7" dur="500" fill="hold"/>
                                        <p:tgtEl>
                                          <p:spTgt spid="44"/>
                                        </p:tgtEl>
                                        <p:attrNameLst>
                                          <p:attrName>ppt_x</p:attrName>
                                        </p:attrNameLst>
                                      </p:cBhvr>
                                      <p:tavLst>
                                        <p:tav tm="0">
                                          <p:val>
                                            <p:strVal val="#ppt_x"/>
                                          </p:val>
                                        </p:tav>
                                        <p:tav tm="100000">
                                          <p:val>
                                            <p:strVal val="#ppt_x"/>
                                          </p:val>
                                        </p:tav>
                                      </p:tavLst>
                                    </p:anim>
                                    <p:anim calcmode="lin" valueType="num">
                                      <p:cBhvr additive="base">
                                        <p:cTn id="8" dur="500" fill="hold"/>
                                        <p:tgtEl>
                                          <p:spTgt spid="4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6">
            <a:extLst>
              <a:ext uri="{FF2B5EF4-FFF2-40B4-BE49-F238E27FC236}">
                <a16:creationId xmlns:a16="http://schemas.microsoft.com/office/drawing/2014/main" id="{B37E0C91-4182-7E38-7F6C-D9EE570B0018}"/>
              </a:ext>
            </a:extLst>
          </p:cNvPr>
          <p:cNvSpPr txBox="1">
            <a:spLocks noChangeArrowheads="1"/>
          </p:cNvSpPr>
          <p:nvPr/>
        </p:nvSpPr>
        <p:spPr bwMode="auto">
          <a:xfrm>
            <a:off x="1981200" y="609601"/>
            <a:ext cx="5486400" cy="500063"/>
          </a:xfrm>
          <a:prstGeom prst="rect">
            <a:avLst/>
          </a:prstGeom>
          <a:noFill/>
          <a:ln w="9525">
            <a:noFill/>
            <a:miter lim="800000"/>
            <a:headEnd/>
            <a:tailEnd/>
          </a:ln>
        </p:spPr>
        <p:txBody>
          <a:bodyPr anchor="ctr"/>
          <a:lstStyle/>
          <a:p>
            <a:pPr fontAlgn="t">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构建自主可信计算核心模块</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--TCM</a:t>
            </a:r>
            <a:endPar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endParaRPr>
          </a:p>
        </p:txBody>
      </p:sp>
      <p:grpSp>
        <p:nvGrpSpPr>
          <p:cNvPr id="28675" name="组合 49">
            <a:extLst>
              <a:ext uri="{FF2B5EF4-FFF2-40B4-BE49-F238E27FC236}">
                <a16:creationId xmlns:a16="http://schemas.microsoft.com/office/drawing/2014/main" id="{31882F7A-0500-642F-7E2D-83FEAD647587}"/>
              </a:ext>
            </a:extLst>
          </p:cNvPr>
          <p:cNvGrpSpPr>
            <a:grpSpLocks/>
          </p:cNvGrpSpPr>
          <p:nvPr/>
        </p:nvGrpSpPr>
        <p:grpSpPr bwMode="auto">
          <a:xfrm>
            <a:off x="3048000" y="1295400"/>
            <a:ext cx="6019800" cy="2863850"/>
            <a:chOff x="244549" y="1055686"/>
            <a:chExt cx="4522714" cy="2863852"/>
          </a:xfrm>
        </p:grpSpPr>
        <p:sp>
          <p:nvSpPr>
            <p:cNvPr id="4" name="矩形 3">
              <a:extLst>
                <a:ext uri="{FF2B5EF4-FFF2-40B4-BE49-F238E27FC236}">
                  <a16:creationId xmlns:a16="http://schemas.microsoft.com/office/drawing/2014/main" id="{5BBFDCC6-7C37-8B75-0F9B-ECB9CFD854D9}"/>
                </a:ext>
              </a:extLst>
            </p:cNvPr>
            <p:cNvSpPr/>
            <p:nvPr/>
          </p:nvSpPr>
          <p:spPr bwMode="auto">
            <a:xfrm>
              <a:off x="244549" y="1212849"/>
              <a:ext cx="4522714" cy="2706689"/>
            </a:xfrm>
            <a:prstGeom prst="rect">
              <a:avLst/>
            </a:prstGeom>
            <a:solidFill>
              <a:schemeClr val="accent3">
                <a:lumMod val="85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lstStyle/>
            <a:p>
              <a:pPr>
                <a:defRPr/>
              </a:pPr>
              <a:endParaRPr lang="zh-CN" altLang="en-US" sz="1400" dirty="0">
                <a:solidFill>
                  <a:schemeClr val="tx1"/>
                </a:solidFill>
              </a:endParaRPr>
            </a:p>
          </p:txBody>
        </p:sp>
        <p:sp>
          <p:nvSpPr>
            <p:cNvPr id="5" name="矩形 4">
              <a:extLst>
                <a:ext uri="{FF2B5EF4-FFF2-40B4-BE49-F238E27FC236}">
                  <a16:creationId xmlns:a16="http://schemas.microsoft.com/office/drawing/2014/main" id="{46503B33-78E5-907B-8D2E-58DFCE3A1BDA}"/>
                </a:ext>
              </a:extLst>
            </p:cNvPr>
            <p:cNvSpPr/>
            <p:nvPr/>
          </p:nvSpPr>
          <p:spPr bwMode="auto">
            <a:xfrm>
              <a:off x="1471836" y="1793875"/>
              <a:ext cx="2969820" cy="46196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0" tIns="36000" rIns="0" bIns="0"/>
            <a:lstStyle/>
            <a:p>
              <a:pPr>
                <a:defRPr/>
              </a:pPr>
              <a:r>
                <a:rPr lang="zh-CN" altLang="en-US" sz="1200" b="1" dirty="0">
                  <a:solidFill>
                    <a:schemeClr val="tx1"/>
                  </a:solidFill>
                </a:rPr>
                <a:t> </a:t>
              </a:r>
              <a:r>
                <a:rPr lang="zh-CN" altLang="en-US" sz="1400" b="1" dirty="0">
                  <a:solidFill>
                    <a:schemeClr val="tx1"/>
                  </a:solidFill>
                </a:rPr>
                <a:t>主计算区</a:t>
              </a:r>
            </a:p>
          </p:txBody>
        </p:sp>
        <p:sp>
          <p:nvSpPr>
            <p:cNvPr id="6" name="矩形 5">
              <a:extLst>
                <a:ext uri="{FF2B5EF4-FFF2-40B4-BE49-F238E27FC236}">
                  <a16:creationId xmlns:a16="http://schemas.microsoft.com/office/drawing/2014/main" id="{8B574044-808C-165A-2F3E-DCA6F0234BA0}"/>
                </a:ext>
              </a:extLst>
            </p:cNvPr>
            <p:cNvSpPr/>
            <p:nvPr/>
          </p:nvSpPr>
          <p:spPr bwMode="auto">
            <a:xfrm>
              <a:off x="584469" y="2441575"/>
              <a:ext cx="2422371" cy="138588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36000" tIns="36000" rIns="0" bIns="0"/>
            <a:lstStyle/>
            <a:p>
              <a:pPr>
                <a:defRPr/>
              </a:pPr>
              <a:r>
                <a:rPr lang="zh-CN" altLang="en-US" sz="1400" dirty="0">
                  <a:solidFill>
                    <a:schemeClr val="tx1"/>
                  </a:solidFill>
                </a:rPr>
                <a:t> </a:t>
              </a:r>
              <a:r>
                <a:rPr lang="zh-CN" altLang="en-US" sz="1400" b="1" dirty="0">
                  <a:solidFill>
                    <a:schemeClr val="tx1"/>
                  </a:solidFill>
                </a:rPr>
                <a:t>密码计算区</a:t>
              </a:r>
            </a:p>
          </p:txBody>
        </p:sp>
        <p:sp>
          <p:nvSpPr>
            <p:cNvPr id="7" name="矩形 6">
              <a:extLst>
                <a:ext uri="{FF2B5EF4-FFF2-40B4-BE49-F238E27FC236}">
                  <a16:creationId xmlns:a16="http://schemas.microsoft.com/office/drawing/2014/main" id="{A5A927DA-31F8-7630-CB6E-2C4347AA3367}"/>
                </a:ext>
              </a:extLst>
            </p:cNvPr>
            <p:cNvSpPr/>
            <p:nvPr/>
          </p:nvSpPr>
          <p:spPr bwMode="auto">
            <a:xfrm>
              <a:off x="3095099" y="2441575"/>
              <a:ext cx="1599410" cy="138588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36000" tIns="36000" rIns="0" bIns="0"/>
            <a:lstStyle/>
            <a:p>
              <a:pPr>
                <a:defRPr/>
              </a:pPr>
              <a:r>
                <a:rPr lang="zh-CN" altLang="en-US" sz="1200" b="1" dirty="0">
                  <a:solidFill>
                    <a:schemeClr val="tx1"/>
                  </a:solidFill>
                </a:rPr>
                <a:t>受保护存储区</a:t>
              </a:r>
            </a:p>
          </p:txBody>
        </p:sp>
        <p:sp>
          <p:nvSpPr>
            <p:cNvPr id="8" name="TextBox 7">
              <a:extLst>
                <a:ext uri="{FF2B5EF4-FFF2-40B4-BE49-F238E27FC236}">
                  <a16:creationId xmlns:a16="http://schemas.microsoft.com/office/drawing/2014/main" id="{A1EF8E44-04DD-6985-79E5-B962F9D50CF9}"/>
                </a:ext>
              </a:extLst>
            </p:cNvPr>
            <p:cNvSpPr txBox="1"/>
            <p:nvPr/>
          </p:nvSpPr>
          <p:spPr bwMode="auto">
            <a:xfrm>
              <a:off x="335194" y="1328736"/>
              <a:ext cx="1009023" cy="431800"/>
            </a:xfrm>
            <a:prstGeom prst="rect">
              <a:avLst/>
            </a:prstGeom>
            <a:noFill/>
          </p:spPr>
          <p:txBody>
            <a:bodyPr lIns="0" tIns="0" rIns="0" bIns="0" anchor="ctr">
              <a:spAutoFit/>
            </a:bodyPr>
            <a:lstStyle/>
            <a:p>
              <a:pPr algn="ctr">
                <a:defRPr/>
              </a:pPr>
              <a:r>
                <a:rPr lang="zh-CN" altLang="en-US" sz="1400" b="1" dirty="0">
                  <a:solidFill>
                    <a:srgbClr val="000000"/>
                  </a:solidFill>
                  <a:latin typeface="+mn-ea"/>
                </a:rPr>
                <a:t>可信密码模块</a:t>
              </a:r>
              <a:r>
                <a:rPr lang="en-US" altLang="zh-CN" sz="1400" b="1" dirty="0">
                  <a:solidFill>
                    <a:srgbClr val="000000"/>
                  </a:solidFill>
                  <a:latin typeface="+mn-ea"/>
                </a:rPr>
                <a:t>TCM</a:t>
              </a:r>
              <a:endParaRPr lang="zh-CN" altLang="en-US" sz="1400" b="1" dirty="0">
                <a:latin typeface="+mn-ea"/>
              </a:endParaRPr>
            </a:p>
          </p:txBody>
        </p:sp>
        <p:sp>
          <p:nvSpPr>
            <p:cNvPr id="9" name="矩形 8">
              <a:extLst>
                <a:ext uri="{FF2B5EF4-FFF2-40B4-BE49-F238E27FC236}">
                  <a16:creationId xmlns:a16="http://schemas.microsoft.com/office/drawing/2014/main" id="{60BBDE3E-961D-C3E9-EBB6-55D91601E58D}"/>
                </a:ext>
              </a:extLst>
            </p:cNvPr>
            <p:cNvSpPr/>
            <p:nvPr/>
          </p:nvSpPr>
          <p:spPr bwMode="auto">
            <a:xfrm>
              <a:off x="1492112" y="1331911"/>
              <a:ext cx="2949545" cy="27781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b="1" dirty="0">
                  <a:solidFill>
                    <a:schemeClr val="tx1"/>
                  </a:solidFill>
                </a:rPr>
                <a:t>I/O</a:t>
              </a:r>
              <a:r>
                <a:rPr lang="zh-CN" altLang="en-US" sz="1400" b="1" dirty="0">
                  <a:solidFill>
                    <a:schemeClr val="tx1"/>
                  </a:solidFill>
                </a:rPr>
                <a:t>接口</a:t>
              </a:r>
            </a:p>
          </p:txBody>
        </p:sp>
        <p:cxnSp>
          <p:nvCxnSpPr>
            <p:cNvPr id="15" name="直接箭头连接符 14">
              <a:extLst>
                <a:ext uri="{FF2B5EF4-FFF2-40B4-BE49-F238E27FC236}">
                  <a16:creationId xmlns:a16="http://schemas.microsoft.com/office/drawing/2014/main" id="{DD6DF82C-8130-9183-3A00-F9E91F4341B2}"/>
                </a:ext>
              </a:extLst>
            </p:cNvPr>
            <p:cNvCxnSpPr/>
            <p:nvPr/>
          </p:nvCxnSpPr>
          <p:spPr bwMode="auto">
            <a:xfrm rot="5400000">
              <a:off x="2806855" y="1684534"/>
              <a:ext cx="217488" cy="1192"/>
            </a:xfrm>
            <a:prstGeom prst="straightConnector1">
              <a:avLst/>
            </a:prstGeom>
            <a:ln w="25400">
              <a:solidFill>
                <a:schemeClr val="tx1"/>
              </a:solidFill>
              <a:headEnd type="stealth"/>
              <a:tailEnd type="stealth"/>
            </a:ln>
          </p:spPr>
          <p:style>
            <a:lnRef idx="1">
              <a:schemeClr val="accent1"/>
            </a:lnRef>
            <a:fillRef idx="0">
              <a:schemeClr val="accent1"/>
            </a:fillRef>
            <a:effectRef idx="0">
              <a:schemeClr val="accent1"/>
            </a:effectRef>
            <a:fontRef idx="minor">
              <a:schemeClr val="tx1"/>
            </a:fontRef>
          </p:style>
        </p:cxnSp>
        <p:sp>
          <p:nvSpPr>
            <p:cNvPr id="16" name="圆角矩形 15">
              <a:extLst>
                <a:ext uri="{FF2B5EF4-FFF2-40B4-BE49-F238E27FC236}">
                  <a16:creationId xmlns:a16="http://schemas.microsoft.com/office/drawing/2014/main" id="{DE2F969B-97F2-19C1-3FE5-29C09057FDD5}"/>
                </a:ext>
              </a:extLst>
            </p:cNvPr>
            <p:cNvSpPr/>
            <p:nvPr/>
          </p:nvSpPr>
          <p:spPr bwMode="auto">
            <a:xfrm>
              <a:off x="2408105" y="1887537"/>
              <a:ext cx="898103" cy="276225"/>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200" dirty="0"/>
                <a:t>CPU</a:t>
              </a:r>
              <a:endParaRPr lang="zh-CN" altLang="en-US" sz="1200" dirty="0"/>
            </a:p>
          </p:txBody>
        </p:sp>
        <p:cxnSp>
          <p:nvCxnSpPr>
            <p:cNvPr id="17" name="直接箭头连接符 16">
              <a:extLst>
                <a:ext uri="{FF2B5EF4-FFF2-40B4-BE49-F238E27FC236}">
                  <a16:creationId xmlns:a16="http://schemas.microsoft.com/office/drawing/2014/main" id="{0AE9F4C5-6C83-B498-559C-1793D532AD0C}"/>
                </a:ext>
              </a:extLst>
            </p:cNvPr>
            <p:cNvCxnSpPr/>
            <p:nvPr/>
          </p:nvCxnSpPr>
          <p:spPr bwMode="auto">
            <a:xfrm rot="5400000">
              <a:off x="2777486" y="1193202"/>
              <a:ext cx="276225" cy="1192"/>
            </a:xfrm>
            <a:prstGeom prst="straightConnector1">
              <a:avLst/>
            </a:prstGeom>
            <a:ln w="25400">
              <a:solidFill>
                <a:schemeClr val="tx1"/>
              </a:solidFill>
              <a:headEnd type="stealth"/>
              <a:tailEnd type="stealth"/>
            </a:ln>
          </p:spPr>
          <p:style>
            <a:lnRef idx="1">
              <a:schemeClr val="accent1"/>
            </a:lnRef>
            <a:fillRef idx="0">
              <a:schemeClr val="accent1"/>
            </a:fillRef>
            <a:effectRef idx="0">
              <a:schemeClr val="accent1"/>
            </a:effectRef>
            <a:fontRef idx="minor">
              <a:schemeClr val="tx1"/>
            </a:fontRef>
          </p:style>
        </p:cxnSp>
        <p:sp>
          <p:nvSpPr>
            <p:cNvPr id="18" name="圆角矩形 17">
              <a:extLst>
                <a:ext uri="{FF2B5EF4-FFF2-40B4-BE49-F238E27FC236}">
                  <a16:creationId xmlns:a16="http://schemas.microsoft.com/office/drawing/2014/main" id="{B0A3369D-B027-6DE6-67A3-44982A0E2B52}"/>
                </a:ext>
              </a:extLst>
            </p:cNvPr>
            <p:cNvSpPr/>
            <p:nvPr/>
          </p:nvSpPr>
          <p:spPr bwMode="auto">
            <a:xfrm>
              <a:off x="3401623" y="1887537"/>
              <a:ext cx="986362" cy="276225"/>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zh-CN" altLang="en-US" sz="1200" dirty="0"/>
                <a:t>内存</a:t>
              </a:r>
            </a:p>
          </p:txBody>
        </p:sp>
        <p:cxnSp>
          <p:nvCxnSpPr>
            <p:cNvPr id="20" name="直接箭头连接符 19">
              <a:extLst>
                <a:ext uri="{FF2B5EF4-FFF2-40B4-BE49-F238E27FC236}">
                  <a16:creationId xmlns:a16="http://schemas.microsoft.com/office/drawing/2014/main" id="{DA4A54FC-CB06-13E3-411C-47199DAE43DB}"/>
                </a:ext>
              </a:extLst>
            </p:cNvPr>
            <p:cNvCxnSpPr/>
            <p:nvPr/>
          </p:nvCxnSpPr>
          <p:spPr bwMode="auto">
            <a:xfrm rot="5400000">
              <a:off x="1911137" y="2363984"/>
              <a:ext cx="217488" cy="1193"/>
            </a:xfrm>
            <a:prstGeom prst="straightConnector1">
              <a:avLst/>
            </a:prstGeom>
            <a:ln w="25400">
              <a:solidFill>
                <a:schemeClr val="tx1"/>
              </a:solidFill>
              <a:headEnd type="stealth"/>
              <a:tailEnd type="stealth"/>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43FC8E97-EB27-B910-18AE-C07A234D35C6}"/>
                </a:ext>
              </a:extLst>
            </p:cNvPr>
            <p:cNvCxnSpPr/>
            <p:nvPr/>
          </p:nvCxnSpPr>
          <p:spPr bwMode="auto">
            <a:xfrm rot="5400000">
              <a:off x="3704956" y="2363984"/>
              <a:ext cx="217488" cy="1193"/>
            </a:xfrm>
            <a:prstGeom prst="straightConnector1">
              <a:avLst/>
            </a:prstGeom>
            <a:ln w="25400">
              <a:solidFill>
                <a:schemeClr val="tx1"/>
              </a:solidFill>
              <a:headEnd type="stealth"/>
              <a:tailEnd type="stealth"/>
            </a:ln>
          </p:spPr>
          <p:style>
            <a:lnRef idx="1">
              <a:schemeClr val="accent1"/>
            </a:lnRef>
            <a:fillRef idx="0">
              <a:schemeClr val="accent1"/>
            </a:fillRef>
            <a:effectRef idx="0">
              <a:schemeClr val="accent1"/>
            </a:effectRef>
            <a:fontRef idx="minor">
              <a:schemeClr val="tx1"/>
            </a:fontRef>
          </p:style>
        </p:cxnSp>
        <p:sp>
          <p:nvSpPr>
            <p:cNvPr id="22" name="圆角矩形 21">
              <a:extLst>
                <a:ext uri="{FF2B5EF4-FFF2-40B4-BE49-F238E27FC236}">
                  <a16:creationId xmlns:a16="http://schemas.microsoft.com/office/drawing/2014/main" id="{90837E0E-B177-6B3A-3B9D-E1CE233A9D26}"/>
                </a:ext>
              </a:extLst>
            </p:cNvPr>
            <p:cNvSpPr/>
            <p:nvPr/>
          </p:nvSpPr>
          <p:spPr bwMode="auto">
            <a:xfrm>
              <a:off x="645296" y="2771775"/>
              <a:ext cx="571303" cy="957263"/>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algn="ctr">
                <a:defRPr/>
              </a:pPr>
              <a:r>
                <a:rPr lang="zh-CN" altLang="en-US" sz="1200" dirty="0"/>
                <a:t>公钥密码</a:t>
              </a:r>
              <a:r>
                <a:rPr lang="en-US" altLang="zh-CN" sz="1200" b="1" dirty="0">
                  <a:solidFill>
                    <a:srgbClr val="FF0000"/>
                  </a:solidFill>
                </a:rPr>
                <a:t>SM2</a:t>
              </a:r>
            </a:p>
            <a:p>
              <a:pPr algn="ctr">
                <a:defRPr/>
              </a:pPr>
              <a:r>
                <a:rPr lang="zh-CN" altLang="en-US" sz="1200" dirty="0"/>
                <a:t>引擎</a:t>
              </a:r>
            </a:p>
          </p:txBody>
        </p:sp>
        <p:sp>
          <p:nvSpPr>
            <p:cNvPr id="23" name="圆角矩形 22">
              <a:extLst>
                <a:ext uri="{FF2B5EF4-FFF2-40B4-BE49-F238E27FC236}">
                  <a16:creationId xmlns:a16="http://schemas.microsoft.com/office/drawing/2014/main" id="{B89A4465-8045-3549-AB60-AE5A023B5975}"/>
                </a:ext>
              </a:extLst>
            </p:cNvPr>
            <p:cNvSpPr/>
            <p:nvPr/>
          </p:nvSpPr>
          <p:spPr bwMode="auto">
            <a:xfrm>
              <a:off x="1275041" y="2771775"/>
              <a:ext cx="572495" cy="946151"/>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algn="ctr">
                <a:defRPr/>
              </a:pPr>
              <a:r>
                <a:rPr lang="zh-CN" altLang="en-US" sz="1200" dirty="0"/>
                <a:t>杂凑算法</a:t>
              </a:r>
              <a:r>
                <a:rPr lang="en-US" altLang="zh-CN" sz="1200" b="1" dirty="0">
                  <a:solidFill>
                    <a:srgbClr val="FF0000"/>
                  </a:solidFill>
                </a:rPr>
                <a:t>SM3</a:t>
              </a:r>
            </a:p>
            <a:p>
              <a:pPr algn="ctr">
                <a:defRPr/>
              </a:pPr>
              <a:r>
                <a:rPr lang="zh-CN" altLang="en-US" sz="1200" dirty="0"/>
                <a:t>引擎</a:t>
              </a:r>
            </a:p>
          </p:txBody>
        </p:sp>
        <p:sp>
          <p:nvSpPr>
            <p:cNvPr id="24" name="圆角矩形 23">
              <a:extLst>
                <a:ext uri="{FF2B5EF4-FFF2-40B4-BE49-F238E27FC236}">
                  <a16:creationId xmlns:a16="http://schemas.microsoft.com/office/drawing/2014/main" id="{15427CD0-2154-03E8-8BCB-6A56EAC2DB60}"/>
                </a:ext>
              </a:extLst>
            </p:cNvPr>
            <p:cNvSpPr/>
            <p:nvPr/>
          </p:nvSpPr>
          <p:spPr bwMode="auto">
            <a:xfrm>
              <a:off x="1904786" y="2771775"/>
              <a:ext cx="572495" cy="946151"/>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36000" rIns="0" bIns="36000" anchor="ctr"/>
            <a:lstStyle/>
            <a:p>
              <a:pPr algn="ctr">
                <a:defRPr/>
              </a:pPr>
              <a:r>
                <a:rPr lang="zh-CN" altLang="en-US" sz="1200" dirty="0"/>
                <a:t>对称密码</a:t>
              </a:r>
              <a:endParaRPr lang="en-US" altLang="zh-CN" sz="1200" dirty="0"/>
            </a:p>
            <a:p>
              <a:pPr algn="ctr">
                <a:defRPr/>
              </a:pPr>
              <a:r>
                <a:rPr lang="en-US" altLang="zh-CN" sz="1200" b="1" dirty="0">
                  <a:solidFill>
                    <a:srgbClr val="FF0000"/>
                  </a:solidFill>
                </a:rPr>
                <a:t>SMS4</a:t>
              </a:r>
            </a:p>
            <a:p>
              <a:pPr algn="ctr">
                <a:defRPr/>
              </a:pPr>
              <a:r>
                <a:rPr lang="zh-CN" altLang="en-US" sz="1200" dirty="0"/>
                <a:t>引擎</a:t>
              </a:r>
            </a:p>
          </p:txBody>
        </p:sp>
        <p:sp>
          <p:nvSpPr>
            <p:cNvPr id="25" name="圆角矩形 24">
              <a:extLst>
                <a:ext uri="{FF2B5EF4-FFF2-40B4-BE49-F238E27FC236}">
                  <a16:creationId xmlns:a16="http://schemas.microsoft.com/office/drawing/2014/main" id="{609109E8-B4CA-7AC0-4C2F-B71235789769}"/>
                </a:ext>
              </a:extLst>
            </p:cNvPr>
            <p:cNvSpPr/>
            <p:nvPr/>
          </p:nvSpPr>
          <p:spPr bwMode="auto">
            <a:xfrm>
              <a:off x="2502328" y="2771775"/>
              <a:ext cx="447262" cy="933451"/>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anchor="ctr"/>
            <a:lstStyle/>
            <a:p>
              <a:pPr algn="ctr">
                <a:defRPr/>
              </a:pPr>
              <a:r>
                <a:rPr lang="zh-CN" altLang="en-US" sz="1200" dirty="0"/>
                <a:t>随机数</a:t>
              </a:r>
              <a:r>
                <a:rPr lang="en-US" altLang="zh-CN" sz="1200" b="1" dirty="0">
                  <a:solidFill>
                    <a:srgbClr val="FF0000"/>
                  </a:solidFill>
                </a:rPr>
                <a:t>RNG</a:t>
              </a:r>
              <a:r>
                <a:rPr lang="zh-CN" altLang="en-US" sz="1200" dirty="0"/>
                <a:t>引擎</a:t>
              </a:r>
            </a:p>
          </p:txBody>
        </p:sp>
        <p:sp>
          <p:nvSpPr>
            <p:cNvPr id="26" name="圆角矩形 25">
              <a:extLst>
                <a:ext uri="{FF2B5EF4-FFF2-40B4-BE49-F238E27FC236}">
                  <a16:creationId xmlns:a16="http://schemas.microsoft.com/office/drawing/2014/main" id="{B4851DBF-04E3-BAA4-9988-B770EB8E1591}"/>
                </a:ext>
              </a:extLst>
            </p:cNvPr>
            <p:cNvSpPr/>
            <p:nvPr/>
          </p:nvSpPr>
          <p:spPr bwMode="auto">
            <a:xfrm>
              <a:off x="3185744" y="3457576"/>
              <a:ext cx="1419312" cy="277812"/>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defRPr/>
              </a:pPr>
              <a:r>
                <a:rPr lang="zh-CN" altLang="en-US" sz="1200" dirty="0"/>
                <a:t>平台配置寄存器</a:t>
              </a:r>
            </a:p>
          </p:txBody>
        </p:sp>
        <p:sp>
          <p:nvSpPr>
            <p:cNvPr id="27" name="圆角矩形 26">
              <a:extLst>
                <a:ext uri="{FF2B5EF4-FFF2-40B4-BE49-F238E27FC236}">
                  <a16:creationId xmlns:a16="http://schemas.microsoft.com/office/drawing/2014/main" id="{69233B77-0EB1-F4C8-2BC8-33ED1FD3DA27}"/>
                </a:ext>
              </a:extLst>
            </p:cNvPr>
            <p:cNvSpPr/>
            <p:nvPr/>
          </p:nvSpPr>
          <p:spPr bwMode="auto">
            <a:xfrm>
              <a:off x="3185744" y="2717800"/>
              <a:ext cx="1399036" cy="277812"/>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200" dirty="0"/>
                <a:t>芯片</a:t>
              </a:r>
              <a:r>
                <a:rPr lang="en-US" altLang="zh-CN" sz="1200" dirty="0"/>
                <a:t>Firmware</a:t>
              </a:r>
              <a:endParaRPr lang="zh-CN" altLang="en-US" sz="1200" dirty="0"/>
            </a:p>
          </p:txBody>
        </p:sp>
        <p:sp>
          <p:nvSpPr>
            <p:cNvPr id="28" name="圆角矩形 27">
              <a:extLst>
                <a:ext uri="{FF2B5EF4-FFF2-40B4-BE49-F238E27FC236}">
                  <a16:creationId xmlns:a16="http://schemas.microsoft.com/office/drawing/2014/main" id="{B26EBAED-AC6F-CCB0-AF6A-5D7A11D14F24}"/>
                </a:ext>
              </a:extLst>
            </p:cNvPr>
            <p:cNvSpPr/>
            <p:nvPr/>
          </p:nvSpPr>
          <p:spPr bwMode="auto">
            <a:xfrm>
              <a:off x="3185744" y="3087687"/>
              <a:ext cx="1408578" cy="277813"/>
            </a:xfrm>
            <a:prstGeom prst="roundRect">
              <a:avLst/>
            </a:prstGeom>
            <a:solidFill>
              <a:schemeClr val="tx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200" dirty="0"/>
                <a:t>主密钥及密钥树</a:t>
              </a:r>
            </a:p>
          </p:txBody>
        </p:sp>
      </p:grpSp>
      <p:sp>
        <p:nvSpPr>
          <p:cNvPr id="61" name="Rectangle 2">
            <a:extLst>
              <a:ext uri="{FF2B5EF4-FFF2-40B4-BE49-F238E27FC236}">
                <a16:creationId xmlns:a16="http://schemas.microsoft.com/office/drawing/2014/main" id="{0283D35D-A687-42C4-4F44-096604CAC5C3}"/>
              </a:ext>
            </a:extLst>
          </p:cNvPr>
          <p:cNvSpPr>
            <a:spLocks noChangeArrowheads="1"/>
          </p:cNvSpPr>
          <p:nvPr/>
        </p:nvSpPr>
        <p:spPr bwMode="auto">
          <a:xfrm>
            <a:off x="2819400" y="4343400"/>
            <a:ext cx="6858000" cy="2057400"/>
          </a:xfrm>
          <a:prstGeom prst="rect">
            <a:avLst/>
          </a:prstGeom>
          <a:noFill/>
          <a:ln w="9525">
            <a:noFill/>
            <a:miter lim="800000"/>
            <a:headEnd/>
            <a:tailEnd/>
          </a:ln>
          <a:effectLst/>
        </p:spPr>
        <p:txBody>
          <a:bodyPr/>
          <a:lstStyle/>
          <a:p>
            <a:pPr fontAlgn="t">
              <a:lnSpc>
                <a:spcPct val="150000"/>
              </a:lnSpc>
              <a:buClr>
                <a:srgbClr val="FF0000"/>
              </a:buClr>
              <a:buFont typeface="Wingdings" pitchFamily="2" charset="2"/>
              <a:buChar char="Ø"/>
              <a:defRPr/>
            </a:pPr>
            <a:r>
              <a:rPr kumimoji="1" lang="zh-CN" altLang="en-US" sz="1600" b="1" dirty="0">
                <a:effectLst>
                  <a:outerShdw blurRad="38100" dist="38100" dir="2700000" algn="tl">
                    <a:srgbClr val="C0C0C0"/>
                  </a:outerShdw>
                </a:effectLst>
                <a:latin typeface="宋体-18030" pitchFamily="49" charset="-122"/>
                <a:ea typeface="宋体-18030" pitchFamily="49" charset="-122"/>
                <a:cs typeface="宋体-18030" pitchFamily="49" charset="-122"/>
              </a:rPr>
              <a:t> </a:t>
            </a:r>
            <a:r>
              <a:rPr kumimoji="1" lang="zh-CN" altLang="en-US" b="1" dirty="0">
                <a:effectLst>
                  <a:outerShdw blurRad="38100" dist="38100" dir="2700000" algn="tl">
                    <a:srgbClr val="C0C0C0"/>
                  </a:outerShdw>
                </a:effectLst>
                <a:latin typeface="宋体-18030" pitchFamily="49" charset="-122"/>
                <a:ea typeface="宋体-18030" pitchFamily="49" charset="-122"/>
                <a:cs typeface="宋体-18030" pitchFamily="49" charset="-122"/>
              </a:rPr>
              <a:t>使用自主密码算法：</a:t>
            </a:r>
            <a:r>
              <a:rPr kumimoji="1" lang="en-US" altLang="zh-CN" b="1" dirty="0">
                <a:effectLst>
                  <a:outerShdw blurRad="38100" dist="38100" dir="2700000" algn="tl">
                    <a:srgbClr val="C0C0C0"/>
                  </a:outerShdw>
                </a:effectLst>
                <a:latin typeface="宋体-18030" pitchFamily="49" charset="-122"/>
                <a:ea typeface="宋体-18030" pitchFamily="49" charset="-122"/>
                <a:cs typeface="宋体-18030" pitchFamily="49" charset="-122"/>
              </a:rPr>
              <a:t>SM2/SM3/SMS4/RNG</a:t>
            </a:r>
          </a:p>
          <a:p>
            <a:pPr marL="265113" indent="-265113" fontAlgn="t">
              <a:lnSpc>
                <a:spcPct val="150000"/>
              </a:lnSpc>
              <a:buClr>
                <a:srgbClr val="FF0000"/>
              </a:buClr>
              <a:buFont typeface="Wingdings" pitchFamily="2" charset="2"/>
              <a:buChar char="Ø"/>
              <a:defRPr/>
            </a:pPr>
            <a:r>
              <a:rPr kumimoji="1" lang="zh-CN" altLang="en-US" b="1" dirty="0">
                <a:effectLst>
                  <a:outerShdw blurRad="38100" dist="38100" dir="2700000" algn="tl">
                    <a:srgbClr val="C0C0C0"/>
                  </a:outerShdw>
                </a:effectLst>
                <a:latin typeface="宋体-18030" pitchFamily="49" charset="-122"/>
                <a:ea typeface="宋体-18030" pitchFamily="49" charset="-122"/>
                <a:cs typeface="宋体-18030" pitchFamily="49" charset="-122"/>
              </a:rPr>
              <a:t>构建</a:t>
            </a:r>
            <a:r>
              <a:rPr kumimoji="1" lang="en-US" altLang="zh-CN" b="1" dirty="0">
                <a:effectLst>
                  <a:outerShdw blurRad="38100" dist="38100" dir="2700000" algn="tl">
                    <a:srgbClr val="C0C0C0"/>
                  </a:outerShdw>
                </a:effectLst>
                <a:latin typeface="宋体-18030" pitchFamily="49" charset="-122"/>
                <a:ea typeface="宋体-18030" pitchFamily="49" charset="-122"/>
                <a:cs typeface="宋体-18030" pitchFamily="49" charset="-122"/>
              </a:rPr>
              <a:t>3</a:t>
            </a:r>
            <a:r>
              <a:rPr kumimoji="1" lang="zh-CN" altLang="en-US" b="1" dirty="0">
                <a:effectLst>
                  <a:outerShdw blurRad="38100" dist="38100" dir="2700000" algn="tl">
                    <a:srgbClr val="C0C0C0"/>
                  </a:outerShdw>
                </a:effectLst>
                <a:latin typeface="宋体-18030" pitchFamily="49" charset="-122"/>
                <a:ea typeface="宋体-18030" pitchFamily="49" charset="-122"/>
                <a:cs typeface="宋体-18030" pitchFamily="49" charset="-122"/>
              </a:rPr>
              <a:t>个维度安全功能体系</a:t>
            </a:r>
            <a:endParaRPr kumimoji="1" lang="en-US" altLang="zh-CN" b="1" dirty="0">
              <a:effectLst>
                <a:outerShdw blurRad="38100" dist="38100" dir="2700000" algn="tl">
                  <a:srgbClr val="C0C0C0"/>
                </a:outerShdw>
              </a:effectLst>
              <a:latin typeface="宋体-18030" pitchFamily="49" charset="-122"/>
              <a:ea typeface="宋体-18030" pitchFamily="49" charset="-122"/>
              <a:cs typeface="宋体-18030" pitchFamily="49" charset="-122"/>
            </a:endParaRPr>
          </a:p>
          <a:p>
            <a:pPr marL="450850" indent="-185738" fontAlgn="t">
              <a:lnSpc>
                <a:spcPct val="150000"/>
              </a:lnSpc>
              <a:buClr>
                <a:srgbClr val="000066"/>
              </a:buClr>
              <a:buFont typeface="Wingdings" pitchFamily="2" charset="2"/>
              <a:buChar char="ü"/>
              <a:defRPr/>
            </a:pPr>
            <a:r>
              <a:rPr kumimoji="1" lang="en-US" altLang="zh-CN" sz="1600" b="1" dirty="0">
                <a:solidFill>
                  <a:srgbClr val="3333CC"/>
                </a:solidFill>
                <a:effectLst>
                  <a:outerShdw blurRad="38100" dist="38100" dir="2700000" algn="tl">
                    <a:srgbClr val="C0C0C0"/>
                  </a:outerShdw>
                </a:effectLst>
                <a:latin typeface="宋体-18030" pitchFamily="49" charset="-122"/>
                <a:ea typeface="宋体-18030" pitchFamily="49" charset="-122"/>
                <a:cs typeface="宋体-18030" pitchFamily="49" charset="-122"/>
              </a:rPr>
              <a:t> </a:t>
            </a:r>
            <a:r>
              <a:rPr kumimoji="1" lang="zh-CN" altLang="en-US" sz="1600" b="1" dirty="0">
                <a:solidFill>
                  <a:srgbClr val="3333CC"/>
                </a:solidFill>
                <a:effectLst>
                  <a:outerShdw blurRad="38100" dist="38100" dir="2700000" algn="tl">
                    <a:srgbClr val="C0C0C0"/>
                  </a:outerShdw>
                </a:effectLst>
                <a:latin typeface="楷体_GB2312" pitchFamily="49" charset="-122"/>
                <a:ea typeface="楷体_GB2312" pitchFamily="49" charset="-122"/>
                <a:cs typeface="宋体-18030" pitchFamily="49" charset="-122"/>
              </a:rPr>
              <a:t>构建信任链确保平台完整性</a:t>
            </a:r>
            <a:endParaRPr kumimoji="1" lang="en-US" altLang="zh-CN" sz="1600" b="1" dirty="0">
              <a:solidFill>
                <a:srgbClr val="3333CC"/>
              </a:solidFill>
              <a:effectLst>
                <a:outerShdw blurRad="38100" dist="38100" dir="2700000" algn="tl">
                  <a:srgbClr val="C0C0C0"/>
                </a:outerShdw>
              </a:effectLst>
              <a:latin typeface="楷体_GB2312" pitchFamily="49" charset="-122"/>
              <a:ea typeface="楷体_GB2312" pitchFamily="49" charset="-122"/>
              <a:cs typeface="宋体-18030" pitchFamily="49" charset="-122"/>
            </a:endParaRPr>
          </a:p>
          <a:p>
            <a:pPr marL="450850" indent="-185738" fontAlgn="t">
              <a:lnSpc>
                <a:spcPct val="150000"/>
              </a:lnSpc>
              <a:buClr>
                <a:srgbClr val="000066"/>
              </a:buClr>
              <a:buFont typeface="Wingdings" pitchFamily="2" charset="2"/>
              <a:buChar char="ü"/>
              <a:defRPr/>
            </a:pPr>
            <a:r>
              <a:rPr lang="zh-CN" altLang="en-US" sz="1600" b="1" dirty="0">
                <a:solidFill>
                  <a:srgbClr val="3333CC"/>
                </a:solidFill>
                <a:latin typeface="楷体_GB2312" pitchFamily="49" charset="-122"/>
                <a:ea typeface="楷体_GB2312" pitchFamily="49" charset="-122"/>
                <a:cs typeface="宋体-18030" pitchFamily="49" charset="-122"/>
              </a:rPr>
              <a:t> 通过身份密钥和数字签名实现平台身份可信</a:t>
            </a:r>
          </a:p>
          <a:p>
            <a:pPr marL="450850" indent="-185738" fontAlgn="t">
              <a:lnSpc>
                <a:spcPct val="150000"/>
              </a:lnSpc>
              <a:buClr>
                <a:srgbClr val="000066"/>
              </a:buClr>
              <a:buFont typeface="Wingdings" pitchFamily="2" charset="2"/>
              <a:buChar char="ü"/>
              <a:defRPr/>
            </a:pPr>
            <a:r>
              <a:rPr lang="zh-CN" altLang="en-US" sz="1600" b="1" dirty="0">
                <a:solidFill>
                  <a:srgbClr val="3333CC"/>
                </a:solidFill>
                <a:latin typeface="楷体_GB2312" pitchFamily="49" charset="-122"/>
                <a:ea typeface="楷体_GB2312" pitchFamily="49" charset="-122"/>
                <a:cs typeface="宋体-18030" pitchFamily="49" charset="-122"/>
              </a:rPr>
              <a:t> 通过“密封”和“绑定”确保平台数据安全</a:t>
            </a:r>
            <a:endParaRPr kumimoji="1" lang="zh-CN" altLang="en-US" sz="1600" b="1" dirty="0">
              <a:solidFill>
                <a:srgbClr val="3333CC"/>
              </a:solidFill>
              <a:effectLst>
                <a:outerShdw blurRad="38100" dist="38100" dir="2700000" algn="tl">
                  <a:srgbClr val="C0C0C0"/>
                </a:outerShdw>
              </a:effectLst>
              <a:latin typeface="楷体_GB2312" pitchFamily="49" charset="-122"/>
              <a:ea typeface="楷体_GB2312" pitchFamily="49" charset="-122"/>
              <a:cs typeface="宋体-18030" pitchFamily="49" charset="-122"/>
            </a:endParaRPr>
          </a:p>
        </p:txBody>
      </p:sp>
      <p:sp>
        <p:nvSpPr>
          <p:cNvPr id="28677" name="灯片编号占位符 1">
            <a:extLst>
              <a:ext uri="{FF2B5EF4-FFF2-40B4-BE49-F238E27FC236}">
                <a16:creationId xmlns:a16="http://schemas.microsoft.com/office/drawing/2014/main" id="{D06A4C34-C35A-2165-ED08-93D7FBB7FF3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F9DEFA12-7704-4687-BB71-8B9D6819247F}" type="slidenum">
              <a:rPr lang="en-US" altLang="zh-CN" sz="1400">
                <a:solidFill>
                  <a:schemeClr val="bg1"/>
                </a:solidFill>
              </a:rPr>
              <a:pPr eaLnBrk="1" hangingPunct="1"/>
              <a:t>18</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blinds(horizontal)">
                                      <p:cBhvr>
                                        <p:cTn id="7"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9">
            <a:extLst>
              <a:ext uri="{FF2B5EF4-FFF2-40B4-BE49-F238E27FC236}">
                <a16:creationId xmlns:a16="http://schemas.microsoft.com/office/drawing/2014/main" id="{68F65D5D-A721-A0AD-48A5-59F44FAFD5DA}"/>
              </a:ext>
            </a:extLst>
          </p:cNvPr>
          <p:cNvGrpSpPr>
            <a:grpSpLocks/>
          </p:cNvGrpSpPr>
          <p:nvPr/>
        </p:nvGrpSpPr>
        <p:grpSpPr bwMode="auto">
          <a:xfrm>
            <a:off x="1828800" y="1295400"/>
            <a:ext cx="4191000" cy="4648200"/>
            <a:chOff x="762000" y="1447800"/>
            <a:chExt cx="5486400" cy="4876800"/>
          </a:xfrm>
        </p:grpSpPr>
        <p:grpSp>
          <p:nvGrpSpPr>
            <p:cNvPr id="29716" name="Group 18">
              <a:extLst>
                <a:ext uri="{FF2B5EF4-FFF2-40B4-BE49-F238E27FC236}">
                  <a16:creationId xmlns:a16="http://schemas.microsoft.com/office/drawing/2014/main" id="{7CC7A557-D86D-A56C-E5D9-5D0870B73156}"/>
                </a:ext>
              </a:extLst>
            </p:cNvPr>
            <p:cNvGrpSpPr>
              <a:grpSpLocks/>
            </p:cNvGrpSpPr>
            <p:nvPr/>
          </p:nvGrpSpPr>
          <p:grpSpPr bwMode="auto">
            <a:xfrm>
              <a:off x="1336675" y="4495800"/>
              <a:ext cx="4779963" cy="1719263"/>
              <a:chOff x="1008" y="2880"/>
              <a:chExt cx="4416" cy="1147"/>
            </a:xfrm>
          </p:grpSpPr>
          <p:grpSp>
            <p:nvGrpSpPr>
              <p:cNvPr id="29753" name="Group 19">
                <a:extLst>
                  <a:ext uri="{FF2B5EF4-FFF2-40B4-BE49-F238E27FC236}">
                    <a16:creationId xmlns:a16="http://schemas.microsoft.com/office/drawing/2014/main" id="{0586A6D7-8F49-2ADF-0918-CCDA0F796A81}"/>
                  </a:ext>
                </a:extLst>
              </p:cNvPr>
              <p:cNvGrpSpPr>
                <a:grpSpLocks/>
              </p:cNvGrpSpPr>
              <p:nvPr/>
            </p:nvGrpSpPr>
            <p:grpSpPr bwMode="auto">
              <a:xfrm>
                <a:off x="1008" y="2880"/>
                <a:ext cx="4416" cy="1147"/>
                <a:chOff x="1008" y="2880"/>
                <a:chExt cx="4416" cy="1147"/>
              </a:xfrm>
            </p:grpSpPr>
            <p:sp>
              <p:nvSpPr>
                <p:cNvPr id="29755" name="Rectangle 20">
                  <a:extLst>
                    <a:ext uri="{FF2B5EF4-FFF2-40B4-BE49-F238E27FC236}">
                      <a16:creationId xmlns:a16="http://schemas.microsoft.com/office/drawing/2014/main" id="{7FFDE0C6-4BD0-082F-8411-843883ACB7D5}"/>
                    </a:ext>
                  </a:extLst>
                </p:cNvPr>
                <p:cNvSpPr>
                  <a:spLocks noChangeArrowheads="1"/>
                </p:cNvSpPr>
                <p:nvPr/>
              </p:nvSpPr>
              <p:spPr bwMode="auto">
                <a:xfrm>
                  <a:off x="1008" y="3139"/>
                  <a:ext cx="4416" cy="888"/>
                </a:xfrm>
                <a:prstGeom prst="rect">
                  <a:avLst/>
                </a:prstGeom>
                <a:solidFill>
                  <a:srgbClr val="CCFFFF"/>
                </a:solidFill>
                <a:ln w="25400">
                  <a:solidFill>
                    <a:schemeClr val="tx1"/>
                  </a:solidFill>
                  <a:miter lim="800000"/>
                  <a:headEnd/>
                  <a:tailEnd/>
                </a:ln>
              </p:spPr>
              <p:txBody>
                <a:bodyPr wrap="none"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9756" name="Rectangle 21">
                  <a:extLst>
                    <a:ext uri="{FF2B5EF4-FFF2-40B4-BE49-F238E27FC236}">
                      <a16:creationId xmlns:a16="http://schemas.microsoft.com/office/drawing/2014/main" id="{A4FEF6D9-6438-2BC6-4D7B-9EBCB608AB4C}"/>
                    </a:ext>
                  </a:extLst>
                </p:cNvPr>
                <p:cNvSpPr>
                  <a:spLocks noChangeArrowheads="1"/>
                </p:cNvSpPr>
                <p:nvPr/>
              </p:nvSpPr>
              <p:spPr bwMode="auto">
                <a:xfrm>
                  <a:off x="4278" y="3216"/>
                  <a:ext cx="986" cy="192"/>
                </a:xfrm>
                <a:prstGeom prst="rect">
                  <a:avLst/>
                </a:prstGeom>
                <a:solidFill>
                  <a:schemeClr val="bg1"/>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ea typeface="华文细黑" panose="02010600040101010101" pitchFamily="2" charset="-122"/>
                    </a:rPr>
                    <a:t>可信存储根</a:t>
                  </a:r>
                </a:p>
              </p:txBody>
            </p:sp>
            <p:sp>
              <p:nvSpPr>
                <p:cNvPr id="29757" name="Rectangle 22">
                  <a:extLst>
                    <a:ext uri="{FF2B5EF4-FFF2-40B4-BE49-F238E27FC236}">
                      <a16:creationId xmlns:a16="http://schemas.microsoft.com/office/drawing/2014/main" id="{4F9E1CED-0E50-B216-30C9-F3F8FFDBAFD2}"/>
                    </a:ext>
                  </a:extLst>
                </p:cNvPr>
                <p:cNvSpPr>
                  <a:spLocks noChangeArrowheads="1"/>
                </p:cNvSpPr>
                <p:nvPr/>
              </p:nvSpPr>
              <p:spPr bwMode="auto">
                <a:xfrm>
                  <a:off x="3011" y="3216"/>
                  <a:ext cx="986" cy="192"/>
                </a:xfrm>
                <a:prstGeom prst="rect">
                  <a:avLst/>
                </a:prstGeom>
                <a:solidFill>
                  <a:schemeClr val="bg1"/>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ea typeface="华文细黑" panose="02010600040101010101" pitchFamily="2" charset="-122"/>
                    </a:rPr>
                    <a:t>可信报告根</a:t>
                  </a:r>
                </a:p>
              </p:txBody>
            </p:sp>
            <p:sp>
              <p:nvSpPr>
                <p:cNvPr id="29758" name="Rectangle 23">
                  <a:extLst>
                    <a:ext uri="{FF2B5EF4-FFF2-40B4-BE49-F238E27FC236}">
                      <a16:creationId xmlns:a16="http://schemas.microsoft.com/office/drawing/2014/main" id="{B06F2D40-49A7-7523-2837-8D63FE2C1440}"/>
                    </a:ext>
                  </a:extLst>
                </p:cNvPr>
                <p:cNvSpPr>
                  <a:spLocks noChangeArrowheads="1"/>
                </p:cNvSpPr>
                <p:nvPr/>
              </p:nvSpPr>
              <p:spPr bwMode="auto">
                <a:xfrm>
                  <a:off x="1814" y="2880"/>
                  <a:ext cx="845" cy="528"/>
                </a:xfrm>
                <a:prstGeom prst="rect">
                  <a:avLst/>
                </a:prstGeom>
                <a:solidFill>
                  <a:schemeClr val="bg1"/>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t>可信度量根</a:t>
                  </a:r>
                </a:p>
              </p:txBody>
            </p:sp>
            <p:sp>
              <p:nvSpPr>
                <p:cNvPr id="29759" name="Rectangle 24">
                  <a:extLst>
                    <a:ext uri="{FF2B5EF4-FFF2-40B4-BE49-F238E27FC236}">
                      <a16:creationId xmlns:a16="http://schemas.microsoft.com/office/drawing/2014/main" id="{298351BC-60DD-29ED-1A8A-9CFD400A2300}"/>
                    </a:ext>
                  </a:extLst>
                </p:cNvPr>
                <p:cNvSpPr>
                  <a:spLocks noChangeArrowheads="1"/>
                </p:cNvSpPr>
                <p:nvPr/>
              </p:nvSpPr>
              <p:spPr bwMode="auto">
                <a:xfrm>
                  <a:off x="1885" y="3237"/>
                  <a:ext cx="704" cy="148"/>
                </a:xfrm>
                <a:prstGeom prst="rect">
                  <a:avLst/>
                </a:prstGeom>
                <a:solidFill>
                  <a:srgbClr val="EAEAEA"/>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900" b="1"/>
                    <a:t>度量存储</a:t>
                  </a:r>
                </a:p>
              </p:txBody>
            </p:sp>
          </p:grpSp>
          <p:sp>
            <p:nvSpPr>
              <p:cNvPr id="29754" name="Text Box 25">
                <a:extLst>
                  <a:ext uri="{FF2B5EF4-FFF2-40B4-BE49-F238E27FC236}">
                    <a16:creationId xmlns:a16="http://schemas.microsoft.com/office/drawing/2014/main" id="{FADAEEAF-60B4-1121-2C34-D1E11A315ED5}"/>
                  </a:ext>
                </a:extLst>
              </p:cNvPr>
              <p:cNvSpPr txBox="1">
                <a:spLocks noChangeArrowheads="1"/>
              </p:cNvSpPr>
              <p:nvPr/>
            </p:nvSpPr>
            <p:spPr bwMode="auto">
              <a:xfrm>
                <a:off x="1104" y="3312"/>
                <a:ext cx="499"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000" b="1"/>
                  <a:t>可信密码模块</a:t>
                </a:r>
                <a:r>
                  <a:rPr lang="en-US" altLang="zh-CN" sz="1000" b="1"/>
                  <a:t>(TCM) </a:t>
                </a:r>
              </a:p>
            </p:txBody>
          </p:sp>
        </p:grpSp>
        <p:grpSp>
          <p:nvGrpSpPr>
            <p:cNvPr id="29717" name="组合 47">
              <a:extLst>
                <a:ext uri="{FF2B5EF4-FFF2-40B4-BE49-F238E27FC236}">
                  <a16:creationId xmlns:a16="http://schemas.microsoft.com/office/drawing/2014/main" id="{06EA7809-06F9-73B9-CDE5-EE91374F8E5D}"/>
                </a:ext>
              </a:extLst>
            </p:cNvPr>
            <p:cNvGrpSpPr>
              <a:grpSpLocks/>
            </p:cNvGrpSpPr>
            <p:nvPr/>
          </p:nvGrpSpPr>
          <p:grpSpPr bwMode="auto">
            <a:xfrm>
              <a:off x="762000" y="1447800"/>
              <a:ext cx="5486400" cy="4876800"/>
              <a:chOff x="3276600" y="1447800"/>
              <a:chExt cx="5486400" cy="4876800"/>
            </a:xfrm>
          </p:grpSpPr>
          <p:grpSp>
            <p:nvGrpSpPr>
              <p:cNvPr id="29743" name="组合 46">
                <a:extLst>
                  <a:ext uri="{FF2B5EF4-FFF2-40B4-BE49-F238E27FC236}">
                    <a16:creationId xmlns:a16="http://schemas.microsoft.com/office/drawing/2014/main" id="{03C41D23-D488-1124-2292-0C11F87540F0}"/>
                  </a:ext>
                </a:extLst>
              </p:cNvPr>
              <p:cNvGrpSpPr>
                <a:grpSpLocks/>
              </p:cNvGrpSpPr>
              <p:nvPr/>
            </p:nvGrpSpPr>
            <p:grpSpPr bwMode="auto">
              <a:xfrm>
                <a:off x="3276600" y="1447800"/>
                <a:ext cx="5486400" cy="4876800"/>
                <a:chOff x="3276600" y="1447800"/>
                <a:chExt cx="5486400" cy="4876800"/>
              </a:xfrm>
            </p:grpSpPr>
            <p:sp>
              <p:nvSpPr>
                <p:cNvPr id="29745" name="AutoShape 40">
                  <a:extLst>
                    <a:ext uri="{FF2B5EF4-FFF2-40B4-BE49-F238E27FC236}">
                      <a16:creationId xmlns:a16="http://schemas.microsoft.com/office/drawing/2014/main" id="{EF4925FF-34A3-9CB8-E15D-E200E5FCE80F}"/>
                    </a:ext>
                  </a:extLst>
                </p:cNvPr>
                <p:cNvSpPr>
                  <a:spLocks noChangeArrowheads="1"/>
                </p:cNvSpPr>
                <p:nvPr/>
              </p:nvSpPr>
              <p:spPr bwMode="auto">
                <a:xfrm>
                  <a:off x="4735513" y="1806575"/>
                  <a:ext cx="363537" cy="647700"/>
                </a:xfrm>
                <a:prstGeom prst="upArrow">
                  <a:avLst>
                    <a:gd name="adj1" fmla="val 50000"/>
                    <a:gd name="adj2" fmla="val 32161"/>
                  </a:avLst>
                </a:prstGeom>
                <a:gradFill rotWithShape="0">
                  <a:gsLst>
                    <a:gs pos="0">
                      <a:srgbClr val="765E00"/>
                    </a:gs>
                    <a:gs pos="50000">
                      <a:srgbClr val="FFCC00"/>
                    </a:gs>
                    <a:gs pos="100000">
                      <a:srgbClr val="765E00"/>
                    </a:gs>
                  </a:gsLst>
                  <a:lin ang="0" scaled="1"/>
                </a:gradFill>
                <a:ln w="9525">
                  <a:solidFill>
                    <a:schemeClr val="tx1"/>
                  </a:solidFill>
                  <a:miter lim="800000"/>
                  <a:headEnd/>
                  <a:tailEnd/>
                </a:ln>
              </p:spPr>
              <p:txBody>
                <a:bodyPr vert="eaVert"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9746" name="AutoShape 41">
                  <a:extLst>
                    <a:ext uri="{FF2B5EF4-FFF2-40B4-BE49-F238E27FC236}">
                      <a16:creationId xmlns:a16="http://schemas.microsoft.com/office/drawing/2014/main" id="{866ED8FA-4716-2BC6-23EA-626858472582}"/>
                    </a:ext>
                  </a:extLst>
                </p:cNvPr>
                <p:cNvSpPr>
                  <a:spLocks noChangeArrowheads="1"/>
                </p:cNvSpPr>
                <p:nvPr/>
              </p:nvSpPr>
              <p:spPr bwMode="auto">
                <a:xfrm>
                  <a:off x="6345238" y="1806575"/>
                  <a:ext cx="363537" cy="647700"/>
                </a:xfrm>
                <a:prstGeom prst="upArrow">
                  <a:avLst>
                    <a:gd name="adj1" fmla="val 50000"/>
                    <a:gd name="adj2" fmla="val 32161"/>
                  </a:avLst>
                </a:prstGeom>
                <a:gradFill rotWithShape="0">
                  <a:gsLst>
                    <a:gs pos="0">
                      <a:srgbClr val="765E00"/>
                    </a:gs>
                    <a:gs pos="50000">
                      <a:srgbClr val="FFCC00"/>
                    </a:gs>
                    <a:gs pos="100000">
                      <a:srgbClr val="765E00"/>
                    </a:gs>
                  </a:gsLst>
                  <a:lin ang="0" scaled="1"/>
                </a:gradFill>
                <a:ln w="9525">
                  <a:solidFill>
                    <a:schemeClr val="tx1"/>
                  </a:solidFill>
                  <a:miter lim="800000"/>
                  <a:headEnd/>
                  <a:tailEnd/>
                </a:ln>
              </p:spPr>
              <p:txBody>
                <a:bodyPr vert="eaVert"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9747" name="AutoShape 42">
                  <a:extLst>
                    <a:ext uri="{FF2B5EF4-FFF2-40B4-BE49-F238E27FC236}">
                      <a16:creationId xmlns:a16="http://schemas.microsoft.com/office/drawing/2014/main" id="{D18C2F1E-DBDB-55FD-A78C-ABCC8C80BF0C}"/>
                    </a:ext>
                  </a:extLst>
                </p:cNvPr>
                <p:cNvSpPr>
                  <a:spLocks noChangeArrowheads="1"/>
                </p:cNvSpPr>
                <p:nvPr/>
              </p:nvSpPr>
              <p:spPr bwMode="auto">
                <a:xfrm>
                  <a:off x="7748588" y="1806575"/>
                  <a:ext cx="363537" cy="647700"/>
                </a:xfrm>
                <a:prstGeom prst="upArrow">
                  <a:avLst>
                    <a:gd name="adj1" fmla="val 50000"/>
                    <a:gd name="adj2" fmla="val 32161"/>
                  </a:avLst>
                </a:prstGeom>
                <a:gradFill rotWithShape="0">
                  <a:gsLst>
                    <a:gs pos="0">
                      <a:srgbClr val="765E00"/>
                    </a:gs>
                    <a:gs pos="50000">
                      <a:srgbClr val="FFCC00"/>
                    </a:gs>
                    <a:gs pos="100000">
                      <a:srgbClr val="765E00"/>
                    </a:gs>
                  </a:gsLst>
                  <a:lin ang="0" scaled="1"/>
                </a:gradFill>
                <a:ln w="9525">
                  <a:solidFill>
                    <a:schemeClr val="tx1"/>
                  </a:solidFill>
                  <a:miter lim="800000"/>
                  <a:headEnd/>
                  <a:tailEnd/>
                </a:ln>
              </p:spPr>
              <p:txBody>
                <a:bodyPr vert="eaVert"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9748" name="Rectangle 43">
                  <a:extLst>
                    <a:ext uri="{FF2B5EF4-FFF2-40B4-BE49-F238E27FC236}">
                      <a16:creationId xmlns:a16="http://schemas.microsoft.com/office/drawing/2014/main" id="{2DC92C1E-610A-961B-80EC-CF4FD9155D88}"/>
                    </a:ext>
                  </a:extLst>
                </p:cNvPr>
                <p:cNvSpPr>
                  <a:spLocks noChangeArrowheads="1"/>
                </p:cNvSpPr>
                <p:nvPr/>
              </p:nvSpPr>
              <p:spPr bwMode="auto">
                <a:xfrm>
                  <a:off x="4083050" y="1997075"/>
                  <a:ext cx="1708150" cy="325438"/>
                </a:xfrm>
                <a:prstGeom prst="rect">
                  <a:avLst/>
                </a:prstGeom>
                <a:solidFill>
                  <a:schemeClr val="bg1"/>
                </a:solidFill>
                <a:ln w="19050">
                  <a:solidFill>
                    <a:srgbClr val="0000FF"/>
                  </a:solidFill>
                  <a:prstDash val="dash"/>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ea typeface="华文细黑" panose="02010600040101010101" pitchFamily="2" charset="-122"/>
                    </a:rPr>
                    <a:t>平台完整性度量与报告</a:t>
                  </a:r>
                </a:p>
              </p:txBody>
            </p:sp>
            <p:sp>
              <p:nvSpPr>
                <p:cNvPr id="29749" name="Rectangle 44">
                  <a:extLst>
                    <a:ext uri="{FF2B5EF4-FFF2-40B4-BE49-F238E27FC236}">
                      <a16:creationId xmlns:a16="http://schemas.microsoft.com/office/drawing/2014/main" id="{21499242-20FE-CB1D-09D1-E5AD5BA00DE2}"/>
                    </a:ext>
                  </a:extLst>
                </p:cNvPr>
                <p:cNvSpPr>
                  <a:spLocks noChangeArrowheads="1"/>
                </p:cNvSpPr>
                <p:nvPr/>
              </p:nvSpPr>
              <p:spPr bwMode="auto">
                <a:xfrm>
                  <a:off x="5929313" y="2022475"/>
                  <a:ext cx="1233487" cy="325438"/>
                </a:xfrm>
                <a:prstGeom prst="rect">
                  <a:avLst/>
                </a:prstGeom>
                <a:solidFill>
                  <a:schemeClr val="bg1"/>
                </a:solidFill>
                <a:ln w="19050">
                  <a:solidFill>
                    <a:srgbClr val="0000FF"/>
                  </a:solidFill>
                  <a:prstDash val="dash"/>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ea typeface="华文细黑" panose="02010600040101010101" pitchFamily="2" charset="-122"/>
                    </a:rPr>
                    <a:t>平台身份可信</a:t>
                  </a:r>
                </a:p>
              </p:txBody>
            </p:sp>
            <p:sp>
              <p:nvSpPr>
                <p:cNvPr id="29750" name="Rectangle 45">
                  <a:extLst>
                    <a:ext uri="{FF2B5EF4-FFF2-40B4-BE49-F238E27FC236}">
                      <a16:creationId xmlns:a16="http://schemas.microsoft.com/office/drawing/2014/main" id="{60D3933C-E56C-1167-8EE6-98C8E8EBD1B9}"/>
                    </a:ext>
                  </a:extLst>
                </p:cNvPr>
                <p:cNvSpPr>
                  <a:spLocks noChangeArrowheads="1"/>
                </p:cNvSpPr>
                <p:nvPr/>
              </p:nvSpPr>
              <p:spPr bwMode="auto">
                <a:xfrm>
                  <a:off x="7385050" y="2022475"/>
                  <a:ext cx="1143000" cy="325438"/>
                </a:xfrm>
                <a:prstGeom prst="rect">
                  <a:avLst/>
                </a:prstGeom>
                <a:solidFill>
                  <a:schemeClr val="bg1"/>
                </a:solidFill>
                <a:ln w="19050">
                  <a:solidFill>
                    <a:srgbClr val="0000FF"/>
                  </a:solidFill>
                  <a:prstDash val="dash"/>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ea typeface="华文细黑" panose="02010600040101010101" pitchFamily="2" charset="-122"/>
                    </a:rPr>
                    <a:t>数据安全保护</a:t>
                  </a:r>
                </a:p>
              </p:txBody>
            </p:sp>
            <p:sp>
              <p:nvSpPr>
                <p:cNvPr id="29751" name="Rectangle 46">
                  <a:extLst>
                    <a:ext uri="{FF2B5EF4-FFF2-40B4-BE49-F238E27FC236}">
                      <a16:creationId xmlns:a16="http://schemas.microsoft.com/office/drawing/2014/main" id="{B6B0F76E-16F7-0F92-C3E5-6C5807A01553}"/>
                    </a:ext>
                  </a:extLst>
                </p:cNvPr>
                <p:cNvSpPr>
                  <a:spLocks noChangeArrowheads="1"/>
                </p:cNvSpPr>
                <p:nvPr/>
              </p:nvSpPr>
              <p:spPr bwMode="auto">
                <a:xfrm>
                  <a:off x="3657600" y="1524000"/>
                  <a:ext cx="5029200" cy="282575"/>
                </a:xfrm>
                <a:prstGeom prst="rect">
                  <a:avLst/>
                </a:prstGeom>
                <a:solidFill>
                  <a:schemeClr val="bg1"/>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ea typeface="华文细黑" panose="02010600040101010101" pitchFamily="2" charset="-122"/>
                    </a:rPr>
                    <a:t>安全应用</a:t>
                  </a:r>
                </a:p>
              </p:txBody>
            </p:sp>
            <p:sp>
              <p:nvSpPr>
                <p:cNvPr id="29752" name="Rectangle 47">
                  <a:extLst>
                    <a:ext uri="{FF2B5EF4-FFF2-40B4-BE49-F238E27FC236}">
                      <a16:creationId xmlns:a16="http://schemas.microsoft.com/office/drawing/2014/main" id="{7EAC58C8-1417-80B9-8B19-E903A19E50CE}"/>
                    </a:ext>
                  </a:extLst>
                </p:cNvPr>
                <p:cNvSpPr>
                  <a:spLocks noChangeArrowheads="1"/>
                </p:cNvSpPr>
                <p:nvPr/>
              </p:nvSpPr>
              <p:spPr bwMode="auto">
                <a:xfrm>
                  <a:off x="3276600" y="1447800"/>
                  <a:ext cx="5486400" cy="4876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29744" name="Text Box 48">
                <a:extLst>
                  <a:ext uri="{FF2B5EF4-FFF2-40B4-BE49-F238E27FC236}">
                    <a16:creationId xmlns:a16="http://schemas.microsoft.com/office/drawing/2014/main" id="{72BCE923-76A9-F731-FF3F-E3925F87A316}"/>
                  </a:ext>
                </a:extLst>
              </p:cNvPr>
              <p:cNvSpPr txBox="1">
                <a:spLocks noChangeArrowheads="1"/>
              </p:cNvSpPr>
              <p:nvPr/>
            </p:nvSpPr>
            <p:spPr bwMode="auto">
              <a:xfrm>
                <a:off x="3352800" y="1795463"/>
                <a:ext cx="207963" cy="1227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400" b="1"/>
                  <a:t>计算机系统</a:t>
                </a:r>
              </a:p>
            </p:txBody>
          </p:sp>
        </p:grpSp>
        <p:grpSp>
          <p:nvGrpSpPr>
            <p:cNvPr id="29718" name="组合 48">
              <a:extLst>
                <a:ext uri="{FF2B5EF4-FFF2-40B4-BE49-F238E27FC236}">
                  <a16:creationId xmlns:a16="http://schemas.microsoft.com/office/drawing/2014/main" id="{AC938044-1DD7-EE94-62B4-7D99FCCB0311}"/>
                </a:ext>
              </a:extLst>
            </p:cNvPr>
            <p:cNvGrpSpPr>
              <a:grpSpLocks/>
            </p:cNvGrpSpPr>
            <p:nvPr/>
          </p:nvGrpSpPr>
          <p:grpSpPr bwMode="auto">
            <a:xfrm>
              <a:off x="1143000" y="2436812"/>
              <a:ext cx="5029200" cy="3811588"/>
              <a:chOff x="3657600" y="2436812"/>
              <a:chExt cx="5029200" cy="3811588"/>
            </a:xfrm>
          </p:grpSpPr>
          <p:sp>
            <p:nvSpPr>
              <p:cNvPr id="29725" name="Rectangle 49">
                <a:extLst>
                  <a:ext uri="{FF2B5EF4-FFF2-40B4-BE49-F238E27FC236}">
                    <a16:creationId xmlns:a16="http://schemas.microsoft.com/office/drawing/2014/main" id="{2FB54410-6641-94CB-85CB-3B7BB22FC07F}"/>
                  </a:ext>
                </a:extLst>
              </p:cNvPr>
              <p:cNvSpPr>
                <a:spLocks noChangeArrowheads="1"/>
              </p:cNvSpPr>
              <p:nvPr/>
            </p:nvSpPr>
            <p:spPr bwMode="auto">
              <a:xfrm>
                <a:off x="4800600" y="4529138"/>
                <a:ext cx="762000" cy="168275"/>
              </a:xfrm>
              <a:prstGeom prst="rect">
                <a:avLst/>
              </a:prstGeom>
              <a:solidFill>
                <a:srgbClr val="EAEAEA"/>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b="1"/>
                  <a:t>CRTM</a:t>
                </a:r>
              </a:p>
            </p:txBody>
          </p:sp>
          <p:grpSp>
            <p:nvGrpSpPr>
              <p:cNvPr id="29726" name="组合 45">
                <a:extLst>
                  <a:ext uri="{FF2B5EF4-FFF2-40B4-BE49-F238E27FC236}">
                    <a16:creationId xmlns:a16="http://schemas.microsoft.com/office/drawing/2014/main" id="{BA5C94D0-A2A4-87CF-6F10-FE6258EC7520}"/>
                  </a:ext>
                </a:extLst>
              </p:cNvPr>
              <p:cNvGrpSpPr>
                <a:grpSpLocks/>
              </p:cNvGrpSpPr>
              <p:nvPr/>
            </p:nvGrpSpPr>
            <p:grpSpPr bwMode="auto">
              <a:xfrm>
                <a:off x="3657600" y="2436812"/>
                <a:ext cx="5029200" cy="3811588"/>
                <a:chOff x="3657600" y="2438400"/>
                <a:chExt cx="5029200" cy="3811588"/>
              </a:xfrm>
            </p:grpSpPr>
            <p:sp>
              <p:nvSpPr>
                <p:cNvPr id="29727" name="Rectangle 27">
                  <a:extLst>
                    <a:ext uri="{FF2B5EF4-FFF2-40B4-BE49-F238E27FC236}">
                      <a16:creationId xmlns:a16="http://schemas.microsoft.com/office/drawing/2014/main" id="{E3EA345D-BC57-FB4F-B514-6494E1F521B3}"/>
                    </a:ext>
                  </a:extLst>
                </p:cNvPr>
                <p:cNvSpPr>
                  <a:spLocks noChangeArrowheads="1"/>
                </p:cNvSpPr>
                <p:nvPr/>
              </p:nvSpPr>
              <p:spPr bwMode="auto">
                <a:xfrm>
                  <a:off x="3851275" y="2506663"/>
                  <a:ext cx="4779963" cy="1150937"/>
                </a:xfrm>
                <a:prstGeom prst="rect">
                  <a:avLst/>
                </a:prstGeom>
                <a:solidFill>
                  <a:srgbClr val="FFCC99"/>
                </a:solidFill>
                <a:ln w="25400">
                  <a:solidFill>
                    <a:schemeClr val="tx1"/>
                  </a:solidFill>
                  <a:miter lim="800000"/>
                  <a:headEnd/>
                  <a:tailEnd/>
                </a:ln>
              </p:spPr>
              <p:txBody>
                <a:bodyPr wrap="none"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9728" name="Text Box 28">
                  <a:extLst>
                    <a:ext uri="{FF2B5EF4-FFF2-40B4-BE49-F238E27FC236}">
                      <a16:creationId xmlns:a16="http://schemas.microsoft.com/office/drawing/2014/main" id="{AFDCFB0E-4F7C-FBC5-CFE2-48751949D2A0}"/>
                    </a:ext>
                  </a:extLst>
                </p:cNvPr>
                <p:cNvSpPr txBox="1">
                  <a:spLocks noChangeArrowheads="1"/>
                </p:cNvSpPr>
                <p:nvPr/>
              </p:nvSpPr>
              <p:spPr bwMode="auto">
                <a:xfrm>
                  <a:off x="3903663" y="2730500"/>
                  <a:ext cx="592137" cy="507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b="1">
                      <a:ea typeface="华文细黑" panose="02010600040101010101" pitchFamily="2" charset="-122"/>
                    </a:rPr>
                    <a:t>TCM</a:t>
                  </a:r>
                  <a:r>
                    <a:rPr lang="zh-CN" altLang="en-US" sz="1000" b="1">
                      <a:ea typeface="华文细黑" panose="02010600040101010101" pitchFamily="2" charset="-122"/>
                    </a:rPr>
                    <a:t>服务模块</a:t>
                  </a:r>
                  <a:r>
                    <a:rPr lang="en-US" altLang="zh-CN" sz="1000" b="1">
                      <a:ea typeface="华文细黑" panose="02010600040101010101" pitchFamily="2" charset="-122"/>
                    </a:rPr>
                    <a:t>(TSM) </a:t>
                  </a:r>
                </a:p>
              </p:txBody>
            </p:sp>
            <p:sp>
              <p:nvSpPr>
                <p:cNvPr id="29729" name="Rectangle 29">
                  <a:extLst>
                    <a:ext uri="{FF2B5EF4-FFF2-40B4-BE49-F238E27FC236}">
                      <a16:creationId xmlns:a16="http://schemas.microsoft.com/office/drawing/2014/main" id="{C788818A-67A0-CB2D-251C-1C97654D76AD}"/>
                    </a:ext>
                  </a:extLst>
                </p:cNvPr>
                <p:cNvSpPr>
                  <a:spLocks noChangeArrowheads="1"/>
                </p:cNvSpPr>
                <p:nvPr/>
              </p:nvSpPr>
              <p:spPr bwMode="auto">
                <a:xfrm>
                  <a:off x="3657600" y="2438400"/>
                  <a:ext cx="5029200" cy="38115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9730" name="Rectangle 30">
                  <a:extLst>
                    <a:ext uri="{FF2B5EF4-FFF2-40B4-BE49-F238E27FC236}">
                      <a16:creationId xmlns:a16="http://schemas.microsoft.com/office/drawing/2014/main" id="{540A7B3F-9155-7AFA-7FA1-E742A3FB7890}"/>
                    </a:ext>
                  </a:extLst>
                </p:cNvPr>
                <p:cNvSpPr>
                  <a:spLocks noChangeArrowheads="1"/>
                </p:cNvSpPr>
                <p:nvPr/>
              </p:nvSpPr>
              <p:spPr bwMode="auto">
                <a:xfrm>
                  <a:off x="4724400" y="4267200"/>
                  <a:ext cx="914400" cy="503238"/>
                </a:xfrm>
                <a:prstGeom prst="rect">
                  <a:avLst/>
                </a:prstGeom>
                <a:noFill/>
                <a:ln w="19050">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lIns="18000" rIns="1800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b="1"/>
                    <a:t>BIOS</a:t>
                  </a:r>
                </a:p>
              </p:txBody>
            </p:sp>
            <p:sp>
              <p:nvSpPr>
                <p:cNvPr id="29731" name="Rectangle 31">
                  <a:extLst>
                    <a:ext uri="{FF2B5EF4-FFF2-40B4-BE49-F238E27FC236}">
                      <a16:creationId xmlns:a16="http://schemas.microsoft.com/office/drawing/2014/main" id="{C4276E08-6D6C-E2AF-87FD-65A20E43FF44}"/>
                    </a:ext>
                  </a:extLst>
                </p:cNvPr>
                <p:cNvSpPr>
                  <a:spLocks noChangeArrowheads="1"/>
                </p:cNvSpPr>
                <p:nvPr/>
              </p:nvSpPr>
              <p:spPr bwMode="auto">
                <a:xfrm>
                  <a:off x="4724400" y="3881438"/>
                  <a:ext cx="946150" cy="288925"/>
                </a:xfrm>
                <a:prstGeom prst="rect">
                  <a:avLst/>
                </a:prstGeom>
                <a:solidFill>
                  <a:srgbClr val="FFFFCC"/>
                </a:solidFill>
                <a:ln w="9525">
                  <a:solidFill>
                    <a:schemeClr val="tx1"/>
                  </a:solidFill>
                  <a:prstDash val="dash"/>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t>操作系统</a:t>
                  </a:r>
                </a:p>
              </p:txBody>
            </p:sp>
            <p:sp>
              <p:nvSpPr>
                <p:cNvPr id="29732" name="Rectangle 32">
                  <a:extLst>
                    <a:ext uri="{FF2B5EF4-FFF2-40B4-BE49-F238E27FC236}">
                      <a16:creationId xmlns:a16="http://schemas.microsoft.com/office/drawing/2014/main" id="{1BA3D03F-54B1-5201-442B-B7818ABD0EB2}"/>
                    </a:ext>
                  </a:extLst>
                </p:cNvPr>
                <p:cNvSpPr>
                  <a:spLocks noChangeArrowheads="1"/>
                </p:cNvSpPr>
                <p:nvPr/>
              </p:nvSpPr>
              <p:spPr bwMode="auto">
                <a:xfrm>
                  <a:off x="4724400" y="2847975"/>
                  <a:ext cx="990600" cy="539750"/>
                </a:xfrm>
                <a:prstGeom prst="rect">
                  <a:avLst/>
                </a:prstGeom>
                <a:solidFill>
                  <a:srgbClr val="FFFFFF"/>
                </a:solidFill>
                <a:ln w="9525">
                  <a:solidFill>
                    <a:schemeClr val="tx1"/>
                  </a:solidFill>
                  <a:miter lim="800000"/>
                  <a:headEnd/>
                  <a:tailEnd/>
                </a:ln>
              </p:spPr>
              <p:txBody>
                <a:bodyPr lIns="54000" rIns="54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ea typeface="华文细黑" panose="02010600040101010101" pitchFamily="2" charset="-122"/>
                    </a:rPr>
                    <a:t>运行时平台</a:t>
                  </a:r>
                </a:p>
                <a:p>
                  <a:pPr algn="ctr" eaLnBrk="1" hangingPunct="1"/>
                  <a:r>
                    <a:rPr lang="zh-CN" altLang="en-US" sz="1000" b="1">
                      <a:ea typeface="华文细黑" panose="02010600040101010101" pitchFamily="2" charset="-122"/>
                    </a:rPr>
                    <a:t>防护</a:t>
                  </a:r>
                </a:p>
              </p:txBody>
            </p:sp>
            <p:sp>
              <p:nvSpPr>
                <p:cNvPr id="29733" name="Rectangle 33">
                  <a:extLst>
                    <a:ext uri="{FF2B5EF4-FFF2-40B4-BE49-F238E27FC236}">
                      <a16:creationId xmlns:a16="http://schemas.microsoft.com/office/drawing/2014/main" id="{31558084-FADD-6EF8-7AB2-8C865DF46F58}"/>
                    </a:ext>
                  </a:extLst>
                </p:cNvPr>
                <p:cNvSpPr>
                  <a:spLocks noChangeArrowheads="1"/>
                </p:cNvSpPr>
                <p:nvPr/>
              </p:nvSpPr>
              <p:spPr bwMode="auto">
                <a:xfrm>
                  <a:off x="6019800" y="3233738"/>
                  <a:ext cx="1066800" cy="327025"/>
                </a:xfrm>
                <a:prstGeom prst="rect">
                  <a:avLst/>
                </a:prstGeom>
                <a:solidFill>
                  <a:srgbClr val="FFFFFF"/>
                </a:solidFill>
                <a:ln w="9525">
                  <a:solidFill>
                    <a:schemeClr val="tx1"/>
                  </a:solidFill>
                  <a:miter lim="800000"/>
                  <a:headEnd/>
                  <a:tailEnd/>
                </a:ln>
              </p:spPr>
              <p:txBody>
                <a:bodyPr lIns="54000" rIns="54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ea typeface="华文细黑" panose="02010600040101010101" pitchFamily="2" charset="-122"/>
                    </a:rPr>
                    <a:t>身份证明</a:t>
                  </a:r>
                </a:p>
              </p:txBody>
            </p:sp>
            <p:sp>
              <p:nvSpPr>
                <p:cNvPr id="29734" name="Rectangle 34">
                  <a:extLst>
                    <a:ext uri="{FF2B5EF4-FFF2-40B4-BE49-F238E27FC236}">
                      <a16:creationId xmlns:a16="http://schemas.microsoft.com/office/drawing/2014/main" id="{69681611-7D52-7D7E-106D-28E15C3FFAEC}"/>
                    </a:ext>
                  </a:extLst>
                </p:cNvPr>
                <p:cNvSpPr>
                  <a:spLocks noChangeArrowheads="1"/>
                </p:cNvSpPr>
                <p:nvPr/>
              </p:nvSpPr>
              <p:spPr bwMode="auto">
                <a:xfrm>
                  <a:off x="6019800" y="2692400"/>
                  <a:ext cx="1066800" cy="325438"/>
                </a:xfrm>
                <a:prstGeom prst="rect">
                  <a:avLst/>
                </a:prstGeom>
                <a:solidFill>
                  <a:srgbClr val="FFFFFF"/>
                </a:solidFill>
                <a:ln w="9525">
                  <a:solidFill>
                    <a:schemeClr val="tx1"/>
                  </a:solidFill>
                  <a:miter lim="800000"/>
                  <a:headEnd/>
                  <a:tailEnd/>
                </a:ln>
              </p:spPr>
              <p:txBody>
                <a:bodyPr lIns="54000" rIns="54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ea typeface="华文细黑" panose="02010600040101010101" pitchFamily="2" charset="-122"/>
                    </a:rPr>
                    <a:t>完整性报告</a:t>
                  </a:r>
                </a:p>
              </p:txBody>
            </p:sp>
            <p:sp>
              <p:nvSpPr>
                <p:cNvPr id="29735" name="Rectangle 35">
                  <a:extLst>
                    <a:ext uri="{FF2B5EF4-FFF2-40B4-BE49-F238E27FC236}">
                      <a16:creationId xmlns:a16="http://schemas.microsoft.com/office/drawing/2014/main" id="{64D37F22-8ACC-DF7D-417E-0E883D67B4B2}"/>
                    </a:ext>
                  </a:extLst>
                </p:cNvPr>
                <p:cNvSpPr>
                  <a:spLocks noChangeArrowheads="1"/>
                </p:cNvSpPr>
                <p:nvPr/>
              </p:nvSpPr>
              <p:spPr bwMode="auto">
                <a:xfrm>
                  <a:off x="7391400" y="3302000"/>
                  <a:ext cx="1066800" cy="252413"/>
                </a:xfrm>
                <a:prstGeom prst="rect">
                  <a:avLst/>
                </a:prstGeom>
                <a:solidFill>
                  <a:srgbClr val="FFFFFF"/>
                </a:solidFill>
                <a:ln w="9525">
                  <a:solidFill>
                    <a:schemeClr val="tx1"/>
                  </a:solidFill>
                  <a:miter lim="800000"/>
                  <a:headEnd/>
                  <a:tailEnd/>
                </a:ln>
              </p:spPr>
              <p:txBody>
                <a:bodyPr lIns="54000" rIns="54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ea typeface="华文细黑" panose="02010600040101010101" pitchFamily="2" charset="-122"/>
                    </a:rPr>
                    <a:t>密钥保护</a:t>
                  </a:r>
                </a:p>
              </p:txBody>
            </p:sp>
            <p:sp>
              <p:nvSpPr>
                <p:cNvPr id="29736" name="Rectangle 36">
                  <a:extLst>
                    <a:ext uri="{FF2B5EF4-FFF2-40B4-BE49-F238E27FC236}">
                      <a16:creationId xmlns:a16="http://schemas.microsoft.com/office/drawing/2014/main" id="{CC65AFD9-377A-F890-E6A9-0AE6896E7529}"/>
                    </a:ext>
                  </a:extLst>
                </p:cNvPr>
                <p:cNvSpPr>
                  <a:spLocks noChangeArrowheads="1"/>
                </p:cNvSpPr>
                <p:nvPr/>
              </p:nvSpPr>
              <p:spPr bwMode="auto">
                <a:xfrm>
                  <a:off x="7391400" y="3024188"/>
                  <a:ext cx="1066800" cy="252412"/>
                </a:xfrm>
                <a:prstGeom prst="rect">
                  <a:avLst/>
                </a:prstGeom>
                <a:solidFill>
                  <a:srgbClr val="FFFFFF"/>
                </a:solidFill>
                <a:ln w="9525">
                  <a:solidFill>
                    <a:schemeClr val="tx1"/>
                  </a:solidFill>
                  <a:miter lim="800000"/>
                  <a:headEnd/>
                  <a:tailEnd/>
                </a:ln>
              </p:spPr>
              <p:txBody>
                <a:bodyPr lIns="0" r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ea typeface="华文细黑" panose="02010600040101010101" pitchFamily="2" charset="-122"/>
                    </a:rPr>
                    <a:t>平台数据安全</a:t>
                  </a:r>
                </a:p>
              </p:txBody>
            </p:sp>
            <p:sp>
              <p:nvSpPr>
                <p:cNvPr id="29737" name="Rectangle 37">
                  <a:extLst>
                    <a:ext uri="{FF2B5EF4-FFF2-40B4-BE49-F238E27FC236}">
                      <a16:creationId xmlns:a16="http://schemas.microsoft.com/office/drawing/2014/main" id="{FDC6EDF5-634C-C7CC-F25A-AA6F1C7EBEF6}"/>
                    </a:ext>
                  </a:extLst>
                </p:cNvPr>
                <p:cNvSpPr>
                  <a:spLocks noChangeArrowheads="1"/>
                </p:cNvSpPr>
                <p:nvPr/>
              </p:nvSpPr>
              <p:spPr bwMode="auto">
                <a:xfrm>
                  <a:off x="7391400" y="2719388"/>
                  <a:ext cx="1066800" cy="252412"/>
                </a:xfrm>
                <a:prstGeom prst="rect">
                  <a:avLst/>
                </a:prstGeom>
                <a:solidFill>
                  <a:srgbClr val="FFFFFF"/>
                </a:solidFill>
                <a:ln w="9525">
                  <a:solidFill>
                    <a:schemeClr val="tx1"/>
                  </a:solidFill>
                  <a:miter lim="800000"/>
                  <a:headEnd/>
                  <a:tailEnd/>
                </a:ln>
              </p:spPr>
              <p:txBody>
                <a:bodyPr lIns="54000" rIns="54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ea typeface="华文细黑" panose="02010600040101010101" pitchFamily="2" charset="-122"/>
                    </a:rPr>
                    <a:t>密码学服务</a:t>
                  </a:r>
                  <a:endParaRPr lang="zh-CN" altLang="en-US" sz="1000" b="1"/>
                </a:p>
              </p:txBody>
            </p:sp>
            <p:sp>
              <p:nvSpPr>
                <p:cNvPr id="29738" name="Text Box 38">
                  <a:extLst>
                    <a:ext uri="{FF2B5EF4-FFF2-40B4-BE49-F238E27FC236}">
                      <a16:creationId xmlns:a16="http://schemas.microsoft.com/office/drawing/2014/main" id="{49820E36-5E50-4BD1-63FF-D4D6DA4A43F9}"/>
                    </a:ext>
                  </a:extLst>
                </p:cNvPr>
                <p:cNvSpPr txBox="1">
                  <a:spLocks noChangeArrowheads="1"/>
                </p:cNvSpPr>
                <p:nvPr/>
              </p:nvSpPr>
              <p:spPr bwMode="auto">
                <a:xfrm>
                  <a:off x="4540251" y="3276600"/>
                  <a:ext cx="260349" cy="581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000" b="1"/>
                    <a:t>信任链</a:t>
                  </a:r>
                </a:p>
              </p:txBody>
            </p:sp>
            <p:sp>
              <p:nvSpPr>
                <p:cNvPr id="29739" name="Text Box 39">
                  <a:extLst>
                    <a:ext uri="{FF2B5EF4-FFF2-40B4-BE49-F238E27FC236}">
                      <a16:creationId xmlns:a16="http://schemas.microsoft.com/office/drawing/2014/main" id="{B0DE2BB8-DBB8-F652-35CD-83696BC4E109}"/>
                    </a:ext>
                  </a:extLst>
                </p:cNvPr>
                <p:cNvSpPr txBox="1">
                  <a:spLocks noChangeArrowheads="1"/>
                </p:cNvSpPr>
                <p:nvPr/>
              </p:nvSpPr>
              <p:spPr bwMode="auto">
                <a:xfrm>
                  <a:off x="3657600" y="3810000"/>
                  <a:ext cx="762000" cy="871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rIns="1800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ea typeface="华文细黑" panose="02010600040101010101" pitchFamily="2" charset="-122"/>
                    </a:rPr>
                    <a:t>可信计算密码支撑平台</a:t>
                  </a:r>
                </a:p>
              </p:txBody>
            </p:sp>
            <p:sp>
              <p:nvSpPr>
                <p:cNvPr id="29740" name="Rectangle 50">
                  <a:extLst>
                    <a:ext uri="{FF2B5EF4-FFF2-40B4-BE49-F238E27FC236}">
                      <a16:creationId xmlns:a16="http://schemas.microsoft.com/office/drawing/2014/main" id="{DBD543AE-E481-B016-67B9-D2BFD51DBB18}"/>
                    </a:ext>
                  </a:extLst>
                </p:cNvPr>
                <p:cNvSpPr>
                  <a:spLocks noChangeArrowheads="1"/>
                </p:cNvSpPr>
                <p:nvPr/>
              </p:nvSpPr>
              <p:spPr bwMode="auto">
                <a:xfrm>
                  <a:off x="4527550" y="2586038"/>
                  <a:ext cx="1246188" cy="2735262"/>
                </a:xfrm>
                <a:prstGeom prst="rect">
                  <a:avLst/>
                </a:prstGeom>
                <a:noFill/>
                <a:ln w="1270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9741" name="Rectangle 51">
                  <a:extLst>
                    <a:ext uri="{FF2B5EF4-FFF2-40B4-BE49-F238E27FC236}">
                      <a16:creationId xmlns:a16="http://schemas.microsoft.com/office/drawing/2014/main" id="{7B880BDC-058A-3B14-79FB-42325A6A8D23}"/>
                    </a:ext>
                  </a:extLst>
                </p:cNvPr>
                <p:cNvSpPr>
                  <a:spLocks noChangeArrowheads="1"/>
                </p:cNvSpPr>
                <p:nvPr/>
              </p:nvSpPr>
              <p:spPr bwMode="auto">
                <a:xfrm>
                  <a:off x="5943600" y="2586038"/>
                  <a:ext cx="1219200" cy="2735262"/>
                </a:xfrm>
                <a:prstGeom prst="rect">
                  <a:avLst/>
                </a:prstGeom>
                <a:noFill/>
                <a:ln w="1270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9742" name="Rectangle 52">
                  <a:extLst>
                    <a:ext uri="{FF2B5EF4-FFF2-40B4-BE49-F238E27FC236}">
                      <a16:creationId xmlns:a16="http://schemas.microsoft.com/office/drawing/2014/main" id="{A1B78236-934F-E202-9A7D-2443E5022092}"/>
                    </a:ext>
                  </a:extLst>
                </p:cNvPr>
                <p:cNvSpPr>
                  <a:spLocks noChangeArrowheads="1"/>
                </p:cNvSpPr>
                <p:nvPr/>
              </p:nvSpPr>
              <p:spPr bwMode="auto">
                <a:xfrm>
                  <a:off x="7315200" y="2590800"/>
                  <a:ext cx="1219200" cy="2730500"/>
                </a:xfrm>
                <a:prstGeom prst="rect">
                  <a:avLst/>
                </a:prstGeom>
                <a:noFill/>
                <a:ln w="1270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grpSp>
          <p:nvGrpSpPr>
            <p:cNvPr id="29719" name="Group 53">
              <a:extLst>
                <a:ext uri="{FF2B5EF4-FFF2-40B4-BE49-F238E27FC236}">
                  <a16:creationId xmlns:a16="http://schemas.microsoft.com/office/drawing/2014/main" id="{A2883FD0-592A-B3FF-610B-8557C2F64993}"/>
                </a:ext>
              </a:extLst>
            </p:cNvPr>
            <p:cNvGrpSpPr>
              <a:grpSpLocks/>
            </p:cNvGrpSpPr>
            <p:nvPr/>
          </p:nvGrpSpPr>
          <p:grpSpPr bwMode="auto">
            <a:xfrm>
              <a:off x="2012950" y="5465763"/>
              <a:ext cx="3948113" cy="636587"/>
              <a:chOff x="1440" y="3504"/>
              <a:chExt cx="3312" cy="425"/>
            </a:xfrm>
          </p:grpSpPr>
          <p:sp>
            <p:nvSpPr>
              <p:cNvPr id="29720" name="Rectangle 54">
                <a:extLst>
                  <a:ext uri="{FF2B5EF4-FFF2-40B4-BE49-F238E27FC236}">
                    <a16:creationId xmlns:a16="http://schemas.microsoft.com/office/drawing/2014/main" id="{16DF5DEA-5CDE-7330-8263-E283F5325054}"/>
                  </a:ext>
                </a:extLst>
              </p:cNvPr>
              <p:cNvSpPr>
                <a:spLocks noChangeArrowheads="1"/>
              </p:cNvSpPr>
              <p:nvPr/>
            </p:nvSpPr>
            <p:spPr bwMode="auto">
              <a:xfrm>
                <a:off x="1440" y="3504"/>
                <a:ext cx="3312" cy="425"/>
              </a:xfrm>
              <a:prstGeom prst="rect">
                <a:avLst/>
              </a:prstGeom>
              <a:solidFill>
                <a:schemeClr val="bg1"/>
              </a:solidFill>
              <a:ln w="25400">
                <a:solidFill>
                  <a:srgbClr val="800080"/>
                </a:solidFill>
                <a:miter lim="800000"/>
                <a:headEnd/>
                <a:tailEnd/>
              </a:ln>
            </p:spPr>
            <p:txBody>
              <a:bodyPr wrap="none"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lnSpc>
                    <a:spcPct val="97000"/>
                  </a:lnSpc>
                </a:pPr>
                <a:r>
                  <a:rPr lang="en-US" altLang="zh-CN" sz="1400" b="1">
                    <a:solidFill>
                      <a:schemeClr val="accent2"/>
                    </a:solidFill>
                    <a:latin typeface="Times New Roman" panose="02020603050405020304" pitchFamily="18" charset="0"/>
                  </a:rPr>
                  <a:t>  </a:t>
                </a:r>
                <a:r>
                  <a:rPr lang="zh-CN" altLang="en-US" sz="1000" b="1">
                    <a:solidFill>
                      <a:srgbClr val="7030A0"/>
                    </a:solidFill>
                    <a:latin typeface="Times New Roman" panose="02020603050405020304" pitchFamily="18" charset="0"/>
                  </a:rPr>
                  <a:t>中国 密</a:t>
                </a:r>
              </a:p>
              <a:p>
                <a:pPr eaLnBrk="1" hangingPunct="1">
                  <a:lnSpc>
                    <a:spcPct val="97000"/>
                  </a:lnSpc>
                </a:pPr>
                <a:r>
                  <a:rPr lang="zh-CN" altLang="en-US" sz="1000" b="1">
                    <a:solidFill>
                      <a:srgbClr val="7030A0"/>
                    </a:solidFill>
                    <a:latin typeface="Times New Roman" panose="02020603050405020304" pitchFamily="18" charset="0"/>
                  </a:rPr>
                  <a:t>   码 算法 </a:t>
                </a:r>
              </a:p>
              <a:p>
                <a:pPr eaLnBrk="1" hangingPunct="1">
                  <a:lnSpc>
                    <a:spcPct val="97000"/>
                  </a:lnSpc>
                </a:pPr>
                <a:r>
                  <a:rPr lang="zh-CN" altLang="en-US" sz="1000" b="1">
                    <a:solidFill>
                      <a:srgbClr val="7030A0"/>
                    </a:solidFill>
                    <a:latin typeface="Times New Roman" panose="02020603050405020304" pitchFamily="18" charset="0"/>
                  </a:rPr>
                  <a:t>   引     擎</a:t>
                </a:r>
              </a:p>
            </p:txBody>
          </p:sp>
          <p:sp>
            <p:nvSpPr>
              <p:cNvPr id="29721" name="Rectangle 55">
                <a:extLst>
                  <a:ext uri="{FF2B5EF4-FFF2-40B4-BE49-F238E27FC236}">
                    <a16:creationId xmlns:a16="http://schemas.microsoft.com/office/drawing/2014/main" id="{F041AC93-5A31-2B40-1029-54EDD297A6DF}"/>
                  </a:ext>
                </a:extLst>
              </p:cNvPr>
              <p:cNvSpPr>
                <a:spLocks noChangeArrowheads="1"/>
              </p:cNvSpPr>
              <p:nvPr/>
            </p:nvSpPr>
            <p:spPr bwMode="auto">
              <a:xfrm>
                <a:off x="2057" y="3552"/>
                <a:ext cx="785" cy="155"/>
              </a:xfrm>
              <a:prstGeom prst="rect">
                <a:avLst/>
              </a:prstGeom>
              <a:solidFill>
                <a:schemeClr val="bg1"/>
              </a:solidFill>
              <a:ln w="6350">
                <a:solidFill>
                  <a:schemeClr val="tx1"/>
                </a:solidFill>
                <a:miter lim="800000"/>
                <a:headEnd/>
                <a:tailEnd/>
              </a:ln>
            </p:spPr>
            <p:txBody>
              <a:bodyPr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lnSpc>
                    <a:spcPct val="97000"/>
                  </a:lnSpc>
                </a:pPr>
                <a:r>
                  <a:rPr lang="en-US" altLang="zh-CN" b="1">
                    <a:solidFill>
                      <a:srgbClr val="7030A0"/>
                    </a:solidFill>
                    <a:latin typeface="Times New Roman" panose="02020603050405020304" pitchFamily="18" charset="0"/>
                  </a:rPr>
                  <a:t>SM2(256</a:t>
                </a:r>
                <a:r>
                  <a:rPr lang="zh-CN" altLang="en-US" b="1">
                    <a:solidFill>
                      <a:srgbClr val="7030A0"/>
                    </a:solidFill>
                    <a:latin typeface="Times New Roman" panose="02020603050405020304" pitchFamily="18" charset="0"/>
                  </a:rPr>
                  <a:t>位</a:t>
                </a:r>
                <a:r>
                  <a:rPr lang="en-US" altLang="zh-CN" b="1">
                    <a:solidFill>
                      <a:srgbClr val="7030A0"/>
                    </a:solidFill>
                    <a:latin typeface="Times New Roman" panose="02020603050405020304" pitchFamily="18" charset="0"/>
                  </a:rPr>
                  <a:t>ECC)</a:t>
                </a:r>
              </a:p>
            </p:txBody>
          </p:sp>
          <p:sp>
            <p:nvSpPr>
              <p:cNvPr id="29722" name="Rectangle 56">
                <a:extLst>
                  <a:ext uri="{FF2B5EF4-FFF2-40B4-BE49-F238E27FC236}">
                    <a16:creationId xmlns:a16="http://schemas.microsoft.com/office/drawing/2014/main" id="{64525CC0-0651-2EE4-8410-28DD93A37D03}"/>
                  </a:ext>
                </a:extLst>
              </p:cNvPr>
              <p:cNvSpPr>
                <a:spLocks noChangeArrowheads="1"/>
              </p:cNvSpPr>
              <p:nvPr/>
            </p:nvSpPr>
            <p:spPr bwMode="auto">
              <a:xfrm>
                <a:off x="2884" y="3557"/>
                <a:ext cx="776" cy="150"/>
              </a:xfrm>
              <a:prstGeom prst="rect">
                <a:avLst/>
              </a:prstGeom>
              <a:solidFill>
                <a:schemeClr val="bg1"/>
              </a:solidFill>
              <a:ln w="6350">
                <a:solidFill>
                  <a:schemeClr val="tx1"/>
                </a:solidFill>
                <a:miter lim="800000"/>
                <a:headEnd/>
                <a:tailEnd/>
              </a:ln>
            </p:spPr>
            <p:txBody>
              <a:bodyPr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lnSpc>
                    <a:spcPct val="97000"/>
                  </a:lnSpc>
                </a:pPr>
                <a:r>
                  <a:rPr lang="en-US" altLang="zh-CN" b="1">
                    <a:solidFill>
                      <a:srgbClr val="7030A0"/>
                    </a:solidFill>
                    <a:latin typeface="Times New Roman" panose="02020603050405020304" pitchFamily="18" charset="0"/>
                  </a:rPr>
                  <a:t>SM3(256</a:t>
                </a:r>
                <a:r>
                  <a:rPr lang="zh-CN" altLang="en-US" b="1">
                    <a:solidFill>
                      <a:srgbClr val="7030A0"/>
                    </a:solidFill>
                    <a:latin typeface="Times New Roman" panose="02020603050405020304" pitchFamily="18" charset="0"/>
                  </a:rPr>
                  <a:t>位</a:t>
                </a:r>
                <a:r>
                  <a:rPr lang="en-US" altLang="zh-CN" b="1">
                    <a:solidFill>
                      <a:srgbClr val="7030A0"/>
                    </a:solidFill>
                    <a:latin typeface="Times New Roman" panose="02020603050405020304" pitchFamily="18" charset="0"/>
                  </a:rPr>
                  <a:t>Hash)</a:t>
                </a:r>
              </a:p>
            </p:txBody>
          </p:sp>
          <p:sp>
            <p:nvSpPr>
              <p:cNvPr id="29723" name="Rectangle 57">
                <a:extLst>
                  <a:ext uri="{FF2B5EF4-FFF2-40B4-BE49-F238E27FC236}">
                    <a16:creationId xmlns:a16="http://schemas.microsoft.com/office/drawing/2014/main" id="{FBEDD663-E1F6-166D-9F73-DBE34F28D576}"/>
                  </a:ext>
                </a:extLst>
              </p:cNvPr>
              <p:cNvSpPr>
                <a:spLocks noChangeArrowheads="1"/>
              </p:cNvSpPr>
              <p:nvPr/>
            </p:nvSpPr>
            <p:spPr bwMode="auto">
              <a:xfrm>
                <a:off x="3715" y="3560"/>
                <a:ext cx="938" cy="172"/>
              </a:xfrm>
              <a:prstGeom prst="rect">
                <a:avLst/>
              </a:prstGeom>
              <a:solidFill>
                <a:schemeClr val="bg1"/>
              </a:solidFill>
              <a:ln w="6350">
                <a:solidFill>
                  <a:schemeClr val="tx1"/>
                </a:solidFill>
                <a:miter lim="800000"/>
                <a:headEnd/>
                <a:tailEnd/>
              </a:ln>
            </p:spPr>
            <p:txBody>
              <a:bodyPr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lnSpc>
                    <a:spcPct val="97000"/>
                  </a:lnSpc>
                </a:pPr>
                <a:r>
                  <a:rPr lang="en-US" altLang="zh-CN" b="1">
                    <a:solidFill>
                      <a:srgbClr val="7030A0"/>
                    </a:solidFill>
                    <a:latin typeface="Times New Roman" panose="02020603050405020304" pitchFamily="18" charset="0"/>
                  </a:rPr>
                  <a:t>SMS-4(128</a:t>
                </a:r>
                <a:r>
                  <a:rPr lang="zh-CN" altLang="en-US" b="1">
                    <a:solidFill>
                      <a:srgbClr val="7030A0"/>
                    </a:solidFill>
                    <a:latin typeface="Times New Roman" panose="02020603050405020304" pitchFamily="18" charset="0"/>
                  </a:rPr>
                  <a:t>位分组</a:t>
                </a:r>
                <a:r>
                  <a:rPr lang="en-US" altLang="zh-CN" b="1">
                    <a:solidFill>
                      <a:srgbClr val="7030A0"/>
                    </a:solidFill>
                    <a:latin typeface="Times New Roman" panose="02020603050405020304" pitchFamily="18" charset="0"/>
                  </a:rPr>
                  <a:t>)</a:t>
                </a:r>
              </a:p>
            </p:txBody>
          </p:sp>
          <p:sp>
            <p:nvSpPr>
              <p:cNvPr id="29724" name="Rectangle 58">
                <a:extLst>
                  <a:ext uri="{FF2B5EF4-FFF2-40B4-BE49-F238E27FC236}">
                    <a16:creationId xmlns:a16="http://schemas.microsoft.com/office/drawing/2014/main" id="{63DD2B3E-FB99-D46B-8B63-921FDD2199C2}"/>
                  </a:ext>
                </a:extLst>
              </p:cNvPr>
              <p:cNvSpPr>
                <a:spLocks noChangeArrowheads="1"/>
              </p:cNvSpPr>
              <p:nvPr/>
            </p:nvSpPr>
            <p:spPr bwMode="auto">
              <a:xfrm>
                <a:off x="2057" y="3770"/>
                <a:ext cx="2596" cy="118"/>
              </a:xfrm>
              <a:prstGeom prst="rect">
                <a:avLst/>
              </a:prstGeom>
              <a:solidFill>
                <a:schemeClr val="bg1"/>
              </a:solidFill>
              <a:ln w="6350">
                <a:solidFill>
                  <a:schemeClr val="tx1"/>
                </a:solidFill>
                <a:miter lim="800000"/>
                <a:headEnd/>
                <a:tailEnd/>
              </a:ln>
            </p:spPr>
            <p:txBody>
              <a:bodyPr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lnSpc>
                    <a:spcPct val="97000"/>
                  </a:lnSpc>
                </a:pPr>
                <a:r>
                  <a:rPr lang="en-US" altLang="zh-CN" b="1">
                    <a:solidFill>
                      <a:srgbClr val="7030A0"/>
                    </a:solidFill>
                    <a:latin typeface="Times New Roman" panose="02020603050405020304" pitchFamily="18" charset="0"/>
                  </a:rPr>
                  <a:t>RNG</a:t>
                </a:r>
              </a:p>
            </p:txBody>
          </p:sp>
        </p:grpSp>
      </p:grpSp>
      <p:sp>
        <p:nvSpPr>
          <p:cNvPr id="51" name="Rectangle 17">
            <a:extLst>
              <a:ext uri="{FF2B5EF4-FFF2-40B4-BE49-F238E27FC236}">
                <a16:creationId xmlns:a16="http://schemas.microsoft.com/office/drawing/2014/main" id="{315F67F0-C9ED-325A-6557-02F0D6AA8205}"/>
              </a:ext>
            </a:extLst>
          </p:cNvPr>
          <p:cNvSpPr txBox="1">
            <a:spLocks noChangeArrowheads="1"/>
          </p:cNvSpPr>
          <p:nvPr/>
        </p:nvSpPr>
        <p:spPr>
          <a:xfrm>
            <a:off x="1981200" y="457201"/>
            <a:ext cx="3962400" cy="639763"/>
          </a:xfrm>
          <a:prstGeom prst="rect">
            <a:avLst/>
          </a:prstGeom>
          <a:noFill/>
          <a:ln/>
        </p:spPr>
        <p:txBody>
          <a:bodyPr/>
          <a:lstStyle/>
          <a:p>
            <a:pPr>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自主可信计算平台架构</a:t>
            </a:r>
          </a:p>
        </p:txBody>
      </p:sp>
      <p:sp>
        <p:nvSpPr>
          <p:cNvPr id="29701" name="矩形 48">
            <a:extLst>
              <a:ext uri="{FF2B5EF4-FFF2-40B4-BE49-F238E27FC236}">
                <a16:creationId xmlns:a16="http://schemas.microsoft.com/office/drawing/2014/main" id="{34918AD3-5739-EE7A-E3D3-8D10C23032EA}"/>
              </a:ext>
            </a:extLst>
          </p:cNvPr>
          <p:cNvSpPr>
            <a:spLocks noChangeArrowheads="1"/>
          </p:cNvSpPr>
          <p:nvPr/>
        </p:nvSpPr>
        <p:spPr bwMode="auto">
          <a:xfrm>
            <a:off x="6553200" y="1466850"/>
            <a:ext cx="3505200" cy="4038600"/>
          </a:xfrm>
          <a:prstGeom prst="rect">
            <a:avLst/>
          </a:prstGeom>
          <a:solidFill>
            <a:srgbClr val="CCECFF"/>
          </a:solidFill>
          <a:ln w="12700">
            <a:solidFill>
              <a:srgbClr val="FFC000"/>
            </a:solidFill>
            <a:round/>
            <a:headEnd/>
            <a:tailEnd type="triangle" w="med" len="me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55" name="立方体 54">
            <a:extLst>
              <a:ext uri="{FF2B5EF4-FFF2-40B4-BE49-F238E27FC236}">
                <a16:creationId xmlns:a16="http://schemas.microsoft.com/office/drawing/2014/main" id="{38DFE3CA-DB74-C738-0FC8-76B62A3A2193}"/>
              </a:ext>
            </a:extLst>
          </p:cNvPr>
          <p:cNvSpPr/>
          <p:nvPr/>
        </p:nvSpPr>
        <p:spPr bwMode="auto">
          <a:xfrm>
            <a:off x="7086600" y="4421189"/>
            <a:ext cx="2667000" cy="815975"/>
          </a:xfrm>
          <a:prstGeom prst="cube">
            <a:avLst>
              <a:gd name="adj" fmla="val 31447"/>
            </a:avLst>
          </a:prstGeom>
          <a:gradFill flip="none" rotWithShape="1">
            <a:gsLst>
              <a:gs pos="0">
                <a:schemeClr val="bg1">
                  <a:lumMod val="95000"/>
                  <a:shade val="30000"/>
                  <a:satMod val="115000"/>
                </a:schemeClr>
              </a:gs>
              <a:gs pos="50000">
                <a:schemeClr val="bg1">
                  <a:lumMod val="95000"/>
                  <a:shade val="67500"/>
                  <a:satMod val="115000"/>
                </a:schemeClr>
              </a:gs>
              <a:gs pos="100000">
                <a:schemeClr val="bg1">
                  <a:lumMod val="95000"/>
                  <a:shade val="100000"/>
                  <a:satMod val="115000"/>
                </a:schemeClr>
              </a:gs>
            </a:gsLst>
            <a:lin ang="0" scaled="1"/>
            <a:tileRect/>
          </a:gradFill>
          <a:ln w="9525">
            <a:solidFill>
              <a:srgbClr val="000066"/>
            </a:solidFill>
            <a:round/>
            <a:headEnd/>
            <a:tailEnd type="triangle" w="med" len="med"/>
          </a:ln>
          <a:effectLst/>
        </p:spPr>
        <p:txBody>
          <a:bodyPr anchor="ctr"/>
          <a:lstStyle/>
          <a:p>
            <a:pPr algn="ctr">
              <a:defRPr/>
            </a:pPr>
            <a:r>
              <a:rPr lang="zh-CN" altLang="en-US" sz="1200" b="1" dirty="0">
                <a:latin typeface="Arial" charset="0"/>
              </a:rPr>
              <a:t>可信密码模块</a:t>
            </a:r>
            <a:r>
              <a:rPr lang="en-US" altLang="zh-CN" sz="1200" b="1" dirty="0">
                <a:latin typeface="Arial" charset="0"/>
              </a:rPr>
              <a:t>TCM</a:t>
            </a:r>
            <a:endParaRPr lang="zh-CN" altLang="en-US" sz="1200" b="1" dirty="0">
              <a:latin typeface="Arial" charset="0"/>
            </a:endParaRPr>
          </a:p>
        </p:txBody>
      </p:sp>
      <p:sp>
        <p:nvSpPr>
          <p:cNvPr id="29703" name="立方体 50">
            <a:extLst>
              <a:ext uri="{FF2B5EF4-FFF2-40B4-BE49-F238E27FC236}">
                <a16:creationId xmlns:a16="http://schemas.microsoft.com/office/drawing/2014/main" id="{2F66C26C-D3DA-6EF7-82D2-969A643880CB}"/>
              </a:ext>
            </a:extLst>
          </p:cNvPr>
          <p:cNvSpPr>
            <a:spLocks noChangeArrowheads="1"/>
          </p:cNvSpPr>
          <p:nvPr/>
        </p:nvSpPr>
        <p:spPr bwMode="auto">
          <a:xfrm>
            <a:off x="7086600" y="4162426"/>
            <a:ext cx="1828800" cy="504825"/>
          </a:xfrm>
          <a:prstGeom prst="cube">
            <a:avLst>
              <a:gd name="adj" fmla="val 23037"/>
            </a:avLst>
          </a:prstGeom>
          <a:gradFill rotWithShape="1">
            <a:gsLst>
              <a:gs pos="0">
                <a:srgbClr val="FFFF80"/>
              </a:gs>
              <a:gs pos="50000">
                <a:srgbClr val="FFFFB3"/>
              </a:gs>
              <a:gs pos="100000">
                <a:srgbClr val="FFFFDA"/>
              </a:gs>
            </a:gsLst>
            <a:lin ang="18900000" scaled="1"/>
          </a:gradFill>
          <a:ln w="9525">
            <a:solidFill>
              <a:srgbClr val="000066"/>
            </a:solidFill>
            <a:round/>
            <a:headEnd/>
            <a:tailEnd type="triangle" w="med" len="me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t>安全芯片驱动</a:t>
            </a:r>
          </a:p>
        </p:txBody>
      </p:sp>
      <p:sp>
        <p:nvSpPr>
          <p:cNvPr id="29704" name="立方体 51">
            <a:extLst>
              <a:ext uri="{FF2B5EF4-FFF2-40B4-BE49-F238E27FC236}">
                <a16:creationId xmlns:a16="http://schemas.microsoft.com/office/drawing/2014/main" id="{A8103577-222C-5BED-6DF9-7D0E335364B9}"/>
              </a:ext>
            </a:extLst>
          </p:cNvPr>
          <p:cNvSpPr>
            <a:spLocks noChangeArrowheads="1"/>
          </p:cNvSpPr>
          <p:nvPr/>
        </p:nvSpPr>
        <p:spPr bwMode="auto">
          <a:xfrm>
            <a:off x="7086601" y="3633789"/>
            <a:ext cx="1851025" cy="644525"/>
          </a:xfrm>
          <a:prstGeom prst="cube">
            <a:avLst>
              <a:gd name="adj" fmla="val 23037"/>
            </a:avLst>
          </a:prstGeom>
          <a:gradFill rotWithShape="1">
            <a:gsLst>
              <a:gs pos="0">
                <a:srgbClr val="E5FD91"/>
              </a:gs>
              <a:gs pos="50000">
                <a:srgbClr val="EDFCBD"/>
              </a:gs>
              <a:gs pos="100000">
                <a:srgbClr val="F6FDDF"/>
              </a:gs>
            </a:gsLst>
            <a:lin ang="0" scaled="1"/>
          </a:gradFill>
          <a:ln w="9525">
            <a:solidFill>
              <a:srgbClr val="000066"/>
            </a:solidFill>
            <a:round/>
            <a:headEnd/>
            <a:tailEnd type="triangle" w="med" len="me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t>可信密码服务模块</a:t>
            </a:r>
            <a:r>
              <a:rPr lang="en-US" altLang="zh-CN" sz="1200" b="1"/>
              <a:t>TSM</a:t>
            </a:r>
            <a:endParaRPr lang="zh-CN" altLang="en-US" sz="1200" b="1"/>
          </a:p>
        </p:txBody>
      </p:sp>
      <p:cxnSp>
        <p:nvCxnSpPr>
          <p:cNvPr id="29705" name="直接连接符 52">
            <a:extLst>
              <a:ext uri="{FF2B5EF4-FFF2-40B4-BE49-F238E27FC236}">
                <a16:creationId xmlns:a16="http://schemas.microsoft.com/office/drawing/2014/main" id="{6238652B-1A9F-8959-AC81-D4C1E8E66A29}"/>
              </a:ext>
            </a:extLst>
          </p:cNvPr>
          <p:cNvCxnSpPr>
            <a:cxnSpLocks noChangeShapeType="1"/>
          </p:cNvCxnSpPr>
          <p:nvPr/>
        </p:nvCxnSpPr>
        <p:spPr bwMode="auto">
          <a:xfrm flipV="1">
            <a:off x="7162801" y="3200400"/>
            <a:ext cx="1514475" cy="14288"/>
          </a:xfrm>
          <a:prstGeom prst="line">
            <a:avLst/>
          </a:prstGeom>
          <a:noFill/>
          <a:ln w="31750" algn="ctr">
            <a:solidFill>
              <a:schemeClr val="tx1"/>
            </a:solidFill>
            <a:prstDash val="dash"/>
            <a:round/>
            <a:headEnd/>
            <a:tailEnd/>
          </a:ln>
          <a:extLst>
            <a:ext uri="{909E8E84-426E-40DD-AFC4-6F175D3DCCD1}">
              <a14:hiddenFill xmlns:a14="http://schemas.microsoft.com/office/drawing/2010/main">
                <a:noFill/>
              </a14:hiddenFill>
            </a:ext>
          </a:extLst>
        </p:spPr>
      </p:cxnSp>
      <p:sp>
        <p:nvSpPr>
          <p:cNvPr id="29706" name="上下箭头 53">
            <a:extLst>
              <a:ext uri="{FF2B5EF4-FFF2-40B4-BE49-F238E27FC236}">
                <a16:creationId xmlns:a16="http://schemas.microsoft.com/office/drawing/2014/main" id="{EAD0D5E9-CA89-D29E-40E9-0EB78EB4CA0F}"/>
              </a:ext>
            </a:extLst>
          </p:cNvPr>
          <p:cNvSpPr>
            <a:spLocks noChangeArrowheads="1"/>
          </p:cNvSpPr>
          <p:nvPr/>
        </p:nvSpPr>
        <p:spPr bwMode="auto">
          <a:xfrm>
            <a:off x="8229601" y="2667000"/>
            <a:ext cx="193675" cy="908050"/>
          </a:xfrm>
          <a:prstGeom prst="upDownArrow">
            <a:avLst>
              <a:gd name="adj1" fmla="val 50000"/>
              <a:gd name="adj2" fmla="val 49772"/>
            </a:avLst>
          </a:prstGeom>
          <a:solidFill>
            <a:schemeClr val="bg1"/>
          </a:solidFill>
          <a:ln w="12700">
            <a:solidFill>
              <a:schemeClr val="tx1"/>
            </a:solidFill>
            <a:round/>
            <a:headEnd/>
            <a:tailEnd type="triangle" w="med" len="me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29707" name="上下箭头 54">
            <a:extLst>
              <a:ext uri="{FF2B5EF4-FFF2-40B4-BE49-F238E27FC236}">
                <a16:creationId xmlns:a16="http://schemas.microsoft.com/office/drawing/2014/main" id="{98FDE3D2-A33E-73E4-5E49-A64D5F9D7DBF}"/>
              </a:ext>
            </a:extLst>
          </p:cNvPr>
          <p:cNvSpPr>
            <a:spLocks noChangeArrowheads="1"/>
          </p:cNvSpPr>
          <p:nvPr/>
        </p:nvSpPr>
        <p:spPr bwMode="auto">
          <a:xfrm>
            <a:off x="7391401" y="2667000"/>
            <a:ext cx="212725" cy="927100"/>
          </a:xfrm>
          <a:prstGeom prst="upDownArrow">
            <a:avLst>
              <a:gd name="adj1" fmla="val 50000"/>
              <a:gd name="adj2" fmla="val 49676"/>
            </a:avLst>
          </a:prstGeom>
          <a:solidFill>
            <a:schemeClr val="bg1"/>
          </a:solidFill>
          <a:ln w="12700">
            <a:solidFill>
              <a:schemeClr val="tx1"/>
            </a:solidFill>
            <a:round/>
            <a:headEnd/>
            <a:tailEnd type="triangle" w="med" len="me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29708" name="立方体 55">
            <a:extLst>
              <a:ext uri="{FF2B5EF4-FFF2-40B4-BE49-F238E27FC236}">
                <a16:creationId xmlns:a16="http://schemas.microsoft.com/office/drawing/2014/main" id="{E2D1738F-F154-872C-F091-638866C6821F}"/>
              </a:ext>
            </a:extLst>
          </p:cNvPr>
          <p:cNvSpPr>
            <a:spLocks noChangeArrowheads="1"/>
          </p:cNvSpPr>
          <p:nvPr/>
        </p:nvSpPr>
        <p:spPr bwMode="auto">
          <a:xfrm>
            <a:off x="7031038" y="1965325"/>
            <a:ext cx="1027112" cy="679450"/>
          </a:xfrm>
          <a:prstGeom prst="cube">
            <a:avLst>
              <a:gd name="adj" fmla="val 28500"/>
            </a:avLst>
          </a:prstGeom>
          <a:blipFill dpi="0" rotWithShape="1">
            <a:blip r:embed="rId2"/>
            <a:srcRect/>
            <a:tile tx="0" ty="0" sx="100000" sy="100000" flip="none" algn="tl"/>
          </a:blipFill>
          <a:ln w="9525">
            <a:solidFill>
              <a:srgbClr val="000066"/>
            </a:solidFill>
            <a:round/>
            <a:headEnd/>
            <a:tailEnd type="triangle" w="med" len="med"/>
          </a:ln>
        </p:spPr>
        <p:txBody>
          <a:bodyPr lIns="36000" rIns="36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a:t>TCM</a:t>
            </a:r>
            <a:r>
              <a:rPr lang="zh-CN" altLang="en-US" sz="1200" b="1"/>
              <a:t>配置管理</a:t>
            </a:r>
          </a:p>
        </p:txBody>
      </p:sp>
      <p:sp>
        <p:nvSpPr>
          <p:cNvPr id="29709" name="立方体 56">
            <a:extLst>
              <a:ext uri="{FF2B5EF4-FFF2-40B4-BE49-F238E27FC236}">
                <a16:creationId xmlns:a16="http://schemas.microsoft.com/office/drawing/2014/main" id="{0F1158A2-6E20-E614-0E44-F9FADC2FBFB0}"/>
              </a:ext>
            </a:extLst>
          </p:cNvPr>
          <p:cNvSpPr>
            <a:spLocks noChangeArrowheads="1"/>
          </p:cNvSpPr>
          <p:nvPr/>
        </p:nvSpPr>
        <p:spPr bwMode="auto">
          <a:xfrm>
            <a:off x="7880350" y="1949450"/>
            <a:ext cx="1130300" cy="679450"/>
          </a:xfrm>
          <a:prstGeom prst="cube">
            <a:avLst>
              <a:gd name="adj" fmla="val 29491"/>
            </a:avLst>
          </a:prstGeom>
          <a:blipFill dpi="0" rotWithShape="1">
            <a:blip r:embed="rId3"/>
            <a:srcRect/>
            <a:tile tx="0" ty="0" sx="100000" sy="100000" flip="none" algn="tl"/>
          </a:blipFill>
          <a:ln w="9525">
            <a:solidFill>
              <a:srgbClr val="000066"/>
            </a:solidFill>
            <a:round/>
            <a:headEnd/>
            <a:tailEnd type="triangle" w="med" len="me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a:t>TCM</a:t>
            </a:r>
            <a:r>
              <a:rPr lang="zh-CN" altLang="en-US" sz="1200" b="1"/>
              <a:t>应用</a:t>
            </a:r>
          </a:p>
        </p:txBody>
      </p:sp>
      <p:sp>
        <p:nvSpPr>
          <p:cNvPr id="29710" name="立方体 57">
            <a:extLst>
              <a:ext uri="{FF2B5EF4-FFF2-40B4-BE49-F238E27FC236}">
                <a16:creationId xmlns:a16="http://schemas.microsoft.com/office/drawing/2014/main" id="{255EECF4-92FE-1B5E-60D6-B8FFC62FE33E}"/>
              </a:ext>
            </a:extLst>
          </p:cNvPr>
          <p:cNvSpPr>
            <a:spLocks noChangeArrowheads="1"/>
          </p:cNvSpPr>
          <p:nvPr/>
        </p:nvSpPr>
        <p:spPr bwMode="auto">
          <a:xfrm>
            <a:off x="8820151" y="1939925"/>
            <a:ext cx="862013" cy="2717800"/>
          </a:xfrm>
          <a:prstGeom prst="cube">
            <a:avLst>
              <a:gd name="adj" fmla="val 23819"/>
            </a:avLst>
          </a:prstGeom>
          <a:gradFill rotWithShape="1">
            <a:gsLst>
              <a:gs pos="0">
                <a:srgbClr val="80FFFF"/>
              </a:gs>
              <a:gs pos="50000">
                <a:srgbClr val="B3FFFF"/>
              </a:gs>
              <a:gs pos="100000">
                <a:srgbClr val="DAFFFF"/>
              </a:gs>
            </a:gsLst>
            <a:lin ang="0" scaled="1"/>
          </a:gradFill>
          <a:ln w="9525">
            <a:solidFill>
              <a:srgbClr val="000066"/>
            </a:solidFill>
            <a:round/>
            <a:headEnd/>
            <a:tailEnd type="triangle" w="med" len="me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t>信</a:t>
            </a:r>
            <a:endParaRPr lang="en-US" altLang="zh-CN" sz="1400" b="1"/>
          </a:p>
          <a:p>
            <a:pPr algn="ctr" eaLnBrk="1" hangingPunct="1"/>
            <a:r>
              <a:rPr lang="zh-CN" altLang="en-US" sz="1400" b="1"/>
              <a:t>任</a:t>
            </a:r>
            <a:endParaRPr lang="en-US" altLang="zh-CN" sz="1400" b="1"/>
          </a:p>
          <a:p>
            <a:pPr algn="ctr" eaLnBrk="1" hangingPunct="1"/>
            <a:r>
              <a:rPr lang="zh-CN" altLang="en-US" sz="1400" b="1"/>
              <a:t>链</a:t>
            </a:r>
          </a:p>
        </p:txBody>
      </p:sp>
      <p:sp>
        <p:nvSpPr>
          <p:cNvPr id="29711" name="圆角矩形 58">
            <a:extLst>
              <a:ext uri="{FF2B5EF4-FFF2-40B4-BE49-F238E27FC236}">
                <a16:creationId xmlns:a16="http://schemas.microsoft.com/office/drawing/2014/main" id="{CBF2FD1A-0550-08B6-B6EE-7AAE6C1EDE32}"/>
              </a:ext>
            </a:extLst>
          </p:cNvPr>
          <p:cNvSpPr>
            <a:spLocks noChangeArrowheads="1"/>
          </p:cNvSpPr>
          <p:nvPr/>
        </p:nvSpPr>
        <p:spPr bwMode="auto">
          <a:xfrm>
            <a:off x="6781800" y="3048000"/>
            <a:ext cx="457200" cy="350838"/>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round/>
                <a:headEnd/>
                <a:tailEnd type="triangle" w="med" len="med"/>
              </a14:hiddenLine>
            </a:ext>
          </a:extLst>
        </p:spPr>
        <p:txBody>
          <a:bodyPr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t>平台接口</a:t>
            </a:r>
          </a:p>
        </p:txBody>
      </p:sp>
      <p:sp>
        <p:nvSpPr>
          <p:cNvPr id="29712" name="圆角矩形 59">
            <a:extLst>
              <a:ext uri="{FF2B5EF4-FFF2-40B4-BE49-F238E27FC236}">
                <a16:creationId xmlns:a16="http://schemas.microsoft.com/office/drawing/2014/main" id="{5CC9B9FC-E271-56E1-8078-A2B3E0CDAFD7}"/>
              </a:ext>
            </a:extLst>
          </p:cNvPr>
          <p:cNvSpPr>
            <a:spLocks noChangeArrowheads="1"/>
          </p:cNvSpPr>
          <p:nvPr/>
        </p:nvSpPr>
        <p:spPr bwMode="auto">
          <a:xfrm>
            <a:off x="6629400" y="3810001"/>
            <a:ext cx="495300" cy="1101725"/>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round/>
                <a:headEnd/>
                <a:tailEnd type="triangle" w="med" len="med"/>
              </a14:hiddenLine>
            </a:ext>
          </a:extLst>
        </p:spPr>
        <p:txBody>
          <a:bodyPr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solidFill>
                  <a:srgbClr val="002060"/>
                </a:solidFill>
              </a:rPr>
              <a:t>可信计算密码支撑平台</a:t>
            </a:r>
          </a:p>
        </p:txBody>
      </p:sp>
      <p:sp>
        <p:nvSpPr>
          <p:cNvPr id="29713" name="圆角矩形 60">
            <a:extLst>
              <a:ext uri="{FF2B5EF4-FFF2-40B4-BE49-F238E27FC236}">
                <a16:creationId xmlns:a16="http://schemas.microsoft.com/office/drawing/2014/main" id="{3B3638B0-1F06-E96E-EF0E-AAD5F8E40253}"/>
              </a:ext>
            </a:extLst>
          </p:cNvPr>
          <p:cNvSpPr>
            <a:spLocks noChangeArrowheads="1"/>
          </p:cNvSpPr>
          <p:nvPr/>
        </p:nvSpPr>
        <p:spPr bwMode="auto">
          <a:xfrm>
            <a:off x="7542213" y="1466851"/>
            <a:ext cx="1657350" cy="352425"/>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round/>
                <a:headEnd/>
                <a:tailEnd type="triangle" w="med" len="med"/>
              </a14:hiddenLine>
            </a:ext>
          </a:extLst>
        </p:spPr>
        <p:txBody>
          <a:bodyPr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t>密码平台应用</a:t>
            </a:r>
          </a:p>
        </p:txBody>
      </p:sp>
      <p:sp>
        <p:nvSpPr>
          <p:cNvPr id="67" name="Rectangle 35">
            <a:extLst>
              <a:ext uri="{FF2B5EF4-FFF2-40B4-BE49-F238E27FC236}">
                <a16:creationId xmlns:a16="http://schemas.microsoft.com/office/drawing/2014/main" id="{DD83267A-58BE-4E51-5AD1-5C7B9EF2C6DF}"/>
              </a:ext>
            </a:extLst>
          </p:cNvPr>
          <p:cNvSpPr>
            <a:spLocks noChangeArrowheads="1"/>
          </p:cNvSpPr>
          <p:nvPr/>
        </p:nvSpPr>
        <p:spPr bwMode="auto">
          <a:xfrm>
            <a:off x="3581401" y="6019800"/>
            <a:ext cx="1052513"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36538" indent="-236538"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buClr>
                <a:srgbClr val="FF7C23"/>
              </a:buClr>
            </a:pPr>
            <a:r>
              <a:rPr lang="zh-CN" altLang="en-US" sz="1400" b="1">
                <a:latin typeface="华文琥珀" panose="02010800040101010101" pitchFamily="2" charset="-122"/>
                <a:ea typeface="华文琥珀" panose="02010800040101010101" pitchFamily="2" charset="-122"/>
              </a:rPr>
              <a:t>技术架构</a:t>
            </a:r>
            <a:endParaRPr lang="en-US" altLang="zh-CN" sz="1400" b="1">
              <a:latin typeface="华文琥珀" panose="02010800040101010101" pitchFamily="2" charset="-122"/>
              <a:ea typeface="华文琥珀" panose="02010800040101010101" pitchFamily="2" charset="-122"/>
            </a:endParaRPr>
          </a:p>
        </p:txBody>
      </p:sp>
      <p:sp>
        <p:nvSpPr>
          <p:cNvPr id="68" name="Rectangle 35">
            <a:extLst>
              <a:ext uri="{FF2B5EF4-FFF2-40B4-BE49-F238E27FC236}">
                <a16:creationId xmlns:a16="http://schemas.microsoft.com/office/drawing/2014/main" id="{EDE5D12D-2C1D-E992-FEB1-88515F823914}"/>
              </a:ext>
            </a:extLst>
          </p:cNvPr>
          <p:cNvSpPr>
            <a:spLocks noChangeArrowheads="1"/>
          </p:cNvSpPr>
          <p:nvPr/>
        </p:nvSpPr>
        <p:spPr bwMode="auto">
          <a:xfrm>
            <a:off x="7645401" y="5505450"/>
            <a:ext cx="1089025"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36538" indent="-236538"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buClr>
                <a:srgbClr val="FF7C23"/>
              </a:buClr>
            </a:pPr>
            <a:r>
              <a:rPr lang="zh-CN" altLang="en-US" sz="1400">
                <a:latin typeface="华文琥珀" panose="02010800040101010101" pitchFamily="2" charset="-122"/>
                <a:ea typeface="华文琥珀" panose="02010800040101010101" pitchFamily="2" charset="-122"/>
              </a:rPr>
              <a:t>产品架构</a:t>
            </a:r>
            <a:endParaRPr lang="en-US" altLang="zh-CN" sz="1400">
              <a:latin typeface="华文琥珀" panose="02010800040101010101" pitchFamily="2" charset="-122"/>
              <a:ea typeface="华文琥珀" panose="02010800040101010101" pitchFamily="2" charset="-122"/>
            </a:endParaRPr>
          </a:p>
        </p:txBody>
      </p:sp>
      <p:sp>
        <p:nvSpPr>
          <p:cNvPr id="29715" name="灯片编号占位符 1">
            <a:extLst>
              <a:ext uri="{FF2B5EF4-FFF2-40B4-BE49-F238E27FC236}">
                <a16:creationId xmlns:a16="http://schemas.microsoft.com/office/drawing/2014/main" id="{3639B655-E349-5E65-4890-7F59CA8EE0E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75908AB0-8318-46CA-B004-2B3CE88338C3}" type="slidenum">
              <a:rPr lang="en-US" altLang="zh-CN" sz="1400">
                <a:solidFill>
                  <a:schemeClr val="bg1"/>
                </a:solidFill>
              </a:rPr>
              <a:pPr eaLnBrk="1" hangingPunct="1"/>
              <a:t>19</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nodeType="withEffect">
                                  <p:stCondLst>
                                    <p:cond delay="0"/>
                                  </p:stCondLst>
                                  <p:childTnLst>
                                    <p:set>
                                      <p:cBhvr>
                                        <p:cTn id="9" dur="1" fill="hold">
                                          <p:stCondLst>
                                            <p:cond delay="0"/>
                                          </p:stCondLst>
                                        </p:cTn>
                                        <p:tgtEl>
                                          <p:spTgt spid="67"/>
                                        </p:tgtEl>
                                        <p:attrNameLst>
                                          <p:attrName>style.visibility</p:attrName>
                                        </p:attrNameLst>
                                      </p:cBhvr>
                                      <p:to>
                                        <p:strVal val="visible"/>
                                      </p:to>
                                    </p:set>
                                    <p:animEffect transition="in" filter="blinds(horizontal)">
                                      <p:cBhvr>
                                        <p:cTn id="10" dur="500"/>
                                        <p:tgtEl>
                                          <p:spTgt spid="6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29701"/>
                                        </p:tgtEl>
                                        <p:attrNameLst>
                                          <p:attrName>style.visibility</p:attrName>
                                        </p:attrNameLst>
                                      </p:cBhvr>
                                      <p:to>
                                        <p:strVal val="visible"/>
                                      </p:to>
                                    </p:set>
                                    <p:animEffect transition="in" filter="blinds(horizontal)">
                                      <p:cBhvr>
                                        <p:cTn id="15" dur="500"/>
                                        <p:tgtEl>
                                          <p:spTgt spid="29701"/>
                                        </p:tgtEl>
                                      </p:cBhvr>
                                    </p:animEffect>
                                  </p:childTnLst>
                                </p:cTn>
                              </p:par>
                              <p:par>
                                <p:cTn id="16" presetID="3" presetClass="entr" presetSubtype="10" fill="hold" nodeType="withEffect">
                                  <p:stCondLst>
                                    <p:cond delay="0"/>
                                  </p:stCondLst>
                                  <p:childTnLst>
                                    <p:set>
                                      <p:cBhvr>
                                        <p:cTn id="17" dur="1" fill="hold">
                                          <p:stCondLst>
                                            <p:cond delay="0"/>
                                          </p:stCondLst>
                                        </p:cTn>
                                        <p:tgtEl>
                                          <p:spTgt spid="55"/>
                                        </p:tgtEl>
                                        <p:attrNameLst>
                                          <p:attrName>style.visibility</p:attrName>
                                        </p:attrNameLst>
                                      </p:cBhvr>
                                      <p:to>
                                        <p:strVal val="visible"/>
                                      </p:to>
                                    </p:set>
                                    <p:animEffect transition="in" filter="blinds(horizontal)">
                                      <p:cBhvr>
                                        <p:cTn id="18" dur="500"/>
                                        <p:tgtEl>
                                          <p:spTgt spid="55"/>
                                        </p:tgtEl>
                                      </p:cBhvr>
                                    </p:animEffect>
                                  </p:childTnLst>
                                </p:cTn>
                              </p:par>
                              <p:par>
                                <p:cTn id="19" presetID="3" presetClass="entr" presetSubtype="10" fill="hold" nodeType="withEffect">
                                  <p:stCondLst>
                                    <p:cond delay="0"/>
                                  </p:stCondLst>
                                  <p:childTnLst>
                                    <p:set>
                                      <p:cBhvr>
                                        <p:cTn id="20" dur="1" fill="hold">
                                          <p:stCondLst>
                                            <p:cond delay="0"/>
                                          </p:stCondLst>
                                        </p:cTn>
                                        <p:tgtEl>
                                          <p:spTgt spid="29703"/>
                                        </p:tgtEl>
                                        <p:attrNameLst>
                                          <p:attrName>style.visibility</p:attrName>
                                        </p:attrNameLst>
                                      </p:cBhvr>
                                      <p:to>
                                        <p:strVal val="visible"/>
                                      </p:to>
                                    </p:set>
                                    <p:animEffect transition="in" filter="blinds(horizontal)">
                                      <p:cBhvr>
                                        <p:cTn id="21" dur="500"/>
                                        <p:tgtEl>
                                          <p:spTgt spid="29703"/>
                                        </p:tgtEl>
                                      </p:cBhvr>
                                    </p:animEffect>
                                  </p:childTnLst>
                                </p:cTn>
                              </p:par>
                              <p:par>
                                <p:cTn id="22" presetID="3" presetClass="entr" presetSubtype="10" fill="hold" nodeType="withEffect">
                                  <p:stCondLst>
                                    <p:cond delay="0"/>
                                  </p:stCondLst>
                                  <p:childTnLst>
                                    <p:set>
                                      <p:cBhvr>
                                        <p:cTn id="23" dur="1" fill="hold">
                                          <p:stCondLst>
                                            <p:cond delay="0"/>
                                          </p:stCondLst>
                                        </p:cTn>
                                        <p:tgtEl>
                                          <p:spTgt spid="29704"/>
                                        </p:tgtEl>
                                        <p:attrNameLst>
                                          <p:attrName>style.visibility</p:attrName>
                                        </p:attrNameLst>
                                      </p:cBhvr>
                                      <p:to>
                                        <p:strVal val="visible"/>
                                      </p:to>
                                    </p:set>
                                    <p:animEffect transition="in" filter="blinds(horizontal)">
                                      <p:cBhvr>
                                        <p:cTn id="24" dur="500"/>
                                        <p:tgtEl>
                                          <p:spTgt spid="29704"/>
                                        </p:tgtEl>
                                      </p:cBhvr>
                                    </p:animEffect>
                                  </p:childTnLst>
                                </p:cTn>
                              </p:par>
                              <p:par>
                                <p:cTn id="25" presetID="3" presetClass="entr" presetSubtype="10" fill="hold" nodeType="withEffect">
                                  <p:stCondLst>
                                    <p:cond delay="0"/>
                                  </p:stCondLst>
                                  <p:childTnLst>
                                    <p:set>
                                      <p:cBhvr>
                                        <p:cTn id="26" dur="1" fill="hold">
                                          <p:stCondLst>
                                            <p:cond delay="0"/>
                                          </p:stCondLst>
                                        </p:cTn>
                                        <p:tgtEl>
                                          <p:spTgt spid="29705"/>
                                        </p:tgtEl>
                                        <p:attrNameLst>
                                          <p:attrName>style.visibility</p:attrName>
                                        </p:attrNameLst>
                                      </p:cBhvr>
                                      <p:to>
                                        <p:strVal val="visible"/>
                                      </p:to>
                                    </p:set>
                                    <p:animEffect transition="in" filter="blinds(horizontal)">
                                      <p:cBhvr>
                                        <p:cTn id="27" dur="500"/>
                                        <p:tgtEl>
                                          <p:spTgt spid="29705"/>
                                        </p:tgtEl>
                                      </p:cBhvr>
                                    </p:animEffect>
                                  </p:childTnLst>
                                </p:cTn>
                              </p:par>
                              <p:par>
                                <p:cTn id="28" presetID="3" presetClass="entr" presetSubtype="10" fill="hold" nodeType="withEffect">
                                  <p:stCondLst>
                                    <p:cond delay="0"/>
                                  </p:stCondLst>
                                  <p:childTnLst>
                                    <p:set>
                                      <p:cBhvr>
                                        <p:cTn id="29" dur="1" fill="hold">
                                          <p:stCondLst>
                                            <p:cond delay="0"/>
                                          </p:stCondLst>
                                        </p:cTn>
                                        <p:tgtEl>
                                          <p:spTgt spid="29706"/>
                                        </p:tgtEl>
                                        <p:attrNameLst>
                                          <p:attrName>style.visibility</p:attrName>
                                        </p:attrNameLst>
                                      </p:cBhvr>
                                      <p:to>
                                        <p:strVal val="visible"/>
                                      </p:to>
                                    </p:set>
                                    <p:animEffect transition="in" filter="blinds(horizontal)">
                                      <p:cBhvr>
                                        <p:cTn id="30" dur="500"/>
                                        <p:tgtEl>
                                          <p:spTgt spid="29706"/>
                                        </p:tgtEl>
                                      </p:cBhvr>
                                    </p:animEffect>
                                  </p:childTnLst>
                                </p:cTn>
                              </p:par>
                              <p:par>
                                <p:cTn id="31" presetID="3" presetClass="entr" presetSubtype="10" fill="hold" nodeType="withEffect">
                                  <p:stCondLst>
                                    <p:cond delay="0"/>
                                  </p:stCondLst>
                                  <p:childTnLst>
                                    <p:set>
                                      <p:cBhvr>
                                        <p:cTn id="32" dur="1" fill="hold">
                                          <p:stCondLst>
                                            <p:cond delay="0"/>
                                          </p:stCondLst>
                                        </p:cTn>
                                        <p:tgtEl>
                                          <p:spTgt spid="29707"/>
                                        </p:tgtEl>
                                        <p:attrNameLst>
                                          <p:attrName>style.visibility</p:attrName>
                                        </p:attrNameLst>
                                      </p:cBhvr>
                                      <p:to>
                                        <p:strVal val="visible"/>
                                      </p:to>
                                    </p:set>
                                    <p:animEffect transition="in" filter="blinds(horizontal)">
                                      <p:cBhvr>
                                        <p:cTn id="33" dur="500"/>
                                        <p:tgtEl>
                                          <p:spTgt spid="29707"/>
                                        </p:tgtEl>
                                      </p:cBhvr>
                                    </p:animEffect>
                                  </p:childTnLst>
                                </p:cTn>
                              </p:par>
                              <p:par>
                                <p:cTn id="34" presetID="3" presetClass="entr" presetSubtype="10" fill="hold" nodeType="withEffect">
                                  <p:stCondLst>
                                    <p:cond delay="0"/>
                                  </p:stCondLst>
                                  <p:childTnLst>
                                    <p:set>
                                      <p:cBhvr>
                                        <p:cTn id="35" dur="1" fill="hold">
                                          <p:stCondLst>
                                            <p:cond delay="0"/>
                                          </p:stCondLst>
                                        </p:cTn>
                                        <p:tgtEl>
                                          <p:spTgt spid="29708"/>
                                        </p:tgtEl>
                                        <p:attrNameLst>
                                          <p:attrName>style.visibility</p:attrName>
                                        </p:attrNameLst>
                                      </p:cBhvr>
                                      <p:to>
                                        <p:strVal val="visible"/>
                                      </p:to>
                                    </p:set>
                                    <p:animEffect transition="in" filter="blinds(horizontal)">
                                      <p:cBhvr>
                                        <p:cTn id="36" dur="500"/>
                                        <p:tgtEl>
                                          <p:spTgt spid="29708"/>
                                        </p:tgtEl>
                                      </p:cBhvr>
                                    </p:animEffect>
                                  </p:childTnLst>
                                </p:cTn>
                              </p:par>
                              <p:par>
                                <p:cTn id="37" presetID="3" presetClass="entr" presetSubtype="10" fill="hold" nodeType="withEffect">
                                  <p:stCondLst>
                                    <p:cond delay="0"/>
                                  </p:stCondLst>
                                  <p:childTnLst>
                                    <p:set>
                                      <p:cBhvr>
                                        <p:cTn id="38" dur="1" fill="hold">
                                          <p:stCondLst>
                                            <p:cond delay="0"/>
                                          </p:stCondLst>
                                        </p:cTn>
                                        <p:tgtEl>
                                          <p:spTgt spid="29709"/>
                                        </p:tgtEl>
                                        <p:attrNameLst>
                                          <p:attrName>style.visibility</p:attrName>
                                        </p:attrNameLst>
                                      </p:cBhvr>
                                      <p:to>
                                        <p:strVal val="visible"/>
                                      </p:to>
                                    </p:set>
                                    <p:animEffect transition="in" filter="blinds(horizontal)">
                                      <p:cBhvr>
                                        <p:cTn id="39" dur="500"/>
                                        <p:tgtEl>
                                          <p:spTgt spid="29709"/>
                                        </p:tgtEl>
                                      </p:cBhvr>
                                    </p:animEffect>
                                  </p:childTnLst>
                                </p:cTn>
                              </p:par>
                              <p:par>
                                <p:cTn id="40" presetID="3" presetClass="entr" presetSubtype="10" fill="hold" nodeType="withEffect">
                                  <p:stCondLst>
                                    <p:cond delay="0"/>
                                  </p:stCondLst>
                                  <p:childTnLst>
                                    <p:set>
                                      <p:cBhvr>
                                        <p:cTn id="41" dur="1" fill="hold">
                                          <p:stCondLst>
                                            <p:cond delay="0"/>
                                          </p:stCondLst>
                                        </p:cTn>
                                        <p:tgtEl>
                                          <p:spTgt spid="29710"/>
                                        </p:tgtEl>
                                        <p:attrNameLst>
                                          <p:attrName>style.visibility</p:attrName>
                                        </p:attrNameLst>
                                      </p:cBhvr>
                                      <p:to>
                                        <p:strVal val="visible"/>
                                      </p:to>
                                    </p:set>
                                    <p:animEffect transition="in" filter="blinds(horizontal)">
                                      <p:cBhvr>
                                        <p:cTn id="42" dur="500"/>
                                        <p:tgtEl>
                                          <p:spTgt spid="29710"/>
                                        </p:tgtEl>
                                      </p:cBhvr>
                                    </p:animEffect>
                                  </p:childTnLst>
                                </p:cTn>
                              </p:par>
                              <p:par>
                                <p:cTn id="43" presetID="3" presetClass="entr" presetSubtype="10" fill="hold" nodeType="withEffect">
                                  <p:stCondLst>
                                    <p:cond delay="0"/>
                                  </p:stCondLst>
                                  <p:childTnLst>
                                    <p:set>
                                      <p:cBhvr>
                                        <p:cTn id="44" dur="1" fill="hold">
                                          <p:stCondLst>
                                            <p:cond delay="0"/>
                                          </p:stCondLst>
                                        </p:cTn>
                                        <p:tgtEl>
                                          <p:spTgt spid="29711"/>
                                        </p:tgtEl>
                                        <p:attrNameLst>
                                          <p:attrName>style.visibility</p:attrName>
                                        </p:attrNameLst>
                                      </p:cBhvr>
                                      <p:to>
                                        <p:strVal val="visible"/>
                                      </p:to>
                                    </p:set>
                                    <p:animEffect transition="in" filter="blinds(horizontal)">
                                      <p:cBhvr>
                                        <p:cTn id="45" dur="500"/>
                                        <p:tgtEl>
                                          <p:spTgt spid="29711"/>
                                        </p:tgtEl>
                                      </p:cBhvr>
                                    </p:animEffect>
                                  </p:childTnLst>
                                </p:cTn>
                              </p:par>
                              <p:par>
                                <p:cTn id="46" presetID="3" presetClass="entr" presetSubtype="10" fill="hold" nodeType="withEffect">
                                  <p:stCondLst>
                                    <p:cond delay="0"/>
                                  </p:stCondLst>
                                  <p:childTnLst>
                                    <p:set>
                                      <p:cBhvr>
                                        <p:cTn id="47" dur="1" fill="hold">
                                          <p:stCondLst>
                                            <p:cond delay="0"/>
                                          </p:stCondLst>
                                        </p:cTn>
                                        <p:tgtEl>
                                          <p:spTgt spid="29712"/>
                                        </p:tgtEl>
                                        <p:attrNameLst>
                                          <p:attrName>style.visibility</p:attrName>
                                        </p:attrNameLst>
                                      </p:cBhvr>
                                      <p:to>
                                        <p:strVal val="visible"/>
                                      </p:to>
                                    </p:set>
                                    <p:animEffect transition="in" filter="blinds(horizontal)">
                                      <p:cBhvr>
                                        <p:cTn id="48" dur="500"/>
                                        <p:tgtEl>
                                          <p:spTgt spid="29712"/>
                                        </p:tgtEl>
                                      </p:cBhvr>
                                    </p:animEffect>
                                  </p:childTnLst>
                                </p:cTn>
                              </p:par>
                              <p:par>
                                <p:cTn id="49" presetID="3" presetClass="entr" presetSubtype="10" fill="hold" nodeType="withEffect">
                                  <p:stCondLst>
                                    <p:cond delay="0"/>
                                  </p:stCondLst>
                                  <p:childTnLst>
                                    <p:set>
                                      <p:cBhvr>
                                        <p:cTn id="50" dur="1" fill="hold">
                                          <p:stCondLst>
                                            <p:cond delay="0"/>
                                          </p:stCondLst>
                                        </p:cTn>
                                        <p:tgtEl>
                                          <p:spTgt spid="29713"/>
                                        </p:tgtEl>
                                        <p:attrNameLst>
                                          <p:attrName>style.visibility</p:attrName>
                                        </p:attrNameLst>
                                      </p:cBhvr>
                                      <p:to>
                                        <p:strVal val="visible"/>
                                      </p:to>
                                    </p:set>
                                    <p:animEffect transition="in" filter="blinds(horizontal)">
                                      <p:cBhvr>
                                        <p:cTn id="51" dur="500"/>
                                        <p:tgtEl>
                                          <p:spTgt spid="29713"/>
                                        </p:tgtEl>
                                      </p:cBhvr>
                                    </p:animEffect>
                                  </p:childTnLst>
                                </p:cTn>
                              </p:par>
                              <p:par>
                                <p:cTn id="52" presetID="3" presetClass="entr" presetSubtype="10" fill="hold" nodeType="withEffect">
                                  <p:stCondLst>
                                    <p:cond delay="0"/>
                                  </p:stCondLst>
                                  <p:childTnLst>
                                    <p:set>
                                      <p:cBhvr>
                                        <p:cTn id="53" dur="1" fill="hold">
                                          <p:stCondLst>
                                            <p:cond delay="0"/>
                                          </p:stCondLst>
                                        </p:cTn>
                                        <p:tgtEl>
                                          <p:spTgt spid="68"/>
                                        </p:tgtEl>
                                        <p:attrNameLst>
                                          <p:attrName>style.visibility</p:attrName>
                                        </p:attrNameLst>
                                      </p:cBhvr>
                                      <p:to>
                                        <p:strVal val="visible"/>
                                      </p:to>
                                    </p:set>
                                    <p:animEffect transition="in" filter="blinds(horizontal)">
                                      <p:cBhvr>
                                        <p:cTn id="54"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1" grpId="0" animBg="1"/>
      <p:bldP spid="55" grpId="0" animBg="1"/>
      <p:bldP spid="29703" grpId="0" animBg="1"/>
      <p:bldP spid="29704" grpId="0" animBg="1"/>
      <p:bldP spid="29706" grpId="0" animBg="1"/>
      <p:bldP spid="29707" grpId="0" animBg="1"/>
      <p:bldP spid="29708" grpId="0" animBg="1"/>
      <p:bldP spid="29709" grpId="0" animBg="1"/>
      <p:bldP spid="29710" grpId="0" animBg="1"/>
      <p:bldP spid="29711" grpId="0"/>
      <p:bldP spid="29712" grpId="0"/>
      <p:bldP spid="29713" grpId="0"/>
      <p:bldP spid="67" grpId="0"/>
      <p:bldP spid="6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6">
            <a:extLst>
              <a:ext uri="{FF2B5EF4-FFF2-40B4-BE49-F238E27FC236}">
                <a16:creationId xmlns:a16="http://schemas.microsoft.com/office/drawing/2014/main" id="{AF77FF0E-D89A-B5B7-F1D2-786819E99D0A}"/>
              </a:ext>
            </a:extLst>
          </p:cNvPr>
          <p:cNvGrpSpPr>
            <a:grpSpLocks/>
          </p:cNvGrpSpPr>
          <p:nvPr/>
        </p:nvGrpSpPr>
        <p:grpSpPr bwMode="auto">
          <a:xfrm>
            <a:off x="2362200" y="1600201"/>
            <a:ext cx="5334000" cy="3630613"/>
            <a:chOff x="1524000" y="1962150"/>
            <a:chExt cx="5334000" cy="3630613"/>
          </a:xfrm>
        </p:grpSpPr>
        <p:sp>
          <p:nvSpPr>
            <p:cNvPr id="4" name="Rectangle 3">
              <a:extLst>
                <a:ext uri="{FF2B5EF4-FFF2-40B4-BE49-F238E27FC236}">
                  <a16:creationId xmlns:a16="http://schemas.microsoft.com/office/drawing/2014/main" id="{5F341D87-18A0-1360-5F41-7B5DEFC25568}"/>
                </a:ext>
              </a:extLst>
            </p:cNvPr>
            <p:cNvSpPr>
              <a:spLocks noChangeArrowheads="1"/>
            </p:cNvSpPr>
            <p:nvPr/>
          </p:nvSpPr>
          <p:spPr bwMode="auto">
            <a:xfrm>
              <a:off x="2293938" y="2068513"/>
              <a:ext cx="4264025" cy="708025"/>
            </a:xfrm>
            <a:prstGeom prst="rect">
              <a:avLst/>
            </a:prstGeom>
            <a:solidFill>
              <a:srgbClr val="FFFF99"/>
            </a:solidFill>
            <a:ln w="9525">
              <a:solidFill>
                <a:schemeClr val="tx1"/>
              </a:solidFill>
              <a:miter lim="800000"/>
              <a:headEnd/>
              <a:tailEnd/>
            </a:ln>
            <a:effectLst>
              <a:outerShdw dist="85194" dir="1593903" algn="ctr" rotWithShape="0">
                <a:srgbClr val="000099"/>
              </a:outerShdw>
            </a:effectLst>
          </p:spPr>
          <p:txBody>
            <a:bodyPr anchor="ctr">
              <a:normAutofit/>
            </a:bodyPr>
            <a:lstStyle>
              <a:defPPr>
                <a:defRPr lang="en-US"/>
              </a:defPPr>
              <a:lvl1pPr algn="l" rtl="0" fontAlgn="base">
                <a:spcBef>
                  <a:spcPct val="0"/>
                </a:spcBef>
                <a:spcAft>
                  <a:spcPct val="0"/>
                </a:spcAft>
                <a:defRPr sz="2800" b="1" kern="1200">
                  <a:solidFill>
                    <a:schemeClr val="tx1"/>
                  </a:solidFill>
                  <a:latin typeface="Arial" pitchFamily="34" charset="0"/>
                  <a:ea typeface="黑体" pitchFamily="2" charset="-122"/>
                  <a:cs typeface="+mn-cs"/>
                </a:defRPr>
              </a:lvl1pPr>
              <a:lvl2pPr marL="457200" algn="l" rtl="0" fontAlgn="base">
                <a:spcBef>
                  <a:spcPct val="0"/>
                </a:spcBef>
                <a:spcAft>
                  <a:spcPct val="0"/>
                </a:spcAft>
                <a:defRPr sz="2800" b="1" kern="1200">
                  <a:solidFill>
                    <a:schemeClr val="tx1"/>
                  </a:solidFill>
                  <a:latin typeface="Arial" pitchFamily="34" charset="0"/>
                  <a:ea typeface="黑体" pitchFamily="2" charset="-122"/>
                  <a:cs typeface="+mn-cs"/>
                </a:defRPr>
              </a:lvl2pPr>
              <a:lvl3pPr marL="914400" algn="l" rtl="0" fontAlgn="base">
                <a:spcBef>
                  <a:spcPct val="0"/>
                </a:spcBef>
                <a:spcAft>
                  <a:spcPct val="0"/>
                </a:spcAft>
                <a:defRPr sz="2800" b="1" kern="1200">
                  <a:solidFill>
                    <a:schemeClr val="tx1"/>
                  </a:solidFill>
                  <a:latin typeface="Arial" pitchFamily="34" charset="0"/>
                  <a:ea typeface="黑体" pitchFamily="2" charset="-122"/>
                  <a:cs typeface="+mn-cs"/>
                </a:defRPr>
              </a:lvl3pPr>
              <a:lvl4pPr marL="1371600" algn="l" rtl="0" fontAlgn="base">
                <a:spcBef>
                  <a:spcPct val="0"/>
                </a:spcBef>
                <a:spcAft>
                  <a:spcPct val="0"/>
                </a:spcAft>
                <a:defRPr sz="2800" b="1" kern="1200">
                  <a:solidFill>
                    <a:schemeClr val="tx1"/>
                  </a:solidFill>
                  <a:latin typeface="Arial" pitchFamily="34" charset="0"/>
                  <a:ea typeface="黑体" pitchFamily="2" charset="-122"/>
                  <a:cs typeface="+mn-cs"/>
                </a:defRPr>
              </a:lvl4pPr>
              <a:lvl5pPr marL="1828800" algn="l" rtl="0" fontAlgn="base">
                <a:spcBef>
                  <a:spcPct val="0"/>
                </a:spcBef>
                <a:spcAft>
                  <a:spcPct val="0"/>
                </a:spcAft>
                <a:defRPr sz="2800" b="1" kern="1200">
                  <a:solidFill>
                    <a:schemeClr val="tx1"/>
                  </a:solidFill>
                  <a:latin typeface="Arial" pitchFamily="34" charset="0"/>
                  <a:ea typeface="黑体" pitchFamily="2" charset="-122"/>
                  <a:cs typeface="+mn-cs"/>
                </a:defRPr>
              </a:lvl5pPr>
              <a:lvl6pPr marL="2286000" algn="l" defTabSz="914400" rtl="0" eaLnBrk="1" latinLnBrk="0" hangingPunct="1">
                <a:defRPr sz="2800" b="1" kern="1200">
                  <a:solidFill>
                    <a:schemeClr val="tx1"/>
                  </a:solidFill>
                  <a:latin typeface="Arial" pitchFamily="34" charset="0"/>
                  <a:ea typeface="黑体" pitchFamily="2" charset="-122"/>
                  <a:cs typeface="+mn-cs"/>
                </a:defRPr>
              </a:lvl6pPr>
              <a:lvl7pPr marL="2743200" algn="l" defTabSz="914400" rtl="0" eaLnBrk="1" latinLnBrk="0" hangingPunct="1">
                <a:defRPr sz="2800" b="1" kern="1200">
                  <a:solidFill>
                    <a:schemeClr val="tx1"/>
                  </a:solidFill>
                  <a:latin typeface="Arial" pitchFamily="34" charset="0"/>
                  <a:ea typeface="黑体" pitchFamily="2" charset="-122"/>
                  <a:cs typeface="+mn-cs"/>
                </a:defRPr>
              </a:lvl7pPr>
              <a:lvl8pPr marL="3200400" algn="l" defTabSz="914400" rtl="0" eaLnBrk="1" latinLnBrk="0" hangingPunct="1">
                <a:defRPr sz="2800" b="1" kern="1200">
                  <a:solidFill>
                    <a:schemeClr val="tx1"/>
                  </a:solidFill>
                  <a:latin typeface="Arial" pitchFamily="34" charset="0"/>
                  <a:ea typeface="黑体" pitchFamily="2" charset="-122"/>
                  <a:cs typeface="+mn-cs"/>
                </a:defRPr>
              </a:lvl8pPr>
              <a:lvl9pPr marL="3657600" algn="l" defTabSz="914400" rtl="0" eaLnBrk="1" latinLnBrk="0" hangingPunct="1">
                <a:defRPr sz="2800" b="1" kern="1200">
                  <a:solidFill>
                    <a:schemeClr val="tx1"/>
                  </a:solidFill>
                  <a:latin typeface="Arial" pitchFamily="34" charset="0"/>
                  <a:ea typeface="黑体" pitchFamily="2" charset="-122"/>
                  <a:cs typeface="+mn-cs"/>
                </a:defRPr>
              </a:lvl9pPr>
            </a:lstStyle>
            <a:p>
              <a:pPr algn="ctr">
                <a:defRPr/>
              </a:pPr>
              <a:r>
                <a:rPr lang="zh-CN" altLang="en-US" sz="1600" dirty="0">
                  <a:latin typeface="微软雅黑" pitchFamily="34" charset="-122"/>
                  <a:ea typeface="微软雅黑" pitchFamily="34" charset="-122"/>
                </a:rPr>
                <a:t>总体</a:t>
              </a:r>
            </a:p>
            <a:p>
              <a:pPr algn="ctr">
                <a:defRPr/>
              </a:pPr>
              <a:r>
                <a:rPr lang="en-US" altLang="zh-CN" sz="1600" dirty="0">
                  <a:latin typeface="微软雅黑" pitchFamily="34" charset="-122"/>
                  <a:ea typeface="微软雅黑" pitchFamily="34" charset="-122"/>
                </a:rPr>
                <a:t>(</a:t>
              </a:r>
              <a:r>
                <a:rPr lang="zh-CN" altLang="en-US" sz="1600" dirty="0">
                  <a:latin typeface="微软雅黑" pitchFamily="34" charset="-122"/>
                  <a:ea typeface="微软雅黑" pitchFamily="34" charset="-122"/>
                </a:rPr>
                <a:t>可信计算密码支撑平台功能原理</a:t>
              </a:r>
              <a:r>
                <a:rPr lang="en-US" altLang="zh-CN" sz="1600" dirty="0">
                  <a:latin typeface="微软雅黑" pitchFamily="34" charset="-122"/>
                  <a:ea typeface="微软雅黑" pitchFamily="34" charset="-122"/>
                </a:rPr>
                <a:t>)</a:t>
              </a:r>
            </a:p>
          </p:txBody>
        </p:sp>
        <p:sp>
          <p:nvSpPr>
            <p:cNvPr id="5" name="Rectangle 4">
              <a:extLst>
                <a:ext uri="{FF2B5EF4-FFF2-40B4-BE49-F238E27FC236}">
                  <a16:creationId xmlns:a16="http://schemas.microsoft.com/office/drawing/2014/main" id="{8D47575E-8D71-2B2D-3259-52A951D4C749}"/>
                </a:ext>
              </a:extLst>
            </p:cNvPr>
            <p:cNvSpPr>
              <a:spLocks noChangeArrowheads="1"/>
            </p:cNvSpPr>
            <p:nvPr/>
          </p:nvSpPr>
          <p:spPr bwMode="auto">
            <a:xfrm>
              <a:off x="2293938" y="3033713"/>
              <a:ext cx="2693987" cy="646112"/>
            </a:xfrm>
            <a:prstGeom prst="rect">
              <a:avLst/>
            </a:prstGeom>
            <a:solidFill>
              <a:srgbClr val="FFFF99"/>
            </a:solidFill>
            <a:ln w="9525">
              <a:solidFill>
                <a:schemeClr val="tx1"/>
              </a:solidFill>
              <a:miter lim="800000"/>
              <a:headEnd/>
              <a:tailEnd/>
            </a:ln>
            <a:effectLst>
              <a:outerShdw dist="85194" dir="1593903" algn="ctr" rotWithShape="0">
                <a:srgbClr val="000099"/>
              </a:outerShdw>
            </a:effectLst>
          </p:spPr>
          <p:txBody>
            <a:bodyPr anchor="ctr">
              <a:normAutofit/>
            </a:bodyPr>
            <a:lstStyle>
              <a:defPPr>
                <a:defRPr lang="en-US"/>
              </a:defPPr>
              <a:lvl1pPr algn="l" rtl="0" fontAlgn="base">
                <a:spcBef>
                  <a:spcPct val="0"/>
                </a:spcBef>
                <a:spcAft>
                  <a:spcPct val="0"/>
                </a:spcAft>
                <a:defRPr sz="2800" b="1" kern="1200">
                  <a:solidFill>
                    <a:schemeClr val="tx1"/>
                  </a:solidFill>
                  <a:latin typeface="Arial" pitchFamily="34" charset="0"/>
                  <a:ea typeface="黑体" pitchFamily="2" charset="-122"/>
                  <a:cs typeface="+mn-cs"/>
                </a:defRPr>
              </a:lvl1pPr>
              <a:lvl2pPr marL="457200" algn="l" rtl="0" fontAlgn="base">
                <a:spcBef>
                  <a:spcPct val="0"/>
                </a:spcBef>
                <a:spcAft>
                  <a:spcPct val="0"/>
                </a:spcAft>
                <a:defRPr sz="2800" b="1" kern="1200">
                  <a:solidFill>
                    <a:schemeClr val="tx1"/>
                  </a:solidFill>
                  <a:latin typeface="Arial" pitchFamily="34" charset="0"/>
                  <a:ea typeface="黑体" pitchFamily="2" charset="-122"/>
                  <a:cs typeface="+mn-cs"/>
                </a:defRPr>
              </a:lvl2pPr>
              <a:lvl3pPr marL="914400" algn="l" rtl="0" fontAlgn="base">
                <a:spcBef>
                  <a:spcPct val="0"/>
                </a:spcBef>
                <a:spcAft>
                  <a:spcPct val="0"/>
                </a:spcAft>
                <a:defRPr sz="2800" b="1" kern="1200">
                  <a:solidFill>
                    <a:schemeClr val="tx1"/>
                  </a:solidFill>
                  <a:latin typeface="Arial" pitchFamily="34" charset="0"/>
                  <a:ea typeface="黑体" pitchFamily="2" charset="-122"/>
                  <a:cs typeface="+mn-cs"/>
                </a:defRPr>
              </a:lvl3pPr>
              <a:lvl4pPr marL="1371600" algn="l" rtl="0" fontAlgn="base">
                <a:spcBef>
                  <a:spcPct val="0"/>
                </a:spcBef>
                <a:spcAft>
                  <a:spcPct val="0"/>
                </a:spcAft>
                <a:defRPr sz="2800" b="1" kern="1200">
                  <a:solidFill>
                    <a:schemeClr val="tx1"/>
                  </a:solidFill>
                  <a:latin typeface="Arial" pitchFamily="34" charset="0"/>
                  <a:ea typeface="黑体" pitchFamily="2" charset="-122"/>
                  <a:cs typeface="+mn-cs"/>
                </a:defRPr>
              </a:lvl4pPr>
              <a:lvl5pPr marL="1828800" algn="l" rtl="0" fontAlgn="base">
                <a:spcBef>
                  <a:spcPct val="0"/>
                </a:spcBef>
                <a:spcAft>
                  <a:spcPct val="0"/>
                </a:spcAft>
                <a:defRPr sz="2800" b="1" kern="1200">
                  <a:solidFill>
                    <a:schemeClr val="tx1"/>
                  </a:solidFill>
                  <a:latin typeface="Arial" pitchFamily="34" charset="0"/>
                  <a:ea typeface="黑体" pitchFamily="2" charset="-122"/>
                  <a:cs typeface="+mn-cs"/>
                </a:defRPr>
              </a:lvl5pPr>
              <a:lvl6pPr marL="2286000" algn="l" defTabSz="914400" rtl="0" eaLnBrk="1" latinLnBrk="0" hangingPunct="1">
                <a:defRPr sz="2800" b="1" kern="1200">
                  <a:solidFill>
                    <a:schemeClr val="tx1"/>
                  </a:solidFill>
                  <a:latin typeface="Arial" pitchFamily="34" charset="0"/>
                  <a:ea typeface="黑体" pitchFamily="2" charset="-122"/>
                  <a:cs typeface="+mn-cs"/>
                </a:defRPr>
              </a:lvl6pPr>
              <a:lvl7pPr marL="2743200" algn="l" defTabSz="914400" rtl="0" eaLnBrk="1" latinLnBrk="0" hangingPunct="1">
                <a:defRPr sz="2800" b="1" kern="1200">
                  <a:solidFill>
                    <a:schemeClr val="tx1"/>
                  </a:solidFill>
                  <a:latin typeface="Arial" pitchFamily="34" charset="0"/>
                  <a:ea typeface="黑体" pitchFamily="2" charset="-122"/>
                  <a:cs typeface="+mn-cs"/>
                </a:defRPr>
              </a:lvl7pPr>
              <a:lvl8pPr marL="3200400" algn="l" defTabSz="914400" rtl="0" eaLnBrk="1" latinLnBrk="0" hangingPunct="1">
                <a:defRPr sz="2800" b="1" kern="1200">
                  <a:solidFill>
                    <a:schemeClr val="tx1"/>
                  </a:solidFill>
                  <a:latin typeface="Arial" pitchFamily="34" charset="0"/>
                  <a:ea typeface="黑体" pitchFamily="2" charset="-122"/>
                  <a:cs typeface="+mn-cs"/>
                </a:defRPr>
              </a:lvl8pPr>
              <a:lvl9pPr marL="3657600" algn="l" defTabSz="914400" rtl="0" eaLnBrk="1" latinLnBrk="0" hangingPunct="1">
                <a:defRPr sz="2800" b="1" kern="1200">
                  <a:solidFill>
                    <a:schemeClr val="tx1"/>
                  </a:solidFill>
                  <a:latin typeface="Arial" pitchFamily="34" charset="0"/>
                  <a:ea typeface="黑体" pitchFamily="2" charset="-122"/>
                  <a:cs typeface="+mn-cs"/>
                </a:defRPr>
              </a:lvl9pPr>
            </a:lstStyle>
            <a:p>
              <a:pPr algn="ctr">
                <a:defRPr/>
              </a:pPr>
              <a:r>
                <a:rPr lang="en-US" altLang="zh-CN" sz="1600" dirty="0">
                  <a:latin typeface="微软雅黑" pitchFamily="34" charset="-122"/>
                  <a:ea typeface="微软雅黑" pitchFamily="34" charset="-122"/>
                </a:rPr>
                <a:t>TCM</a:t>
              </a:r>
              <a:r>
                <a:rPr lang="zh-CN" altLang="en-US" sz="1600" dirty="0">
                  <a:latin typeface="微软雅黑" pitchFamily="34" charset="-122"/>
                  <a:ea typeface="微软雅黑" pitchFamily="34" charset="-122"/>
                </a:rPr>
                <a:t>规范</a:t>
              </a:r>
            </a:p>
          </p:txBody>
        </p:sp>
        <p:sp>
          <p:nvSpPr>
            <p:cNvPr id="6" name="Rectangle 5">
              <a:extLst>
                <a:ext uri="{FF2B5EF4-FFF2-40B4-BE49-F238E27FC236}">
                  <a16:creationId xmlns:a16="http://schemas.microsoft.com/office/drawing/2014/main" id="{24450C20-A391-C05A-668E-13F3CB9A44D1}"/>
                </a:ext>
              </a:extLst>
            </p:cNvPr>
            <p:cNvSpPr>
              <a:spLocks noChangeArrowheads="1"/>
            </p:cNvSpPr>
            <p:nvPr/>
          </p:nvSpPr>
          <p:spPr bwMode="auto">
            <a:xfrm>
              <a:off x="2662238" y="4011613"/>
              <a:ext cx="2371725" cy="692150"/>
            </a:xfrm>
            <a:prstGeom prst="rect">
              <a:avLst/>
            </a:prstGeom>
            <a:solidFill>
              <a:srgbClr val="FFFF99"/>
            </a:solidFill>
            <a:ln w="9525">
              <a:solidFill>
                <a:schemeClr val="tx1"/>
              </a:solidFill>
              <a:miter lim="800000"/>
              <a:headEnd/>
              <a:tailEnd/>
            </a:ln>
            <a:effectLst>
              <a:outerShdw dist="85194" dir="1593903" algn="ctr" rotWithShape="0">
                <a:srgbClr val="000099"/>
              </a:outerShdw>
            </a:effectLst>
          </p:spPr>
          <p:txBody>
            <a:bodyPr anchor="ctr">
              <a:normAutofit/>
            </a:bodyPr>
            <a:lstStyle>
              <a:defPPr>
                <a:defRPr lang="en-US"/>
              </a:defPPr>
              <a:lvl1pPr algn="l" rtl="0" fontAlgn="base">
                <a:spcBef>
                  <a:spcPct val="0"/>
                </a:spcBef>
                <a:spcAft>
                  <a:spcPct val="0"/>
                </a:spcAft>
                <a:defRPr sz="2800" b="1" kern="1200">
                  <a:solidFill>
                    <a:schemeClr val="tx1"/>
                  </a:solidFill>
                  <a:latin typeface="Arial" pitchFamily="34" charset="0"/>
                  <a:ea typeface="黑体" pitchFamily="2" charset="-122"/>
                  <a:cs typeface="+mn-cs"/>
                </a:defRPr>
              </a:lvl1pPr>
              <a:lvl2pPr marL="457200" algn="l" rtl="0" fontAlgn="base">
                <a:spcBef>
                  <a:spcPct val="0"/>
                </a:spcBef>
                <a:spcAft>
                  <a:spcPct val="0"/>
                </a:spcAft>
                <a:defRPr sz="2800" b="1" kern="1200">
                  <a:solidFill>
                    <a:schemeClr val="tx1"/>
                  </a:solidFill>
                  <a:latin typeface="Arial" pitchFamily="34" charset="0"/>
                  <a:ea typeface="黑体" pitchFamily="2" charset="-122"/>
                  <a:cs typeface="+mn-cs"/>
                </a:defRPr>
              </a:lvl2pPr>
              <a:lvl3pPr marL="914400" algn="l" rtl="0" fontAlgn="base">
                <a:spcBef>
                  <a:spcPct val="0"/>
                </a:spcBef>
                <a:spcAft>
                  <a:spcPct val="0"/>
                </a:spcAft>
                <a:defRPr sz="2800" b="1" kern="1200">
                  <a:solidFill>
                    <a:schemeClr val="tx1"/>
                  </a:solidFill>
                  <a:latin typeface="Arial" pitchFamily="34" charset="0"/>
                  <a:ea typeface="黑体" pitchFamily="2" charset="-122"/>
                  <a:cs typeface="+mn-cs"/>
                </a:defRPr>
              </a:lvl3pPr>
              <a:lvl4pPr marL="1371600" algn="l" rtl="0" fontAlgn="base">
                <a:spcBef>
                  <a:spcPct val="0"/>
                </a:spcBef>
                <a:spcAft>
                  <a:spcPct val="0"/>
                </a:spcAft>
                <a:defRPr sz="2800" b="1" kern="1200">
                  <a:solidFill>
                    <a:schemeClr val="tx1"/>
                  </a:solidFill>
                  <a:latin typeface="Arial" pitchFamily="34" charset="0"/>
                  <a:ea typeface="黑体" pitchFamily="2" charset="-122"/>
                  <a:cs typeface="+mn-cs"/>
                </a:defRPr>
              </a:lvl4pPr>
              <a:lvl5pPr marL="1828800" algn="l" rtl="0" fontAlgn="base">
                <a:spcBef>
                  <a:spcPct val="0"/>
                </a:spcBef>
                <a:spcAft>
                  <a:spcPct val="0"/>
                </a:spcAft>
                <a:defRPr sz="2800" b="1" kern="1200">
                  <a:solidFill>
                    <a:schemeClr val="tx1"/>
                  </a:solidFill>
                  <a:latin typeface="Arial" pitchFamily="34" charset="0"/>
                  <a:ea typeface="黑体" pitchFamily="2" charset="-122"/>
                  <a:cs typeface="+mn-cs"/>
                </a:defRPr>
              </a:lvl5pPr>
              <a:lvl6pPr marL="2286000" algn="l" defTabSz="914400" rtl="0" eaLnBrk="1" latinLnBrk="0" hangingPunct="1">
                <a:defRPr sz="2800" b="1" kern="1200">
                  <a:solidFill>
                    <a:schemeClr val="tx1"/>
                  </a:solidFill>
                  <a:latin typeface="Arial" pitchFamily="34" charset="0"/>
                  <a:ea typeface="黑体" pitchFamily="2" charset="-122"/>
                  <a:cs typeface="+mn-cs"/>
                </a:defRPr>
              </a:lvl6pPr>
              <a:lvl7pPr marL="2743200" algn="l" defTabSz="914400" rtl="0" eaLnBrk="1" latinLnBrk="0" hangingPunct="1">
                <a:defRPr sz="2800" b="1" kern="1200">
                  <a:solidFill>
                    <a:schemeClr val="tx1"/>
                  </a:solidFill>
                  <a:latin typeface="Arial" pitchFamily="34" charset="0"/>
                  <a:ea typeface="黑体" pitchFamily="2" charset="-122"/>
                  <a:cs typeface="+mn-cs"/>
                </a:defRPr>
              </a:lvl7pPr>
              <a:lvl8pPr marL="3200400" algn="l" defTabSz="914400" rtl="0" eaLnBrk="1" latinLnBrk="0" hangingPunct="1">
                <a:defRPr sz="2800" b="1" kern="1200">
                  <a:solidFill>
                    <a:schemeClr val="tx1"/>
                  </a:solidFill>
                  <a:latin typeface="Arial" pitchFamily="34" charset="0"/>
                  <a:ea typeface="黑体" pitchFamily="2" charset="-122"/>
                  <a:cs typeface="+mn-cs"/>
                </a:defRPr>
              </a:lvl8pPr>
              <a:lvl9pPr marL="3657600" algn="l" defTabSz="914400" rtl="0" eaLnBrk="1" latinLnBrk="0" hangingPunct="1">
                <a:defRPr sz="2800" b="1" kern="1200">
                  <a:solidFill>
                    <a:schemeClr val="tx1"/>
                  </a:solidFill>
                  <a:latin typeface="Arial" pitchFamily="34" charset="0"/>
                  <a:ea typeface="黑体" pitchFamily="2" charset="-122"/>
                  <a:cs typeface="+mn-cs"/>
                </a:defRPr>
              </a:lvl9pPr>
            </a:lstStyle>
            <a:p>
              <a:pPr algn="ctr">
                <a:defRPr/>
              </a:pPr>
              <a:r>
                <a:rPr lang="en-US" altLang="zh-CN" sz="1600" dirty="0">
                  <a:latin typeface="微软雅黑" pitchFamily="34" charset="-122"/>
                  <a:ea typeface="微软雅黑" pitchFamily="34" charset="-122"/>
                </a:rPr>
                <a:t>TSM</a:t>
              </a:r>
              <a:r>
                <a:rPr lang="zh-CN" altLang="en-US" sz="1600" dirty="0">
                  <a:latin typeface="微软雅黑" pitchFamily="34" charset="-122"/>
                  <a:ea typeface="微软雅黑" pitchFamily="34" charset="-122"/>
                </a:rPr>
                <a:t>规范</a:t>
              </a:r>
            </a:p>
          </p:txBody>
        </p:sp>
        <p:sp>
          <p:nvSpPr>
            <p:cNvPr id="7" name="Rectangle 6">
              <a:extLst>
                <a:ext uri="{FF2B5EF4-FFF2-40B4-BE49-F238E27FC236}">
                  <a16:creationId xmlns:a16="http://schemas.microsoft.com/office/drawing/2014/main" id="{39DDE084-920A-E909-000F-76215B0EF30C}"/>
                </a:ext>
              </a:extLst>
            </p:cNvPr>
            <p:cNvSpPr>
              <a:spLocks noChangeArrowheads="1"/>
            </p:cNvSpPr>
            <p:nvPr/>
          </p:nvSpPr>
          <p:spPr bwMode="auto">
            <a:xfrm>
              <a:off x="2293938" y="4938713"/>
              <a:ext cx="2693987" cy="504825"/>
            </a:xfrm>
            <a:prstGeom prst="rect">
              <a:avLst/>
            </a:prstGeom>
            <a:solidFill>
              <a:srgbClr val="FFFF99"/>
            </a:solidFill>
            <a:ln w="9525">
              <a:solidFill>
                <a:schemeClr val="tx1"/>
              </a:solidFill>
              <a:miter lim="800000"/>
              <a:headEnd/>
              <a:tailEnd/>
            </a:ln>
            <a:effectLst>
              <a:outerShdw dist="85194" dir="1593903" algn="ctr" rotWithShape="0">
                <a:srgbClr val="000099"/>
              </a:outerShdw>
            </a:effectLst>
          </p:spPr>
          <p:txBody>
            <a:bodyPr anchor="ctr">
              <a:normAutofit/>
            </a:bodyPr>
            <a:lstStyle>
              <a:defPPr>
                <a:defRPr lang="en-US"/>
              </a:defPPr>
              <a:lvl1pPr algn="l" rtl="0" fontAlgn="base">
                <a:spcBef>
                  <a:spcPct val="0"/>
                </a:spcBef>
                <a:spcAft>
                  <a:spcPct val="0"/>
                </a:spcAft>
                <a:defRPr sz="2800" b="1" kern="1200">
                  <a:solidFill>
                    <a:schemeClr val="tx1"/>
                  </a:solidFill>
                  <a:latin typeface="Arial" pitchFamily="34" charset="0"/>
                  <a:ea typeface="黑体" pitchFamily="2" charset="-122"/>
                  <a:cs typeface="+mn-cs"/>
                </a:defRPr>
              </a:lvl1pPr>
              <a:lvl2pPr marL="457200" algn="l" rtl="0" fontAlgn="base">
                <a:spcBef>
                  <a:spcPct val="0"/>
                </a:spcBef>
                <a:spcAft>
                  <a:spcPct val="0"/>
                </a:spcAft>
                <a:defRPr sz="2800" b="1" kern="1200">
                  <a:solidFill>
                    <a:schemeClr val="tx1"/>
                  </a:solidFill>
                  <a:latin typeface="Arial" pitchFamily="34" charset="0"/>
                  <a:ea typeface="黑体" pitchFamily="2" charset="-122"/>
                  <a:cs typeface="+mn-cs"/>
                </a:defRPr>
              </a:lvl2pPr>
              <a:lvl3pPr marL="914400" algn="l" rtl="0" fontAlgn="base">
                <a:spcBef>
                  <a:spcPct val="0"/>
                </a:spcBef>
                <a:spcAft>
                  <a:spcPct val="0"/>
                </a:spcAft>
                <a:defRPr sz="2800" b="1" kern="1200">
                  <a:solidFill>
                    <a:schemeClr val="tx1"/>
                  </a:solidFill>
                  <a:latin typeface="Arial" pitchFamily="34" charset="0"/>
                  <a:ea typeface="黑体" pitchFamily="2" charset="-122"/>
                  <a:cs typeface="+mn-cs"/>
                </a:defRPr>
              </a:lvl3pPr>
              <a:lvl4pPr marL="1371600" algn="l" rtl="0" fontAlgn="base">
                <a:spcBef>
                  <a:spcPct val="0"/>
                </a:spcBef>
                <a:spcAft>
                  <a:spcPct val="0"/>
                </a:spcAft>
                <a:defRPr sz="2800" b="1" kern="1200">
                  <a:solidFill>
                    <a:schemeClr val="tx1"/>
                  </a:solidFill>
                  <a:latin typeface="Arial" pitchFamily="34" charset="0"/>
                  <a:ea typeface="黑体" pitchFamily="2" charset="-122"/>
                  <a:cs typeface="+mn-cs"/>
                </a:defRPr>
              </a:lvl4pPr>
              <a:lvl5pPr marL="1828800" algn="l" rtl="0" fontAlgn="base">
                <a:spcBef>
                  <a:spcPct val="0"/>
                </a:spcBef>
                <a:spcAft>
                  <a:spcPct val="0"/>
                </a:spcAft>
                <a:defRPr sz="2800" b="1" kern="1200">
                  <a:solidFill>
                    <a:schemeClr val="tx1"/>
                  </a:solidFill>
                  <a:latin typeface="Arial" pitchFamily="34" charset="0"/>
                  <a:ea typeface="黑体" pitchFamily="2" charset="-122"/>
                  <a:cs typeface="+mn-cs"/>
                </a:defRPr>
              </a:lvl5pPr>
              <a:lvl6pPr marL="2286000" algn="l" defTabSz="914400" rtl="0" eaLnBrk="1" latinLnBrk="0" hangingPunct="1">
                <a:defRPr sz="2800" b="1" kern="1200">
                  <a:solidFill>
                    <a:schemeClr val="tx1"/>
                  </a:solidFill>
                  <a:latin typeface="Arial" pitchFamily="34" charset="0"/>
                  <a:ea typeface="黑体" pitchFamily="2" charset="-122"/>
                  <a:cs typeface="+mn-cs"/>
                </a:defRPr>
              </a:lvl6pPr>
              <a:lvl7pPr marL="2743200" algn="l" defTabSz="914400" rtl="0" eaLnBrk="1" latinLnBrk="0" hangingPunct="1">
                <a:defRPr sz="2800" b="1" kern="1200">
                  <a:solidFill>
                    <a:schemeClr val="tx1"/>
                  </a:solidFill>
                  <a:latin typeface="Arial" pitchFamily="34" charset="0"/>
                  <a:ea typeface="黑体" pitchFamily="2" charset="-122"/>
                  <a:cs typeface="+mn-cs"/>
                </a:defRPr>
              </a:lvl7pPr>
              <a:lvl8pPr marL="3200400" algn="l" defTabSz="914400" rtl="0" eaLnBrk="1" latinLnBrk="0" hangingPunct="1">
                <a:defRPr sz="2800" b="1" kern="1200">
                  <a:solidFill>
                    <a:schemeClr val="tx1"/>
                  </a:solidFill>
                  <a:latin typeface="Arial" pitchFamily="34" charset="0"/>
                  <a:ea typeface="黑体" pitchFamily="2" charset="-122"/>
                  <a:cs typeface="+mn-cs"/>
                </a:defRPr>
              </a:lvl8pPr>
              <a:lvl9pPr marL="3657600" algn="l" defTabSz="914400" rtl="0" eaLnBrk="1" latinLnBrk="0" hangingPunct="1">
                <a:defRPr sz="2800" b="1" kern="1200">
                  <a:solidFill>
                    <a:schemeClr val="tx1"/>
                  </a:solidFill>
                  <a:latin typeface="Arial" pitchFamily="34" charset="0"/>
                  <a:ea typeface="黑体" pitchFamily="2" charset="-122"/>
                  <a:cs typeface="+mn-cs"/>
                </a:defRPr>
              </a:lvl9pPr>
            </a:lstStyle>
            <a:p>
              <a:pPr algn="ctr">
                <a:defRPr/>
              </a:pPr>
              <a:r>
                <a:rPr lang="en-US" altLang="zh-CN" sz="1600" dirty="0">
                  <a:latin typeface="微软雅黑" pitchFamily="34" charset="-122"/>
                  <a:ea typeface="微软雅黑" pitchFamily="34" charset="-122"/>
                </a:rPr>
                <a:t>PC</a:t>
              </a:r>
              <a:r>
                <a:rPr lang="zh-CN" altLang="en-US" sz="1600" dirty="0">
                  <a:latin typeface="微软雅黑" pitchFamily="34" charset="-122"/>
                  <a:ea typeface="微软雅黑" pitchFamily="34" charset="-122"/>
                </a:rPr>
                <a:t>平台</a:t>
              </a:r>
              <a:r>
                <a:rPr lang="en-US" altLang="zh-CN" sz="1600" dirty="0">
                  <a:latin typeface="微软雅黑" pitchFamily="34" charset="-122"/>
                  <a:ea typeface="微软雅黑" pitchFamily="34" charset="-122"/>
                </a:rPr>
                <a:t>TCM</a:t>
              </a:r>
              <a:r>
                <a:rPr lang="zh-CN" altLang="en-US" sz="1600" dirty="0">
                  <a:latin typeface="微软雅黑" pitchFamily="34" charset="-122"/>
                  <a:ea typeface="微软雅黑" pitchFamily="34" charset="-122"/>
                </a:rPr>
                <a:t>接口规范</a:t>
              </a:r>
            </a:p>
          </p:txBody>
        </p:sp>
        <p:sp>
          <p:nvSpPr>
            <p:cNvPr id="8" name="Rectangle 7">
              <a:extLst>
                <a:ext uri="{FF2B5EF4-FFF2-40B4-BE49-F238E27FC236}">
                  <a16:creationId xmlns:a16="http://schemas.microsoft.com/office/drawing/2014/main" id="{860E1521-5511-9264-58E6-1C0D5DD73AE3}"/>
                </a:ext>
              </a:extLst>
            </p:cNvPr>
            <p:cNvSpPr>
              <a:spLocks noChangeArrowheads="1"/>
            </p:cNvSpPr>
            <p:nvPr/>
          </p:nvSpPr>
          <p:spPr bwMode="auto">
            <a:xfrm>
              <a:off x="5311775" y="3036888"/>
              <a:ext cx="1292225" cy="598487"/>
            </a:xfrm>
            <a:prstGeom prst="rect">
              <a:avLst/>
            </a:prstGeom>
            <a:solidFill>
              <a:srgbClr val="FFFF99"/>
            </a:solidFill>
            <a:ln w="9525">
              <a:solidFill>
                <a:schemeClr val="tx1"/>
              </a:solidFill>
              <a:miter lim="800000"/>
              <a:headEnd/>
              <a:tailEnd/>
            </a:ln>
            <a:effectLst>
              <a:outerShdw dist="85194" dir="1593903" algn="ctr" rotWithShape="0">
                <a:srgbClr val="000099"/>
              </a:outerShdw>
            </a:effectLst>
          </p:spPr>
          <p:txBody>
            <a:bodyPr lIns="36000" rIns="36000" anchor="ctr">
              <a:normAutofit/>
            </a:bodyPr>
            <a:lstStyle>
              <a:defPPr>
                <a:defRPr lang="en-US"/>
              </a:defPPr>
              <a:lvl1pPr algn="l" rtl="0" fontAlgn="base">
                <a:spcBef>
                  <a:spcPct val="0"/>
                </a:spcBef>
                <a:spcAft>
                  <a:spcPct val="0"/>
                </a:spcAft>
                <a:defRPr sz="2800" b="1" kern="1200">
                  <a:solidFill>
                    <a:schemeClr val="tx1"/>
                  </a:solidFill>
                  <a:latin typeface="Arial" pitchFamily="34" charset="0"/>
                  <a:ea typeface="黑体" pitchFamily="2" charset="-122"/>
                  <a:cs typeface="+mn-cs"/>
                </a:defRPr>
              </a:lvl1pPr>
              <a:lvl2pPr marL="457200" algn="l" rtl="0" fontAlgn="base">
                <a:spcBef>
                  <a:spcPct val="0"/>
                </a:spcBef>
                <a:spcAft>
                  <a:spcPct val="0"/>
                </a:spcAft>
                <a:defRPr sz="2800" b="1" kern="1200">
                  <a:solidFill>
                    <a:schemeClr val="tx1"/>
                  </a:solidFill>
                  <a:latin typeface="Arial" pitchFamily="34" charset="0"/>
                  <a:ea typeface="黑体" pitchFamily="2" charset="-122"/>
                  <a:cs typeface="+mn-cs"/>
                </a:defRPr>
              </a:lvl2pPr>
              <a:lvl3pPr marL="914400" algn="l" rtl="0" fontAlgn="base">
                <a:spcBef>
                  <a:spcPct val="0"/>
                </a:spcBef>
                <a:spcAft>
                  <a:spcPct val="0"/>
                </a:spcAft>
                <a:defRPr sz="2800" b="1" kern="1200">
                  <a:solidFill>
                    <a:schemeClr val="tx1"/>
                  </a:solidFill>
                  <a:latin typeface="Arial" pitchFamily="34" charset="0"/>
                  <a:ea typeface="黑体" pitchFamily="2" charset="-122"/>
                  <a:cs typeface="+mn-cs"/>
                </a:defRPr>
              </a:lvl3pPr>
              <a:lvl4pPr marL="1371600" algn="l" rtl="0" fontAlgn="base">
                <a:spcBef>
                  <a:spcPct val="0"/>
                </a:spcBef>
                <a:spcAft>
                  <a:spcPct val="0"/>
                </a:spcAft>
                <a:defRPr sz="2800" b="1" kern="1200">
                  <a:solidFill>
                    <a:schemeClr val="tx1"/>
                  </a:solidFill>
                  <a:latin typeface="Arial" pitchFamily="34" charset="0"/>
                  <a:ea typeface="黑体" pitchFamily="2" charset="-122"/>
                  <a:cs typeface="+mn-cs"/>
                </a:defRPr>
              </a:lvl4pPr>
              <a:lvl5pPr marL="1828800" algn="l" rtl="0" fontAlgn="base">
                <a:spcBef>
                  <a:spcPct val="0"/>
                </a:spcBef>
                <a:spcAft>
                  <a:spcPct val="0"/>
                </a:spcAft>
                <a:defRPr sz="2800" b="1" kern="1200">
                  <a:solidFill>
                    <a:schemeClr val="tx1"/>
                  </a:solidFill>
                  <a:latin typeface="Arial" pitchFamily="34" charset="0"/>
                  <a:ea typeface="黑体" pitchFamily="2" charset="-122"/>
                  <a:cs typeface="+mn-cs"/>
                </a:defRPr>
              </a:lvl5pPr>
              <a:lvl6pPr marL="2286000" algn="l" defTabSz="914400" rtl="0" eaLnBrk="1" latinLnBrk="0" hangingPunct="1">
                <a:defRPr sz="2800" b="1" kern="1200">
                  <a:solidFill>
                    <a:schemeClr val="tx1"/>
                  </a:solidFill>
                  <a:latin typeface="Arial" pitchFamily="34" charset="0"/>
                  <a:ea typeface="黑体" pitchFamily="2" charset="-122"/>
                  <a:cs typeface="+mn-cs"/>
                </a:defRPr>
              </a:lvl6pPr>
              <a:lvl7pPr marL="2743200" algn="l" defTabSz="914400" rtl="0" eaLnBrk="1" latinLnBrk="0" hangingPunct="1">
                <a:defRPr sz="2800" b="1" kern="1200">
                  <a:solidFill>
                    <a:schemeClr val="tx1"/>
                  </a:solidFill>
                  <a:latin typeface="Arial" pitchFamily="34" charset="0"/>
                  <a:ea typeface="黑体" pitchFamily="2" charset="-122"/>
                  <a:cs typeface="+mn-cs"/>
                </a:defRPr>
              </a:lvl7pPr>
              <a:lvl8pPr marL="3200400" algn="l" defTabSz="914400" rtl="0" eaLnBrk="1" latinLnBrk="0" hangingPunct="1">
                <a:defRPr sz="2800" b="1" kern="1200">
                  <a:solidFill>
                    <a:schemeClr val="tx1"/>
                  </a:solidFill>
                  <a:latin typeface="Arial" pitchFamily="34" charset="0"/>
                  <a:ea typeface="黑体" pitchFamily="2" charset="-122"/>
                  <a:cs typeface="+mn-cs"/>
                </a:defRPr>
              </a:lvl8pPr>
              <a:lvl9pPr marL="3657600" algn="l" defTabSz="914400" rtl="0" eaLnBrk="1" latinLnBrk="0" hangingPunct="1">
                <a:defRPr sz="2800" b="1" kern="1200">
                  <a:solidFill>
                    <a:schemeClr val="tx1"/>
                  </a:solidFill>
                  <a:latin typeface="Arial" pitchFamily="34" charset="0"/>
                  <a:ea typeface="黑体" pitchFamily="2" charset="-122"/>
                  <a:cs typeface="+mn-cs"/>
                </a:defRPr>
              </a:lvl9pPr>
            </a:lstStyle>
            <a:p>
              <a:pPr algn="ctr">
                <a:defRPr/>
              </a:pPr>
              <a:r>
                <a:rPr lang="en-US" altLang="zh-CN" sz="1400" dirty="0">
                  <a:latin typeface="微软雅黑" pitchFamily="34" charset="-122"/>
                  <a:ea typeface="微软雅黑" pitchFamily="34" charset="-122"/>
                </a:rPr>
                <a:t>TCM</a:t>
              </a:r>
              <a:r>
                <a:rPr lang="zh-CN" altLang="en-US" sz="1400" dirty="0">
                  <a:latin typeface="微软雅黑" pitchFamily="34" charset="-122"/>
                  <a:ea typeface="微软雅黑" pitchFamily="34" charset="-122"/>
                </a:rPr>
                <a:t>数据结构</a:t>
              </a:r>
            </a:p>
          </p:txBody>
        </p:sp>
        <p:sp>
          <p:nvSpPr>
            <p:cNvPr id="9" name="Rectangle 8">
              <a:extLst>
                <a:ext uri="{FF2B5EF4-FFF2-40B4-BE49-F238E27FC236}">
                  <a16:creationId xmlns:a16="http://schemas.microsoft.com/office/drawing/2014/main" id="{A5DD8350-B290-DDA9-DD9B-F141827E8FF5}"/>
                </a:ext>
              </a:extLst>
            </p:cNvPr>
            <p:cNvSpPr>
              <a:spLocks noChangeArrowheads="1"/>
            </p:cNvSpPr>
            <p:nvPr/>
          </p:nvSpPr>
          <p:spPr bwMode="auto">
            <a:xfrm>
              <a:off x="5337175" y="4048125"/>
              <a:ext cx="1292225" cy="627063"/>
            </a:xfrm>
            <a:prstGeom prst="rect">
              <a:avLst/>
            </a:prstGeom>
            <a:solidFill>
              <a:srgbClr val="FFFF99"/>
            </a:solidFill>
            <a:ln w="9525">
              <a:solidFill>
                <a:schemeClr val="tx1"/>
              </a:solidFill>
              <a:miter lim="800000"/>
              <a:headEnd/>
              <a:tailEnd/>
            </a:ln>
            <a:effectLst>
              <a:outerShdw dist="85194" dir="1593903" algn="ctr" rotWithShape="0">
                <a:srgbClr val="000099"/>
              </a:outerShdw>
            </a:effectLst>
          </p:spPr>
          <p:txBody>
            <a:bodyPr lIns="36000" rIns="36000" anchor="ctr">
              <a:normAutofit/>
            </a:bodyPr>
            <a:lstStyle>
              <a:defPPr>
                <a:defRPr lang="en-US"/>
              </a:defPPr>
              <a:lvl1pPr algn="l" rtl="0" fontAlgn="base">
                <a:spcBef>
                  <a:spcPct val="0"/>
                </a:spcBef>
                <a:spcAft>
                  <a:spcPct val="0"/>
                </a:spcAft>
                <a:defRPr sz="2800" b="1" kern="1200">
                  <a:solidFill>
                    <a:schemeClr val="tx1"/>
                  </a:solidFill>
                  <a:latin typeface="Arial" pitchFamily="34" charset="0"/>
                  <a:ea typeface="黑体" pitchFamily="2" charset="-122"/>
                  <a:cs typeface="+mn-cs"/>
                </a:defRPr>
              </a:lvl1pPr>
              <a:lvl2pPr marL="457200" algn="l" rtl="0" fontAlgn="base">
                <a:spcBef>
                  <a:spcPct val="0"/>
                </a:spcBef>
                <a:spcAft>
                  <a:spcPct val="0"/>
                </a:spcAft>
                <a:defRPr sz="2800" b="1" kern="1200">
                  <a:solidFill>
                    <a:schemeClr val="tx1"/>
                  </a:solidFill>
                  <a:latin typeface="Arial" pitchFamily="34" charset="0"/>
                  <a:ea typeface="黑体" pitchFamily="2" charset="-122"/>
                  <a:cs typeface="+mn-cs"/>
                </a:defRPr>
              </a:lvl2pPr>
              <a:lvl3pPr marL="914400" algn="l" rtl="0" fontAlgn="base">
                <a:spcBef>
                  <a:spcPct val="0"/>
                </a:spcBef>
                <a:spcAft>
                  <a:spcPct val="0"/>
                </a:spcAft>
                <a:defRPr sz="2800" b="1" kern="1200">
                  <a:solidFill>
                    <a:schemeClr val="tx1"/>
                  </a:solidFill>
                  <a:latin typeface="Arial" pitchFamily="34" charset="0"/>
                  <a:ea typeface="黑体" pitchFamily="2" charset="-122"/>
                  <a:cs typeface="+mn-cs"/>
                </a:defRPr>
              </a:lvl3pPr>
              <a:lvl4pPr marL="1371600" algn="l" rtl="0" fontAlgn="base">
                <a:spcBef>
                  <a:spcPct val="0"/>
                </a:spcBef>
                <a:spcAft>
                  <a:spcPct val="0"/>
                </a:spcAft>
                <a:defRPr sz="2800" b="1" kern="1200">
                  <a:solidFill>
                    <a:schemeClr val="tx1"/>
                  </a:solidFill>
                  <a:latin typeface="Arial" pitchFamily="34" charset="0"/>
                  <a:ea typeface="黑体" pitchFamily="2" charset="-122"/>
                  <a:cs typeface="+mn-cs"/>
                </a:defRPr>
              </a:lvl4pPr>
              <a:lvl5pPr marL="1828800" algn="l" rtl="0" fontAlgn="base">
                <a:spcBef>
                  <a:spcPct val="0"/>
                </a:spcBef>
                <a:spcAft>
                  <a:spcPct val="0"/>
                </a:spcAft>
                <a:defRPr sz="2800" b="1" kern="1200">
                  <a:solidFill>
                    <a:schemeClr val="tx1"/>
                  </a:solidFill>
                  <a:latin typeface="Arial" pitchFamily="34" charset="0"/>
                  <a:ea typeface="黑体" pitchFamily="2" charset="-122"/>
                  <a:cs typeface="+mn-cs"/>
                </a:defRPr>
              </a:lvl5pPr>
              <a:lvl6pPr marL="2286000" algn="l" defTabSz="914400" rtl="0" eaLnBrk="1" latinLnBrk="0" hangingPunct="1">
                <a:defRPr sz="2800" b="1" kern="1200">
                  <a:solidFill>
                    <a:schemeClr val="tx1"/>
                  </a:solidFill>
                  <a:latin typeface="Arial" pitchFamily="34" charset="0"/>
                  <a:ea typeface="黑体" pitchFamily="2" charset="-122"/>
                  <a:cs typeface="+mn-cs"/>
                </a:defRPr>
              </a:lvl6pPr>
              <a:lvl7pPr marL="2743200" algn="l" defTabSz="914400" rtl="0" eaLnBrk="1" latinLnBrk="0" hangingPunct="1">
                <a:defRPr sz="2800" b="1" kern="1200">
                  <a:solidFill>
                    <a:schemeClr val="tx1"/>
                  </a:solidFill>
                  <a:latin typeface="Arial" pitchFamily="34" charset="0"/>
                  <a:ea typeface="黑体" pitchFamily="2" charset="-122"/>
                  <a:cs typeface="+mn-cs"/>
                </a:defRPr>
              </a:lvl7pPr>
              <a:lvl8pPr marL="3200400" algn="l" defTabSz="914400" rtl="0" eaLnBrk="1" latinLnBrk="0" hangingPunct="1">
                <a:defRPr sz="2800" b="1" kern="1200">
                  <a:solidFill>
                    <a:schemeClr val="tx1"/>
                  </a:solidFill>
                  <a:latin typeface="Arial" pitchFamily="34" charset="0"/>
                  <a:ea typeface="黑体" pitchFamily="2" charset="-122"/>
                  <a:cs typeface="+mn-cs"/>
                </a:defRPr>
              </a:lvl8pPr>
              <a:lvl9pPr marL="3657600" algn="l" defTabSz="914400" rtl="0" eaLnBrk="1" latinLnBrk="0" hangingPunct="1">
                <a:defRPr sz="2800" b="1" kern="1200">
                  <a:solidFill>
                    <a:schemeClr val="tx1"/>
                  </a:solidFill>
                  <a:latin typeface="Arial" pitchFamily="34" charset="0"/>
                  <a:ea typeface="黑体" pitchFamily="2" charset="-122"/>
                  <a:cs typeface="+mn-cs"/>
                </a:defRPr>
              </a:lvl9pPr>
            </a:lstStyle>
            <a:p>
              <a:pPr algn="ctr">
                <a:defRPr/>
              </a:pPr>
              <a:r>
                <a:rPr lang="en-US" altLang="zh-CN" sz="1400" dirty="0">
                  <a:latin typeface="微软雅黑" pitchFamily="34" charset="-122"/>
                  <a:ea typeface="微软雅黑" pitchFamily="34" charset="-122"/>
                </a:rPr>
                <a:t>TSM</a:t>
              </a:r>
              <a:r>
                <a:rPr lang="zh-CN" altLang="en-US" sz="1400" dirty="0">
                  <a:latin typeface="微软雅黑" pitchFamily="34" charset="-122"/>
                  <a:ea typeface="微软雅黑" pitchFamily="34" charset="-122"/>
                </a:rPr>
                <a:t>数据结构</a:t>
              </a:r>
            </a:p>
          </p:txBody>
        </p:sp>
        <p:sp>
          <p:nvSpPr>
            <p:cNvPr id="10" name="Line 9">
              <a:extLst>
                <a:ext uri="{FF2B5EF4-FFF2-40B4-BE49-F238E27FC236}">
                  <a16:creationId xmlns:a16="http://schemas.microsoft.com/office/drawing/2014/main" id="{7A282A9C-B2CD-AE96-0CCF-23CC0E78EC50}"/>
                </a:ext>
              </a:extLst>
            </p:cNvPr>
            <p:cNvSpPr>
              <a:spLocks noChangeShapeType="1"/>
            </p:cNvSpPr>
            <p:nvPr/>
          </p:nvSpPr>
          <p:spPr bwMode="auto">
            <a:xfrm flipH="1">
              <a:off x="5029200" y="3362325"/>
              <a:ext cx="252413" cy="0"/>
            </a:xfrm>
            <a:prstGeom prst="line">
              <a:avLst/>
            </a:prstGeom>
            <a:noFill/>
            <a:ln w="38100">
              <a:solidFill>
                <a:schemeClr val="tx1"/>
              </a:solidFill>
              <a:round/>
              <a:headEnd/>
              <a:tailEnd type="stealth" w="med" len="med"/>
            </a:ln>
            <a:effectLst/>
          </p:spPr>
          <p:txBody>
            <a:bodyPr>
              <a:normAutofit fontScale="25000" lnSpcReduction="20000"/>
            </a:bodyPr>
            <a:lstStyle>
              <a:defPPr>
                <a:defRPr lang="en-US"/>
              </a:defPPr>
              <a:lvl1pPr algn="l" rtl="0" fontAlgn="base">
                <a:spcBef>
                  <a:spcPct val="0"/>
                </a:spcBef>
                <a:spcAft>
                  <a:spcPct val="0"/>
                </a:spcAft>
                <a:defRPr sz="2800" b="1" kern="1200">
                  <a:solidFill>
                    <a:schemeClr val="tx1"/>
                  </a:solidFill>
                  <a:latin typeface="Arial" pitchFamily="34" charset="0"/>
                  <a:ea typeface="黑体" pitchFamily="2" charset="-122"/>
                  <a:cs typeface="+mn-cs"/>
                </a:defRPr>
              </a:lvl1pPr>
              <a:lvl2pPr marL="457200" algn="l" rtl="0" fontAlgn="base">
                <a:spcBef>
                  <a:spcPct val="0"/>
                </a:spcBef>
                <a:spcAft>
                  <a:spcPct val="0"/>
                </a:spcAft>
                <a:defRPr sz="2800" b="1" kern="1200">
                  <a:solidFill>
                    <a:schemeClr val="tx1"/>
                  </a:solidFill>
                  <a:latin typeface="Arial" pitchFamily="34" charset="0"/>
                  <a:ea typeface="黑体" pitchFamily="2" charset="-122"/>
                  <a:cs typeface="+mn-cs"/>
                </a:defRPr>
              </a:lvl2pPr>
              <a:lvl3pPr marL="914400" algn="l" rtl="0" fontAlgn="base">
                <a:spcBef>
                  <a:spcPct val="0"/>
                </a:spcBef>
                <a:spcAft>
                  <a:spcPct val="0"/>
                </a:spcAft>
                <a:defRPr sz="2800" b="1" kern="1200">
                  <a:solidFill>
                    <a:schemeClr val="tx1"/>
                  </a:solidFill>
                  <a:latin typeface="Arial" pitchFamily="34" charset="0"/>
                  <a:ea typeface="黑体" pitchFamily="2" charset="-122"/>
                  <a:cs typeface="+mn-cs"/>
                </a:defRPr>
              </a:lvl3pPr>
              <a:lvl4pPr marL="1371600" algn="l" rtl="0" fontAlgn="base">
                <a:spcBef>
                  <a:spcPct val="0"/>
                </a:spcBef>
                <a:spcAft>
                  <a:spcPct val="0"/>
                </a:spcAft>
                <a:defRPr sz="2800" b="1" kern="1200">
                  <a:solidFill>
                    <a:schemeClr val="tx1"/>
                  </a:solidFill>
                  <a:latin typeface="Arial" pitchFamily="34" charset="0"/>
                  <a:ea typeface="黑体" pitchFamily="2" charset="-122"/>
                  <a:cs typeface="+mn-cs"/>
                </a:defRPr>
              </a:lvl4pPr>
              <a:lvl5pPr marL="1828800" algn="l" rtl="0" fontAlgn="base">
                <a:spcBef>
                  <a:spcPct val="0"/>
                </a:spcBef>
                <a:spcAft>
                  <a:spcPct val="0"/>
                </a:spcAft>
                <a:defRPr sz="2800" b="1" kern="1200">
                  <a:solidFill>
                    <a:schemeClr val="tx1"/>
                  </a:solidFill>
                  <a:latin typeface="Arial" pitchFamily="34" charset="0"/>
                  <a:ea typeface="黑体" pitchFamily="2" charset="-122"/>
                  <a:cs typeface="+mn-cs"/>
                </a:defRPr>
              </a:lvl5pPr>
              <a:lvl6pPr marL="2286000" algn="l" defTabSz="914400" rtl="0" eaLnBrk="1" latinLnBrk="0" hangingPunct="1">
                <a:defRPr sz="2800" b="1" kern="1200">
                  <a:solidFill>
                    <a:schemeClr val="tx1"/>
                  </a:solidFill>
                  <a:latin typeface="Arial" pitchFamily="34" charset="0"/>
                  <a:ea typeface="黑体" pitchFamily="2" charset="-122"/>
                  <a:cs typeface="+mn-cs"/>
                </a:defRPr>
              </a:lvl6pPr>
              <a:lvl7pPr marL="2743200" algn="l" defTabSz="914400" rtl="0" eaLnBrk="1" latinLnBrk="0" hangingPunct="1">
                <a:defRPr sz="2800" b="1" kern="1200">
                  <a:solidFill>
                    <a:schemeClr val="tx1"/>
                  </a:solidFill>
                  <a:latin typeface="Arial" pitchFamily="34" charset="0"/>
                  <a:ea typeface="黑体" pitchFamily="2" charset="-122"/>
                  <a:cs typeface="+mn-cs"/>
                </a:defRPr>
              </a:lvl7pPr>
              <a:lvl8pPr marL="3200400" algn="l" defTabSz="914400" rtl="0" eaLnBrk="1" latinLnBrk="0" hangingPunct="1">
                <a:defRPr sz="2800" b="1" kern="1200">
                  <a:solidFill>
                    <a:schemeClr val="tx1"/>
                  </a:solidFill>
                  <a:latin typeface="Arial" pitchFamily="34" charset="0"/>
                  <a:ea typeface="黑体" pitchFamily="2" charset="-122"/>
                  <a:cs typeface="+mn-cs"/>
                </a:defRPr>
              </a:lvl8pPr>
              <a:lvl9pPr marL="3657600" algn="l" defTabSz="914400" rtl="0" eaLnBrk="1" latinLnBrk="0" hangingPunct="1">
                <a:defRPr sz="2800" b="1" kern="1200">
                  <a:solidFill>
                    <a:schemeClr val="tx1"/>
                  </a:solidFill>
                  <a:latin typeface="Arial" pitchFamily="34" charset="0"/>
                  <a:ea typeface="黑体" pitchFamily="2" charset="-122"/>
                  <a:cs typeface="+mn-cs"/>
                </a:defRPr>
              </a:lvl9pPr>
            </a:lstStyle>
            <a:p>
              <a:pPr>
                <a:defRPr/>
              </a:pPr>
              <a:endParaRPr lang="zh-CN" altLang="en-US" sz="1200">
                <a:latin typeface="Arial" charset="0"/>
              </a:endParaRPr>
            </a:p>
          </p:txBody>
        </p:sp>
        <p:sp>
          <p:nvSpPr>
            <p:cNvPr id="11" name="Line 10">
              <a:extLst>
                <a:ext uri="{FF2B5EF4-FFF2-40B4-BE49-F238E27FC236}">
                  <a16:creationId xmlns:a16="http://schemas.microsoft.com/office/drawing/2014/main" id="{5D909581-94B5-6A0A-3AB3-3877BEC28207}"/>
                </a:ext>
              </a:extLst>
            </p:cNvPr>
            <p:cNvSpPr>
              <a:spLocks noChangeShapeType="1"/>
            </p:cNvSpPr>
            <p:nvPr/>
          </p:nvSpPr>
          <p:spPr bwMode="auto">
            <a:xfrm flipH="1">
              <a:off x="5105400" y="4346575"/>
              <a:ext cx="215900" cy="0"/>
            </a:xfrm>
            <a:prstGeom prst="line">
              <a:avLst/>
            </a:prstGeom>
            <a:noFill/>
            <a:ln w="38100">
              <a:solidFill>
                <a:schemeClr val="tx1"/>
              </a:solidFill>
              <a:round/>
              <a:headEnd/>
              <a:tailEnd type="stealth" w="med" len="med"/>
            </a:ln>
            <a:effectLst/>
          </p:spPr>
          <p:txBody>
            <a:bodyPr>
              <a:normAutofit fontScale="25000" lnSpcReduction="20000"/>
            </a:bodyPr>
            <a:lstStyle>
              <a:defPPr>
                <a:defRPr lang="en-US"/>
              </a:defPPr>
              <a:lvl1pPr algn="l" rtl="0" fontAlgn="base">
                <a:spcBef>
                  <a:spcPct val="0"/>
                </a:spcBef>
                <a:spcAft>
                  <a:spcPct val="0"/>
                </a:spcAft>
                <a:defRPr sz="2800" b="1" kern="1200">
                  <a:solidFill>
                    <a:schemeClr val="tx1"/>
                  </a:solidFill>
                  <a:latin typeface="Arial" pitchFamily="34" charset="0"/>
                  <a:ea typeface="黑体" pitchFamily="2" charset="-122"/>
                  <a:cs typeface="+mn-cs"/>
                </a:defRPr>
              </a:lvl1pPr>
              <a:lvl2pPr marL="457200" algn="l" rtl="0" fontAlgn="base">
                <a:spcBef>
                  <a:spcPct val="0"/>
                </a:spcBef>
                <a:spcAft>
                  <a:spcPct val="0"/>
                </a:spcAft>
                <a:defRPr sz="2800" b="1" kern="1200">
                  <a:solidFill>
                    <a:schemeClr val="tx1"/>
                  </a:solidFill>
                  <a:latin typeface="Arial" pitchFamily="34" charset="0"/>
                  <a:ea typeface="黑体" pitchFamily="2" charset="-122"/>
                  <a:cs typeface="+mn-cs"/>
                </a:defRPr>
              </a:lvl2pPr>
              <a:lvl3pPr marL="914400" algn="l" rtl="0" fontAlgn="base">
                <a:spcBef>
                  <a:spcPct val="0"/>
                </a:spcBef>
                <a:spcAft>
                  <a:spcPct val="0"/>
                </a:spcAft>
                <a:defRPr sz="2800" b="1" kern="1200">
                  <a:solidFill>
                    <a:schemeClr val="tx1"/>
                  </a:solidFill>
                  <a:latin typeface="Arial" pitchFamily="34" charset="0"/>
                  <a:ea typeface="黑体" pitchFamily="2" charset="-122"/>
                  <a:cs typeface="+mn-cs"/>
                </a:defRPr>
              </a:lvl3pPr>
              <a:lvl4pPr marL="1371600" algn="l" rtl="0" fontAlgn="base">
                <a:spcBef>
                  <a:spcPct val="0"/>
                </a:spcBef>
                <a:spcAft>
                  <a:spcPct val="0"/>
                </a:spcAft>
                <a:defRPr sz="2800" b="1" kern="1200">
                  <a:solidFill>
                    <a:schemeClr val="tx1"/>
                  </a:solidFill>
                  <a:latin typeface="Arial" pitchFamily="34" charset="0"/>
                  <a:ea typeface="黑体" pitchFamily="2" charset="-122"/>
                  <a:cs typeface="+mn-cs"/>
                </a:defRPr>
              </a:lvl4pPr>
              <a:lvl5pPr marL="1828800" algn="l" rtl="0" fontAlgn="base">
                <a:spcBef>
                  <a:spcPct val="0"/>
                </a:spcBef>
                <a:spcAft>
                  <a:spcPct val="0"/>
                </a:spcAft>
                <a:defRPr sz="2800" b="1" kern="1200">
                  <a:solidFill>
                    <a:schemeClr val="tx1"/>
                  </a:solidFill>
                  <a:latin typeface="Arial" pitchFamily="34" charset="0"/>
                  <a:ea typeface="黑体" pitchFamily="2" charset="-122"/>
                  <a:cs typeface="+mn-cs"/>
                </a:defRPr>
              </a:lvl5pPr>
              <a:lvl6pPr marL="2286000" algn="l" defTabSz="914400" rtl="0" eaLnBrk="1" latinLnBrk="0" hangingPunct="1">
                <a:defRPr sz="2800" b="1" kern="1200">
                  <a:solidFill>
                    <a:schemeClr val="tx1"/>
                  </a:solidFill>
                  <a:latin typeface="Arial" pitchFamily="34" charset="0"/>
                  <a:ea typeface="黑体" pitchFamily="2" charset="-122"/>
                  <a:cs typeface="+mn-cs"/>
                </a:defRPr>
              </a:lvl6pPr>
              <a:lvl7pPr marL="2743200" algn="l" defTabSz="914400" rtl="0" eaLnBrk="1" latinLnBrk="0" hangingPunct="1">
                <a:defRPr sz="2800" b="1" kern="1200">
                  <a:solidFill>
                    <a:schemeClr val="tx1"/>
                  </a:solidFill>
                  <a:latin typeface="Arial" pitchFamily="34" charset="0"/>
                  <a:ea typeface="黑体" pitchFamily="2" charset="-122"/>
                  <a:cs typeface="+mn-cs"/>
                </a:defRPr>
              </a:lvl7pPr>
              <a:lvl8pPr marL="3200400" algn="l" defTabSz="914400" rtl="0" eaLnBrk="1" latinLnBrk="0" hangingPunct="1">
                <a:defRPr sz="2800" b="1" kern="1200">
                  <a:solidFill>
                    <a:schemeClr val="tx1"/>
                  </a:solidFill>
                  <a:latin typeface="Arial" pitchFamily="34" charset="0"/>
                  <a:ea typeface="黑体" pitchFamily="2" charset="-122"/>
                  <a:cs typeface="+mn-cs"/>
                </a:defRPr>
              </a:lvl8pPr>
              <a:lvl9pPr marL="3657600" algn="l" defTabSz="914400" rtl="0" eaLnBrk="1" latinLnBrk="0" hangingPunct="1">
                <a:defRPr sz="2800" b="1" kern="1200">
                  <a:solidFill>
                    <a:schemeClr val="tx1"/>
                  </a:solidFill>
                  <a:latin typeface="Arial" pitchFamily="34" charset="0"/>
                  <a:ea typeface="黑体" pitchFamily="2" charset="-122"/>
                  <a:cs typeface="+mn-cs"/>
                </a:defRPr>
              </a:lvl9pPr>
            </a:lstStyle>
            <a:p>
              <a:pPr>
                <a:defRPr/>
              </a:pPr>
              <a:endParaRPr lang="zh-CN" altLang="en-US" sz="1200">
                <a:latin typeface="Arial" charset="0"/>
              </a:endParaRPr>
            </a:p>
          </p:txBody>
        </p:sp>
        <p:sp>
          <p:nvSpPr>
            <p:cNvPr id="12" name="Line 11">
              <a:extLst>
                <a:ext uri="{FF2B5EF4-FFF2-40B4-BE49-F238E27FC236}">
                  <a16:creationId xmlns:a16="http://schemas.microsoft.com/office/drawing/2014/main" id="{566E34FC-7A78-AEB5-A7C3-71CB6DDF33AB}"/>
                </a:ext>
              </a:extLst>
            </p:cNvPr>
            <p:cNvSpPr>
              <a:spLocks noChangeShapeType="1"/>
            </p:cNvSpPr>
            <p:nvPr/>
          </p:nvSpPr>
          <p:spPr bwMode="auto">
            <a:xfrm>
              <a:off x="2430463" y="3709988"/>
              <a:ext cx="0" cy="1250950"/>
            </a:xfrm>
            <a:prstGeom prst="line">
              <a:avLst/>
            </a:prstGeom>
            <a:noFill/>
            <a:ln w="38100">
              <a:solidFill>
                <a:schemeClr val="tx1"/>
              </a:solidFill>
              <a:round/>
              <a:headEnd/>
              <a:tailEnd type="stealth" w="med" len="med"/>
            </a:ln>
            <a:effectLst/>
          </p:spPr>
          <p:txBody>
            <a:bodyPr>
              <a:normAutofit fontScale="25000" lnSpcReduction="20000"/>
            </a:bodyPr>
            <a:lstStyle>
              <a:defPPr>
                <a:defRPr lang="en-US"/>
              </a:defPPr>
              <a:lvl1pPr algn="l" rtl="0" fontAlgn="base">
                <a:spcBef>
                  <a:spcPct val="0"/>
                </a:spcBef>
                <a:spcAft>
                  <a:spcPct val="0"/>
                </a:spcAft>
                <a:defRPr sz="2800" b="1" kern="1200">
                  <a:solidFill>
                    <a:schemeClr val="tx1"/>
                  </a:solidFill>
                  <a:latin typeface="Arial" pitchFamily="34" charset="0"/>
                  <a:ea typeface="黑体" pitchFamily="2" charset="-122"/>
                  <a:cs typeface="+mn-cs"/>
                </a:defRPr>
              </a:lvl1pPr>
              <a:lvl2pPr marL="457200" algn="l" rtl="0" fontAlgn="base">
                <a:spcBef>
                  <a:spcPct val="0"/>
                </a:spcBef>
                <a:spcAft>
                  <a:spcPct val="0"/>
                </a:spcAft>
                <a:defRPr sz="2800" b="1" kern="1200">
                  <a:solidFill>
                    <a:schemeClr val="tx1"/>
                  </a:solidFill>
                  <a:latin typeface="Arial" pitchFamily="34" charset="0"/>
                  <a:ea typeface="黑体" pitchFamily="2" charset="-122"/>
                  <a:cs typeface="+mn-cs"/>
                </a:defRPr>
              </a:lvl2pPr>
              <a:lvl3pPr marL="914400" algn="l" rtl="0" fontAlgn="base">
                <a:spcBef>
                  <a:spcPct val="0"/>
                </a:spcBef>
                <a:spcAft>
                  <a:spcPct val="0"/>
                </a:spcAft>
                <a:defRPr sz="2800" b="1" kern="1200">
                  <a:solidFill>
                    <a:schemeClr val="tx1"/>
                  </a:solidFill>
                  <a:latin typeface="Arial" pitchFamily="34" charset="0"/>
                  <a:ea typeface="黑体" pitchFamily="2" charset="-122"/>
                  <a:cs typeface="+mn-cs"/>
                </a:defRPr>
              </a:lvl3pPr>
              <a:lvl4pPr marL="1371600" algn="l" rtl="0" fontAlgn="base">
                <a:spcBef>
                  <a:spcPct val="0"/>
                </a:spcBef>
                <a:spcAft>
                  <a:spcPct val="0"/>
                </a:spcAft>
                <a:defRPr sz="2800" b="1" kern="1200">
                  <a:solidFill>
                    <a:schemeClr val="tx1"/>
                  </a:solidFill>
                  <a:latin typeface="Arial" pitchFamily="34" charset="0"/>
                  <a:ea typeface="黑体" pitchFamily="2" charset="-122"/>
                  <a:cs typeface="+mn-cs"/>
                </a:defRPr>
              </a:lvl4pPr>
              <a:lvl5pPr marL="1828800" algn="l" rtl="0" fontAlgn="base">
                <a:spcBef>
                  <a:spcPct val="0"/>
                </a:spcBef>
                <a:spcAft>
                  <a:spcPct val="0"/>
                </a:spcAft>
                <a:defRPr sz="2800" b="1" kern="1200">
                  <a:solidFill>
                    <a:schemeClr val="tx1"/>
                  </a:solidFill>
                  <a:latin typeface="Arial" pitchFamily="34" charset="0"/>
                  <a:ea typeface="黑体" pitchFamily="2" charset="-122"/>
                  <a:cs typeface="+mn-cs"/>
                </a:defRPr>
              </a:lvl5pPr>
              <a:lvl6pPr marL="2286000" algn="l" defTabSz="914400" rtl="0" eaLnBrk="1" latinLnBrk="0" hangingPunct="1">
                <a:defRPr sz="2800" b="1" kern="1200">
                  <a:solidFill>
                    <a:schemeClr val="tx1"/>
                  </a:solidFill>
                  <a:latin typeface="Arial" pitchFamily="34" charset="0"/>
                  <a:ea typeface="黑体" pitchFamily="2" charset="-122"/>
                  <a:cs typeface="+mn-cs"/>
                </a:defRPr>
              </a:lvl6pPr>
              <a:lvl7pPr marL="2743200" algn="l" defTabSz="914400" rtl="0" eaLnBrk="1" latinLnBrk="0" hangingPunct="1">
                <a:defRPr sz="2800" b="1" kern="1200">
                  <a:solidFill>
                    <a:schemeClr val="tx1"/>
                  </a:solidFill>
                  <a:latin typeface="Arial" pitchFamily="34" charset="0"/>
                  <a:ea typeface="黑体" pitchFamily="2" charset="-122"/>
                  <a:cs typeface="+mn-cs"/>
                </a:defRPr>
              </a:lvl7pPr>
              <a:lvl8pPr marL="3200400" algn="l" defTabSz="914400" rtl="0" eaLnBrk="1" latinLnBrk="0" hangingPunct="1">
                <a:defRPr sz="2800" b="1" kern="1200">
                  <a:solidFill>
                    <a:schemeClr val="tx1"/>
                  </a:solidFill>
                  <a:latin typeface="Arial" pitchFamily="34" charset="0"/>
                  <a:ea typeface="黑体" pitchFamily="2" charset="-122"/>
                  <a:cs typeface="+mn-cs"/>
                </a:defRPr>
              </a:lvl8pPr>
              <a:lvl9pPr marL="3657600" algn="l" defTabSz="914400" rtl="0" eaLnBrk="1" latinLnBrk="0" hangingPunct="1">
                <a:defRPr sz="2800" b="1" kern="1200">
                  <a:solidFill>
                    <a:schemeClr val="tx1"/>
                  </a:solidFill>
                  <a:latin typeface="Arial" pitchFamily="34" charset="0"/>
                  <a:ea typeface="黑体" pitchFamily="2" charset="-122"/>
                  <a:cs typeface="+mn-cs"/>
                </a:defRPr>
              </a:lvl9pPr>
            </a:lstStyle>
            <a:p>
              <a:pPr>
                <a:defRPr/>
              </a:pPr>
              <a:endParaRPr lang="zh-CN" altLang="en-US" sz="1200">
                <a:latin typeface="Arial" charset="0"/>
              </a:endParaRPr>
            </a:p>
          </p:txBody>
        </p:sp>
        <p:sp>
          <p:nvSpPr>
            <p:cNvPr id="13" name="Line 12">
              <a:extLst>
                <a:ext uri="{FF2B5EF4-FFF2-40B4-BE49-F238E27FC236}">
                  <a16:creationId xmlns:a16="http://schemas.microsoft.com/office/drawing/2014/main" id="{866C7A4B-0B51-83A2-7204-815F943AA797}"/>
                </a:ext>
              </a:extLst>
            </p:cNvPr>
            <p:cNvSpPr>
              <a:spLocks noChangeShapeType="1"/>
            </p:cNvSpPr>
            <p:nvPr/>
          </p:nvSpPr>
          <p:spPr bwMode="auto">
            <a:xfrm>
              <a:off x="3695700" y="2776538"/>
              <a:ext cx="0" cy="257175"/>
            </a:xfrm>
            <a:prstGeom prst="line">
              <a:avLst/>
            </a:prstGeom>
            <a:noFill/>
            <a:ln w="38100">
              <a:solidFill>
                <a:schemeClr val="tx1"/>
              </a:solidFill>
              <a:round/>
              <a:headEnd/>
              <a:tailEnd type="stealth" w="med" len="med"/>
            </a:ln>
            <a:effectLst/>
          </p:spPr>
          <p:txBody>
            <a:bodyPr>
              <a:normAutofit fontScale="25000" lnSpcReduction="20000"/>
            </a:bodyPr>
            <a:lstStyle>
              <a:defPPr>
                <a:defRPr lang="en-US"/>
              </a:defPPr>
              <a:lvl1pPr algn="l" rtl="0" fontAlgn="base">
                <a:spcBef>
                  <a:spcPct val="0"/>
                </a:spcBef>
                <a:spcAft>
                  <a:spcPct val="0"/>
                </a:spcAft>
                <a:defRPr sz="2800" b="1" kern="1200">
                  <a:solidFill>
                    <a:schemeClr val="tx1"/>
                  </a:solidFill>
                  <a:latin typeface="Arial" pitchFamily="34" charset="0"/>
                  <a:ea typeface="黑体" pitchFamily="2" charset="-122"/>
                  <a:cs typeface="+mn-cs"/>
                </a:defRPr>
              </a:lvl1pPr>
              <a:lvl2pPr marL="457200" algn="l" rtl="0" fontAlgn="base">
                <a:spcBef>
                  <a:spcPct val="0"/>
                </a:spcBef>
                <a:spcAft>
                  <a:spcPct val="0"/>
                </a:spcAft>
                <a:defRPr sz="2800" b="1" kern="1200">
                  <a:solidFill>
                    <a:schemeClr val="tx1"/>
                  </a:solidFill>
                  <a:latin typeface="Arial" pitchFamily="34" charset="0"/>
                  <a:ea typeface="黑体" pitchFamily="2" charset="-122"/>
                  <a:cs typeface="+mn-cs"/>
                </a:defRPr>
              </a:lvl2pPr>
              <a:lvl3pPr marL="914400" algn="l" rtl="0" fontAlgn="base">
                <a:spcBef>
                  <a:spcPct val="0"/>
                </a:spcBef>
                <a:spcAft>
                  <a:spcPct val="0"/>
                </a:spcAft>
                <a:defRPr sz="2800" b="1" kern="1200">
                  <a:solidFill>
                    <a:schemeClr val="tx1"/>
                  </a:solidFill>
                  <a:latin typeface="Arial" pitchFamily="34" charset="0"/>
                  <a:ea typeface="黑体" pitchFamily="2" charset="-122"/>
                  <a:cs typeface="+mn-cs"/>
                </a:defRPr>
              </a:lvl3pPr>
              <a:lvl4pPr marL="1371600" algn="l" rtl="0" fontAlgn="base">
                <a:spcBef>
                  <a:spcPct val="0"/>
                </a:spcBef>
                <a:spcAft>
                  <a:spcPct val="0"/>
                </a:spcAft>
                <a:defRPr sz="2800" b="1" kern="1200">
                  <a:solidFill>
                    <a:schemeClr val="tx1"/>
                  </a:solidFill>
                  <a:latin typeface="Arial" pitchFamily="34" charset="0"/>
                  <a:ea typeface="黑体" pitchFamily="2" charset="-122"/>
                  <a:cs typeface="+mn-cs"/>
                </a:defRPr>
              </a:lvl4pPr>
              <a:lvl5pPr marL="1828800" algn="l" rtl="0" fontAlgn="base">
                <a:spcBef>
                  <a:spcPct val="0"/>
                </a:spcBef>
                <a:spcAft>
                  <a:spcPct val="0"/>
                </a:spcAft>
                <a:defRPr sz="2800" b="1" kern="1200">
                  <a:solidFill>
                    <a:schemeClr val="tx1"/>
                  </a:solidFill>
                  <a:latin typeface="Arial" pitchFamily="34" charset="0"/>
                  <a:ea typeface="黑体" pitchFamily="2" charset="-122"/>
                  <a:cs typeface="+mn-cs"/>
                </a:defRPr>
              </a:lvl5pPr>
              <a:lvl6pPr marL="2286000" algn="l" defTabSz="914400" rtl="0" eaLnBrk="1" latinLnBrk="0" hangingPunct="1">
                <a:defRPr sz="2800" b="1" kern="1200">
                  <a:solidFill>
                    <a:schemeClr val="tx1"/>
                  </a:solidFill>
                  <a:latin typeface="Arial" pitchFamily="34" charset="0"/>
                  <a:ea typeface="黑体" pitchFamily="2" charset="-122"/>
                  <a:cs typeface="+mn-cs"/>
                </a:defRPr>
              </a:lvl6pPr>
              <a:lvl7pPr marL="2743200" algn="l" defTabSz="914400" rtl="0" eaLnBrk="1" latinLnBrk="0" hangingPunct="1">
                <a:defRPr sz="2800" b="1" kern="1200">
                  <a:solidFill>
                    <a:schemeClr val="tx1"/>
                  </a:solidFill>
                  <a:latin typeface="Arial" pitchFamily="34" charset="0"/>
                  <a:ea typeface="黑体" pitchFamily="2" charset="-122"/>
                  <a:cs typeface="+mn-cs"/>
                </a:defRPr>
              </a:lvl7pPr>
              <a:lvl8pPr marL="3200400" algn="l" defTabSz="914400" rtl="0" eaLnBrk="1" latinLnBrk="0" hangingPunct="1">
                <a:defRPr sz="2800" b="1" kern="1200">
                  <a:solidFill>
                    <a:schemeClr val="tx1"/>
                  </a:solidFill>
                  <a:latin typeface="Arial" pitchFamily="34" charset="0"/>
                  <a:ea typeface="黑体" pitchFamily="2" charset="-122"/>
                  <a:cs typeface="+mn-cs"/>
                </a:defRPr>
              </a:lvl8pPr>
              <a:lvl9pPr marL="3657600" algn="l" defTabSz="914400" rtl="0" eaLnBrk="1" latinLnBrk="0" hangingPunct="1">
                <a:defRPr sz="2800" b="1" kern="1200">
                  <a:solidFill>
                    <a:schemeClr val="tx1"/>
                  </a:solidFill>
                  <a:latin typeface="Arial" pitchFamily="34" charset="0"/>
                  <a:ea typeface="黑体" pitchFamily="2" charset="-122"/>
                  <a:cs typeface="+mn-cs"/>
                </a:defRPr>
              </a:lvl9pPr>
            </a:lstStyle>
            <a:p>
              <a:pPr>
                <a:defRPr/>
              </a:pPr>
              <a:endParaRPr lang="zh-CN" altLang="en-US" sz="1200">
                <a:latin typeface="Arial" charset="0"/>
              </a:endParaRPr>
            </a:p>
          </p:txBody>
        </p:sp>
        <p:sp>
          <p:nvSpPr>
            <p:cNvPr id="14" name="Line 13">
              <a:extLst>
                <a:ext uri="{FF2B5EF4-FFF2-40B4-BE49-F238E27FC236}">
                  <a16:creationId xmlns:a16="http://schemas.microsoft.com/office/drawing/2014/main" id="{906145D8-E956-3E34-F546-5CB40971C111}"/>
                </a:ext>
              </a:extLst>
            </p:cNvPr>
            <p:cNvSpPr>
              <a:spLocks noChangeShapeType="1"/>
            </p:cNvSpPr>
            <p:nvPr/>
          </p:nvSpPr>
          <p:spPr bwMode="auto">
            <a:xfrm>
              <a:off x="3727450" y="3663950"/>
              <a:ext cx="0" cy="361950"/>
            </a:xfrm>
            <a:prstGeom prst="line">
              <a:avLst/>
            </a:prstGeom>
            <a:noFill/>
            <a:ln w="38100">
              <a:solidFill>
                <a:schemeClr val="tx1"/>
              </a:solidFill>
              <a:round/>
              <a:headEnd type="stealth" w="med" len="med"/>
              <a:tailEnd type="stealth" w="med" len="med"/>
            </a:ln>
            <a:effectLst/>
          </p:spPr>
          <p:txBody>
            <a:bodyPr>
              <a:normAutofit fontScale="25000" lnSpcReduction="20000"/>
            </a:bodyPr>
            <a:lstStyle>
              <a:defPPr>
                <a:defRPr lang="en-US"/>
              </a:defPPr>
              <a:lvl1pPr algn="l" rtl="0" fontAlgn="base">
                <a:spcBef>
                  <a:spcPct val="0"/>
                </a:spcBef>
                <a:spcAft>
                  <a:spcPct val="0"/>
                </a:spcAft>
                <a:defRPr sz="2800" b="1" kern="1200">
                  <a:solidFill>
                    <a:schemeClr val="tx1"/>
                  </a:solidFill>
                  <a:latin typeface="Arial" pitchFamily="34" charset="0"/>
                  <a:ea typeface="黑体" pitchFamily="2" charset="-122"/>
                  <a:cs typeface="+mn-cs"/>
                </a:defRPr>
              </a:lvl1pPr>
              <a:lvl2pPr marL="457200" algn="l" rtl="0" fontAlgn="base">
                <a:spcBef>
                  <a:spcPct val="0"/>
                </a:spcBef>
                <a:spcAft>
                  <a:spcPct val="0"/>
                </a:spcAft>
                <a:defRPr sz="2800" b="1" kern="1200">
                  <a:solidFill>
                    <a:schemeClr val="tx1"/>
                  </a:solidFill>
                  <a:latin typeface="Arial" pitchFamily="34" charset="0"/>
                  <a:ea typeface="黑体" pitchFamily="2" charset="-122"/>
                  <a:cs typeface="+mn-cs"/>
                </a:defRPr>
              </a:lvl2pPr>
              <a:lvl3pPr marL="914400" algn="l" rtl="0" fontAlgn="base">
                <a:spcBef>
                  <a:spcPct val="0"/>
                </a:spcBef>
                <a:spcAft>
                  <a:spcPct val="0"/>
                </a:spcAft>
                <a:defRPr sz="2800" b="1" kern="1200">
                  <a:solidFill>
                    <a:schemeClr val="tx1"/>
                  </a:solidFill>
                  <a:latin typeface="Arial" pitchFamily="34" charset="0"/>
                  <a:ea typeface="黑体" pitchFamily="2" charset="-122"/>
                  <a:cs typeface="+mn-cs"/>
                </a:defRPr>
              </a:lvl3pPr>
              <a:lvl4pPr marL="1371600" algn="l" rtl="0" fontAlgn="base">
                <a:spcBef>
                  <a:spcPct val="0"/>
                </a:spcBef>
                <a:spcAft>
                  <a:spcPct val="0"/>
                </a:spcAft>
                <a:defRPr sz="2800" b="1" kern="1200">
                  <a:solidFill>
                    <a:schemeClr val="tx1"/>
                  </a:solidFill>
                  <a:latin typeface="Arial" pitchFamily="34" charset="0"/>
                  <a:ea typeface="黑体" pitchFamily="2" charset="-122"/>
                  <a:cs typeface="+mn-cs"/>
                </a:defRPr>
              </a:lvl4pPr>
              <a:lvl5pPr marL="1828800" algn="l" rtl="0" fontAlgn="base">
                <a:spcBef>
                  <a:spcPct val="0"/>
                </a:spcBef>
                <a:spcAft>
                  <a:spcPct val="0"/>
                </a:spcAft>
                <a:defRPr sz="2800" b="1" kern="1200">
                  <a:solidFill>
                    <a:schemeClr val="tx1"/>
                  </a:solidFill>
                  <a:latin typeface="Arial" pitchFamily="34" charset="0"/>
                  <a:ea typeface="黑体" pitchFamily="2" charset="-122"/>
                  <a:cs typeface="+mn-cs"/>
                </a:defRPr>
              </a:lvl5pPr>
              <a:lvl6pPr marL="2286000" algn="l" defTabSz="914400" rtl="0" eaLnBrk="1" latinLnBrk="0" hangingPunct="1">
                <a:defRPr sz="2800" b="1" kern="1200">
                  <a:solidFill>
                    <a:schemeClr val="tx1"/>
                  </a:solidFill>
                  <a:latin typeface="Arial" pitchFamily="34" charset="0"/>
                  <a:ea typeface="黑体" pitchFamily="2" charset="-122"/>
                  <a:cs typeface="+mn-cs"/>
                </a:defRPr>
              </a:lvl6pPr>
              <a:lvl7pPr marL="2743200" algn="l" defTabSz="914400" rtl="0" eaLnBrk="1" latinLnBrk="0" hangingPunct="1">
                <a:defRPr sz="2800" b="1" kern="1200">
                  <a:solidFill>
                    <a:schemeClr val="tx1"/>
                  </a:solidFill>
                  <a:latin typeface="Arial" pitchFamily="34" charset="0"/>
                  <a:ea typeface="黑体" pitchFamily="2" charset="-122"/>
                  <a:cs typeface="+mn-cs"/>
                </a:defRPr>
              </a:lvl7pPr>
              <a:lvl8pPr marL="3200400" algn="l" defTabSz="914400" rtl="0" eaLnBrk="1" latinLnBrk="0" hangingPunct="1">
                <a:defRPr sz="2800" b="1" kern="1200">
                  <a:solidFill>
                    <a:schemeClr val="tx1"/>
                  </a:solidFill>
                  <a:latin typeface="Arial" pitchFamily="34" charset="0"/>
                  <a:ea typeface="黑体" pitchFamily="2" charset="-122"/>
                  <a:cs typeface="+mn-cs"/>
                </a:defRPr>
              </a:lvl8pPr>
              <a:lvl9pPr marL="3657600" algn="l" defTabSz="914400" rtl="0" eaLnBrk="1" latinLnBrk="0" hangingPunct="1">
                <a:defRPr sz="2800" b="1" kern="1200">
                  <a:solidFill>
                    <a:schemeClr val="tx1"/>
                  </a:solidFill>
                  <a:latin typeface="Arial" pitchFamily="34" charset="0"/>
                  <a:ea typeface="黑体" pitchFamily="2" charset="-122"/>
                  <a:cs typeface="+mn-cs"/>
                </a:defRPr>
              </a:lvl9pPr>
            </a:lstStyle>
            <a:p>
              <a:pPr>
                <a:defRPr/>
              </a:pPr>
              <a:endParaRPr lang="zh-CN" altLang="en-US" sz="1200">
                <a:latin typeface="Arial" charset="0"/>
              </a:endParaRPr>
            </a:p>
          </p:txBody>
        </p:sp>
        <p:sp>
          <p:nvSpPr>
            <p:cNvPr id="30742" name="Rectangle 14">
              <a:extLst>
                <a:ext uri="{FF2B5EF4-FFF2-40B4-BE49-F238E27FC236}">
                  <a16:creationId xmlns:a16="http://schemas.microsoft.com/office/drawing/2014/main" id="{3C978D00-75CF-5E03-8DD4-CF1CC65A1541}"/>
                </a:ext>
              </a:extLst>
            </p:cNvPr>
            <p:cNvSpPr>
              <a:spLocks noChangeArrowheads="1"/>
            </p:cNvSpPr>
            <p:nvPr/>
          </p:nvSpPr>
          <p:spPr bwMode="auto">
            <a:xfrm>
              <a:off x="1524000" y="1962150"/>
              <a:ext cx="5334000" cy="3630613"/>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b="1">
                <a:ea typeface="黑体" panose="02010609060101010101" pitchFamily="49" charset="-122"/>
              </a:endParaRPr>
            </a:p>
          </p:txBody>
        </p:sp>
        <p:sp>
          <p:nvSpPr>
            <p:cNvPr id="30743" name="Rectangle 15">
              <a:extLst>
                <a:ext uri="{FF2B5EF4-FFF2-40B4-BE49-F238E27FC236}">
                  <a16:creationId xmlns:a16="http://schemas.microsoft.com/office/drawing/2014/main" id="{3DEEA5F1-43BE-6B36-95BC-A4913E9B8D03}"/>
                </a:ext>
              </a:extLst>
            </p:cNvPr>
            <p:cNvSpPr>
              <a:spLocks noChangeArrowheads="1"/>
            </p:cNvSpPr>
            <p:nvPr/>
          </p:nvSpPr>
          <p:spPr bwMode="auto">
            <a:xfrm>
              <a:off x="1554163" y="2520950"/>
              <a:ext cx="593725" cy="206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000" b="1">
                  <a:solidFill>
                    <a:srgbClr val="000066"/>
                  </a:solidFill>
                  <a:latin typeface="华文新魏" panose="02010800040101010101" pitchFamily="2" charset="-122"/>
                  <a:ea typeface="华文新魏" panose="02010800040101010101" pitchFamily="2" charset="-122"/>
                </a:rPr>
                <a:t>可信计算密码支撑平台</a:t>
              </a:r>
              <a:r>
                <a:rPr lang="zh-CN" altLang="en-US" sz="2000" b="1">
                  <a:latin typeface="黑体" panose="02010609060101010101" pitchFamily="49" charset="-122"/>
                  <a:ea typeface="黑体" panose="02010609060101010101" pitchFamily="49" charset="-122"/>
                </a:rPr>
                <a:t>技术规范</a:t>
              </a:r>
            </a:p>
          </p:txBody>
        </p:sp>
        <p:sp>
          <p:nvSpPr>
            <p:cNvPr id="17" name="Rectangle 16">
              <a:extLst>
                <a:ext uri="{FF2B5EF4-FFF2-40B4-BE49-F238E27FC236}">
                  <a16:creationId xmlns:a16="http://schemas.microsoft.com/office/drawing/2014/main" id="{69D21A95-A3C8-DA45-0009-226778B3B72C}"/>
                </a:ext>
              </a:extLst>
            </p:cNvPr>
            <p:cNvSpPr>
              <a:spLocks noChangeArrowheads="1"/>
            </p:cNvSpPr>
            <p:nvPr/>
          </p:nvSpPr>
          <p:spPr bwMode="auto">
            <a:xfrm>
              <a:off x="5338763" y="4957763"/>
              <a:ext cx="1293812" cy="484187"/>
            </a:xfrm>
            <a:prstGeom prst="rect">
              <a:avLst/>
            </a:prstGeom>
            <a:solidFill>
              <a:srgbClr val="FFFF99"/>
            </a:solidFill>
            <a:ln w="9525">
              <a:solidFill>
                <a:schemeClr val="tx1"/>
              </a:solidFill>
              <a:miter lim="800000"/>
              <a:headEnd/>
              <a:tailEnd/>
            </a:ln>
            <a:effectLst>
              <a:outerShdw dist="85194" dir="1593903" algn="ctr" rotWithShape="0">
                <a:srgbClr val="000099"/>
              </a:outerShdw>
            </a:effectLst>
          </p:spPr>
          <p:txBody>
            <a:bodyPr anchor="ctr">
              <a:normAutofit/>
            </a:bodyPr>
            <a:lstStyle>
              <a:defPPr>
                <a:defRPr lang="en-US"/>
              </a:defPPr>
              <a:lvl1pPr algn="l" rtl="0" fontAlgn="base">
                <a:spcBef>
                  <a:spcPct val="0"/>
                </a:spcBef>
                <a:spcAft>
                  <a:spcPct val="0"/>
                </a:spcAft>
                <a:defRPr sz="2800" b="1" kern="1200">
                  <a:solidFill>
                    <a:schemeClr val="tx1"/>
                  </a:solidFill>
                  <a:latin typeface="Arial" pitchFamily="34" charset="0"/>
                  <a:ea typeface="黑体" pitchFamily="2" charset="-122"/>
                  <a:cs typeface="+mn-cs"/>
                </a:defRPr>
              </a:lvl1pPr>
              <a:lvl2pPr marL="457200" algn="l" rtl="0" fontAlgn="base">
                <a:spcBef>
                  <a:spcPct val="0"/>
                </a:spcBef>
                <a:spcAft>
                  <a:spcPct val="0"/>
                </a:spcAft>
                <a:defRPr sz="2800" b="1" kern="1200">
                  <a:solidFill>
                    <a:schemeClr val="tx1"/>
                  </a:solidFill>
                  <a:latin typeface="Arial" pitchFamily="34" charset="0"/>
                  <a:ea typeface="黑体" pitchFamily="2" charset="-122"/>
                  <a:cs typeface="+mn-cs"/>
                </a:defRPr>
              </a:lvl2pPr>
              <a:lvl3pPr marL="914400" algn="l" rtl="0" fontAlgn="base">
                <a:spcBef>
                  <a:spcPct val="0"/>
                </a:spcBef>
                <a:spcAft>
                  <a:spcPct val="0"/>
                </a:spcAft>
                <a:defRPr sz="2800" b="1" kern="1200">
                  <a:solidFill>
                    <a:schemeClr val="tx1"/>
                  </a:solidFill>
                  <a:latin typeface="Arial" pitchFamily="34" charset="0"/>
                  <a:ea typeface="黑体" pitchFamily="2" charset="-122"/>
                  <a:cs typeface="+mn-cs"/>
                </a:defRPr>
              </a:lvl3pPr>
              <a:lvl4pPr marL="1371600" algn="l" rtl="0" fontAlgn="base">
                <a:spcBef>
                  <a:spcPct val="0"/>
                </a:spcBef>
                <a:spcAft>
                  <a:spcPct val="0"/>
                </a:spcAft>
                <a:defRPr sz="2800" b="1" kern="1200">
                  <a:solidFill>
                    <a:schemeClr val="tx1"/>
                  </a:solidFill>
                  <a:latin typeface="Arial" pitchFamily="34" charset="0"/>
                  <a:ea typeface="黑体" pitchFamily="2" charset="-122"/>
                  <a:cs typeface="+mn-cs"/>
                </a:defRPr>
              </a:lvl4pPr>
              <a:lvl5pPr marL="1828800" algn="l" rtl="0" fontAlgn="base">
                <a:spcBef>
                  <a:spcPct val="0"/>
                </a:spcBef>
                <a:spcAft>
                  <a:spcPct val="0"/>
                </a:spcAft>
                <a:defRPr sz="2800" b="1" kern="1200">
                  <a:solidFill>
                    <a:schemeClr val="tx1"/>
                  </a:solidFill>
                  <a:latin typeface="Arial" pitchFamily="34" charset="0"/>
                  <a:ea typeface="黑体" pitchFamily="2" charset="-122"/>
                  <a:cs typeface="+mn-cs"/>
                </a:defRPr>
              </a:lvl5pPr>
              <a:lvl6pPr marL="2286000" algn="l" defTabSz="914400" rtl="0" eaLnBrk="1" latinLnBrk="0" hangingPunct="1">
                <a:defRPr sz="2800" b="1" kern="1200">
                  <a:solidFill>
                    <a:schemeClr val="tx1"/>
                  </a:solidFill>
                  <a:latin typeface="Arial" pitchFamily="34" charset="0"/>
                  <a:ea typeface="黑体" pitchFamily="2" charset="-122"/>
                  <a:cs typeface="+mn-cs"/>
                </a:defRPr>
              </a:lvl6pPr>
              <a:lvl7pPr marL="2743200" algn="l" defTabSz="914400" rtl="0" eaLnBrk="1" latinLnBrk="0" hangingPunct="1">
                <a:defRPr sz="2800" b="1" kern="1200">
                  <a:solidFill>
                    <a:schemeClr val="tx1"/>
                  </a:solidFill>
                  <a:latin typeface="Arial" pitchFamily="34" charset="0"/>
                  <a:ea typeface="黑体" pitchFamily="2" charset="-122"/>
                  <a:cs typeface="+mn-cs"/>
                </a:defRPr>
              </a:lvl7pPr>
              <a:lvl8pPr marL="3200400" algn="l" defTabSz="914400" rtl="0" eaLnBrk="1" latinLnBrk="0" hangingPunct="1">
                <a:defRPr sz="2800" b="1" kern="1200">
                  <a:solidFill>
                    <a:schemeClr val="tx1"/>
                  </a:solidFill>
                  <a:latin typeface="Arial" pitchFamily="34" charset="0"/>
                  <a:ea typeface="黑体" pitchFamily="2" charset="-122"/>
                  <a:cs typeface="+mn-cs"/>
                </a:defRPr>
              </a:lvl8pPr>
              <a:lvl9pPr marL="3657600" algn="l" defTabSz="914400" rtl="0" eaLnBrk="1" latinLnBrk="0" hangingPunct="1">
                <a:defRPr sz="2800" b="1" kern="1200">
                  <a:solidFill>
                    <a:schemeClr val="tx1"/>
                  </a:solidFill>
                  <a:latin typeface="Arial" pitchFamily="34" charset="0"/>
                  <a:ea typeface="黑体" pitchFamily="2" charset="-122"/>
                  <a:cs typeface="+mn-cs"/>
                </a:defRPr>
              </a:lvl9pPr>
            </a:lstStyle>
            <a:p>
              <a:pPr algn="ctr">
                <a:defRPr/>
              </a:pPr>
              <a:r>
                <a:rPr lang="zh-CN" altLang="en-US" sz="1400" dirty="0">
                  <a:latin typeface="微软雅黑" pitchFamily="34" charset="-122"/>
                  <a:ea typeface="微软雅黑" pitchFamily="34" charset="-122"/>
                </a:rPr>
                <a:t>数字证书规范</a:t>
              </a:r>
            </a:p>
          </p:txBody>
        </p:sp>
      </p:grpSp>
      <p:sp>
        <p:nvSpPr>
          <p:cNvPr id="21" name="矩形 20">
            <a:extLst>
              <a:ext uri="{FF2B5EF4-FFF2-40B4-BE49-F238E27FC236}">
                <a16:creationId xmlns:a16="http://schemas.microsoft.com/office/drawing/2014/main" id="{840357D1-3FB3-FCB4-414E-AC281F5A495C}"/>
              </a:ext>
            </a:extLst>
          </p:cNvPr>
          <p:cNvSpPr/>
          <p:nvPr/>
        </p:nvSpPr>
        <p:spPr bwMode="auto">
          <a:xfrm>
            <a:off x="2362200" y="5495926"/>
            <a:ext cx="5272088" cy="523875"/>
          </a:xfrm>
          <a:prstGeom prst="rect">
            <a:avLst/>
          </a:prstGeom>
          <a:solidFill>
            <a:schemeClr val="accent2">
              <a:lumMod val="20000"/>
              <a:lumOff val="80000"/>
            </a:schemeClr>
          </a:solidFill>
          <a:ln w="9525">
            <a:solidFill>
              <a:schemeClr val="tx1"/>
            </a:solidFill>
            <a:prstDash val="dash"/>
            <a:miter lim="800000"/>
            <a:headEnd/>
            <a:tailEnd/>
          </a:ln>
          <a:effectLst>
            <a:outerShdw dist="85194" dir="1593903" algn="ctr" rotWithShape="0">
              <a:srgbClr val="C00000"/>
            </a:outerShdw>
          </a:effectLst>
        </p:spPr>
        <p:txBody>
          <a:bodyPr anchor="ctr">
            <a:normAutofit/>
          </a:bodyPr>
          <a:lstStyle>
            <a:defPPr>
              <a:defRPr lang="en-US"/>
            </a:defPPr>
            <a:lvl1pPr algn="l" rtl="0" fontAlgn="base">
              <a:spcBef>
                <a:spcPct val="0"/>
              </a:spcBef>
              <a:spcAft>
                <a:spcPct val="0"/>
              </a:spcAft>
              <a:defRPr sz="2800" b="1" kern="1200">
                <a:solidFill>
                  <a:schemeClr val="tx1"/>
                </a:solidFill>
                <a:latin typeface="Arial" pitchFamily="34" charset="0"/>
                <a:ea typeface="黑体" pitchFamily="2" charset="-122"/>
                <a:cs typeface="+mn-cs"/>
              </a:defRPr>
            </a:lvl1pPr>
            <a:lvl2pPr marL="457200" algn="l" rtl="0" fontAlgn="base">
              <a:spcBef>
                <a:spcPct val="0"/>
              </a:spcBef>
              <a:spcAft>
                <a:spcPct val="0"/>
              </a:spcAft>
              <a:defRPr sz="2800" b="1" kern="1200">
                <a:solidFill>
                  <a:schemeClr val="tx1"/>
                </a:solidFill>
                <a:latin typeface="Arial" pitchFamily="34" charset="0"/>
                <a:ea typeface="黑体" pitchFamily="2" charset="-122"/>
                <a:cs typeface="+mn-cs"/>
              </a:defRPr>
            </a:lvl2pPr>
            <a:lvl3pPr marL="914400" algn="l" rtl="0" fontAlgn="base">
              <a:spcBef>
                <a:spcPct val="0"/>
              </a:spcBef>
              <a:spcAft>
                <a:spcPct val="0"/>
              </a:spcAft>
              <a:defRPr sz="2800" b="1" kern="1200">
                <a:solidFill>
                  <a:schemeClr val="tx1"/>
                </a:solidFill>
                <a:latin typeface="Arial" pitchFamily="34" charset="0"/>
                <a:ea typeface="黑体" pitchFamily="2" charset="-122"/>
                <a:cs typeface="+mn-cs"/>
              </a:defRPr>
            </a:lvl3pPr>
            <a:lvl4pPr marL="1371600" algn="l" rtl="0" fontAlgn="base">
              <a:spcBef>
                <a:spcPct val="0"/>
              </a:spcBef>
              <a:spcAft>
                <a:spcPct val="0"/>
              </a:spcAft>
              <a:defRPr sz="2800" b="1" kern="1200">
                <a:solidFill>
                  <a:schemeClr val="tx1"/>
                </a:solidFill>
                <a:latin typeface="Arial" pitchFamily="34" charset="0"/>
                <a:ea typeface="黑体" pitchFamily="2" charset="-122"/>
                <a:cs typeface="+mn-cs"/>
              </a:defRPr>
            </a:lvl4pPr>
            <a:lvl5pPr marL="1828800" algn="l" rtl="0" fontAlgn="base">
              <a:spcBef>
                <a:spcPct val="0"/>
              </a:spcBef>
              <a:spcAft>
                <a:spcPct val="0"/>
              </a:spcAft>
              <a:defRPr sz="2800" b="1" kern="1200">
                <a:solidFill>
                  <a:schemeClr val="tx1"/>
                </a:solidFill>
                <a:latin typeface="Arial" pitchFamily="34" charset="0"/>
                <a:ea typeface="黑体" pitchFamily="2" charset="-122"/>
                <a:cs typeface="+mn-cs"/>
              </a:defRPr>
            </a:lvl5pPr>
            <a:lvl6pPr marL="2286000" algn="l" defTabSz="914400" rtl="0" eaLnBrk="1" latinLnBrk="0" hangingPunct="1">
              <a:defRPr sz="2800" b="1" kern="1200">
                <a:solidFill>
                  <a:schemeClr val="tx1"/>
                </a:solidFill>
                <a:latin typeface="Arial" pitchFamily="34" charset="0"/>
                <a:ea typeface="黑体" pitchFamily="2" charset="-122"/>
                <a:cs typeface="+mn-cs"/>
              </a:defRPr>
            </a:lvl6pPr>
            <a:lvl7pPr marL="2743200" algn="l" defTabSz="914400" rtl="0" eaLnBrk="1" latinLnBrk="0" hangingPunct="1">
              <a:defRPr sz="2800" b="1" kern="1200">
                <a:solidFill>
                  <a:schemeClr val="tx1"/>
                </a:solidFill>
                <a:latin typeface="Arial" pitchFamily="34" charset="0"/>
                <a:ea typeface="黑体" pitchFamily="2" charset="-122"/>
                <a:cs typeface="+mn-cs"/>
              </a:defRPr>
            </a:lvl7pPr>
            <a:lvl8pPr marL="3200400" algn="l" defTabSz="914400" rtl="0" eaLnBrk="1" latinLnBrk="0" hangingPunct="1">
              <a:defRPr sz="2800" b="1" kern="1200">
                <a:solidFill>
                  <a:schemeClr val="tx1"/>
                </a:solidFill>
                <a:latin typeface="Arial" pitchFamily="34" charset="0"/>
                <a:ea typeface="黑体" pitchFamily="2" charset="-122"/>
                <a:cs typeface="+mn-cs"/>
              </a:defRPr>
            </a:lvl8pPr>
            <a:lvl9pPr marL="3657600" algn="l" defTabSz="914400" rtl="0" eaLnBrk="1" latinLnBrk="0" hangingPunct="1">
              <a:defRPr sz="2800" b="1" kern="1200">
                <a:solidFill>
                  <a:schemeClr val="tx1"/>
                </a:solidFill>
                <a:latin typeface="Arial" pitchFamily="34" charset="0"/>
                <a:ea typeface="黑体" pitchFamily="2" charset="-122"/>
                <a:cs typeface="+mn-cs"/>
              </a:defRPr>
            </a:lvl9pPr>
          </a:lstStyle>
          <a:p>
            <a:pPr algn="ctr">
              <a:spcBef>
                <a:spcPct val="50000"/>
              </a:spcBef>
              <a:defRPr/>
            </a:pPr>
            <a:r>
              <a:rPr lang="zh-CN" altLang="en-US" sz="1600" dirty="0">
                <a:latin typeface="微软雅黑" pitchFamily="34" charset="-122"/>
                <a:ea typeface="微软雅黑" pitchFamily="34" charset="-122"/>
              </a:rPr>
              <a:t>可信计算平台密码方案</a:t>
            </a:r>
          </a:p>
        </p:txBody>
      </p:sp>
      <p:sp>
        <p:nvSpPr>
          <p:cNvPr id="23" name="上箭头 22">
            <a:extLst>
              <a:ext uri="{FF2B5EF4-FFF2-40B4-BE49-F238E27FC236}">
                <a16:creationId xmlns:a16="http://schemas.microsoft.com/office/drawing/2014/main" id="{E5230E6E-D307-E12C-9FC3-119C2AE72BC3}"/>
              </a:ext>
            </a:extLst>
          </p:cNvPr>
          <p:cNvSpPr/>
          <p:nvPr/>
        </p:nvSpPr>
        <p:spPr>
          <a:xfrm>
            <a:off x="4876800" y="5257800"/>
            <a:ext cx="457200" cy="228600"/>
          </a:xfrm>
          <a:prstGeom prst="upArrow">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5" name="Rectangle 36">
            <a:extLst>
              <a:ext uri="{FF2B5EF4-FFF2-40B4-BE49-F238E27FC236}">
                <a16:creationId xmlns:a16="http://schemas.microsoft.com/office/drawing/2014/main" id="{44A4C64C-D514-6701-2F7E-D8148E1B8D89}"/>
              </a:ext>
            </a:extLst>
          </p:cNvPr>
          <p:cNvSpPr>
            <a:spLocks noChangeArrowheads="1"/>
          </p:cNvSpPr>
          <p:nvPr/>
        </p:nvSpPr>
        <p:spPr bwMode="auto">
          <a:xfrm>
            <a:off x="2057400" y="457200"/>
            <a:ext cx="5257800" cy="609600"/>
          </a:xfrm>
          <a:prstGeom prst="rect">
            <a:avLst/>
          </a:prstGeom>
          <a:noFill/>
          <a:ln w="9525">
            <a:noFill/>
            <a:miter lim="800000"/>
            <a:headEnd/>
            <a:tailEnd/>
          </a:ln>
          <a:effectLst/>
        </p:spPr>
        <p:txBody>
          <a:bodyPr anchor="b"/>
          <a:lstStyle/>
          <a:p>
            <a:pPr>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自主可信计算技术规范体系</a:t>
            </a:r>
          </a:p>
        </p:txBody>
      </p:sp>
      <p:grpSp>
        <p:nvGrpSpPr>
          <p:cNvPr id="3" name="组合 27">
            <a:extLst>
              <a:ext uri="{FF2B5EF4-FFF2-40B4-BE49-F238E27FC236}">
                <a16:creationId xmlns:a16="http://schemas.microsoft.com/office/drawing/2014/main" id="{A2E1987F-D5BF-8BAE-529D-AB25625DCF2A}"/>
              </a:ext>
            </a:extLst>
          </p:cNvPr>
          <p:cNvGrpSpPr>
            <a:grpSpLocks/>
          </p:cNvGrpSpPr>
          <p:nvPr/>
        </p:nvGrpSpPr>
        <p:grpSpPr bwMode="auto">
          <a:xfrm>
            <a:off x="7696200" y="1600200"/>
            <a:ext cx="2667000" cy="4876800"/>
            <a:chOff x="6858000" y="1962150"/>
            <a:chExt cx="2271891" cy="4876800"/>
          </a:xfrm>
        </p:grpSpPr>
        <p:sp>
          <p:nvSpPr>
            <p:cNvPr id="20" name="矩形 19">
              <a:extLst>
                <a:ext uri="{FF2B5EF4-FFF2-40B4-BE49-F238E27FC236}">
                  <a16:creationId xmlns:a16="http://schemas.microsoft.com/office/drawing/2014/main" id="{D49069B4-4AFD-62F7-D0B2-DD791FD01CDB}"/>
                </a:ext>
              </a:extLst>
            </p:cNvPr>
            <p:cNvSpPr/>
            <p:nvPr/>
          </p:nvSpPr>
          <p:spPr bwMode="auto">
            <a:xfrm>
              <a:off x="7239353" y="1962150"/>
              <a:ext cx="914166" cy="3581400"/>
            </a:xfrm>
            <a:prstGeom prst="rect">
              <a:avLst/>
            </a:prstGeom>
            <a:solidFill>
              <a:schemeClr val="accent1">
                <a:lumMod val="20000"/>
                <a:lumOff val="80000"/>
              </a:schemeClr>
            </a:solidFill>
            <a:ln w="38100">
              <a:solidFill>
                <a:schemeClr val="tx1"/>
              </a:solidFill>
              <a:miter lim="800000"/>
              <a:headEnd/>
              <a:tailEnd/>
            </a:ln>
            <a:effectLst>
              <a:outerShdw dist="85194" dir="1593903" algn="ctr" rotWithShape="0">
                <a:srgbClr val="FF0000"/>
              </a:outerShdw>
            </a:effectLst>
          </p:spPr>
          <p:txBody>
            <a:bodyPr anchor="ctr">
              <a:normAutofit/>
            </a:bodyPr>
            <a:lstStyle>
              <a:defPPr>
                <a:defRPr lang="en-US"/>
              </a:defPPr>
              <a:lvl1pPr algn="l" rtl="0" fontAlgn="base">
                <a:spcBef>
                  <a:spcPct val="0"/>
                </a:spcBef>
                <a:spcAft>
                  <a:spcPct val="0"/>
                </a:spcAft>
                <a:defRPr sz="2800" b="1" kern="1200">
                  <a:solidFill>
                    <a:schemeClr val="tx1"/>
                  </a:solidFill>
                  <a:latin typeface="Arial" pitchFamily="34" charset="0"/>
                  <a:ea typeface="黑体" pitchFamily="2" charset="-122"/>
                  <a:cs typeface="+mn-cs"/>
                </a:defRPr>
              </a:lvl1pPr>
              <a:lvl2pPr marL="457200" algn="l" rtl="0" fontAlgn="base">
                <a:spcBef>
                  <a:spcPct val="0"/>
                </a:spcBef>
                <a:spcAft>
                  <a:spcPct val="0"/>
                </a:spcAft>
                <a:defRPr sz="2800" b="1" kern="1200">
                  <a:solidFill>
                    <a:schemeClr val="tx1"/>
                  </a:solidFill>
                  <a:latin typeface="Arial" pitchFamily="34" charset="0"/>
                  <a:ea typeface="黑体" pitchFamily="2" charset="-122"/>
                  <a:cs typeface="+mn-cs"/>
                </a:defRPr>
              </a:lvl2pPr>
              <a:lvl3pPr marL="914400" algn="l" rtl="0" fontAlgn="base">
                <a:spcBef>
                  <a:spcPct val="0"/>
                </a:spcBef>
                <a:spcAft>
                  <a:spcPct val="0"/>
                </a:spcAft>
                <a:defRPr sz="2800" b="1" kern="1200">
                  <a:solidFill>
                    <a:schemeClr val="tx1"/>
                  </a:solidFill>
                  <a:latin typeface="Arial" pitchFamily="34" charset="0"/>
                  <a:ea typeface="黑体" pitchFamily="2" charset="-122"/>
                  <a:cs typeface="+mn-cs"/>
                </a:defRPr>
              </a:lvl3pPr>
              <a:lvl4pPr marL="1371600" algn="l" rtl="0" fontAlgn="base">
                <a:spcBef>
                  <a:spcPct val="0"/>
                </a:spcBef>
                <a:spcAft>
                  <a:spcPct val="0"/>
                </a:spcAft>
                <a:defRPr sz="2800" b="1" kern="1200">
                  <a:solidFill>
                    <a:schemeClr val="tx1"/>
                  </a:solidFill>
                  <a:latin typeface="Arial" pitchFamily="34" charset="0"/>
                  <a:ea typeface="黑体" pitchFamily="2" charset="-122"/>
                  <a:cs typeface="+mn-cs"/>
                </a:defRPr>
              </a:lvl4pPr>
              <a:lvl5pPr marL="1828800" algn="l" rtl="0" fontAlgn="base">
                <a:spcBef>
                  <a:spcPct val="0"/>
                </a:spcBef>
                <a:spcAft>
                  <a:spcPct val="0"/>
                </a:spcAft>
                <a:defRPr sz="2800" b="1" kern="1200">
                  <a:solidFill>
                    <a:schemeClr val="tx1"/>
                  </a:solidFill>
                  <a:latin typeface="Arial" pitchFamily="34" charset="0"/>
                  <a:ea typeface="黑体" pitchFamily="2" charset="-122"/>
                  <a:cs typeface="+mn-cs"/>
                </a:defRPr>
              </a:lvl5pPr>
              <a:lvl6pPr marL="2286000" algn="l" defTabSz="914400" rtl="0" eaLnBrk="1" latinLnBrk="0" hangingPunct="1">
                <a:defRPr sz="2800" b="1" kern="1200">
                  <a:solidFill>
                    <a:schemeClr val="tx1"/>
                  </a:solidFill>
                  <a:latin typeface="Arial" pitchFamily="34" charset="0"/>
                  <a:ea typeface="黑体" pitchFamily="2" charset="-122"/>
                  <a:cs typeface="+mn-cs"/>
                </a:defRPr>
              </a:lvl6pPr>
              <a:lvl7pPr marL="2743200" algn="l" defTabSz="914400" rtl="0" eaLnBrk="1" latinLnBrk="0" hangingPunct="1">
                <a:defRPr sz="2800" b="1" kern="1200">
                  <a:solidFill>
                    <a:schemeClr val="tx1"/>
                  </a:solidFill>
                  <a:latin typeface="Arial" pitchFamily="34" charset="0"/>
                  <a:ea typeface="黑体" pitchFamily="2" charset="-122"/>
                  <a:cs typeface="+mn-cs"/>
                </a:defRPr>
              </a:lvl7pPr>
              <a:lvl8pPr marL="3200400" algn="l" defTabSz="914400" rtl="0" eaLnBrk="1" latinLnBrk="0" hangingPunct="1">
                <a:defRPr sz="2800" b="1" kern="1200">
                  <a:solidFill>
                    <a:schemeClr val="tx1"/>
                  </a:solidFill>
                  <a:latin typeface="Arial" pitchFamily="34" charset="0"/>
                  <a:ea typeface="黑体" pitchFamily="2" charset="-122"/>
                  <a:cs typeface="+mn-cs"/>
                </a:defRPr>
              </a:lvl8pPr>
              <a:lvl9pPr marL="3657600" algn="l" defTabSz="914400" rtl="0" eaLnBrk="1" latinLnBrk="0" hangingPunct="1">
                <a:defRPr sz="2800" b="1" kern="1200">
                  <a:solidFill>
                    <a:schemeClr val="tx1"/>
                  </a:solidFill>
                  <a:latin typeface="Arial" pitchFamily="34" charset="0"/>
                  <a:ea typeface="黑体" pitchFamily="2" charset="-122"/>
                  <a:cs typeface="+mn-cs"/>
                </a:defRPr>
              </a:lvl9pPr>
            </a:lstStyle>
            <a:p>
              <a:pPr algn="ctr">
                <a:spcBef>
                  <a:spcPct val="50000"/>
                </a:spcBef>
                <a:defRPr/>
              </a:pPr>
              <a:r>
                <a:rPr lang="zh-CN" altLang="en-US" sz="1600" dirty="0">
                  <a:latin typeface="微软雅黑" pitchFamily="34" charset="-122"/>
                  <a:ea typeface="微软雅黑" pitchFamily="34" charset="-122"/>
                </a:rPr>
                <a:t>可信计算密码支撑平台功能与接口规范</a:t>
              </a:r>
            </a:p>
          </p:txBody>
        </p:sp>
        <p:sp>
          <p:nvSpPr>
            <p:cNvPr id="24" name="右箭头 23">
              <a:extLst>
                <a:ext uri="{FF2B5EF4-FFF2-40B4-BE49-F238E27FC236}">
                  <a16:creationId xmlns:a16="http://schemas.microsoft.com/office/drawing/2014/main" id="{4BAFF033-C185-38AA-7471-04C519CE095B}"/>
                </a:ext>
              </a:extLst>
            </p:cNvPr>
            <p:cNvSpPr/>
            <p:nvPr/>
          </p:nvSpPr>
          <p:spPr>
            <a:xfrm>
              <a:off x="6858000" y="3409950"/>
              <a:ext cx="381353" cy="533400"/>
            </a:xfrm>
            <a:prstGeom prst="rightArrow">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6" name="圆角矩形标注 25">
              <a:extLst>
                <a:ext uri="{FF2B5EF4-FFF2-40B4-BE49-F238E27FC236}">
                  <a16:creationId xmlns:a16="http://schemas.microsoft.com/office/drawing/2014/main" id="{2556339B-10DF-DBCB-C23F-151A28BDA685}"/>
                </a:ext>
              </a:extLst>
            </p:cNvPr>
            <p:cNvSpPr/>
            <p:nvPr/>
          </p:nvSpPr>
          <p:spPr>
            <a:xfrm>
              <a:off x="7239353" y="5791200"/>
              <a:ext cx="1890538" cy="1047750"/>
            </a:xfrm>
            <a:prstGeom prst="wedgeRoundRectCallout">
              <a:avLst>
                <a:gd name="adj1" fmla="val -21325"/>
                <a:gd name="adj2" fmla="val -76785"/>
                <a:gd name="adj3" fmla="val 16667"/>
              </a:avLst>
            </a:prstGeom>
            <a:solidFill>
              <a:srgbClr val="C5CED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265113" indent="-265113">
                <a:defRPr/>
              </a:pPr>
              <a:r>
                <a:rPr lang="en-US" altLang="zh-CN" sz="1400" b="1" dirty="0">
                  <a:solidFill>
                    <a:schemeClr val="tx1"/>
                  </a:solidFill>
                  <a:latin typeface="微软雅黑" pitchFamily="34" charset="-122"/>
                  <a:ea typeface="微软雅黑" pitchFamily="34" charset="-122"/>
                </a:rPr>
                <a:t>1</a:t>
              </a:r>
              <a:r>
                <a:rPr lang="zh-CN" altLang="en-US" sz="1400" b="1" dirty="0">
                  <a:solidFill>
                    <a:schemeClr val="tx1"/>
                  </a:solidFill>
                  <a:latin typeface="微软雅黑" pitchFamily="34" charset="-122"/>
                  <a:ea typeface="微软雅黑" pitchFamily="34" charset="-122"/>
                </a:rPr>
                <a:t>、</a:t>
              </a:r>
              <a:r>
                <a:rPr lang="en-US" altLang="zh-CN" sz="1400" b="1" dirty="0">
                  <a:solidFill>
                    <a:schemeClr val="tx1"/>
                  </a:solidFill>
                  <a:latin typeface="微软雅黑" pitchFamily="34" charset="-122"/>
                  <a:ea typeface="微软雅黑" pitchFamily="34" charset="-122"/>
                </a:rPr>
                <a:t>2007</a:t>
              </a:r>
              <a:r>
                <a:rPr lang="zh-CN" altLang="en-US" sz="1400" b="1" dirty="0">
                  <a:solidFill>
                    <a:schemeClr val="tx1"/>
                  </a:solidFill>
                  <a:latin typeface="微软雅黑" pitchFamily="34" charset="-122"/>
                  <a:ea typeface="微软雅黑" pitchFamily="34" charset="-122"/>
                </a:rPr>
                <a:t>年</a:t>
              </a:r>
              <a:r>
                <a:rPr lang="en-US" altLang="zh-CN" sz="1400" b="1" dirty="0">
                  <a:solidFill>
                    <a:schemeClr val="tx1"/>
                  </a:solidFill>
                  <a:latin typeface="微软雅黑" pitchFamily="34" charset="-122"/>
                  <a:ea typeface="微软雅黑" pitchFamily="34" charset="-122"/>
                </a:rPr>
                <a:t>12</a:t>
              </a:r>
              <a:r>
                <a:rPr lang="zh-CN" altLang="en-US" sz="1400" b="1" dirty="0">
                  <a:solidFill>
                    <a:schemeClr val="tx1"/>
                  </a:solidFill>
                  <a:latin typeface="微软雅黑" pitchFamily="34" charset="-122"/>
                  <a:ea typeface="微软雅黑" pitchFamily="34" charset="-122"/>
                </a:rPr>
                <a:t>月</a:t>
              </a:r>
              <a:r>
                <a:rPr lang="en-US" altLang="zh-CN" sz="1400" b="1" dirty="0">
                  <a:solidFill>
                    <a:schemeClr val="tx1"/>
                  </a:solidFill>
                  <a:latin typeface="微软雅黑" pitchFamily="34" charset="-122"/>
                  <a:ea typeface="微软雅黑" pitchFamily="34" charset="-122"/>
                </a:rPr>
                <a:t>28</a:t>
              </a:r>
              <a:r>
                <a:rPr lang="zh-CN" altLang="en-US" sz="1400" b="1" dirty="0">
                  <a:solidFill>
                    <a:schemeClr val="tx1"/>
                  </a:solidFill>
                  <a:latin typeface="微软雅黑" pitchFamily="34" charset="-122"/>
                  <a:ea typeface="微软雅黑" pitchFamily="34" charset="-122"/>
                </a:rPr>
                <a:t>日国密局公告发布</a:t>
              </a:r>
              <a:endParaRPr lang="en-US" altLang="zh-CN" sz="1400" b="1" dirty="0">
                <a:solidFill>
                  <a:schemeClr val="tx1"/>
                </a:solidFill>
                <a:latin typeface="微软雅黑" pitchFamily="34" charset="-122"/>
                <a:ea typeface="微软雅黑" pitchFamily="34" charset="-122"/>
              </a:endParaRPr>
            </a:p>
            <a:p>
              <a:pPr marL="265113" indent="-265113">
                <a:defRPr/>
              </a:pPr>
              <a:r>
                <a:rPr lang="en-US" altLang="zh-CN" sz="1400" b="1" dirty="0">
                  <a:solidFill>
                    <a:schemeClr val="tx1"/>
                  </a:solidFill>
                  <a:latin typeface="微软雅黑" pitchFamily="34" charset="-122"/>
                  <a:ea typeface="微软雅黑" pitchFamily="34" charset="-122"/>
                </a:rPr>
                <a:t>2</a:t>
              </a:r>
              <a:r>
                <a:rPr lang="zh-CN" altLang="en-US" sz="1400" b="1">
                  <a:solidFill>
                    <a:schemeClr val="tx1"/>
                  </a:solidFill>
                  <a:latin typeface="微软雅黑" pitchFamily="34" charset="-122"/>
                  <a:ea typeface="微软雅黑" pitchFamily="34" charset="-122"/>
                </a:rPr>
                <a:t>、已在</a:t>
              </a:r>
              <a:r>
                <a:rPr lang="zh-CN" altLang="en-US" sz="1400" b="1" dirty="0">
                  <a:solidFill>
                    <a:schemeClr val="tx1"/>
                  </a:solidFill>
                  <a:latin typeface="微软雅黑" pitchFamily="34" charset="-122"/>
                  <a:ea typeface="微软雅黑" pitchFamily="34" charset="-122"/>
                </a:rPr>
                <a:t>安标委形成报批稿</a:t>
              </a:r>
            </a:p>
          </p:txBody>
        </p:sp>
      </p:grpSp>
      <p:sp>
        <p:nvSpPr>
          <p:cNvPr id="30727" name="灯片编号占位符 1">
            <a:extLst>
              <a:ext uri="{FF2B5EF4-FFF2-40B4-BE49-F238E27FC236}">
                <a16:creationId xmlns:a16="http://schemas.microsoft.com/office/drawing/2014/main" id="{F1FCE940-D5E6-310E-40B4-FAD2D92E81E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45045DF2-FFE4-4F10-B89B-2AA099A9748D}" type="slidenum">
              <a:rPr lang="en-US" altLang="zh-CN" sz="1400">
                <a:solidFill>
                  <a:schemeClr val="bg1"/>
                </a:solidFill>
              </a:rPr>
              <a:pPr eaLnBrk="1" hangingPunct="1"/>
              <a:t>20</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linds(horizontal)">
                                      <p:cBhvr>
                                        <p:cTn id="7" dur="500"/>
                                        <p:tgtEl>
                                          <p:spTgt spid="23"/>
                                        </p:tgtEl>
                                      </p:cBhvr>
                                    </p:animEffect>
                                  </p:childTnLst>
                                </p:cTn>
                              </p:par>
                              <p:par>
                                <p:cTn id="8" presetID="3" presetClass="entr" presetSubtype="1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blinds(horizontal)">
                                      <p:cBhvr>
                                        <p:cTn id="10" dur="500"/>
                                        <p:tgtEl>
                                          <p:spTgt spid="21"/>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blinds(horizontal)">
                                      <p:cBhvr>
                                        <p:cTn id="15" dur="500"/>
                                        <p:tgtEl>
                                          <p:spTgt spid="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blinds(horizontal)">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3">
            <a:extLst>
              <a:ext uri="{FF2B5EF4-FFF2-40B4-BE49-F238E27FC236}">
                <a16:creationId xmlns:a16="http://schemas.microsoft.com/office/drawing/2014/main" id="{A9B8DB61-70B4-FD21-F75A-8067554E402E}"/>
              </a:ext>
            </a:extLst>
          </p:cNvPr>
          <p:cNvSpPr txBox="1">
            <a:spLocks noChangeArrowheads="1"/>
          </p:cNvSpPr>
          <p:nvPr/>
        </p:nvSpPr>
        <p:spPr bwMode="auto">
          <a:xfrm>
            <a:off x="2133600" y="1295401"/>
            <a:ext cx="8077200" cy="1397627"/>
          </a:xfrm>
          <a:prstGeom prst="rect">
            <a:avLst/>
          </a:prstGeom>
          <a:noFill/>
          <a:ln w="9525">
            <a:noFill/>
            <a:miter lim="800000"/>
            <a:headEnd/>
            <a:tailEnd/>
          </a:ln>
        </p:spPr>
        <p:txBody>
          <a:bodyPr lIns="18000" rIns="18000">
            <a:spAutoFit/>
          </a:bodyPr>
          <a:lstStyle/>
          <a:p>
            <a:pPr>
              <a:lnSpc>
                <a:spcPts val="2600"/>
              </a:lnSpc>
              <a:spcBef>
                <a:spcPct val="50000"/>
              </a:spcBef>
              <a:defRPr/>
            </a:pPr>
            <a:r>
              <a:rPr lang="en-US" altLang="zh-CN" sz="2000" b="1" dirty="0">
                <a:latin typeface="黑体" pitchFamily="2" charset="-122"/>
                <a:ea typeface="黑体" pitchFamily="2" charset="-122"/>
              </a:rPr>
              <a:t>  </a:t>
            </a:r>
            <a:r>
              <a:rPr lang="zh-CN" altLang="en-US" b="1" dirty="0">
                <a:latin typeface="+mn-ea"/>
              </a:rPr>
              <a:t>为推进现有安全应用平滑移植至</a:t>
            </a:r>
            <a:r>
              <a:rPr lang="en-US" altLang="zh-CN" b="1" dirty="0">
                <a:latin typeface="+mn-ea"/>
              </a:rPr>
              <a:t>TCM</a:t>
            </a:r>
            <a:r>
              <a:rPr lang="zh-CN" altLang="en-US" b="1" dirty="0">
                <a:latin typeface="+mn-ea"/>
              </a:rPr>
              <a:t>上，制定了通用的</a:t>
            </a:r>
            <a:r>
              <a:rPr lang="en-US" altLang="zh-CN" b="1" dirty="0">
                <a:latin typeface="+mn-ea"/>
              </a:rPr>
              <a:t>TCM</a:t>
            </a:r>
            <a:r>
              <a:rPr lang="zh-CN" altLang="en-US" b="1" dirty="0">
                <a:latin typeface="+mn-ea"/>
              </a:rPr>
              <a:t>应用接口标准</a:t>
            </a:r>
            <a:r>
              <a:rPr lang="en-US" altLang="zh-CN" b="1" dirty="0">
                <a:latin typeface="+mn-ea"/>
              </a:rPr>
              <a:t>《</a:t>
            </a:r>
            <a:r>
              <a:rPr lang="zh-CN" altLang="en-US" b="1" dirty="0">
                <a:latin typeface="+mn-ea"/>
              </a:rPr>
              <a:t>可信计算平台密码应用接口规范</a:t>
            </a:r>
            <a:r>
              <a:rPr lang="en-US" altLang="zh-CN" b="1" dirty="0">
                <a:latin typeface="+mn-ea"/>
              </a:rPr>
              <a:t>》</a:t>
            </a:r>
            <a:r>
              <a:rPr lang="zh-CN" altLang="en-US" b="1" dirty="0">
                <a:latin typeface="+mn-ea"/>
              </a:rPr>
              <a:t>，使安全应用以</a:t>
            </a:r>
            <a:r>
              <a:rPr lang="en-US" altLang="zh-CN" b="1" dirty="0">
                <a:latin typeface="+mn-ea"/>
              </a:rPr>
              <a:t>CryptoAPI</a:t>
            </a:r>
            <a:r>
              <a:rPr lang="zh-CN" altLang="en-US" b="1" dirty="0">
                <a:latin typeface="+mn-ea"/>
              </a:rPr>
              <a:t>、</a:t>
            </a:r>
            <a:r>
              <a:rPr lang="en-US" altLang="zh-CN" b="1" dirty="0">
                <a:latin typeface="+mn-ea"/>
              </a:rPr>
              <a:t>CNG-API</a:t>
            </a:r>
            <a:r>
              <a:rPr lang="zh-CN" altLang="en-US" b="1" dirty="0">
                <a:latin typeface="+mn-ea"/>
              </a:rPr>
              <a:t>、</a:t>
            </a:r>
            <a:r>
              <a:rPr lang="en-US" altLang="zh-CN" b="1" dirty="0">
                <a:latin typeface="+mn-ea"/>
              </a:rPr>
              <a:t>PKCS-API</a:t>
            </a:r>
            <a:r>
              <a:rPr lang="zh-CN" altLang="en-US" b="1" dirty="0">
                <a:latin typeface="+mn-ea"/>
              </a:rPr>
              <a:t>接口形式直接实现</a:t>
            </a:r>
            <a:r>
              <a:rPr lang="en-US" altLang="zh-CN" b="1" dirty="0">
                <a:latin typeface="+mn-ea"/>
              </a:rPr>
              <a:t>TCM</a:t>
            </a:r>
            <a:r>
              <a:rPr lang="zh-CN" altLang="en-US" b="1" dirty="0">
                <a:latin typeface="+mn-ea"/>
              </a:rPr>
              <a:t>功能调用，</a:t>
            </a:r>
            <a:r>
              <a:rPr lang="zh-CN" altLang="en-US" b="1" dirty="0">
                <a:solidFill>
                  <a:srgbClr val="FF0000"/>
                </a:solidFill>
                <a:latin typeface="+mn-ea"/>
              </a:rPr>
              <a:t>使</a:t>
            </a:r>
            <a:r>
              <a:rPr lang="en-US" altLang="zh-CN" b="1" dirty="0">
                <a:solidFill>
                  <a:srgbClr val="FF0000"/>
                </a:solidFill>
                <a:latin typeface="+mn-ea"/>
              </a:rPr>
              <a:t>TCM</a:t>
            </a:r>
            <a:r>
              <a:rPr lang="zh-CN" altLang="en-US" b="1" dirty="0">
                <a:solidFill>
                  <a:srgbClr val="FF0000"/>
                </a:solidFill>
                <a:latin typeface="+mn-ea"/>
              </a:rPr>
              <a:t>成为构建安全应用的信任根</a:t>
            </a:r>
            <a:r>
              <a:rPr lang="zh-CN" altLang="en-US" b="1" dirty="0">
                <a:latin typeface="+mn-ea"/>
              </a:rPr>
              <a:t>。</a:t>
            </a:r>
          </a:p>
        </p:txBody>
      </p:sp>
      <p:sp>
        <p:nvSpPr>
          <p:cNvPr id="31747" name="Rectangle 4">
            <a:extLst>
              <a:ext uri="{FF2B5EF4-FFF2-40B4-BE49-F238E27FC236}">
                <a16:creationId xmlns:a16="http://schemas.microsoft.com/office/drawing/2014/main" id="{9C3AB43C-DD9B-293F-D38A-CD13EC3AA653}"/>
              </a:ext>
            </a:extLst>
          </p:cNvPr>
          <p:cNvSpPr>
            <a:spLocks noChangeArrowheads="1"/>
          </p:cNvSpPr>
          <p:nvPr/>
        </p:nvSpPr>
        <p:spPr bwMode="auto">
          <a:xfrm>
            <a:off x="3276600" y="3373438"/>
            <a:ext cx="6324600" cy="590550"/>
          </a:xfrm>
          <a:prstGeom prst="rect">
            <a:avLst/>
          </a:prstGeom>
          <a:solidFill>
            <a:srgbClr val="00FFFF"/>
          </a:solidFill>
          <a:ln w="9525">
            <a:solidFill>
              <a:srgbClr val="000000"/>
            </a:solidFill>
            <a:miter lim="800000"/>
            <a:headEnd/>
            <a:tailEnd/>
          </a:ln>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1748" name="Rectangle 5">
            <a:extLst>
              <a:ext uri="{FF2B5EF4-FFF2-40B4-BE49-F238E27FC236}">
                <a16:creationId xmlns:a16="http://schemas.microsoft.com/office/drawing/2014/main" id="{26F31F45-7DAF-B2F7-E100-369D2CCD7BE4}"/>
              </a:ext>
            </a:extLst>
          </p:cNvPr>
          <p:cNvSpPr>
            <a:spLocks noChangeArrowheads="1"/>
          </p:cNvSpPr>
          <p:nvPr/>
        </p:nvSpPr>
        <p:spPr bwMode="auto">
          <a:xfrm>
            <a:off x="6505576" y="4826001"/>
            <a:ext cx="1477963" cy="481013"/>
          </a:xfrm>
          <a:prstGeom prst="rect">
            <a:avLst/>
          </a:prstGeom>
          <a:solidFill>
            <a:srgbClr val="FFFFFF"/>
          </a:solidFill>
          <a:ln w="9525">
            <a:solidFill>
              <a:srgbClr val="000000"/>
            </a:solidFill>
            <a:prstDash val="dash"/>
            <a:miter lim="800000"/>
            <a:headEnd/>
            <a:tailEn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latin typeface="Times New Roman" panose="02020603050405020304" pitchFamily="18" charset="0"/>
              </a:rPr>
              <a:t>CNG</a:t>
            </a:r>
            <a:endParaRPr lang="en-US" altLang="zh-CN" sz="1600" b="1"/>
          </a:p>
        </p:txBody>
      </p:sp>
      <p:sp>
        <p:nvSpPr>
          <p:cNvPr id="31749" name="Rectangle 6">
            <a:extLst>
              <a:ext uri="{FF2B5EF4-FFF2-40B4-BE49-F238E27FC236}">
                <a16:creationId xmlns:a16="http://schemas.microsoft.com/office/drawing/2014/main" id="{80B1C0D5-C272-8B38-0AC6-24EA7835F6BD}"/>
              </a:ext>
            </a:extLst>
          </p:cNvPr>
          <p:cNvSpPr>
            <a:spLocks noChangeArrowheads="1"/>
          </p:cNvSpPr>
          <p:nvPr/>
        </p:nvSpPr>
        <p:spPr bwMode="auto">
          <a:xfrm>
            <a:off x="5105400" y="4826001"/>
            <a:ext cx="1219200" cy="481013"/>
          </a:xfrm>
          <a:prstGeom prst="rect">
            <a:avLst/>
          </a:prstGeom>
          <a:solidFill>
            <a:srgbClr val="FFFFFF"/>
          </a:solidFill>
          <a:ln w="9525">
            <a:solidFill>
              <a:srgbClr val="000000"/>
            </a:solidFill>
            <a:prstDash val="dash"/>
            <a:miter lim="800000"/>
            <a:headEnd/>
            <a:tailEn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latin typeface="Times New Roman" panose="02020603050405020304" pitchFamily="18" charset="0"/>
              </a:rPr>
              <a:t>CSP</a:t>
            </a:r>
            <a:endParaRPr lang="en-US" altLang="zh-CN" sz="1600" b="1"/>
          </a:p>
        </p:txBody>
      </p:sp>
      <p:sp>
        <p:nvSpPr>
          <p:cNvPr id="31750" name="Rectangle 7">
            <a:extLst>
              <a:ext uri="{FF2B5EF4-FFF2-40B4-BE49-F238E27FC236}">
                <a16:creationId xmlns:a16="http://schemas.microsoft.com/office/drawing/2014/main" id="{A22C5607-FE13-738C-8023-FC489C8A03F1}"/>
              </a:ext>
            </a:extLst>
          </p:cNvPr>
          <p:cNvSpPr>
            <a:spLocks noChangeArrowheads="1"/>
          </p:cNvSpPr>
          <p:nvPr/>
        </p:nvSpPr>
        <p:spPr bwMode="auto">
          <a:xfrm>
            <a:off x="8153400" y="4826001"/>
            <a:ext cx="1295400" cy="481013"/>
          </a:xfrm>
          <a:prstGeom prst="rect">
            <a:avLst/>
          </a:prstGeom>
          <a:solidFill>
            <a:srgbClr val="FFFFFF"/>
          </a:solidFill>
          <a:ln w="9525">
            <a:solidFill>
              <a:srgbClr val="000000"/>
            </a:solidFill>
            <a:prstDash val="dash"/>
            <a:miter lim="800000"/>
            <a:headEnd/>
            <a:tailEn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latin typeface="Times New Roman" panose="02020603050405020304" pitchFamily="18" charset="0"/>
              </a:rPr>
              <a:t>PKCS11</a:t>
            </a:r>
            <a:endParaRPr lang="en-US" altLang="zh-CN" sz="1600" b="1"/>
          </a:p>
        </p:txBody>
      </p:sp>
      <p:sp>
        <p:nvSpPr>
          <p:cNvPr id="31751" name="Rectangle 8">
            <a:extLst>
              <a:ext uri="{FF2B5EF4-FFF2-40B4-BE49-F238E27FC236}">
                <a16:creationId xmlns:a16="http://schemas.microsoft.com/office/drawing/2014/main" id="{783F43A7-45B0-C72A-89E9-459D487220B4}"/>
              </a:ext>
            </a:extLst>
          </p:cNvPr>
          <p:cNvSpPr>
            <a:spLocks noChangeArrowheads="1"/>
          </p:cNvSpPr>
          <p:nvPr/>
        </p:nvSpPr>
        <p:spPr bwMode="auto">
          <a:xfrm>
            <a:off x="2566989" y="4826001"/>
            <a:ext cx="1804987" cy="481013"/>
          </a:xfrm>
          <a:prstGeom prst="rect">
            <a:avLst/>
          </a:prstGeom>
          <a:solidFill>
            <a:srgbClr val="FFFFFF"/>
          </a:solidFill>
          <a:ln w="9525">
            <a:solidFill>
              <a:srgbClr val="000000"/>
            </a:solidFill>
            <a:miter lim="800000"/>
            <a:headEnd/>
            <a:tailEn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latin typeface="Times New Roman" panose="02020603050405020304" pitchFamily="18" charset="0"/>
              </a:rPr>
              <a:t>TSM</a:t>
            </a:r>
            <a:endParaRPr lang="en-US" altLang="zh-CN" sz="1600" b="1"/>
          </a:p>
        </p:txBody>
      </p:sp>
      <p:sp>
        <p:nvSpPr>
          <p:cNvPr id="31752" name="Rectangle 9">
            <a:extLst>
              <a:ext uri="{FF2B5EF4-FFF2-40B4-BE49-F238E27FC236}">
                <a16:creationId xmlns:a16="http://schemas.microsoft.com/office/drawing/2014/main" id="{3D8142AF-9616-1BC3-8B2D-B7CAFA534B25}"/>
              </a:ext>
            </a:extLst>
          </p:cNvPr>
          <p:cNvSpPr>
            <a:spLocks noChangeArrowheads="1"/>
          </p:cNvSpPr>
          <p:nvPr/>
        </p:nvSpPr>
        <p:spPr bwMode="auto">
          <a:xfrm>
            <a:off x="2566989" y="5659438"/>
            <a:ext cx="1804987" cy="481012"/>
          </a:xfrm>
          <a:prstGeom prst="rect">
            <a:avLst/>
          </a:prstGeom>
          <a:solidFill>
            <a:srgbClr val="00FFFF"/>
          </a:solidFill>
          <a:ln w="9525">
            <a:solidFill>
              <a:srgbClr val="000000"/>
            </a:solidFill>
            <a:miter lim="800000"/>
            <a:headEnd/>
            <a:tailEn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400" b="1">
                <a:solidFill>
                  <a:schemeClr val="tx2"/>
                </a:solidFill>
                <a:latin typeface="Times New Roman" panose="02020603050405020304" pitchFamily="18" charset="0"/>
              </a:rPr>
              <a:t>TCM</a:t>
            </a:r>
            <a:endParaRPr lang="en-US" altLang="zh-CN" sz="1400" b="1">
              <a:solidFill>
                <a:schemeClr val="tx2"/>
              </a:solidFill>
            </a:endParaRPr>
          </a:p>
        </p:txBody>
      </p:sp>
      <p:sp>
        <p:nvSpPr>
          <p:cNvPr id="31753" name="Line 10">
            <a:extLst>
              <a:ext uri="{FF2B5EF4-FFF2-40B4-BE49-F238E27FC236}">
                <a16:creationId xmlns:a16="http://schemas.microsoft.com/office/drawing/2014/main" id="{536C98DD-6792-635B-699D-8D0443E995E7}"/>
              </a:ext>
            </a:extLst>
          </p:cNvPr>
          <p:cNvSpPr>
            <a:spLocks noChangeShapeType="1"/>
          </p:cNvSpPr>
          <p:nvPr/>
        </p:nvSpPr>
        <p:spPr bwMode="auto">
          <a:xfrm>
            <a:off x="3551239" y="5311776"/>
            <a:ext cx="3175" cy="360363"/>
          </a:xfrm>
          <a:prstGeom prst="line">
            <a:avLst/>
          </a:prstGeom>
          <a:noFill/>
          <a:ln w="317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54" name="Rectangle 11">
            <a:extLst>
              <a:ext uri="{FF2B5EF4-FFF2-40B4-BE49-F238E27FC236}">
                <a16:creationId xmlns:a16="http://schemas.microsoft.com/office/drawing/2014/main" id="{039874CA-AFC5-55EC-FBCC-71060BCF3F87}"/>
              </a:ext>
            </a:extLst>
          </p:cNvPr>
          <p:cNvSpPr>
            <a:spLocks noChangeArrowheads="1"/>
          </p:cNvSpPr>
          <p:nvPr/>
        </p:nvSpPr>
        <p:spPr bwMode="auto">
          <a:xfrm>
            <a:off x="2566989" y="4505326"/>
            <a:ext cx="1804987" cy="320675"/>
          </a:xfrm>
          <a:prstGeom prst="rect">
            <a:avLst/>
          </a:prstGeom>
          <a:solidFill>
            <a:srgbClr val="00FFFF"/>
          </a:solidFill>
          <a:ln w="9525">
            <a:solidFill>
              <a:srgbClr val="000000"/>
            </a:solidFill>
            <a:miter lim="800000"/>
            <a:headEnd/>
            <a:tailEnd/>
          </a:ln>
        </p:spPr>
        <p:txBody>
          <a:bodyPr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latin typeface="Times New Roman" panose="02020603050405020304" pitchFamily="18" charset="0"/>
              </a:rPr>
              <a:t>TSPI</a:t>
            </a:r>
            <a:endParaRPr lang="en-US" altLang="zh-CN" sz="1600" b="1"/>
          </a:p>
        </p:txBody>
      </p:sp>
      <p:sp>
        <p:nvSpPr>
          <p:cNvPr id="31755" name="Rectangle 12">
            <a:extLst>
              <a:ext uri="{FF2B5EF4-FFF2-40B4-BE49-F238E27FC236}">
                <a16:creationId xmlns:a16="http://schemas.microsoft.com/office/drawing/2014/main" id="{4E810857-5E04-A03B-3F6E-0A96C6AAEFEF}"/>
              </a:ext>
            </a:extLst>
          </p:cNvPr>
          <p:cNvSpPr>
            <a:spLocks noChangeArrowheads="1"/>
          </p:cNvSpPr>
          <p:nvPr/>
        </p:nvSpPr>
        <p:spPr bwMode="auto">
          <a:xfrm>
            <a:off x="5105400" y="3449638"/>
            <a:ext cx="1219200" cy="381000"/>
          </a:xfrm>
          <a:prstGeom prst="rect">
            <a:avLst/>
          </a:prstGeom>
          <a:solidFill>
            <a:srgbClr val="00FF00"/>
          </a:solidFill>
          <a:ln w="9525">
            <a:solidFill>
              <a:srgbClr val="000000"/>
            </a:solidFill>
            <a:miter lim="800000"/>
            <a:headEnd/>
            <a:tailEnd/>
          </a:ln>
        </p:spPr>
        <p:txBody>
          <a:bodyPr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latin typeface="Times New Roman" panose="02020603050405020304" pitchFamily="18" charset="0"/>
              </a:rPr>
              <a:t>CryptoAPI</a:t>
            </a:r>
            <a:endParaRPr lang="en-US" altLang="zh-CN" sz="1600" b="1"/>
          </a:p>
        </p:txBody>
      </p:sp>
      <p:sp>
        <p:nvSpPr>
          <p:cNvPr id="31756" name="Rectangle 13">
            <a:extLst>
              <a:ext uri="{FF2B5EF4-FFF2-40B4-BE49-F238E27FC236}">
                <a16:creationId xmlns:a16="http://schemas.microsoft.com/office/drawing/2014/main" id="{0022635E-3F1D-6183-2A54-69A13443C295}"/>
              </a:ext>
            </a:extLst>
          </p:cNvPr>
          <p:cNvSpPr>
            <a:spLocks noChangeArrowheads="1"/>
          </p:cNvSpPr>
          <p:nvPr/>
        </p:nvSpPr>
        <p:spPr bwMode="auto">
          <a:xfrm>
            <a:off x="8153401" y="3449638"/>
            <a:ext cx="1319213" cy="381000"/>
          </a:xfrm>
          <a:prstGeom prst="rect">
            <a:avLst/>
          </a:prstGeom>
          <a:solidFill>
            <a:srgbClr val="00FF00"/>
          </a:solidFill>
          <a:ln w="9525">
            <a:solidFill>
              <a:srgbClr val="000000"/>
            </a:solidFill>
            <a:miter lim="800000"/>
            <a:headEnd/>
            <a:tailEnd/>
          </a:ln>
        </p:spPr>
        <p:txBody>
          <a:bodyPr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latin typeface="Times New Roman" panose="02020603050405020304" pitchFamily="18" charset="0"/>
              </a:rPr>
              <a:t>PKCS-API</a:t>
            </a:r>
            <a:endParaRPr lang="en-US" altLang="zh-CN" sz="1600" b="1"/>
          </a:p>
        </p:txBody>
      </p:sp>
      <p:sp>
        <p:nvSpPr>
          <p:cNvPr id="31757" name="Rectangle 14">
            <a:extLst>
              <a:ext uri="{FF2B5EF4-FFF2-40B4-BE49-F238E27FC236}">
                <a16:creationId xmlns:a16="http://schemas.microsoft.com/office/drawing/2014/main" id="{7BBDC5B7-D0D0-68B7-5D80-FF4F84162F52}"/>
              </a:ext>
            </a:extLst>
          </p:cNvPr>
          <p:cNvSpPr>
            <a:spLocks noChangeArrowheads="1"/>
          </p:cNvSpPr>
          <p:nvPr/>
        </p:nvSpPr>
        <p:spPr bwMode="auto">
          <a:xfrm>
            <a:off x="6553200" y="3449638"/>
            <a:ext cx="1371600" cy="381000"/>
          </a:xfrm>
          <a:prstGeom prst="rect">
            <a:avLst/>
          </a:prstGeom>
          <a:solidFill>
            <a:srgbClr val="00FF00"/>
          </a:solidFill>
          <a:ln w="9525">
            <a:solidFill>
              <a:srgbClr val="000000"/>
            </a:solidFill>
            <a:miter lim="800000"/>
            <a:headEnd/>
            <a:tailEnd/>
          </a:ln>
        </p:spPr>
        <p:txBody>
          <a:bodyPr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latin typeface="Times New Roman" panose="02020603050405020304" pitchFamily="18" charset="0"/>
              </a:rPr>
              <a:t>CNG -API</a:t>
            </a:r>
            <a:endParaRPr lang="en-US" altLang="zh-CN" sz="1600" b="1"/>
          </a:p>
        </p:txBody>
      </p:sp>
      <p:sp>
        <p:nvSpPr>
          <p:cNvPr id="31758" name="Rectangle 15">
            <a:extLst>
              <a:ext uri="{FF2B5EF4-FFF2-40B4-BE49-F238E27FC236}">
                <a16:creationId xmlns:a16="http://schemas.microsoft.com/office/drawing/2014/main" id="{14F1043C-9226-081B-B20A-CE2F1A521431}"/>
              </a:ext>
            </a:extLst>
          </p:cNvPr>
          <p:cNvSpPr>
            <a:spLocks noChangeArrowheads="1"/>
          </p:cNvSpPr>
          <p:nvPr/>
        </p:nvSpPr>
        <p:spPr bwMode="auto">
          <a:xfrm>
            <a:off x="2566989" y="2819400"/>
            <a:ext cx="7058025" cy="401638"/>
          </a:xfrm>
          <a:prstGeom prst="rect">
            <a:avLst/>
          </a:prstGeom>
          <a:solidFill>
            <a:srgbClr val="FFFFFF"/>
          </a:solidFill>
          <a:ln w="9525">
            <a:solidFill>
              <a:srgbClr val="000000"/>
            </a:solidFill>
            <a:miter lim="800000"/>
            <a:headEnd/>
            <a:tailEn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latin typeface="Times New Roman" panose="02020603050405020304" pitchFamily="18" charset="0"/>
              </a:rPr>
              <a:t>安全应用</a:t>
            </a:r>
            <a:endParaRPr lang="zh-CN" altLang="en-US" sz="1600" b="1"/>
          </a:p>
        </p:txBody>
      </p:sp>
      <p:sp>
        <p:nvSpPr>
          <p:cNvPr id="31759" name="AutoShape 16">
            <a:extLst>
              <a:ext uri="{FF2B5EF4-FFF2-40B4-BE49-F238E27FC236}">
                <a16:creationId xmlns:a16="http://schemas.microsoft.com/office/drawing/2014/main" id="{891AEF43-7AA0-6569-7751-06C3AC39B48E}"/>
              </a:ext>
            </a:extLst>
          </p:cNvPr>
          <p:cNvSpPr>
            <a:spLocks noChangeArrowheads="1"/>
          </p:cNvSpPr>
          <p:nvPr/>
        </p:nvSpPr>
        <p:spPr bwMode="auto">
          <a:xfrm>
            <a:off x="5334001" y="3197226"/>
            <a:ext cx="328613" cy="252413"/>
          </a:xfrm>
          <a:prstGeom prst="upDownArrow">
            <a:avLst>
              <a:gd name="adj1" fmla="val 50000"/>
              <a:gd name="adj2" fmla="val 20000"/>
            </a:avLst>
          </a:prstGeom>
          <a:solidFill>
            <a:srgbClr val="FFFFFF"/>
          </a:solidFill>
          <a:ln w="9525">
            <a:solidFill>
              <a:srgbClr val="000000"/>
            </a:solidFill>
            <a:miter lim="800000"/>
            <a:headEnd/>
            <a:tailEnd/>
          </a:ln>
        </p:spPr>
        <p:txBody>
          <a:bodyPr vert="eaVert"/>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1760" name="AutoShape 17">
            <a:extLst>
              <a:ext uri="{FF2B5EF4-FFF2-40B4-BE49-F238E27FC236}">
                <a16:creationId xmlns:a16="http://schemas.microsoft.com/office/drawing/2014/main" id="{C2AE3B1A-5D01-39D0-5372-F23F2534076B}"/>
              </a:ext>
            </a:extLst>
          </p:cNvPr>
          <p:cNvSpPr>
            <a:spLocks noChangeArrowheads="1"/>
          </p:cNvSpPr>
          <p:nvPr/>
        </p:nvSpPr>
        <p:spPr bwMode="auto">
          <a:xfrm>
            <a:off x="7010401" y="3197226"/>
            <a:ext cx="328613" cy="252413"/>
          </a:xfrm>
          <a:prstGeom prst="upDownArrow">
            <a:avLst>
              <a:gd name="adj1" fmla="val 50000"/>
              <a:gd name="adj2" fmla="val 20000"/>
            </a:avLst>
          </a:prstGeom>
          <a:solidFill>
            <a:srgbClr val="FFFFFF"/>
          </a:solidFill>
          <a:ln w="9525">
            <a:solidFill>
              <a:srgbClr val="000000"/>
            </a:solidFill>
            <a:miter lim="800000"/>
            <a:headEnd/>
            <a:tailEnd/>
          </a:ln>
        </p:spPr>
        <p:txBody>
          <a:bodyPr vert="eaVert"/>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1761" name="AutoShape 18">
            <a:extLst>
              <a:ext uri="{FF2B5EF4-FFF2-40B4-BE49-F238E27FC236}">
                <a16:creationId xmlns:a16="http://schemas.microsoft.com/office/drawing/2014/main" id="{25BECCAD-DFEE-FDB6-5A37-371F7EBFB241}"/>
              </a:ext>
            </a:extLst>
          </p:cNvPr>
          <p:cNvSpPr>
            <a:spLocks noChangeArrowheads="1"/>
          </p:cNvSpPr>
          <p:nvPr/>
        </p:nvSpPr>
        <p:spPr bwMode="auto">
          <a:xfrm>
            <a:off x="8610601" y="3197226"/>
            <a:ext cx="327025" cy="252413"/>
          </a:xfrm>
          <a:prstGeom prst="upDownArrow">
            <a:avLst>
              <a:gd name="adj1" fmla="val 50000"/>
              <a:gd name="adj2" fmla="val 20000"/>
            </a:avLst>
          </a:prstGeom>
          <a:solidFill>
            <a:srgbClr val="FFFFFF"/>
          </a:solidFill>
          <a:ln w="9525">
            <a:solidFill>
              <a:srgbClr val="000000"/>
            </a:solidFill>
            <a:miter lim="800000"/>
            <a:headEnd/>
            <a:tailEnd/>
          </a:ln>
        </p:spPr>
        <p:txBody>
          <a:bodyPr vert="eaVert"/>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1762" name="Line 19">
            <a:extLst>
              <a:ext uri="{FF2B5EF4-FFF2-40B4-BE49-F238E27FC236}">
                <a16:creationId xmlns:a16="http://schemas.microsoft.com/office/drawing/2014/main" id="{ACD17722-9390-9F8A-8A3F-2E707C093496}"/>
              </a:ext>
            </a:extLst>
          </p:cNvPr>
          <p:cNvSpPr>
            <a:spLocks noChangeShapeType="1"/>
          </p:cNvSpPr>
          <p:nvPr/>
        </p:nvSpPr>
        <p:spPr bwMode="auto">
          <a:xfrm>
            <a:off x="3551239" y="4211639"/>
            <a:ext cx="5253037" cy="1587"/>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63" name="Line 20">
            <a:extLst>
              <a:ext uri="{FF2B5EF4-FFF2-40B4-BE49-F238E27FC236}">
                <a16:creationId xmlns:a16="http://schemas.microsoft.com/office/drawing/2014/main" id="{2F80DF9A-B8C7-029D-DF1A-C6C6A27E7715}"/>
              </a:ext>
            </a:extLst>
          </p:cNvPr>
          <p:cNvSpPr>
            <a:spLocks noChangeShapeType="1"/>
          </p:cNvSpPr>
          <p:nvPr/>
        </p:nvSpPr>
        <p:spPr bwMode="auto">
          <a:xfrm>
            <a:off x="3551239" y="4238626"/>
            <a:ext cx="3175" cy="277813"/>
          </a:xfrm>
          <a:prstGeom prst="line">
            <a:avLst/>
          </a:prstGeom>
          <a:noFill/>
          <a:ln w="317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64" name="Line 21">
            <a:extLst>
              <a:ext uri="{FF2B5EF4-FFF2-40B4-BE49-F238E27FC236}">
                <a16:creationId xmlns:a16="http://schemas.microsoft.com/office/drawing/2014/main" id="{04E8DCE4-72A9-1BBA-FBAE-644D9510DBED}"/>
              </a:ext>
            </a:extLst>
          </p:cNvPr>
          <p:cNvSpPr>
            <a:spLocks noChangeShapeType="1"/>
          </p:cNvSpPr>
          <p:nvPr/>
        </p:nvSpPr>
        <p:spPr bwMode="auto">
          <a:xfrm flipV="1">
            <a:off x="8804275" y="3830638"/>
            <a:ext cx="1588" cy="360362"/>
          </a:xfrm>
          <a:prstGeom prst="line">
            <a:avLst/>
          </a:prstGeom>
          <a:noFill/>
          <a:ln w="317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65" name="Line 22">
            <a:extLst>
              <a:ext uri="{FF2B5EF4-FFF2-40B4-BE49-F238E27FC236}">
                <a16:creationId xmlns:a16="http://schemas.microsoft.com/office/drawing/2014/main" id="{86C708B6-F1CD-3F1E-E5DE-95790BA3711D}"/>
              </a:ext>
            </a:extLst>
          </p:cNvPr>
          <p:cNvSpPr>
            <a:spLocks noChangeShapeType="1"/>
          </p:cNvSpPr>
          <p:nvPr/>
        </p:nvSpPr>
        <p:spPr bwMode="auto">
          <a:xfrm flipV="1">
            <a:off x="7235826" y="3830638"/>
            <a:ext cx="3175" cy="360362"/>
          </a:xfrm>
          <a:prstGeom prst="line">
            <a:avLst/>
          </a:prstGeom>
          <a:noFill/>
          <a:ln w="317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66" name="Line 23">
            <a:extLst>
              <a:ext uri="{FF2B5EF4-FFF2-40B4-BE49-F238E27FC236}">
                <a16:creationId xmlns:a16="http://schemas.microsoft.com/office/drawing/2014/main" id="{8EEF3BA7-8049-1E7F-DDFD-97FB5FF98B09}"/>
              </a:ext>
            </a:extLst>
          </p:cNvPr>
          <p:cNvSpPr>
            <a:spLocks noChangeShapeType="1"/>
          </p:cNvSpPr>
          <p:nvPr/>
        </p:nvSpPr>
        <p:spPr bwMode="auto">
          <a:xfrm flipV="1">
            <a:off x="5711826" y="3830638"/>
            <a:ext cx="3175" cy="360362"/>
          </a:xfrm>
          <a:prstGeom prst="line">
            <a:avLst/>
          </a:prstGeom>
          <a:noFill/>
          <a:ln w="317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767" name="Line 24">
            <a:extLst>
              <a:ext uri="{FF2B5EF4-FFF2-40B4-BE49-F238E27FC236}">
                <a16:creationId xmlns:a16="http://schemas.microsoft.com/office/drawing/2014/main" id="{FBFA8A3D-59DE-D6E8-B904-660770D61CEB}"/>
              </a:ext>
            </a:extLst>
          </p:cNvPr>
          <p:cNvSpPr>
            <a:spLocks noChangeShapeType="1"/>
          </p:cNvSpPr>
          <p:nvPr/>
        </p:nvSpPr>
        <p:spPr bwMode="auto">
          <a:xfrm>
            <a:off x="5711826" y="4187826"/>
            <a:ext cx="3175" cy="63817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68" name="Line 25">
            <a:extLst>
              <a:ext uri="{FF2B5EF4-FFF2-40B4-BE49-F238E27FC236}">
                <a16:creationId xmlns:a16="http://schemas.microsoft.com/office/drawing/2014/main" id="{01BCA934-47CD-3C2F-391E-B5CE2708B414}"/>
              </a:ext>
            </a:extLst>
          </p:cNvPr>
          <p:cNvSpPr>
            <a:spLocks noChangeShapeType="1"/>
          </p:cNvSpPr>
          <p:nvPr/>
        </p:nvSpPr>
        <p:spPr bwMode="auto">
          <a:xfrm>
            <a:off x="7239001" y="4187826"/>
            <a:ext cx="3175" cy="63817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69" name="Line 26">
            <a:extLst>
              <a:ext uri="{FF2B5EF4-FFF2-40B4-BE49-F238E27FC236}">
                <a16:creationId xmlns:a16="http://schemas.microsoft.com/office/drawing/2014/main" id="{35AD1CF8-1E31-249E-C715-F8B414B18652}"/>
              </a:ext>
            </a:extLst>
          </p:cNvPr>
          <p:cNvSpPr>
            <a:spLocks noChangeShapeType="1"/>
          </p:cNvSpPr>
          <p:nvPr/>
        </p:nvSpPr>
        <p:spPr bwMode="auto">
          <a:xfrm>
            <a:off x="8804275" y="4187826"/>
            <a:ext cx="1588" cy="638175"/>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70" name="Line 27">
            <a:extLst>
              <a:ext uri="{FF2B5EF4-FFF2-40B4-BE49-F238E27FC236}">
                <a16:creationId xmlns:a16="http://schemas.microsoft.com/office/drawing/2014/main" id="{79DCD7B4-2392-4214-DFAA-36E311A05B1E}"/>
              </a:ext>
            </a:extLst>
          </p:cNvPr>
          <p:cNvSpPr>
            <a:spLocks noChangeShapeType="1"/>
          </p:cNvSpPr>
          <p:nvPr/>
        </p:nvSpPr>
        <p:spPr bwMode="auto">
          <a:xfrm flipV="1">
            <a:off x="4370389" y="5949950"/>
            <a:ext cx="4433887" cy="1588"/>
          </a:xfrm>
          <a:prstGeom prst="line">
            <a:avLst/>
          </a:prstGeom>
          <a:noFill/>
          <a:ln w="9525">
            <a:solidFill>
              <a:srgbClr val="000000"/>
            </a:solidFill>
            <a:prstDash val="dash"/>
            <a:round/>
            <a:headEnd type="stealth"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31771" name="Line 28">
            <a:extLst>
              <a:ext uri="{FF2B5EF4-FFF2-40B4-BE49-F238E27FC236}">
                <a16:creationId xmlns:a16="http://schemas.microsoft.com/office/drawing/2014/main" id="{F02788EA-FBC5-CB30-4FCF-4644EC5E49BE}"/>
              </a:ext>
            </a:extLst>
          </p:cNvPr>
          <p:cNvSpPr>
            <a:spLocks noChangeShapeType="1"/>
          </p:cNvSpPr>
          <p:nvPr/>
        </p:nvSpPr>
        <p:spPr bwMode="auto">
          <a:xfrm>
            <a:off x="5749926" y="5311776"/>
            <a:ext cx="3175" cy="639763"/>
          </a:xfrm>
          <a:prstGeom prst="line">
            <a:avLst/>
          </a:prstGeom>
          <a:noFill/>
          <a:ln w="9525">
            <a:solidFill>
              <a:srgbClr val="000000"/>
            </a:solidFill>
            <a:prstDash val="dash"/>
            <a:round/>
            <a:headEnd type="stealth"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31772" name="Line 29">
            <a:extLst>
              <a:ext uri="{FF2B5EF4-FFF2-40B4-BE49-F238E27FC236}">
                <a16:creationId xmlns:a16="http://schemas.microsoft.com/office/drawing/2014/main" id="{C31ECC3B-D652-AEA4-345F-7D434A938497}"/>
              </a:ext>
            </a:extLst>
          </p:cNvPr>
          <p:cNvSpPr>
            <a:spLocks noChangeShapeType="1"/>
          </p:cNvSpPr>
          <p:nvPr/>
        </p:nvSpPr>
        <p:spPr bwMode="auto">
          <a:xfrm>
            <a:off x="7239001" y="5307014"/>
            <a:ext cx="3175" cy="642937"/>
          </a:xfrm>
          <a:prstGeom prst="line">
            <a:avLst/>
          </a:prstGeom>
          <a:noFill/>
          <a:ln w="9525">
            <a:solidFill>
              <a:srgbClr val="000000"/>
            </a:solidFill>
            <a:prstDash val="dash"/>
            <a:round/>
            <a:headEnd type="stealth"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31773" name="Line 30">
            <a:extLst>
              <a:ext uri="{FF2B5EF4-FFF2-40B4-BE49-F238E27FC236}">
                <a16:creationId xmlns:a16="http://schemas.microsoft.com/office/drawing/2014/main" id="{C98868EB-8723-7196-3597-25AC2DF9F61A}"/>
              </a:ext>
            </a:extLst>
          </p:cNvPr>
          <p:cNvSpPr>
            <a:spLocks noChangeShapeType="1"/>
          </p:cNvSpPr>
          <p:nvPr/>
        </p:nvSpPr>
        <p:spPr bwMode="auto">
          <a:xfrm>
            <a:off x="8804275" y="5307014"/>
            <a:ext cx="1588" cy="642937"/>
          </a:xfrm>
          <a:prstGeom prst="line">
            <a:avLst/>
          </a:prstGeom>
          <a:noFill/>
          <a:ln w="9525">
            <a:solidFill>
              <a:srgbClr val="000000"/>
            </a:solidFill>
            <a:prstDash val="dash"/>
            <a:round/>
            <a:headEnd type="stealth"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31774" name="Text Box 31">
            <a:extLst>
              <a:ext uri="{FF2B5EF4-FFF2-40B4-BE49-F238E27FC236}">
                <a16:creationId xmlns:a16="http://schemas.microsoft.com/office/drawing/2014/main" id="{9E858B53-2EFE-6449-13C3-936664C12721}"/>
              </a:ext>
            </a:extLst>
          </p:cNvPr>
          <p:cNvSpPr txBox="1">
            <a:spLocks noChangeArrowheads="1"/>
          </p:cNvSpPr>
          <p:nvPr/>
        </p:nvSpPr>
        <p:spPr bwMode="auto">
          <a:xfrm>
            <a:off x="3429000" y="3446921"/>
            <a:ext cx="11430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400" b="1">
                <a:solidFill>
                  <a:srgbClr val="000066"/>
                </a:solidFill>
              </a:rPr>
              <a:t>可信计算平台密码应用接口</a:t>
            </a:r>
          </a:p>
        </p:txBody>
      </p:sp>
      <p:sp>
        <p:nvSpPr>
          <p:cNvPr id="33" name="Rectangle 17">
            <a:extLst>
              <a:ext uri="{FF2B5EF4-FFF2-40B4-BE49-F238E27FC236}">
                <a16:creationId xmlns:a16="http://schemas.microsoft.com/office/drawing/2014/main" id="{9EA42058-2E52-1095-F126-7B322932D9D4}"/>
              </a:ext>
            </a:extLst>
          </p:cNvPr>
          <p:cNvSpPr txBox="1">
            <a:spLocks noChangeArrowheads="1"/>
          </p:cNvSpPr>
          <p:nvPr/>
        </p:nvSpPr>
        <p:spPr>
          <a:xfrm>
            <a:off x="1981200" y="609600"/>
            <a:ext cx="3733800" cy="533400"/>
          </a:xfrm>
          <a:prstGeom prst="rect">
            <a:avLst/>
          </a:prstGeom>
          <a:noFill/>
          <a:ln/>
        </p:spPr>
        <p:txBody>
          <a:bodyPr/>
          <a:lstStyle/>
          <a:p>
            <a:pPr>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制定</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TCM</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通用接口标准</a:t>
            </a:r>
          </a:p>
        </p:txBody>
      </p:sp>
      <p:sp>
        <p:nvSpPr>
          <p:cNvPr id="31776" name="灯片编号占位符 1">
            <a:extLst>
              <a:ext uri="{FF2B5EF4-FFF2-40B4-BE49-F238E27FC236}">
                <a16:creationId xmlns:a16="http://schemas.microsoft.com/office/drawing/2014/main" id="{82D94AC5-FFA8-D9F5-5E65-2270C3328DB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4C1BDDE9-A80D-453D-853D-BBD76722CE78}" type="slidenum">
              <a:rPr lang="en-US" altLang="zh-CN" sz="1400">
                <a:solidFill>
                  <a:schemeClr val="bg1"/>
                </a:solidFill>
              </a:rPr>
              <a:pPr eaLnBrk="1" hangingPunct="1"/>
              <a:t>21</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1">
            <a:extLst>
              <a:ext uri="{FF2B5EF4-FFF2-40B4-BE49-F238E27FC236}">
                <a16:creationId xmlns:a16="http://schemas.microsoft.com/office/drawing/2014/main" id="{39B5AD11-B3E5-AC3F-41D1-5550A69C8A0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63D1957E-93CF-4DB3-ABDF-15EE82C870A6}" type="slidenum">
              <a:rPr lang="en-US" altLang="zh-CN" sz="1400">
                <a:solidFill>
                  <a:schemeClr val="bg1"/>
                </a:solidFill>
              </a:rPr>
              <a:pPr eaLnBrk="1" hangingPunct="1"/>
              <a:t>22</a:t>
            </a:fld>
            <a:endParaRPr lang="en-US" altLang="zh-CN" sz="1400">
              <a:solidFill>
                <a:schemeClr val="bg1"/>
              </a:solidFill>
            </a:endParaRPr>
          </a:p>
        </p:txBody>
      </p:sp>
      <p:sp>
        <p:nvSpPr>
          <p:cNvPr id="3" name="Rectangle 17">
            <a:extLst>
              <a:ext uri="{FF2B5EF4-FFF2-40B4-BE49-F238E27FC236}">
                <a16:creationId xmlns:a16="http://schemas.microsoft.com/office/drawing/2014/main" id="{56A78824-83FB-C146-A8B8-884457E5D666}"/>
              </a:ext>
            </a:extLst>
          </p:cNvPr>
          <p:cNvSpPr txBox="1">
            <a:spLocks noChangeArrowheads="1"/>
          </p:cNvSpPr>
          <p:nvPr/>
        </p:nvSpPr>
        <p:spPr>
          <a:xfrm>
            <a:off x="1905000" y="533400"/>
            <a:ext cx="5562600" cy="533400"/>
          </a:xfrm>
          <a:prstGeom prst="rect">
            <a:avLst/>
          </a:prstGeom>
          <a:noFill/>
          <a:ln/>
        </p:spPr>
        <p:txBody>
          <a:bodyPr/>
          <a:lstStyle/>
          <a:p>
            <a:pPr>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终端计算机等保技术要求使用</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TCM</a:t>
            </a:r>
            <a:endPar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endParaRPr>
          </a:p>
        </p:txBody>
      </p:sp>
      <p:sp>
        <p:nvSpPr>
          <p:cNvPr id="32772" name="矩形 3">
            <a:extLst>
              <a:ext uri="{FF2B5EF4-FFF2-40B4-BE49-F238E27FC236}">
                <a16:creationId xmlns:a16="http://schemas.microsoft.com/office/drawing/2014/main" id="{C5B93340-8D8E-575C-7C8C-2775D0F0014C}"/>
              </a:ext>
            </a:extLst>
          </p:cNvPr>
          <p:cNvSpPr>
            <a:spLocks noChangeArrowheads="1"/>
          </p:cNvSpPr>
          <p:nvPr/>
        </p:nvSpPr>
        <p:spPr bwMode="auto">
          <a:xfrm>
            <a:off x="6400800" y="1371600"/>
            <a:ext cx="3810000" cy="415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4625" indent="-174625"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lnSpc>
                <a:spcPct val="150000"/>
              </a:lnSpc>
              <a:buClr>
                <a:srgbClr val="FF0000"/>
              </a:buClr>
              <a:buFont typeface="Wingdings" panose="05000000000000000000" pitchFamily="2" charset="2"/>
              <a:buChar char="ü"/>
            </a:pPr>
            <a:r>
              <a:rPr lang="zh-CN" altLang="en-US" sz="2000" b="1">
                <a:solidFill>
                  <a:srgbClr val="000066"/>
                </a:solidFill>
                <a:latin typeface="华文细黑" panose="02010600040101010101" pitchFamily="2" charset="-122"/>
                <a:ea typeface="华文细黑" panose="02010600040101010101" pitchFamily="2" charset="-122"/>
                <a:cs typeface="Arial" panose="020B0604020202020204" pitchFamily="34" charset="0"/>
              </a:rPr>
              <a:t>基于自主可信计算技术，构建了终端计算机系统的安全功能体系</a:t>
            </a:r>
            <a:endParaRPr lang="en-US" altLang="zh-CN" sz="2000" b="1">
              <a:solidFill>
                <a:srgbClr val="000066"/>
              </a:solidFill>
              <a:latin typeface="华文细黑" panose="02010600040101010101" pitchFamily="2" charset="-122"/>
              <a:ea typeface="华文细黑" panose="02010600040101010101" pitchFamily="2" charset="-122"/>
              <a:cs typeface="Arial" panose="020B0604020202020204" pitchFamily="34" charset="0"/>
            </a:endParaRPr>
          </a:p>
          <a:p>
            <a:pPr eaLnBrk="1" hangingPunct="1">
              <a:lnSpc>
                <a:spcPct val="150000"/>
              </a:lnSpc>
              <a:buClr>
                <a:srgbClr val="FF0000"/>
              </a:buClr>
              <a:buFont typeface="Wingdings" panose="05000000000000000000" pitchFamily="2" charset="2"/>
              <a:buChar char="ü"/>
            </a:pPr>
            <a:endParaRPr lang="en-US" altLang="zh-CN" b="1">
              <a:solidFill>
                <a:srgbClr val="000066"/>
              </a:solidFill>
              <a:latin typeface="华文细黑" panose="02010600040101010101" pitchFamily="2" charset="-122"/>
              <a:ea typeface="华文细黑" panose="02010600040101010101" pitchFamily="2" charset="-122"/>
              <a:cs typeface="Arial" panose="020B0604020202020204" pitchFamily="34" charset="0"/>
            </a:endParaRPr>
          </a:p>
          <a:p>
            <a:pPr eaLnBrk="1" hangingPunct="1">
              <a:lnSpc>
                <a:spcPct val="150000"/>
              </a:lnSpc>
              <a:buClr>
                <a:srgbClr val="FF0000"/>
              </a:buClr>
              <a:buFont typeface="Wingdings" panose="05000000000000000000" pitchFamily="2" charset="2"/>
              <a:buChar char="ü"/>
            </a:pPr>
            <a:r>
              <a:rPr lang="en-US" altLang="zh-CN" sz="2000" b="1">
                <a:solidFill>
                  <a:srgbClr val="000066"/>
                </a:solidFill>
                <a:latin typeface="华文细黑" panose="02010600040101010101" pitchFamily="2" charset="-122"/>
                <a:ea typeface="华文细黑" panose="02010600040101010101" pitchFamily="2" charset="-122"/>
                <a:cs typeface="Arial" panose="020B0604020202020204" pitchFamily="34" charset="0"/>
              </a:rPr>
              <a:t> GA/T671-2006 </a:t>
            </a:r>
            <a:r>
              <a:rPr lang="zh-CN" altLang="en-US" sz="2000" b="1">
                <a:solidFill>
                  <a:srgbClr val="000066"/>
                </a:solidFill>
                <a:latin typeface="华文细黑" panose="02010600040101010101" pitchFamily="2" charset="-122"/>
                <a:ea typeface="华文细黑" panose="02010600040101010101" pitchFamily="2" charset="-122"/>
                <a:cs typeface="Arial" panose="020B0604020202020204" pitchFamily="34" charset="0"/>
              </a:rPr>
              <a:t>要求三级及以上</a:t>
            </a:r>
            <a:r>
              <a:rPr lang="en-US" altLang="zh-CN" sz="2000" b="1">
                <a:solidFill>
                  <a:srgbClr val="000066"/>
                </a:solidFill>
                <a:latin typeface="华文细黑" panose="02010600040101010101" pitchFamily="2" charset="-122"/>
                <a:ea typeface="华文细黑" panose="02010600040101010101" pitchFamily="2" charset="-122"/>
                <a:cs typeface="Arial" panose="020B0604020202020204" pitchFamily="34" charset="0"/>
              </a:rPr>
              <a:t>PC</a:t>
            </a:r>
            <a:r>
              <a:rPr lang="zh-CN" altLang="en-US" sz="2000" b="1">
                <a:solidFill>
                  <a:srgbClr val="000066"/>
                </a:solidFill>
                <a:latin typeface="华文细黑" panose="02010600040101010101" pitchFamily="2" charset="-122"/>
                <a:ea typeface="华文细黑" panose="02010600040101010101" pitchFamily="2" charset="-122"/>
                <a:cs typeface="Arial" panose="020B0604020202020204" pitchFamily="34" charset="0"/>
              </a:rPr>
              <a:t>系统必须嵌入和使用可信硬件模块</a:t>
            </a:r>
            <a:r>
              <a:rPr lang="en-US" altLang="zh-CN" sz="2000" b="1">
                <a:solidFill>
                  <a:srgbClr val="000066"/>
                </a:solidFill>
                <a:latin typeface="华文细黑" panose="02010600040101010101" pitchFamily="2" charset="-122"/>
                <a:ea typeface="华文细黑" panose="02010600040101010101" pitchFamily="2" charset="-122"/>
                <a:cs typeface="Arial" panose="020B0604020202020204" pitchFamily="34" charset="0"/>
              </a:rPr>
              <a:t>(TCM)</a:t>
            </a:r>
          </a:p>
          <a:p>
            <a:pPr eaLnBrk="1" hangingPunct="1">
              <a:lnSpc>
                <a:spcPct val="150000"/>
              </a:lnSpc>
              <a:buClr>
                <a:srgbClr val="FF0000"/>
              </a:buClr>
              <a:buFont typeface="Wingdings" panose="05000000000000000000" pitchFamily="2" charset="2"/>
              <a:buChar char="ü"/>
            </a:pPr>
            <a:endParaRPr lang="en-US" altLang="zh-CN" b="1">
              <a:solidFill>
                <a:srgbClr val="000066"/>
              </a:solidFill>
              <a:latin typeface="华文细黑" panose="02010600040101010101" pitchFamily="2" charset="-122"/>
              <a:ea typeface="华文细黑" panose="02010600040101010101" pitchFamily="2" charset="-122"/>
              <a:cs typeface="Arial" panose="020B0604020202020204" pitchFamily="34" charset="0"/>
            </a:endParaRPr>
          </a:p>
          <a:p>
            <a:pPr eaLnBrk="1" hangingPunct="1">
              <a:lnSpc>
                <a:spcPct val="150000"/>
              </a:lnSpc>
              <a:buClr>
                <a:srgbClr val="FF0000"/>
              </a:buClr>
              <a:buFont typeface="Wingdings" panose="05000000000000000000" pitchFamily="2" charset="2"/>
              <a:buChar char="ü"/>
            </a:pPr>
            <a:r>
              <a:rPr lang="zh-CN" altLang="en-US" sz="2000" b="1">
                <a:solidFill>
                  <a:srgbClr val="000066"/>
                </a:solidFill>
                <a:latin typeface="华文细黑" panose="02010600040101010101" pitchFamily="2" charset="-122"/>
                <a:ea typeface="华文细黑" panose="02010600040101010101" pitchFamily="2" charset="-122"/>
                <a:cs typeface="Arial" panose="020B0604020202020204" pitchFamily="34" charset="0"/>
              </a:rPr>
              <a:t> </a:t>
            </a:r>
            <a:r>
              <a:rPr lang="en-US" altLang="zh-CN" sz="2000" b="1">
                <a:solidFill>
                  <a:srgbClr val="000066"/>
                </a:solidFill>
                <a:latin typeface="华文细黑" panose="02010600040101010101" pitchFamily="2" charset="-122"/>
                <a:ea typeface="华文细黑" panose="02010600040101010101" pitchFamily="2" charset="-122"/>
                <a:cs typeface="Arial" panose="020B0604020202020204" pitchFamily="34" charset="0"/>
              </a:rPr>
              <a:t>GA/T671-2006 </a:t>
            </a:r>
            <a:r>
              <a:rPr lang="zh-CN" altLang="en-US" sz="2000" b="1">
                <a:solidFill>
                  <a:srgbClr val="000066"/>
                </a:solidFill>
                <a:latin typeface="华文细黑" panose="02010600040101010101" pitchFamily="2" charset="-122"/>
                <a:ea typeface="华文细黑" panose="02010600040101010101" pitchFamily="2" charset="-122"/>
                <a:cs typeface="Arial" panose="020B0604020202020204" pitchFamily="34" charset="0"/>
              </a:rPr>
              <a:t>目前正在向国家标准转化</a:t>
            </a:r>
          </a:p>
        </p:txBody>
      </p:sp>
      <p:pic>
        <p:nvPicPr>
          <p:cNvPr id="32773" name="Picture 2">
            <a:extLst>
              <a:ext uri="{FF2B5EF4-FFF2-40B4-BE49-F238E27FC236}">
                <a16:creationId xmlns:a16="http://schemas.microsoft.com/office/drawing/2014/main" id="{0409BE7A-F1D2-E2F8-6AB7-935CCFF9A0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1447800"/>
            <a:ext cx="3938588"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EEC954F8-DF89-9481-E498-E03734C11E75}"/>
              </a:ext>
            </a:extLst>
          </p:cNvPr>
          <p:cNvSpPr>
            <a:spLocks noGrp="1" noChangeArrowheads="1"/>
          </p:cNvSpPr>
          <p:nvPr>
            <p:ph type="title"/>
          </p:nvPr>
        </p:nvSpPr>
        <p:spPr>
          <a:xfrm>
            <a:off x="1981200" y="381000"/>
            <a:ext cx="8229600" cy="1066800"/>
          </a:xfrm>
        </p:spPr>
        <p:txBody>
          <a:bodyPr/>
          <a:lstStyle/>
          <a:p>
            <a:pPr eaLnBrk="1" hangingPunct="1"/>
            <a:r>
              <a:rPr lang="zh-CN" altLang="en-US" sz="4000">
                <a:solidFill>
                  <a:srgbClr val="002060"/>
                </a:solidFill>
              </a:rPr>
              <a:t>内容提纲</a:t>
            </a:r>
          </a:p>
        </p:txBody>
      </p:sp>
      <p:sp>
        <p:nvSpPr>
          <p:cNvPr id="52227" name="Rectangle 3">
            <a:extLst>
              <a:ext uri="{FF2B5EF4-FFF2-40B4-BE49-F238E27FC236}">
                <a16:creationId xmlns:a16="http://schemas.microsoft.com/office/drawing/2014/main" id="{846F89BA-6BBF-F502-88D1-3F87A64777ED}"/>
              </a:ext>
            </a:extLst>
          </p:cNvPr>
          <p:cNvSpPr>
            <a:spLocks noGrp="1" noChangeArrowheads="1"/>
          </p:cNvSpPr>
          <p:nvPr>
            <p:ph type="body" idx="1"/>
          </p:nvPr>
        </p:nvSpPr>
        <p:spPr>
          <a:xfrm>
            <a:off x="2743200" y="1828800"/>
            <a:ext cx="5410200" cy="3276600"/>
          </a:xfrm>
        </p:spPr>
        <p:txBody>
          <a:bodyPr/>
          <a:lstStyle/>
          <a:p>
            <a:pPr marL="446088" lvl="1" indent="-357188">
              <a:lnSpc>
                <a:spcPct val="80000"/>
              </a:lnSpc>
              <a:buClr>
                <a:schemeClr val="bg2">
                  <a:lumMod val="50000"/>
                </a:schemeClr>
              </a:buClr>
              <a:buSzPct val="70000"/>
              <a:buFont typeface="Wingdings" pitchFamily="2" charset="2"/>
              <a:buChar char="l"/>
              <a:defRPr/>
            </a:pPr>
            <a:r>
              <a:rPr lang="zh-CN" altLang="en-US" b="1" dirty="0">
                <a:solidFill>
                  <a:schemeClr val="bg1">
                    <a:lumMod val="95000"/>
                  </a:schemeClr>
                </a:solidFill>
                <a:latin typeface="+mn-ea"/>
              </a:rPr>
              <a:t>可信计算概念与技术原理</a:t>
            </a:r>
            <a:endParaRPr lang="en-US" altLang="zh-CN" b="1" dirty="0">
              <a:solidFill>
                <a:schemeClr val="bg1">
                  <a:lumMod val="95000"/>
                </a:schemeClr>
              </a:solidFill>
              <a:latin typeface="+mn-ea"/>
            </a:endParaRPr>
          </a:p>
          <a:p>
            <a:pPr marL="446088" lvl="1" indent="-357188">
              <a:lnSpc>
                <a:spcPct val="80000"/>
              </a:lnSpc>
              <a:buClr>
                <a:schemeClr val="bg2">
                  <a:lumMod val="50000"/>
                </a:schemeClr>
              </a:buClr>
              <a:buSzPct val="70000"/>
              <a:buFont typeface="Wingdings" pitchFamily="2" charset="2"/>
              <a:buChar char="l"/>
              <a:defRPr/>
            </a:pPr>
            <a:endParaRPr lang="zh-CN" altLang="en-US" dirty="0">
              <a:solidFill>
                <a:srgbClr val="002060"/>
              </a:solidFill>
            </a:endParaRPr>
          </a:p>
          <a:p>
            <a:pPr marL="446088" lvl="1" indent="-357188">
              <a:lnSpc>
                <a:spcPct val="80000"/>
              </a:lnSpc>
              <a:buClr>
                <a:schemeClr val="bg2">
                  <a:lumMod val="50000"/>
                </a:schemeClr>
              </a:buClr>
              <a:buSzPct val="70000"/>
              <a:buFont typeface="Wingdings" pitchFamily="2" charset="2"/>
              <a:buChar char="l"/>
              <a:defRPr/>
            </a:pPr>
            <a:r>
              <a:rPr lang="zh-CN" altLang="en-US" b="1" dirty="0">
                <a:solidFill>
                  <a:schemeClr val="bg1">
                    <a:lumMod val="95000"/>
                  </a:schemeClr>
                </a:solidFill>
                <a:latin typeface="+mn-ea"/>
              </a:rPr>
              <a:t>自主可信计算标准体系</a:t>
            </a:r>
            <a:endParaRPr lang="en-US" altLang="zh-CN" b="1" dirty="0">
              <a:solidFill>
                <a:schemeClr val="bg1">
                  <a:lumMod val="95000"/>
                </a:schemeClr>
              </a:solidFill>
              <a:latin typeface="+mn-ea"/>
            </a:endParaRPr>
          </a:p>
          <a:p>
            <a:pPr marL="446088" lvl="1" indent="-357188">
              <a:lnSpc>
                <a:spcPct val="80000"/>
              </a:lnSpc>
              <a:buClr>
                <a:schemeClr val="bg2">
                  <a:lumMod val="50000"/>
                </a:schemeClr>
              </a:buClr>
              <a:buSzPct val="70000"/>
              <a:buFont typeface="Wingdings" pitchFamily="2" charset="2"/>
              <a:buChar char="l"/>
              <a:defRPr/>
            </a:pPr>
            <a:endParaRPr lang="en-US" altLang="zh-CN" b="1" dirty="0">
              <a:solidFill>
                <a:srgbClr val="002060"/>
              </a:solidFill>
            </a:endParaRPr>
          </a:p>
          <a:p>
            <a:pPr marL="446088" lvl="1" indent="-357188">
              <a:lnSpc>
                <a:spcPct val="80000"/>
              </a:lnSpc>
              <a:buClr>
                <a:schemeClr val="bg2">
                  <a:lumMod val="50000"/>
                </a:schemeClr>
              </a:buClr>
              <a:buSzPct val="70000"/>
              <a:buFont typeface="Wingdings" pitchFamily="2" charset="2"/>
              <a:buChar char="l"/>
              <a:defRPr/>
            </a:pPr>
            <a:r>
              <a:rPr lang="zh-CN" altLang="en-US" b="1" dirty="0">
                <a:solidFill>
                  <a:srgbClr val="002060"/>
                </a:solidFill>
                <a:latin typeface="+mn-ea"/>
              </a:rPr>
              <a:t>可信计算产业与应用</a:t>
            </a:r>
            <a:endParaRPr lang="en-US" altLang="zh-CN" b="1" dirty="0">
              <a:solidFill>
                <a:srgbClr val="002060"/>
              </a:solidFill>
              <a:latin typeface="+mn-ea"/>
            </a:endParaRPr>
          </a:p>
          <a:p>
            <a:pPr marL="446088" lvl="1" indent="-357188">
              <a:lnSpc>
                <a:spcPct val="80000"/>
              </a:lnSpc>
              <a:buClr>
                <a:schemeClr val="bg2">
                  <a:lumMod val="50000"/>
                </a:schemeClr>
              </a:buClr>
              <a:buSzPct val="70000"/>
              <a:buFont typeface="Wingdings" pitchFamily="2" charset="2"/>
              <a:buChar char="l"/>
              <a:defRPr/>
            </a:pPr>
            <a:endParaRPr lang="en-US" altLang="zh-CN" b="1" dirty="0">
              <a:solidFill>
                <a:srgbClr val="002060"/>
              </a:solidFill>
              <a:latin typeface="+mn-ea"/>
            </a:endParaRPr>
          </a:p>
          <a:p>
            <a:pPr marL="446088" lvl="1" indent="-357188">
              <a:lnSpc>
                <a:spcPct val="80000"/>
              </a:lnSpc>
              <a:buClr>
                <a:schemeClr val="bg2">
                  <a:lumMod val="50000"/>
                </a:schemeClr>
              </a:buClr>
              <a:buSzPct val="70000"/>
              <a:buFont typeface="Wingdings" pitchFamily="2" charset="2"/>
              <a:buChar char="l"/>
              <a:defRPr/>
            </a:pPr>
            <a:r>
              <a:rPr lang="zh-CN" altLang="en-US" b="1" dirty="0">
                <a:solidFill>
                  <a:schemeClr val="bg1">
                    <a:lumMod val="95000"/>
                  </a:schemeClr>
                </a:solidFill>
                <a:latin typeface="+mn-ea"/>
              </a:rPr>
              <a:t>自主可信计算产业未来发展</a:t>
            </a:r>
            <a:endParaRPr lang="en-US" altLang="zh-CN" b="1" dirty="0">
              <a:solidFill>
                <a:schemeClr val="bg1">
                  <a:lumMod val="95000"/>
                </a:schemeClr>
              </a:solidFill>
              <a:latin typeface="+mn-ea"/>
            </a:endParaRPr>
          </a:p>
          <a:p>
            <a:pPr marL="446088" lvl="1" indent="-357188">
              <a:lnSpc>
                <a:spcPct val="80000"/>
              </a:lnSpc>
              <a:buClr>
                <a:schemeClr val="bg2">
                  <a:lumMod val="50000"/>
                </a:schemeClr>
              </a:buClr>
              <a:buSzPct val="70000"/>
              <a:buNone/>
              <a:defRPr/>
            </a:pPr>
            <a:endParaRPr lang="en-US" altLang="zh-CN" b="1" dirty="0">
              <a:solidFill>
                <a:srgbClr val="002060"/>
              </a:solidFill>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2A6319E1-0828-3E08-CCFD-9D58C5A2AD31}"/>
              </a:ext>
            </a:extLst>
          </p:cNvPr>
          <p:cNvSpPr>
            <a:spLocks noChangeArrowheads="1"/>
          </p:cNvSpPr>
          <p:nvPr/>
        </p:nvSpPr>
        <p:spPr bwMode="auto">
          <a:xfrm>
            <a:off x="1905000" y="457200"/>
            <a:ext cx="3352800" cy="457200"/>
          </a:xfrm>
          <a:prstGeom prst="rect">
            <a:avLst/>
          </a:prstGeom>
          <a:noFill/>
          <a:ln w="9525">
            <a:noFill/>
            <a:miter lim="800000"/>
            <a:headEnd/>
            <a:tailEnd/>
          </a:ln>
          <a:effectLst/>
        </p:spPr>
        <p:txBody>
          <a:bodyPr anchor="b"/>
          <a:lstStyle/>
          <a:p>
            <a:pPr>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核心产品：</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TCM</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芯片</a:t>
            </a:r>
          </a:p>
        </p:txBody>
      </p:sp>
      <p:sp>
        <p:nvSpPr>
          <p:cNvPr id="2" name="Content Placeholder 2">
            <a:extLst>
              <a:ext uri="{FF2B5EF4-FFF2-40B4-BE49-F238E27FC236}">
                <a16:creationId xmlns:a16="http://schemas.microsoft.com/office/drawing/2014/main" id="{0C39CD04-DF68-4A35-273E-5BF7F2AD5E63}"/>
              </a:ext>
            </a:extLst>
          </p:cNvPr>
          <p:cNvSpPr txBox="1">
            <a:spLocks/>
          </p:cNvSpPr>
          <p:nvPr/>
        </p:nvSpPr>
        <p:spPr bwMode="auto">
          <a:xfrm>
            <a:off x="5181600" y="1752600"/>
            <a:ext cx="4800600" cy="3886200"/>
          </a:xfrm>
          <a:prstGeom prst="rect">
            <a:avLst/>
          </a:prstGeom>
        </p:spPr>
        <p:txBody>
          <a:bodyPr/>
          <a:lstStyle/>
          <a:p>
            <a:pPr marL="85725" indent="-85725" eaLnBrk="0" hangingPunct="0">
              <a:lnSpc>
                <a:spcPts val="2400"/>
              </a:lnSpc>
              <a:spcBef>
                <a:spcPct val="20000"/>
              </a:spcBef>
              <a:buClr>
                <a:srgbClr val="FF7C23"/>
              </a:buClr>
              <a:buFontTx/>
              <a:buChar char="•"/>
              <a:defRPr/>
            </a:pPr>
            <a:r>
              <a:rPr lang="zh-CN" altLang="en-US" b="1" kern="0" dirty="0">
                <a:latin typeface="微软雅黑" pitchFamily="34" charset="-122"/>
                <a:ea typeface="微软雅黑" pitchFamily="34" charset="-122"/>
              </a:rPr>
              <a:t>芯片产品型号：</a:t>
            </a:r>
            <a:r>
              <a:rPr lang="en-US" altLang="zh-CN" b="1" kern="0" dirty="0">
                <a:latin typeface="微软雅黑" pitchFamily="34" charset="-122"/>
                <a:ea typeface="微软雅黑" pitchFamily="34" charset="-122"/>
              </a:rPr>
              <a:t>SSX44</a:t>
            </a:r>
          </a:p>
          <a:p>
            <a:pPr marL="85725" indent="-85725" eaLnBrk="0" hangingPunct="0">
              <a:lnSpc>
                <a:spcPts val="2400"/>
              </a:lnSpc>
              <a:spcBef>
                <a:spcPct val="20000"/>
              </a:spcBef>
              <a:buClr>
                <a:srgbClr val="FF7C23"/>
              </a:buClr>
              <a:buFontTx/>
              <a:buChar char="•"/>
              <a:defRPr/>
            </a:pPr>
            <a:r>
              <a:rPr lang="en-US" altLang="zh-CN" b="1" kern="0" dirty="0">
                <a:latin typeface="微软雅黑" pitchFamily="34" charset="-122"/>
                <a:ea typeface="微软雅黑" pitchFamily="34" charset="-122"/>
              </a:rPr>
              <a:t> </a:t>
            </a:r>
            <a:r>
              <a:rPr lang="zh-CN" altLang="en-US" b="1" kern="0" dirty="0">
                <a:latin typeface="微软雅黑" pitchFamily="34" charset="-122"/>
                <a:ea typeface="微软雅黑" pitchFamily="34" charset="-122"/>
              </a:rPr>
              <a:t>芯片性能指标</a:t>
            </a:r>
            <a:endParaRPr lang="en-US" altLang="zh-CN" b="1" kern="0" dirty="0">
              <a:latin typeface="微软雅黑" pitchFamily="34" charset="-122"/>
              <a:ea typeface="微软雅黑" pitchFamily="34" charset="-122"/>
            </a:endParaRPr>
          </a:p>
          <a:p>
            <a:pPr marL="180975" lvl="1" indent="-95250" eaLnBrk="0" hangingPunct="0">
              <a:lnSpc>
                <a:spcPts val="2400"/>
              </a:lnSpc>
              <a:spcBef>
                <a:spcPct val="20000"/>
              </a:spcBef>
              <a:buClr>
                <a:srgbClr val="FF7C23"/>
              </a:buClr>
              <a:buFontTx/>
              <a:buChar char="–"/>
              <a:defRPr/>
            </a:pPr>
            <a:r>
              <a:rPr lang="en-US" sz="1400" b="1" kern="0" dirty="0">
                <a:solidFill>
                  <a:srgbClr val="002060"/>
                </a:solidFill>
                <a:latin typeface="微软雅黑" pitchFamily="34" charset="-122"/>
                <a:ea typeface="微软雅黑" pitchFamily="34" charset="-122"/>
              </a:rPr>
              <a:t>0.25µmCMOS</a:t>
            </a:r>
            <a:r>
              <a:rPr lang="zh-CN" altLang="en-US" sz="1400" b="1" kern="0" dirty="0">
                <a:solidFill>
                  <a:srgbClr val="002060"/>
                </a:solidFill>
                <a:latin typeface="微软雅黑" pitchFamily="34" charset="-122"/>
                <a:ea typeface="微软雅黑" pitchFamily="34" charset="-122"/>
              </a:rPr>
              <a:t>，数模混合设计工艺</a:t>
            </a:r>
            <a:endParaRPr lang="en-US" altLang="zh-CN" sz="1400" b="1" kern="0" dirty="0">
              <a:solidFill>
                <a:srgbClr val="002060"/>
              </a:solidFill>
              <a:latin typeface="微软雅黑" pitchFamily="34" charset="-122"/>
              <a:ea typeface="微软雅黑" pitchFamily="34" charset="-122"/>
            </a:endParaRPr>
          </a:p>
          <a:p>
            <a:pPr marL="180975" lvl="1" indent="-95250" eaLnBrk="0" hangingPunct="0">
              <a:lnSpc>
                <a:spcPts val="2400"/>
              </a:lnSpc>
              <a:spcBef>
                <a:spcPct val="20000"/>
              </a:spcBef>
              <a:buClr>
                <a:srgbClr val="FF7C23"/>
              </a:buClr>
              <a:buFontTx/>
              <a:buChar char="–"/>
              <a:defRPr/>
            </a:pPr>
            <a:r>
              <a:rPr lang="zh-CN" altLang="en-US" sz="1400" b="1" kern="0" dirty="0">
                <a:solidFill>
                  <a:srgbClr val="002060"/>
                </a:solidFill>
                <a:latin typeface="微软雅黑" pitchFamily="34" charset="-122"/>
                <a:ea typeface="微软雅黑" pitchFamily="34" charset="-122"/>
              </a:rPr>
              <a:t>芯片面积</a:t>
            </a:r>
            <a:r>
              <a:rPr lang="en-US" sz="1400" b="1" kern="0" dirty="0">
                <a:solidFill>
                  <a:srgbClr val="002060"/>
                </a:solidFill>
                <a:latin typeface="微软雅黑" pitchFamily="34" charset="-122"/>
                <a:ea typeface="微软雅黑" pitchFamily="34" charset="-122"/>
              </a:rPr>
              <a:t>25mm2 </a:t>
            </a:r>
            <a:r>
              <a:rPr lang="zh-CN" altLang="en-US" sz="1400" b="1" kern="0" dirty="0">
                <a:solidFill>
                  <a:srgbClr val="002060"/>
                </a:solidFill>
                <a:latin typeface="微软雅黑" pitchFamily="34" charset="-122"/>
                <a:ea typeface="微软雅黑" pitchFamily="34" charset="-122"/>
              </a:rPr>
              <a:t>以下</a:t>
            </a:r>
            <a:endParaRPr lang="en-US" altLang="zh-CN" sz="1400" b="1" kern="0" dirty="0">
              <a:solidFill>
                <a:srgbClr val="002060"/>
              </a:solidFill>
              <a:latin typeface="微软雅黑" pitchFamily="34" charset="-122"/>
              <a:ea typeface="微软雅黑" pitchFamily="34" charset="-122"/>
            </a:endParaRPr>
          </a:p>
          <a:p>
            <a:pPr marL="180975" lvl="1" indent="-95250" eaLnBrk="0" hangingPunct="0">
              <a:lnSpc>
                <a:spcPts val="2400"/>
              </a:lnSpc>
              <a:spcBef>
                <a:spcPct val="20000"/>
              </a:spcBef>
              <a:buClr>
                <a:srgbClr val="FF7C23"/>
              </a:buClr>
              <a:buFontTx/>
              <a:buChar char="–"/>
              <a:defRPr/>
            </a:pPr>
            <a:r>
              <a:rPr lang="zh-CN" altLang="en-US" sz="1400" b="1" kern="0" dirty="0">
                <a:solidFill>
                  <a:srgbClr val="002060"/>
                </a:solidFill>
                <a:latin typeface="微软雅黑" pitchFamily="34" charset="-122"/>
                <a:ea typeface="微软雅黑" pitchFamily="34" charset="-122"/>
              </a:rPr>
              <a:t>功耗小于</a:t>
            </a:r>
            <a:r>
              <a:rPr lang="en-US" sz="1400" b="1" kern="0" dirty="0">
                <a:solidFill>
                  <a:srgbClr val="002060"/>
                </a:solidFill>
                <a:latin typeface="微软雅黑" pitchFamily="34" charset="-122"/>
                <a:ea typeface="微软雅黑" pitchFamily="34" charset="-122"/>
              </a:rPr>
              <a:t>200mw</a:t>
            </a:r>
            <a:endParaRPr lang="en-US" altLang="zh-CN" sz="1400" b="1" kern="0" dirty="0">
              <a:solidFill>
                <a:srgbClr val="002060"/>
              </a:solidFill>
              <a:latin typeface="微软雅黑" pitchFamily="34" charset="-122"/>
              <a:ea typeface="微软雅黑" pitchFamily="34" charset="-122"/>
            </a:endParaRPr>
          </a:p>
          <a:p>
            <a:pPr marL="180975" lvl="1" indent="-95250" eaLnBrk="0" hangingPunct="0">
              <a:lnSpc>
                <a:spcPts val="2400"/>
              </a:lnSpc>
              <a:spcBef>
                <a:spcPct val="20000"/>
              </a:spcBef>
              <a:buClr>
                <a:srgbClr val="FF7C23"/>
              </a:buClr>
              <a:buFontTx/>
              <a:buChar char="–"/>
              <a:defRPr/>
            </a:pPr>
            <a:r>
              <a:rPr lang="zh-CN" altLang="en-US" sz="1400" b="1" kern="0" dirty="0">
                <a:solidFill>
                  <a:srgbClr val="002060"/>
                </a:solidFill>
                <a:latin typeface="微软雅黑" pitchFamily="34" charset="-122"/>
                <a:ea typeface="微软雅黑" pitchFamily="34" charset="-122"/>
              </a:rPr>
              <a:t>内置</a:t>
            </a:r>
            <a:r>
              <a:rPr lang="en-US" sz="1400" b="1" kern="0" dirty="0">
                <a:solidFill>
                  <a:srgbClr val="002060"/>
                </a:solidFill>
                <a:latin typeface="微软雅黑" pitchFamily="34" charset="-122"/>
                <a:ea typeface="微软雅黑" pitchFamily="34" charset="-122"/>
              </a:rPr>
              <a:t>NVRAM</a:t>
            </a:r>
            <a:endParaRPr lang="en-US" altLang="zh-CN" sz="1400" b="1" kern="0" dirty="0">
              <a:solidFill>
                <a:srgbClr val="002060"/>
              </a:solidFill>
              <a:latin typeface="微软雅黑" pitchFamily="34" charset="-122"/>
              <a:ea typeface="微软雅黑" pitchFamily="34" charset="-122"/>
            </a:endParaRPr>
          </a:p>
          <a:p>
            <a:pPr marL="180975" lvl="1" indent="-95250" eaLnBrk="0" hangingPunct="0">
              <a:lnSpc>
                <a:spcPts val="2400"/>
              </a:lnSpc>
              <a:spcBef>
                <a:spcPct val="20000"/>
              </a:spcBef>
              <a:buClr>
                <a:srgbClr val="FF7C23"/>
              </a:buClr>
              <a:buFontTx/>
              <a:buChar char="–"/>
              <a:defRPr/>
            </a:pPr>
            <a:r>
              <a:rPr lang="zh-CN" altLang="en-US" sz="1400" b="1" kern="0" dirty="0">
                <a:solidFill>
                  <a:srgbClr val="002060"/>
                </a:solidFill>
                <a:latin typeface="微软雅黑" pitchFamily="34" charset="-122"/>
                <a:ea typeface="微软雅黑" pitchFamily="34" charset="-122"/>
              </a:rPr>
              <a:t>内置真随机数发生器</a:t>
            </a:r>
            <a:endParaRPr lang="en-US" altLang="zh-CN" sz="1400" b="1" kern="0" dirty="0">
              <a:solidFill>
                <a:srgbClr val="002060"/>
              </a:solidFill>
              <a:latin typeface="微软雅黑" pitchFamily="34" charset="-122"/>
              <a:ea typeface="微软雅黑" pitchFamily="34" charset="-122"/>
            </a:endParaRPr>
          </a:p>
          <a:p>
            <a:pPr marL="180975" lvl="1" indent="-95250" eaLnBrk="0" hangingPunct="0">
              <a:lnSpc>
                <a:spcPts val="2400"/>
              </a:lnSpc>
              <a:spcBef>
                <a:spcPct val="20000"/>
              </a:spcBef>
              <a:buClr>
                <a:srgbClr val="FF7C23"/>
              </a:buClr>
              <a:buFontTx/>
              <a:buChar char="–"/>
              <a:defRPr/>
            </a:pPr>
            <a:r>
              <a:rPr lang="zh-CN" altLang="en-US" sz="1400" b="1" kern="0" dirty="0">
                <a:solidFill>
                  <a:srgbClr val="002060"/>
                </a:solidFill>
                <a:latin typeface="微软雅黑" pitchFamily="34" charset="-122"/>
                <a:ea typeface="微软雅黑" pitchFamily="34" charset="-122"/>
              </a:rPr>
              <a:t>具备高低电压检测、高低频率检测、总线加扰、关键存储区域加密、版图保护、功耗平滑、开启检测等多种方法来实现芯片的防逻辑攻击、芯片级的防解剖和防物理攻击的能力</a:t>
            </a:r>
            <a:endParaRPr lang="en-US" sz="1400" kern="0" dirty="0">
              <a:latin typeface="微软雅黑" pitchFamily="34" charset="-122"/>
              <a:ea typeface="微软雅黑" pitchFamily="34" charset="-122"/>
            </a:endParaRPr>
          </a:p>
        </p:txBody>
      </p:sp>
      <p:pic>
        <p:nvPicPr>
          <p:cNvPr id="34820" name="Picture 2">
            <a:extLst>
              <a:ext uri="{FF2B5EF4-FFF2-40B4-BE49-F238E27FC236}">
                <a16:creationId xmlns:a16="http://schemas.microsoft.com/office/drawing/2014/main" id="{A558F2C1-C1CB-57EB-39D9-9EDDB95C36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828800"/>
            <a:ext cx="2630488"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8" name="Picture 6">
            <a:extLst>
              <a:ext uri="{FF2B5EF4-FFF2-40B4-BE49-F238E27FC236}">
                <a16:creationId xmlns:a16="http://schemas.microsoft.com/office/drawing/2014/main" id="{5C042345-300A-AA76-9139-1EF4F63D29D3}"/>
              </a:ext>
            </a:extLst>
          </p:cNvPr>
          <p:cNvPicPr>
            <a:picLocks noChangeAspect="1" noChangeArrowheads="1"/>
          </p:cNvPicPr>
          <p:nvPr/>
        </p:nvPicPr>
        <p:blipFill>
          <a:blip r:embed="rId3"/>
          <a:srcRect/>
          <a:stretch>
            <a:fillRect/>
          </a:stretch>
        </p:blipFill>
        <p:spPr bwMode="auto">
          <a:xfrm>
            <a:off x="2286000" y="4572000"/>
            <a:ext cx="2362200" cy="762000"/>
          </a:xfrm>
          <a:prstGeom prst="rect">
            <a:avLst/>
          </a:prstGeom>
          <a:noFill/>
          <a:ln w="9525">
            <a:noFill/>
            <a:miter lim="800000"/>
            <a:headEnd/>
            <a:tailEnd/>
          </a:ln>
          <a:effectLst>
            <a:prstShdw prst="shdw17" dist="17961" dir="2700000">
              <a:schemeClr val="accent1">
                <a:gamma/>
                <a:shade val="60000"/>
                <a:invGamma/>
              </a:schemeClr>
            </a:prstShdw>
          </a:effectLst>
        </p:spPr>
      </p:pic>
      <p:sp>
        <p:nvSpPr>
          <p:cNvPr id="34822" name="灯片编号占位符 1">
            <a:extLst>
              <a:ext uri="{FF2B5EF4-FFF2-40B4-BE49-F238E27FC236}">
                <a16:creationId xmlns:a16="http://schemas.microsoft.com/office/drawing/2014/main" id="{B4260771-03C1-BFCD-BBD8-68E72593D2A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7A7D8FF5-A579-4A1B-8B8D-118DEBE8228F}" type="slidenum">
              <a:rPr lang="en-US" altLang="zh-CN" sz="1400">
                <a:solidFill>
                  <a:schemeClr val="bg1"/>
                </a:solidFill>
              </a:rPr>
              <a:pPr eaLnBrk="1" hangingPunct="1"/>
              <a:t>24</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D6B9FA1F-5F74-F250-9D9F-A47E912ACB4F}"/>
              </a:ext>
            </a:extLst>
          </p:cNvPr>
          <p:cNvSpPr>
            <a:spLocks noChangeArrowheads="1"/>
          </p:cNvSpPr>
          <p:nvPr/>
        </p:nvSpPr>
        <p:spPr bwMode="auto">
          <a:xfrm>
            <a:off x="1905000" y="457200"/>
            <a:ext cx="3886200" cy="457200"/>
          </a:xfrm>
          <a:prstGeom prst="rect">
            <a:avLst/>
          </a:prstGeom>
          <a:noFill/>
          <a:ln w="9525">
            <a:noFill/>
            <a:miter lim="800000"/>
            <a:headEnd/>
            <a:tailEnd/>
          </a:ln>
          <a:effectLst/>
        </p:spPr>
        <p:txBody>
          <a:bodyPr anchor="b"/>
          <a:lstStyle/>
          <a:p>
            <a:pPr fontAlgn="t">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核心产品：信任链</a:t>
            </a:r>
          </a:p>
        </p:txBody>
      </p:sp>
      <p:pic>
        <p:nvPicPr>
          <p:cNvPr id="3076" name="Picture 11" descr="联想　lenovo 副本">
            <a:extLst>
              <a:ext uri="{FF2B5EF4-FFF2-40B4-BE49-F238E27FC236}">
                <a16:creationId xmlns:a16="http://schemas.microsoft.com/office/drawing/2014/main" id="{B6601EED-67F9-A936-6F8E-F70C1713EC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1" y="457201"/>
            <a:ext cx="15779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组合 26">
            <a:extLst>
              <a:ext uri="{FF2B5EF4-FFF2-40B4-BE49-F238E27FC236}">
                <a16:creationId xmlns:a16="http://schemas.microsoft.com/office/drawing/2014/main" id="{32987AC0-15FA-6954-E08E-39E82DBADDC3}"/>
              </a:ext>
            </a:extLst>
          </p:cNvPr>
          <p:cNvGrpSpPr>
            <a:grpSpLocks/>
          </p:cNvGrpSpPr>
          <p:nvPr/>
        </p:nvGrpSpPr>
        <p:grpSpPr bwMode="auto">
          <a:xfrm>
            <a:off x="1600200" y="1752601"/>
            <a:ext cx="4038600" cy="4429125"/>
            <a:chOff x="76200" y="1752600"/>
            <a:chExt cx="4038600" cy="4428732"/>
          </a:xfrm>
        </p:grpSpPr>
        <p:graphicFrame>
          <p:nvGraphicFramePr>
            <p:cNvPr id="2050" name="Object 2">
              <a:extLst>
                <a:ext uri="{FF2B5EF4-FFF2-40B4-BE49-F238E27FC236}">
                  <a16:creationId xmlns:a16="http://schemas.microsoft.com/office/drawing/2014/main" id="{093CA1BB-1366-0682-2951-C9C688BE2E78}"/>
                </a:ext>
              </a:extLst>
            </p:cNvPr>
            <p:cNvGraphicFramePr>
              <a:graphicFrameLocks noChangeAspect="1"/>
            </p:cNvGraphicFramePr>
            <p:nvPr/>
          </p:nvGraphicFramePr>
          <p:xfrm>
            <a:off x="76200" y="1752600"/>
            <a:ext cx="4038600" cy="4052887"/>
          </p:xfrm>
          <a:graphic>
            <a:graphicData uri="http://schemas.openxmlformats.org/presentationml/2006/ole">
              <mc:AlternateContent xmlns:mc="http://schemas.openxmlformats.org/markup-compatibility/2006">
                <mc:Choice xmlns:v="urn:schemas-microsoft-com:vml" Requires="v">
                  <p:oleObj r:id="rId3" imgW="5937504" imgH="5316626" progId="">
                    <p:embed/>
                  </p:oleObj>
                </mc:Choice>
                <mc:Fallback>
                  <p:oleObj r:id="rId3" imgW="5937504" imgH="5316626" progId="">
                    <p:embed/>
                    <p:pic>
                      <p:nvPicPr>
                        <p:cNvPr id="2050" name="Object 2">
                          <a:extLst>
                            <a:ext uri="{FF2B5EF4-FFF2-40B4-BE49-F238E27FC236}">
                              <a16:creationId xmlns:a16="http://schemas.microsoft.com/office/drawing/2014/main" id="{093CA1BB-1366-0682-2951-C9C688BE2E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1752600"/>
                          <a:ext cx="4038600" cy="4052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00" name="Rectangle 35">
              <a:extLst>
                <a:ext uri="{FF2B5EF4-FFF2-40B4-BE49-F238E27FC236}">
                  <a16:creationId xmlns:a16="http://schemas.microsoft.com/office/drawing/2014/main" id="{9E32B51F-D84B-BB6B-CD39-4B27037BE966}"/>
                </a:ext>
              </a:extLst>
            </p:cNvPr>
            <p:cNvSpPr>
              <a:spLocks noChangeArrowheads="1"/>
            </p:cNvSpPr>
            <p:nvPr/>
          </p:nvSpPr>
          <p:spPr bwMode="auto">
            <a:xfrm>
              <a:off x="1219200" y="5867400"/>
              <a:ext cx="1143000"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36538" indent="-236538"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buClr>
                  <a:srgbClr val="FF7C23"/>
                </a:buClr>
              </a:pPr>
              <a:r>
                <a:rPr lang="zh-CN" altLang="en-US" sz="1600" b="1">
                  <a:latin typeface="微软雅黑" panose="020B0503020204020204" pitchFamily="34" charset="-122"/>
                  <a:ea typeface="微软雅黑" panose="020B0503020204020204" pitchFamily="34" charset="-122"/>
                </a:rPr>
                <a:t>技术原理</a:t>
              </a:r>
              <a:endParaRPr lang="en-US" altLang="zh-CN" sz="1600" b="1">
                <a:latin typeface="微软雅黑" panose="020B0503020204020204" pitchFamily="34" charset="-122"/>
                <a:ea typeface="微软雅黑" panose="020B0503020204020204" pitchFamily="34" charset="-122"/>
              </a:endParaRPr>
            </a:p>
          </p:txBody>
        </p:sp>
      </p:grpSp>
      <p:grpSp>
        <p:nvGrpSpPr>
          <p:cNvPr id="3" name="组合 27">
            <a:extLst>
              <a:ext uri="{FF2B5EF4-FFF2-40B4-BE49-F238E27FC236}">
                <a16:creationId xmlns:a16="http://schemas.microsoft.com/office/drawing/2014/main" id="{D9E2934D-4322-91EC-0DC6-DB11A7695C75}"/>
              </a:ext>
            </a:extLst>
          </p:cNvPr>
          <p:cNvGrpSpPr>
            <a:grpSpLocks/>
          </p:cNvGrpSpPr>
          <p:nvPr/>
        </p:nvGrpSpPr>
        <p:grpSpPr bwMode="auto">
          <a:xfrm>
            <a:off x="5791200" y="1295401"/>
            <a:ext cx="4800600" cy="5051425"/>
            <a:chOff x="4267200" y="1295400"/>
            <a:chExt cx="4800600" cy="5051286"/>
          </a:xfrm>
        </p:grpSpPr>
        <p:sp>
          <p:nvSpPr>
            <p:cNvPr id="6" name="Rectangle 3">
              <a:extLst>
                <a:ext uri="{FF2B5EF4-FFF2-40B4-BE49-F238E27FC236}">
                  <a16:creationId xmlns:a16="http://schemas.microsoft.com/office/drawing/2014/main" id="{AEF8077C-2164-0CE1-A52D-5008F377D0D5}"/>
                </a:ext>
              </a:extLst>
            </p:cNvPr>
            <p:cNvSpPr txBox="1">
              <a:spLocks noChangeArrowheads="1"/>
            </p:cNvSpPr>
            <p:nvPr/>
          </p:nvSpPr>
          <p:spPr>
            <a:xfrm>
              <a:off x="4267200" y="1295400"/>
              <a:ext cx="4800600" cy="1828750"/>
            </a:xfrm>
            <a:prstGeom prst="rect">
              <a:avLst/>
            </a:prstGeom>
          </p:spPr>
          <p:txBody>
            <a:bodyPr/>
            <a:lstStyle/>
            <a:p>
              <a:pPr marL="177800" indent="-177800">
                <a:spcBef>
                  <a:spcPct val="20000"/>
                </a:spcBef>
                <a:tabLst>
                  <a:tab pos="177800" algn="l"/>
                </a:tabLst>
                <a:defRPr/>
              </a:pPr>
              <a:r>
                <a:rPr lang="en-US" altLang="zh-CN" sz="1200" b="1" kern="0" dirty="0">
                  <a:solidFill>
                    <a:srgbClr val="FF0000"/>
                  </a:solidFill>
                  <a:latin typeface="Times New Roman" pitchFamily="18" charset="0"/>
                  <a:cs typeface="Times New Roman" pitchFamily="18" charset="0"/>
                </a:rPr>
                <a:t>BIOS</a:t>
              </a:r>
              <a:r>
                <a:rPr lang="zh-CN" altLang="en-US" sz="1200" b="1" kern="0" dirty="0">
                  <a:solidFill>
                    <a:srgbClr val="FF0000"/>
                  </a:solidFill>
                  <a:latin typeface="宋体" pitchFamily="2" charset="-122"/>
                  <a:cs typeface="Times New Roman" pitchFamily="18" charset="0"/>
                </a:rPr>
                <a:t>修复</a:t>
              </a:r>
              <a:r>
                <a:rPr lang="en-US" altLang="zh-CN" sz="1200" b="1" kern="0" dirty="0">
                  <a:solidFill>
                    <a:srgbClr val="FF0000"/>
                  </a:solidFill>
                  <a:latin typeface="宋体" pitchFamily="2" charset="-122"/>
                  <a:cs typeface="Times New Roman" pitchFamily="18" charset="0"/>
                </a:rPr>
                <a:t>(</a:t>
              </a:r>
              <a:r>
                <a:rPr lang="en-US" altLang="zh-CN" sz="1200" b="1" kern="0" dirty="0">
                  <a:solidFill>
                    <a:srgbClr val="FF0000"/>
                  </a:solidFill>
                  <a:latin typeface="Times New Roman" pitchFamily="18" charset="0"/>
                  <a:cs typeface="Times New Roman" pitchFamily="18" charset="0"/>
                </a:rPr>
                <a:t>BIOS</a:t>
              </a:r>
              <a:r>
                <a:rPr lang="zh-CN" altLang="en-US" sz="1200" b="1" kern="0" dirty="0">
                  <a:solidFill>
                    <a:srgbClr val="FF0000"/>
                  </a:solidFill>
                  <a:latin typeface="宋体" pitchFamily="2" charset="-122"/>
                </a:rPr>
                <a:t>代码</a:t>
              </a:r>
              <a:r>
                <a:rPr lang="en-US" altLang="zh-CN" sz="1200" b="1" kern="0" dirty="0">
                  <a:solidFill>
                    <a:srgbClr val="FF0000"/>
                  </a:solidFill>
                  <a:latin typeface="宋体" pitchFamily="2" charset="-122"/>
                </a:rPr>
                <a:t>)</a:t>
              </a:r>
              <a:r>
                <a:rPr lang="zh-CN" altLang="en-US" sz="1200" b="1" kern="0" dirty="0">
                  <a:solidFill>
                    <a:srgbClr val="FF0000"/>
                  </a:solidFill>
                </a:rPr>
                <a:t>：</a:t>
              </a:r>
              <a:r>
                <a:rPr lang="zh-CN" altLang="en-US" sz="1200" b="1" kern="0" dirty="0">
                  <a:latin typeface="宋体" pitchFamily="2" charset="-122"/>
                </a:rPr>
                <a:t>在</a:t>
              </a:r>
              <a:r>
                <a:rPr lang="en-US" altLang="zh-CN" sz="1200" b="1" kern="0" dirty="0">
                  <a:latin typeface="Times New Roman" pitchFamily="18" charset="0"/>
                </a:rPr>
                <a:t>BIOS</a:t>
              </a:r>
              <a:r>
                <a:rPr lang="zh-CN" altLang="en-US" sz="1200" b="1" kern="0" dirty="0">
                  <a:latin typeface="宋体" pitchFamily="2" charset="-122"/>
                </a:rPr>
                <a:t>中添加检查代码，在计算机启动中对</a:t>
              </a:r>
              <a:r>
                <a:rPr lang="en-US" altLang="zh-CN" sz="1200" b="1" kern="0" dirty="0">
                  <a:latin typeface="Times New Roman" pitchFamily="18" charset="0"/>
                </a:rPr>
                <a:t>BIOS</a:t>
              </a:r>
              <a:r>
                <a:rPr lang="zh-CN" altLang="en-US" sz="1200" b="1" kern="0" dirty="0">
                  <a:latin typeface="宋体" pitchFamily="2" charset="-122"/>
                </a:rPr>
                <a:t>本身和存放在</a:t>
              </a:r>
              <a:r>
                <a:rPr lang="en-US" altLang="zh-CN" sz="1200" b="1" kern="0" dirty="0">
                  <a:latin typeface="Times New Roman" pitchFamily="18" charset="0"/>
                </a:rPr>
                <a:t>HPA</a:t>
              </a:r>
              <a:r>
                <a:rPr lang="zh-CN" altLang="en-US" sz="1200" b="1" kern="0" dirty="0">
                  <a:latin typeface="宋体" pitchFamily="2" charset="-122"/>
                </a:rPr>
                <a:t>中的自检模块的完整性进行检测。</a:t>
              </a:r>
              <a:r>
                <a:rPr lang="zh-CN" altLang="en-US" sz="1200" b="1" kern="0" dirty="0"/>
                <a:t> </a:t>
              </a:r>
            </a:p>
            <a:p>
              <a:pPr marL="177800" indent="-177800">
                <a:spcBef>
                  <a:spcPct val="20000"/>
                </a:spcBef>
                <a:tabLst>
                  <a:tab pos="177800" algn="l"/>
                </a:tabLst>
                <a:defRPr/>
              </a:pPr>
              <a:r>
                <a:rPr lang="zh-CN" altLang="en-US" sz="1200" b="1" kern="0" dirty="0">
                  <a:solidFill>
                    <a:srgbClr val="FF0000"/>
                  </a:solidFill>
                  <a:latin typeface="宋体" pitchFamily="2" charset="-122"/>
                </a:rPr>
                <a:t>硬盘信息修复模块</a:t>
              </a:r>
              <a:r>
                <a:rPr lang="zh-CN" altLang="en-US" sz="1200" b="1" kern="0" dirty="0">
                  <a:solidFill>
                    <a:srgbClr val="FF0000"/>
                  </a:solidFill>
                </a:rPr>
                <a:t>：</a:t>
              </a:r>
              <a:r>
                <a:rPr lang="zh-CN" altLang="en-US" sz="1200" b="1" kern="0" dirty="0">
                  <a:latin typeface="宋体" pitchFamily="2" charset="-122"/>
                </a:rPr>
                <a:t>在</a:t>
              </a:r>
              <a:r>
                <a:rPr lang="en-US" altLang="zh-CN" sz="1200" b="1" kern="0" dirty="0">
                  <a:latin typeface="Times New Roman" pitchFamily="18" charset="0"/>
                </a:rPr>
                <a:t>BIOS</a:t>
              </a:r>
              <a:r>
                <a:rPr lang="zh-CN" altLang="en-US" sz="1200" b="1" kern="0" dirty="0">
                  <a:latin typeface="宋体" pitchFamily="2" charset="-122"/>
                </a:rPr>
                <a:t>引导</a:t>
              </a:r>
              <a:r>
                <a:rPr lang="en-US" altLang="zh-CN" sz="1200" b="1" kern="0" dirty="0">
                  <a:latin typeface="Times New Roman" pitchFamily="18" charset="0"/>
                </a:rPr>
                <a:t>HPA</a:t>
              </a:r>
              <a:r>
                <a:rPr lang="zh-CN" altLang="en-US" sz="1200" b="1" kern="0" dirty="0">
                  <a:latin typeface="宋体" pitchFamily="2" charset="-122"/>
                </a:rPr>
                <a:t>中修复程序，对硬盘的主引导分区、分区信息和</a:t>
              </a:r>
              <a:r>
                <a:rPr lang="en-US" altLang="zh-CN" sz="1200" b="1" kern="0" dirty="0">
                  <a:latin typeface="宋体" pitchFamily="2" charset="-122"/>
                </a:rPr>
                <a:t>OS</a:t>
              </a:r>
              <a:r>
                <a:rPr lang="zh-CN" altLang="en-US" sz="1200" b="1" kern="0" dirty="0">
                  <a:latin typeface="宋体" pitchFamily="2" charset="-122"/>
                </a:rPr>
                <a:t>引导程序进行完整性检查和修复。</a:t>
              </a:r>
              <a:r>
                <a:rPr lang="zh-CN" altLang="en-US" sz="1200" b="1" kern="0" dirty="0"/>
                <a:t> </a:t>
              </a:r>
            </a:p>
            <a:p>
              <a:pPr marL="177800" indent="-177800">
                <a:spcBef>
                  <a:spcPct val="20000"/>
                </a:spcBef>
                <a:tabLst>
                  <a:tab pos="177800" algn="l"/>
                </a:tabLst>
                <a:defRPr/>
              </a:pPr>
              <a:r>
                <a:rPr lang="zh-CN" altLang="en-US" sz="1200" b="1" kern="0" dirty="0">
                  <a:solidFill>
                    <a:srgbClr val="FF0000"/>
                  </a:solidFill>
                </a:rPr>
                <a:t>系统内核智能修复：</a:t>
              </a:r>
              <a:r>
                <a:rPr lang="en-US" altLang="zh-CN" sz="1200" b="1" kern="0" dirty="0"/>
                <a:t>OS</a:t>
              </a:r>
              <a:r>
                <a:rPr lang="zh-CN" altLang="en-US" sz="1200" b="1" kern="0" dirty="0"/>
                <a:t>启动前，通过</a:t>
              </a:r>
              <a:r>
                <a:rPr lang="en-US" altLang="zh-CN" sz="1200" b="1" kern="0" dirty="0"/>
                <a:t>LEOS</a:t>
              </a:r>
              <a:r>
                <a:rPr lang="zh-CN" altLang="en-US" sz="1200" b="1" kern="0" dirty="0"/>
                <a:t>系统对</a:t>
              </a:r>
              <a:r>
                <a:rPr lang="en-US" altLang="zh-CN" sz="1200" b="1" kern="0" dirty="0"/>
                <a:t>OS</a:t>
              </a:r>
              <a:r>
                <a:rPr lang="zh-CN" altLang="en-US" sz="1200" b="1" kern="0" dirty="0"/>
                <a:t>启动和运行文件进行完整性检查，并可以从</a:t>
              </a:r>
              <a:r>
                <a:rPr lang="en-US" altLang="zh-CN" sz="1200" b="1" kern="0" dirty="0"/>
                <a:t>HPA</a:t>
              </a:r>
              <a:r>
                <a:rPr lang="zh-CN" altLang="en-US" sz="1200" b="1" kern="0" dirty="0"/>
                <a:t>中读取备份进行修复。</a:t>
              </a:r>
            </a:p>
            <a:p>
              <a:pPr marL="177800" indent="-177800">
                <a:spcBef>
                  <a:spcPct val="20000"/>
                </a:spcBef>
                <a:tabLst>
                  <a:tab pos="177800" algn="l"/>
                </a:tabLst>
                <a:defRPr/>
              </a:pPr>
              <a:r>
                <a:rPr lang="zh-CN" altLang="en-US" sz="1200" b="1" kern="0" dirty="0">
                  <a:solidFill>
                    <a:srgbClr val="FF0000"/>
                  </a:solidFill>
                </a:rPr>
                <a:t>系统智能防护：</a:t>
              </a:r>
              <a:r>
                <a:rPr lang="zh-CN" altLang="en-US" sz="1200" b="1" kern="0" dirty="0">
                  <a:latin typeface="宋体" pitchFamily="2" charset="-122"/>
                </a:rPr>
                <a:t>在</a:t>
              </a:r>
              <a:r>
                <a:rPr lang="en-US" altLang="zh-CN" sz="1200" b="1" kern="0" dirty="0">
                  <a:latin typeface="宋体" pitchFamily="2" charset="-122"/>
                </a:rPr>
                <a:t>OS</a:t>
              </a:r>
              <a:r>
                <a:rPr lang="zh-CN" altLang="en-US" sz="1200" b="1" kern="0" dirty="0">
                  <a:latin typeface="宋体" pitchFamily="2" charset="-122"/>
                </a:rPr>
                <a:t>运行中，通过文件截获引擎、注册表截获引擎等底层模块，截获对系统文件的访问、修改行为，自动判断系统文件的完整性，如果发现破坏则自动从</a:t>
              </a:r>
              <a:r>
                <a:rPr lang="en-US" altLang="zh-CN" sz="1200" b="1" kern="0" dirty="0">
                  <a:latin typeface="Times New Roman" pitchFamily="18" charset="0"/>
                </a:rPr>
                <a:t>HPA</a:t>
              </a:r>
              <a:r>
                <a:rPr lang="zh-CN" altLang="en-US" sz="1200" b="1" kern="0" dirty="0">
                  <a:latin typeface="宋体" pitchFamily="2" charset="-122"/>
                </a:rPr>
                <a:t>中读取正确信息进行修复。</a:t>
              </a:r>
              <a:r>
                <a:rPr lang="zh-CN" altLang="en-US" sz="1200" b="1" kern="0" dirty="0"/>
                <a:t> </a:t>
              </a:r>
            </a:p>
          </p:txBody>
        </p:sp>
        <p:sp>
          <p:nvSpPr>
            <p:cNvPr id="3081" name="Rectangle 22">
              <a:extLst>
                <a:ext uri="{FF2B5EF4-FFF2-40B4-BE49-F238E27FC236}">
                  <a16:creationId xmlns:a16="http://schemas.microsoft.com/office/drawing/2014/main" id="{694C0B21-8FFE-477F-4700-94FC8717A00C}"/>
                </a:ext>
              </a:extLst>
            </p:cNvPr>
            <p:cNvSpPr>
              <a:spLocks noChangeArrowheads="1"/>
            </p:cNvSpPr>
            <p:nvPr/>
          </p:nvSpPr>
          <p:spPr bwMode="auto">
            <a:xfrm>
              <a:off x="4267200" y="5638800"/>
              <a:ext cx="48006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7800" indent="-177800"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accent2"/>
                </a:buClr>
                <a:buFont typeface="Wingdings" panose="05000000000000000000" pitchFamily="2" charset="2"/>
                <a:buChar char="o"/>
              </a:pPr>
              <a:r>
                <a:rPr lang="zh-CN" altLang="en-US" sz="1200" b="1"/>
                <a:t>为可靠有效实现一键恢复功能，硬盘在出厂前已划分出一块约为</a:t>
              </a:r>
              <a:r>
                <a:rPr lang="en-US" altLang="zh-CN" sz="1200" b="1"/>
                <a:t>3G</a:t>
              </a:r>
              <a:r>
                <a:rPr lang="zh-CN" altLang="en-US" sz="1200" b="1"/>
                <a:t>的分区，用以存放硬盘镜像文件以及一键恢复程序文件。出于安全考虑，该分区是隐含的，在</a:t>
              </a:r>
              <a:r>
                <a:rPr lang="en-US" altLang="zh-CN" sz="1200" b="1"/>
                <a:t>BIOS</a:t>
              </a:r>
              <a:r>
                <a:rPr lang="zh-CN" altLang="en-US" sz="1200" b="1"/>
                <a:t>及操作系统中均不可见</a:t>
              </a:r>
              <a:r>
                <a:rPr lang="zh-CN" altLang="en-US" sz="1600" b="1"/>
                <a:t>。</a:t>
              </a:r>
            </a:p>
          </p:txBody>
        </p:sp>
        <p:grpSp>
          <p:nvGrpSpPr>
            <p:cNvPr id="3082" name="组合 7">
              <a:extLst>
                <a:ext uri="{FF2B5EF4-FFF2-40B4-BE49-F238E27FC236}">
                  <a16:creationId xmlns:a16="http://schemas.microsoft.com/office/drawing/2014/main" id="{0A4CC9C3-0363-A885-393C-B0BACCF9D3CF}"/>
                </a:ext>
              </a:extLst>
            </p:cNvPr>
            <p:cNvGrpSpPr>
              <a:grpSpLocks/>
            </p:cNvGrpSpPr>
            <p:nvPr/>
          </p:nvGrpSpPr>
          <p:grpSpPr bwMode="auto">
            <a:xfrm>
              <a:off x="4267200" y="3304401"/>
              <a:ext cx="4800600" cy="2258199"/>
              <a:chOff x="4114800" y="3304401"/>
              <a:chExt cx="4800600" cy="2258199"/>
            </a:xfrm>
          </p:grpSpPr>
          <p:sp>
            <p:nvSpPr>
              <p:cNvPr id="3084" name="Text Box 10">
                <a:extLst>
                  <a:ext uri="{FF2B5EF4-FFF2-40B4-BE49-F238E27FC236}">
                    <a16:creationId xmlns:a16="http://schemas.microsoft.com/office/drawing/2014/main" id="{B926BF2D-55D6-8E0B-DA94-49158171148C}"/>
                  </a:ext>
                </a:extLst>
              </p:cNvPr>
              <p:cNvSpPr txBox="1">
                <a:spLocks noChangeArrowheads="1"/>
              </p:cNvSpPr>
              <p:nvPr/>
            </p:nvSpPr>
            <p:spPr bwMode="auto">
              <a:xfrm flipH="1">
                <a:off x="4114800" y="3710940"/>
                <a:ext cx="76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200" b="1"/>
                  <a:t>执行</a:t>
                </a:r>
              </a:p>
            </p:txBody>
          </p:sp>
          <p:sp>
            <p:nvSpPr>
              <p:cNvPr id="3085" name="Rectangle 4">
                <a:extLst>
                  <a:ext uri="{FF2B5EF4-FFF2-40B4-BE49-F238E27FC236}">
                    <a16:creationId xmlns:a16="http://schemas.microsoft.com/office/drawing/2014/main" id="{BD2E99BE-E625-F539-78BA-486441DAC87D}"/>
                  </a:ext>
                </a:extLst>
              </p:cNvPr>
              <p:cNvSpPr>
                <a:spLocks noChangeArrowheads="1"/>
              </p:cNvSpPr>
              <p:nvPr/>
            </p:nvSpPr>
            <p:spPr bwMode="auto">
              <a:xfrm>
                <a:off x="4572000" y="4676001"/>
                <a:ext cx="1752600" cy="475212"/>
              </a:xfrm>
              <a:prstGeom prst="rect">
                <a:avLst/>
              </a:prstGeom>
              <a:solidFill>
                <a:schemeClr val="accent1"/>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t>BIOS</a:t>
                </a:r>
              </a:p>
            </p:txBody>
          </p:sp>
          <p:sp>
            <p:nvSpPr>
              <p:cNvPr id="3086" name="Rectangle 5">
                <a:extLst>
                  <a:ext uri="{FF2B5EF4-FFF2-40B4-BE49-F238E27FC236}">
                    <a16:creationId xmlns:a16="http://schemas.microsoft.com/office/drawing/2014/main" id="{44807B5B-ABAA-D407-52CF-7279617CE95F}"/>
                  </a:ext>
                </a:extLst>
              </p:cNvPr>
              <p:cNvSpPr>
                <a:spLocks noChangeArrowheads="1"/>
              </p:cNvSpPr>
              <p:nvPr/>
            </p:nvSpPr>
            <p:spPr bwMode="auto">
              <a:xfrm>
                <a:off x="4572000" y="3990201"/>
                <a:ext cx="1752600" cy="475212"/>
              </a:xfrm>
              <a:prstGeom prst="rect">
                <a:avLst/>
              </a:prstGeom>
              <a:solidFill>
                <a:srgbClr val="00FF00"/>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00" b="1"/>
                  <a:t>LEOS</a:t>
                </a:r>
              </a:p>
            </p:txBody>
          </p:sp>
          <p:sp>
            <p:nvSpPr>
              <p:cNvPr id="3087" name="Rectangle 6">
                <a:extLst>
                  <a:ext uri="{FF2B5EF4-FFF2-40B4-BE49-F238E27FC236}">
                    <a16:creationId xmlns:a16="http://schemas.microsoft.com/office/drawing/2014/main" id="{FC67400F-A3A1-E4F3-D3FE-F445D47E6419}"/>
                  </a:ext>
                </a:extLst>
              </p:cNvPr>
              <p:cNvSpPr>
                <a:spLocks noChangeArrowheads="1"/>
              </p:cNvSpPr>
              <p:nvPr/>
            </p:nvSpPr>
            <p:spPr bwMode="auto">
              <a:xfrm>
                <a:off x="4572000" y="3304401"/>
                <a:ext cx="1752600" cy="475212"/>
              </a:xfrm>
              <a:prstGeom prst="rect">
                <a:avLst/>
              </a:prstGeom>
              <a:solidFill>
                <a:srgbClr val="FF6600"/>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600" b="1"/>
                  <a:t>一键恢复应用</a:t>
                </a:r>
              </a:p>
            </p:txBody>
          </p:sp>
          <p:sp>
            <p:nvSpPr>
              <p:cNvPr id="3088" name="AutoShape 7">
                <a:extLst>
                  <a:ext uri="{FF2B5EF4-FFF2-40B4-BE49-F238E27FC236}">
                    <a16:creationId xmlns:a16="http://schemas.microsoft.com/office/drawing/2014/main" id="{34464FD9-C91C-1884-B9C5-939E5C548369}"/>
                  </a:ext>
                </a:extLst>
              </p:cNvPr>
              <p:cNvSpPr>
                <a:spLocks noChangeArrowheads="1"/>
              </p:cNvSpPr>
              <p:nvPr/>
            </p:nvSpPr>
            <p:spPr bwMode="auto">
              <a:xfrm rot="10800000">
                <a:off x="6324600" y="4066401"/>
                <a:ext cx="228600" cy="881380"/>
              </a:xfrm>
              <a:prstGeom prst="curvedRightArrow">
                <a:avLst>
                  <a:gd name="adj1" fmla="val 74987"/>
                  <a:gd name="adj2" fmla="val 149992"/>
                  <a:gd name="adj3" fmla="val 33333"/>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089" name="Text Box 8">
                <a:extLst>
                  <a:ext uri="{FF2B5EF4-FFF2-40B4-BE49-F238E27FC236}">
                    <a16:creationId xmlns:a16="http://schemas.microsoft.com/office/drawing/2014/main" id="{F1FD16E2-7075-088D-28BC-FD9919D12530}"/>
                  </a:ext>
                </a:extLst>
              </p:cNvPr>
              <p:cNvSpPr txBox="1">
                <a:spLocks noChangeArrowheads="1"/>
              </p:cNvSpPr>
              <p:nvPr/>
            </p:nvSpPr>
            <p:spPr bwMode="auto">
              <a:xfrm>
                <a:off x="6629400" y="4355068"/>
                <a:ext cx="152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1200" b="1">
                    <a:solidFill>
                      <a:srgbClr val="002060"/>
                    </a:solidFill>
                  </a:rPr>
                  <a:t>引导</a:t>
                </a:r>
              </a:p>
            </p:txBody>
          </p:sp>
          <p:sp>
            <p:nvSpPr>
              <p:cNvPr id="3090" name="AutoShape 9">
                <a:extLst>
                  <a:ext uri="{FF2B5EF4-FFF2-40B4-BE49-F238E27FC236}">
                    <a16:creationId xmlns:a16="http://schemas.microsoft.com/office/drawing/2014/main" id="{59951E01-B962-5849-2C74-99CC9CA253EE}"/>
                  </a:ext>
                </a:extLst>
              </p:cNvPr>
              <p:cNvSpPr>
                <a:spLocks noChangeArrowheads="1"/>
              </p:cNvSpPr>
              <p:nvPr/>
            </p:nvSpPr>
            <p:spPr bwMode="auto">
              <a:xfrm rot="10800000">
                <a:off x="4267200" y="3456801"/>
                <a:ext cx="304800" cy="914400"/>
              </a:xfrm>
              <a:prstGeom prst="curvedLeftArrow">
                <a:avLst>
                  <a:gd name="adj1" fmla="val 72000"/>
                  <a:gd name="adj2" fmla="val 144000"/>
                  <a:gd name="adj3" fmla="val 21481"/>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091" name="AutoShape 12">
                <a:extLst>
                  <a:ext uri="{FF2B5EF4-FFF2-40B4-BE49-F238E27FC236}">
                    <a16:creationId xmlns:a16="http://schemas.microsoft.com/office/drawing/2014/main" id="{0C915D5B-EEEA-B45B-212C-984699A24697}"/>
                  </a:ext>
                </a:extLst>
              </p:cNvPr>
              <p:cNvSpPr>
                <a:spLocks noChangeArrowheads="1"/>
              </p:cNvSpPr>
              <p:nvPr/>
            </p:nvSpPr>
            <p:spPr bwMode="auto">
              <a:xfrm>
                <a:off x="5257800" y="5133201"/>
                <a:ext cx="381000" cy="228600"/>
              </a:xfrm>
              <a:prstGeom prst="upArrow">
                <a:avLst>
                  <a:gd name="adj1" fmla="val 50000"/>
                  <a:gd name="adj2" fmla="val 4037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092" name="Text Box 13">
                <a:extLst>
                  <a:ext uri="{FF2B5EF4-FFF2-40B4-BE49-F238E27FC236}">
                    <a16:creationId xmlns:a16="http://schemas.microsoft.com/office/drawing/2014/main" id="{078C483E-F357-194D-3050-B557F797E500}"/>
                  </a:ext>
                </a:extLst>
              </p:cNvPr>
              <p:cNvSpPr txBox="1">
                <a:spLocks noChangeArrowheads="1"/>
              </p:cNvSpPr>
              <p:nvPr/>
            </p:nvSpPr>
            <p:spPr bwMode="auto">
              <a:xfrm>
                <a:off x="4724400" y="5377934"/>
                <a:ext cx="1447800"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200" b="1">
                    <a:solidFill>
                      <a:srgbClr val="002060"/>
                    </a:solidFill>
                  </a:rPr>
                  <a:t>键盘触发恢复事件</a:t>
                </a:r>
              </a:p>
            </p:txBody>
          </p:sp>
          <p:sp>
            <p:nvSpPr>
              <p:cNvPr id="3093" name="AutoShape 14">
                <a:extLst>
                  <a:ext uri="{FF2B5EF4-FFF2-40B4-BE49-F238E27FC236}">
                    <a16:creationId xmlns:a16="http://schemas.microsoft.com/office/drawing/2014/main" id="{C72DCB0D-68B2-65A4-05D9-4A0C6514F2C6}"/>
                  </a:ext>
                </a:extLst>
              </p:cNvPr>
              <p:cNvSpPr>
                <a:spLocks noChangeArrowheads="1"/>
              </p:cNvSpPr>
              <p:nvPr/>
            </p:nvSpPr>
            <p:spPr bwMode="auto">
              <a:xfrm>
                <a:off x="7239000" y="3432002"/>
                <a:ext cx="1066800" cy="1230336"/>
              </a:xfrm>
              <a:prstGeom prst="can">
                <a:avLst>
                  <a:gd name="adj" fmla="val 31251"/>
                </a:avLst>
              </a:prstGeom>
              <a:solidFill>
                <a:srgbClr val="FF9900"/>
              </a:solidFill>
              <a:ln w="9525">
                <a:solidFill>
                  <a:schemeClr val="tx1"/>
                </a:solidFill>
                <a:round/>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094" name="AutoShape 16">
                <a:extLst>
                  <a:ext uri="{FF2B5EF4-FFF2-40B4-BE49-F238E27FC236}">
                    <a16:creationId xmlns:a16="http://schemas.microsoft.com/office/drawing/2014/main" id="{205A707E-3F24-C222-FC59-C61F75A6F817}"/>
                  </a:ext>
                </a:extLst>
              </p:cNvPr>
              <p:cNvSpPr>
                <a:spLocks noChangeArrowheads="1"/>
              </p:cNvSpPr>
              <p:nvPr/>
            </p:nvSpPr>
            <p:spPr bwMode="auto">
              <a:xfrm>
                <a:off x="7239000" y="3907214"/>
                <a:ext cx="1066800" cy="1045786"/>
              </a:xfrm>
              <a:prstGeom prst="can">
                <a:avLst>
                  <a:gd name="adj" fmla="val 31250"/>
                </a:avLst>
              </a:prstGeom>
              <a:solidFill>
                <a:srgbClr val="339966"/>
              </a:solidFill>
              <a:ln w="9525">
                <a:solidFill>
                  <a:schemeClr val="tx1"/>
                </a:solidFill>
                <a:round/>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095" name="AutoShape 17">
                <a:extLst>
                  <a:ext uri="{FF2B5EF4-FFF2-40B4-BE49-F238E27FC236}">
                    <a16:creationId xmlns:a16="http://schemas.microsoft.com/office/drawing/2014/main" id="{C9F31AE0-32C7-8A30-8C52-1368368CFB78}"/>
                  </a:ext>
                </a:extLst>
              </p:cNvPr>
              <p:cNvSpPr>
                <a:spLocks/>
              </p:cNvSpPr>
              <p:nvPr/>
            </p:nvSpPr>
            <p:spPr bwMode="auto">
              <a:xfrm>
                <a:off x="8305800" y="3581400"/>
                <a:ext cx="76200" cy="554414"/>
              </a:xfrm>
              <a:prstGeom prst="rightBrace">
                <a:avLst>
                  <a:gd name="adj1" fmla="val 58341"/>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096" name="Text Box 18">
                <a:extLst>
                  <a:ext uri="{FF2B5EF4-FFF2-40B4-BE49-F238E27FC236}">
                    <a16:creationId xmlns:a16="http://schemas.microsoft.com/office/drawing/2014/main" id="{B0A7C451-CE1B-7C27-F87D-7DF90A961CFB}"/>
                  </a:ext>
                </a:extLst>
              </p:cNvPr>
              <p:cNvSpPr txBox="1">
                <a:spLocks noChangeArrowheads="1"/>
              </p:cNvSpPr>
              <p:nvPr/>
            </p:nvSpPr>
            <p:spPr bwMode="auto">
              <a:xfrm>
                <a:off x="8458200" y="3657600"/>
                <a:ext cx="457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1200" b="1">
                    <a:solidFill>
                      <a:srgbClr val="002060"/>
                    </a:solidFill>
                  </a:rPr>
                  <a:t>3G</a:t>
                </a:r>
                <a:r>
                  <a:rPr lang="zh-CN" altLang="en-US" sz="1200" b="1">
                    <a:solidFill>
                      <a:srgbClr val="002060"/>
                    </a:solidFill>
                  </a:rPr>
                  <a:t>保留空间</a:t>
                </a:r>
              </a:p>
            </p:txBody>
          </p:sp>
          <p:sp>
            <p:nvSpPr>
              <p:cNvPr id="3097" name="Line 19">
                <a:extLst>
                  <a:ext uri="{FF2B5EF4-FFF2-40B4-BE49-F238E27FC236}">
                    <a16:creationId xmlns:a16="http://schemas.microsoft.com/office/drawing/2014/main" id="{746FA2FC-87FA-7B20-7F3F-F40FD4D9AE5C}"/>
                  </a:ext>
                </a:extLst>
              </p:cNvPr>
              <p:cNvSpPr>
                <a:spLocks noChangeShapeType="1"/>
              </p:cNvSpPr>
              <p:nvPr/>
            </p:nvSpPr>
            <p:spPr bwMode="auto">
              <a:xfrm>
                <a:off x="6324600" y="3462805"/>
                <a:ext cx="838200" cy="194795"/>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98" name="Line 20">
                <a:extLst>
                  <a:ext uri="{FF2B5EF4-FFF2-40B4-BE49-F238E27FC236}">
                    <a16:creationId xmlns:a16="http://schemas.microsoft.com/office/drawing/2014/main" id="{9F595336-8E93-1C22-8A36-A8754B81491E}"/>
                  </a:ext>
                </a:extLst>
              </p:cNvPr>
              <p:cNvSpPr>
                <a:spLocks noChangeShapeType="1"/>
              </p:cNvSpPr>
              <p:nvPr/>
            </p:nvSpPr>
            <p:spPr bwMode="auto">
              <a:xfrm flipV="1">
                <a:off x="6324600" y="3962399"/>
                <a:ext cx="838200" cy="450828"/>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99" name="Line 23">
                <a:extLst>
                  <a:ext uri="{FF2B5EF4-FFF2-40B4-BE49-F238E27FC236}">
                    <a16:creationId xmlns:a16="http://schemas.microsoft.com/office/drawing/2014/main" id="{77DA8FCF-4794-8811-547E-18DB1520344C}"/>
                  </a:ext>
                </a:extLst>
              </p:cNvPr>
              <p:cNvSpPr>
                <a:spLocks noChangeShapeType="1"/>
              </p:cNvSpPr>
              <p:nvPr/>
            </p:nvSpPr>
            <p:spPr bwMode="auto">
              <a:xfrm flipV="1">
                <a:off x="7086600" y="4175623"/>
                <a:ext cx="0" cy="50037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083" name="Rectangle 35">
              <a:extLst>
                <a:ext uri="{FF2B5EF4-FFF2-40B4-BE49-F238E27FC236}">
                  <a16:creationId xmlns:a16="http://schemas.microsoft.com/office/drawing/2014/main" id="{C3997AF5-B5B1-2400-8B12-7439DF1EF6CB}"/>
                </a:ext>
              </a:extLst>
            </p:cNvPr>
            <p:cNvSpPr>
              <a:spLocks noChangeArrowheads="1"/>
            </p:cNvSpPr>
            <p:nvPr/>
          </p:nvSpPr>
          <p:spPr bwMode="auto">
            <a:xfrm>
              <a:off x="7086600" y="5105400"/>
              <a:ext cx="1676400"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236538" indent="-236538"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buClr>
                  <a:srgbClr val="FF7C23"/>
                </a:buClr>
              </a:pPr>
              <a:r>
                <a:rPr lang="zh-CN" altLang="en-US" sz="1600" b="1">
                  <a:latin typeface="微软雅黑" panose="020B0503020204020204" pitchFamily="34" charset="-122"/>
                  <a:ea typeface="微软雅黑" panose="020B0503020204020204" pitchFamily="34" charset="-122"/>
                </a:rPr>
                <a:t>联想信任链系统</a:t>
              </a:r>
              <a:endParaRPr lang="en-US" altLang="zh-CN" sz="1600" b="1">
                <a:latin typeface="微软雅黑" panose="020B0503020204020204" pitchFamily="34" charset="-122"/>
                <a:ea typeface="微软雅黑" panose="020B0503020204020204" pitchFamily="34" charset="-122"/>
              </a:endParaRPr>
            </a:p>
          </p:txBody>
        </p:sp>
      </p:grpSp>
      <p:sp>
        <p:nvSpPr>
          <p:cNvPr id="3079" name="灯片编号占位符 1">
            <a:extLst>
              <a:ext uri="{FF2B5EF4-FFF2-40B4-BE49-F238E27FC236}">
                <a16:creationId xmlns:a16="http://schemas.microsoft.com/office/drawing/2014/main" id="{0C6EF98C-7FD5-E4B6-C014-A03E0715B45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A276DDD7-2E20-4F22-866F-BB313D9BC5F4}" type="slidenum">
              <a:rPr lang="en-US" altLang="zh-CN" sz="1400">
                <a:solidFill>
                  <a:schemeClr val="bg1"/>
                </a:solidFill>
              </a:rPr>
              <a:pPr eaLnBrk="1" hangingPunct="1"/>
              <a:t>25</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灯片编号占位符 1">
            <a:extLst>
              <a:ext uri="{FF2B5EF4-FFF2-40B4-BE49-F238E27FC236}">
                <a16:creationId xmlns:a16="http://schemas.microsoft.com/office/drawing/2014/main" id="{FA33C330-FCBB-538F-7C35-91F2C23E548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D1115C05-F942-4A68-9973-F3A973CAB4BB}" type="slidenum">
              <a:rPr lang="en-US" altLang="zh-CN" sz="1400">
                <a:solidFill>
                  <a:schemeClr val="bg1"/>
                </a:solidFill>
              </a:rPr>
              <a:pPr eaLnBrk="1" hangingPunct="1"/>
              <a:t>26</a:t>
            </a:fld>
            <a:endParaRPr lang="en-US" altLang="zh-CN" sz="1400">
              <a:solidFill>
                <a:schemeClr val="bg1"/>
              </a:solidFill>
            </a:endParaRPr>
          </a:p>
        </p:txBody>
      </p:sp>
      <p:sp>
        <p:nvSpPr>
          <p:cNvPr id="5" name="Rectangle 6">
            <a:extLst>
              <a:ext uri="{FF2B5EF4-FFF2-40B4-BE49-F238E27FC236}">
                <a16:creationId xmlns:a16="http://schemas.microsoft.com/office/drawing/2014/main" id="{8EB4020A-5AF3-5D7F-21CB-7CCEB98F2391}"/>
              </a:ext>
            </a:extLst>
          </p:cNvPr>
          <p:cNvSpPr>
            <a:spLocks noChangeArrowheads="1"/>
          </p:cNvSpPr>
          <p:nvPr/>
        </p:nvSpPr>
        <p:spPr bwMode="auto">
          <a:xfrm>
            <a:off x="1752600" y="1143001"/>
            <a:ext cx="3810000" cy="5078313"/>
          </a:xfrm>
          <a:prstGeom prst="rect">
            <a:avLst/>
          </a:prstGeom>
          <a:noFill/>
          <a:ln w="9525">
            <a:noFill/>
            <a:miter lim="800000"/>
            <a:headEnd/>
            <a:tailEnd/>
          </a:ln>
          <a:effectLst/>
        </p:spPr>
        <p:txBody>
          <a:bodyPr>
            <a:spAutoFit/>
          </a:bodyPr>
          <a:lstStyle/>
          <a:p>
            <a:pPr lvl="1" indent="-368300">
              <a:defRPr/>
            </a:pPr>
            <a:r>
              <a:rPr lang="zh-CN" altLang="en-US" sz="2400" b="1" dirty="0">
                <a:latin typeface="黑体" pitchFamily="2" charset="-122"/>
                <a:ea typeface="黑体" pitchFamily="2" charset="-122"/>
              </a:rPr>
              <a:t>台式机</a:t>
            </a:r>
          </a:p>
          <a:p>
            <a:pPr marL="628650" lvl="2" indent="-176213">
              <a:buFont typeface="Wingdings" pitchFamily="2" charset="2"/>
              <a:buChar char="ü"/>
              <a:defRPr/>
            </a:pPr>
            <a:r>
              <a:rPr lang="zh-CN" altLang="en-US" sz="1400" b="1" dirty="0">
                <a:solidFill>
                  <a:srgbClr val="002060"/>
                </a:solidFill>
                <a:latin typeface="微软雅黑" pitchFamily="34" charset="-122"/>
                <a:ea typeface="微软雅黑" pitchFamily="34" charset="-122"/>
              </a:rPr>
              <a:t>联想 </a:t>
            </a:r>
            <a:r>
              <a:rPr lang="en-US" altLang="zh-CN" sz="1400" b="1" dirty="0" err="1">
                <a:solidFill>
                  <a:srgbClr val="002060"/>
                </a:solidFill>
                <a:latin typeface="微软雅黑" pitchFamily="34" charset="-122"/>
                <a:ea typeface="微软雅黑" pitchFamily="34" charset="-122"/>
              </a:rPr>
              <a:t>Thinkcenter</a:t>
            </a:r>
            <a:r>
              <a:rPr lang="en-US" altLang="zh-CN" sz="1400" b="1" dirty="0">
                <a:solidFill>
                  <a:srgbClr val="002060"/>
                </a:solidFill>
                <a:latin typeface="微软雅黑" pitchFamily="34" charset="-122"/>
                <a:ea typeface="微软雅黑" pitchFamily="34" charset="-122"/>
              </a:rPr>
              <a:t> M4000T/M6000T/M8000T </a:t>
            </a:r>
            <a:r>
              <a:rPr lang="zh-CN" altLang="en-US" sz="1400" b="1" dirty="0">
                <a:solidFill>
                  <a:srgbClr val="002060"/>
                </a:solidFill>
                <a:latin typeface="微软雅黑" pitchFamily="34" charset="-122"/>
                <a:ea typeface="微软雅黑" pitchFamily="34" charset="-122"/>
              </a:rPr>
              <a:t>台式机</a:t>
            </a:r>
            <a:endParaRPr lang="en-US" altLang="zh-CN" sz="1400" b="1" dirty="0">
              <a:solidFill>
                <a:srgbClr val="002060"/>
              </a:solidFill>
              <a:latin typeface="微软雅黑" pitchFamily="34" charset="-122"/>
              <a:ea typeface="微软雅黑" pitchFamily="34" charset="-122"/>
            </a:endParaRPr>
          </a:p>
          <a:p>
            <a:pPr marL="628650" lvl="2" indent="-176213">
              <a:buFont typeface="Wingdings" pitchFamily="2" charset="2"/>
              <a:buChar char="ü"/>
              <a:defRPr/>
            </a:pPr>
            <a:r>
              <a:rPr lang="zh-CN" altLang="en-US" sz="1400" b="1" dirty="0">
                <a:solidFill>
                  <a:srgbClr val="002060"/>
                </a:solidFill>
                <a:latin typeface="微软雅黑" pitchFamily="34" charset="-122"/>
                <a:ea typeface="微软雅黑" pitchFamily="34" charset="-122"/>
              </a:rPr>
              <a:t>方正 君逸 </a:t>
            </a:r>
            <a:r>
              <a:rPr lang="en-US" altLang="zh-CN" sz="1400" b="1" dirty="0">
                <a:solidFill>
                  <a:srgbClr val="002060"/>
                </a:solidFill>
                <a:latin typeface="微软雅黑" pitchFamily="34" charset="-122"/>
                <a:ea typeface="微软雅黑" pitchFamily="34" charset="-122"/>
              </a:rPr>
              <a:t>M530/M580 </a:t>
            </a:r>
            <a:r>
              <a:rPr lang="zh-CN" altLang="en-US" sz="1400" b="1" dirty="0">
                <a:solidFill>
                  <a:srgbClr val="002060"/>
                </a:solidFill>
                <a:latin typeface="微软雅黑" pitchFamily="34" charset="-122"/>
                <a:ea typeface="微软雅黑" pitchFamily="34" charset="-122"/>
              </a:rPr>
              <a:t>台式机</a:t>
            </a:r>
            <a:endParaRPr lang="en-US" altLang="zh-CN" sz="1400" b="1" dirty="0">
              <a:solidFill>
                <a:srgbClr val="002060"/>
              </a:solidFill>
              <a:latin typeface="微软雅黑" pitchFamily="34" charset="-122"/>
              <a:ea typeface="微软雅黑" pitchFamily="34" charset="-122"/>
            </a:endParaRPr>
          </a:p>
          <a:p>
            <a:pPr marL="628650" lvl="2" indent="-176213">
              <a:buFont typeface="Wingdings" pitchFamily="2" charset="2"/>
              <a:buChar char="ü"/>
              <a:defRPr/>
            </a:pPr>
            <a:r>
              <a:rPr lang="zh-CN" altLang="en-US" sz="1400" b="1" dirty="0">
                <a:solidFill>
                  <a:srgbClr val="002060"/>
                </a:solidFill>
                <a:latin typeface="微软雅黑" pitchFamily="34" charset="-122"/>
                <a:ea typeface="微软雅黑" pitchFamily="34" charset="-122"/>
              </a:rPr>
              <a:t>同方 超翔</a:t>
            </a:r>
            <a:r>
              <a:rPr lang="en-US" altLang="zh-CN" sz="1400" b="1" dirty="0">
                <a:solidFill>
                  <a:srgbClr val="002060"/>
                </a:solidFill>
                <a:latin typeface="微软雅黑" pitchFamily="34" charset="-122"/>
                <a:ea typeface="微软雅黑" pitchFamily="34" charset="-122"/>
              </a:rPr>
              <a:t>/</a:t>
            </a:r>
            <a:r>
              <a:rPr lang="zh-CN" altLang="en-US" sz="1400" b="1" dirty="0">
                <a:solidFill>
                  <a:srgbClr val="002060"/>
                </a:solidFill>
                <a:latin typeface="微软雅黑" pitchFamily="34" charset="-122"/>
                <a:ea typeface="微软雅黑" pitchFamily="34" charset="-122"/>
              </a:rPr>
              <a:t>超越台式机</a:t>
            </a:r>
            <a:endParaRPr lang="en-US" altLang="zh-CN" sz="1400" b="1" dirty="0">
              <a:solidFill>
                <a:srgbClr val="002060"/>
              </a:solidFill>
              <a:latin typeface="微软雅黑" pitchFamily="34" charset="-122"/>
              <a:ea typeface="微软雅黑" pitchFamily="34" charset="-122"/>
            </a:endParaRPr>
          </a:p>
          <a:p>
            <a:pPr marL="628650" lvl="2" indent="-176213">
              <a:buFont typeface="Wingdings" pitchFamily="2" charset="2"/>
              <a:buChar char="ü"/>
              <a:defRPr/>
            </a:pPr>
            <a:r>
              <a:rPr lang="zh-CN" altLang="en-US" sz="1400" b="1" dirty="0">
                <a:solidFill>
                  <a:srgbClr val="002060"/>
                </a:solidFill>
                <a:latin typeface="微软雅黑" pitchFamily="34" charset="-122"/>
                <a:ea typeface="微软雅黑" pitchFamily="34" charset="-122"/>
              </a:rPr>
              <a:t>长城安全电脑台式机</a:t>
            </a:r>
          </a:p>
          <a:p>
            <a:pPr lvl="2">
              <a:defRPr/>
            </a:pPr>
            <a:endParaRPr lang="zh-CN" altLang="en-US" dirty="0">
              <a:latin typeface="Arial" charset="0"/>
              <a:ea typeface="宋体" charset="-122"/>
            </a:endParaRPr>
          </a:p>
          <a:p>
            <a:pPr lvl="1" indent="-368300">
              <a:defRPr/>
            </a:pPr>
            <a:endParaRPr lang="en-US" altLang="zh-CN" sz="2000" b="1" dirty="0">
              <a:latin typeface="黑体" pitchFamily="2" charset="-122"/>
              <a:ea typeface="黑体" pitchFamily="2" charset="-122"/>
            </a:endParaRPr>
          </a:p>
          <a:p>
            <a:pPr lvl="1" indent="-368300">
              <a:defRPr/>
            </a:pPr>
            <a:r>
              <a:rPr lang="zh-CN" altLang="en-US" sz="2400" b="1" dirty="0">
                <a:latin typeface="黑体" pitchFamily="2" charset="-122"/>
                <a:ea typeface="黑体" pitchFamily="2" charset="-122"/>
              </a:rPr>
              <a:t>笔记本</a:t>
            </a:r>
          </a:p>
          <a:p>
            <a:pPr marL="628650" lvl="2" indent="-176213">
              <a:buFont typeface="Wingdings" pitchFamily="2" charset="2"/>
              <a:buChar char="ü"/>
              <a:defRPr/>
            </a:pPr>
            <a:r>
              <a:rPr lang="zh-CN" altLang="en-US" sz="1400" b="1" dirty="0">
                <a:solidFill>
                  <a:srgbClr val="002060"/>
                </a:solidFill>
                <a:latin typeface="微软雅黑" pitchFamily="34" charset="-122"/>
                <a:ea typeface="微软雅黑" pitchFamily="34" charset="-122"/>
              </a:rPr>
              <a:t>联想</a:t>
            </a:r>
            <a:r>
              <a:rPr lang="en-US" altLang="zh-CN" sz="1400" b="1" dirty="0">
                <a:solidFill>
                  <a:srgbClr val="002060"/>
                </a:solidFill>
                <a:latin typeface="微软雅黑" pitchFamily="34" charset="-122"/>
                <a:ea typeface="微软雅黑" pitchFamily="34" charset="-122"/>
              </a:rPr>
              <a:t> </a:t>
            </a:r>
            <a:r>
              <a:rPr lang="zh-CN" altLang="en-US" sz="1400" b="1" dirty="0">
                <a:solidFill>
                  <a:srgbClr val="002060"/>
                </a:solidFill>
                <a:latin typeface="微软雅黑" pitchFamily="34" charset="-122"/>
                <a:ea typeface="微软雅黑" pitchFamily="34" charset="-122"/>
              </a:rPr>
              <a:t>昭阳 </a:t>
            </a:r>
            <a:r>
              <a:rPr lang="en-US" altLang="zh-CN" sz="1400" b="1" dirty="0">
                <a:solidFill>
                  <a:srgbClr val="002060"/>
                </a:solidFill>
                <a:latin typeface="微软雅黑" pitchFamily="34" charset="-122"/>
                <a:ea typeface="微软雅黑" pitchFamily="34" charset="-122"/>
              </a:rPr>
              <a:t>K43A  </a:t>
            </a:r>
            <a:r>
              <a:rPr lang="zh-CN" altLang="en-US" sz="1400" b="1" dirty="0">
                <a:solidFill>
                  <a:srgbClr val="002060"/>
                </a:solidFill>
                <a:latin typeface="微软雅黑" pitchFamily="34" charset="-122"/>
                <a:ea typeface="微软雅黑" pitchFamily="34" charset="-122"/>
              </a:rPr>
              <a:t>笔记本</a:t>
            </a:r>
            <a:endParaRPr lang="en-US" altLang="zh-CN" sz="1400" b="1" dirty="0">
              <a:solidFill>
                <a:srgbClr val="002060"/>
              </a:solidFill>
              <a:latin typeface="微软雅黑" pitchFamily="34" charset="-122"/>
              <a:ea typeface="微软雅黑" pitchFamily="34" charset="-122"/>
            </a:endParaRPr>
          </a:p>
          <a:p>
            <a:pPr marL="628650" lvl="2" indent="-176213">
              <a:buFont typeface="Wingdings" pitchFamily="2" charset="2"/>
              <a:buChar char="ü"/>
              <a:defRPr/>
            </a:pPr>
            <a:r>
              <a:rPr lang="en-US" altLang="zh-CN" sz="1400" b="1" dirty="0">
                <a:solidFill>
                  <a:srgbClr val="002060"/>
                </a:solidFill>
                <a:latin typeface="微软雅黑" pitchFamily="34" charset="-122"/>
                <a:ea typeface="微软雅黑" pitchFamily="34" charset="-122"/>
              </a:rPr>
              <a:t>Dell Latitude E4310</a:t>
            </a:r>
            <a:r>
              <a:rPr lang="zh-CN" altLang="en-US" sz="1400" b="1" dirty="0">
                <a:solidFill>
                  <a:srgbClr val="002060"/>
                </a:solidFill>
                <a:latin typeface="微软雅黑" pitchFamily="34" charset="-122"/>
                <a:ea typeface="微软雅黑" pitchFamily="34" charset="-122"/>
              </a:rPr>
              <a:t>笔记本</a:t>
            </a:r>
            <a:endParaRPr lang="en-US" altLang="zh-CN" sz="1400" b="1" dirty="0">
              <a:solidFill>
                <a:srgbClr val="002060"/>
              </a:solidFill>
              <a:latin typeface="微软雅黑" pitchFamily="34" charset="-122"/>
              <a:ea typeface="微软雅黑" pitchFamily="34" charset="-122"/>
            </a:endParaRPr>
          </a:p>
          <a:p>
            <a:pPr marL="628650" lvl="2" indent="-176213">
              <a:buFont typeface="Wingdings" pitchFamily="2" charset="2"/>
              <a:buChar char="ü"/>
              <a:defRPr/>
            </a:pPr>
            <a:r>
              <a:rPr lang="zh-CN" altLang="en-US" sz="1400" b="1" dirty="0">
                <a:solidFill>
                  <a:srgbClr val="002060"/>
                </a:solidFill>
                <a:latin typeface="微软雅黑" pitchFamily="34" charset="-122"/>
                <a:ea typeface="微软雅黑" pitchFamily="34" charset="-122"/>
              </a:rPr>
              <a:t>研祥</a:t>
            </a:r>
            <a:r>
              <a:rPr lang="en-US" altLang="zh-CN" sz="1400" b="1" dirty="0">
                <a:solidFill>
                  <a:srgbClr val="002060"/>
                </a:solidFill>
                <a:latin typeface="微软雅黑" pitchFamily="34" charset="-122"/>
                <a:ea typeface="微软雅黑" pitchFamily="34" charset="-122"/>
              </a:rPr>
              <a:t>JIN1401</a:t>
            </a:r>
            <a:r>
              <a:rPr lang="zh-CN" altLang="en-US" sz="1400" b="1" dirty="0">
                <a:solidFill>
                  <a:srgbClr val="002060"/>
                </a:solidFill>
                <a:latin typeface="微软雅黑" pitchFamily="34" charset="-122"/>
                <a:ea typeface="微软雅黑" pitchFamily="34" charset="-122"/>
              </a:rPr>
              <a:t>加固笔记本</a:t>
            </a:r>
          </a:p>
          <a:p>
            <a:pPr lvl="1">
              <a:defRPr/>
            </a:pPr>
            <a:endParaRPr lang="zh-CN" altLang="en-US" dirty="0">
              <a:latin typeface="Arial" charset="0"/>
              <a:ea typeface="宋体" charset="-122"/>
            </a:endParaRPr>
          </a:p>
          <a:p>
            <a:pPr lvl="1">
              <a:defRPr/>
            </a:pPr>
            <a:endParaRPr lang="zh-CN" altLang="en-US" dirty="0">
              <a:latin typeface="Arial" charset="0"/>
              <a:ea typeface="宋体" charset="-122"/>
            </a:endParaRPr>
          </a:p>
          <a:p>
            <a:pPr lvl="1" indent="-368300">
              <a:defRPr/>
            </a:pPr>
            <a:endParaRPr lang="en-US" altLang="zh-CN" sz="2000" b="1" dirty="0">
              <a:latin typeface="黑体" pitchFamily="2" charset="-122"/>
              <a:ea typeface="黑体" pitchFamily="2" charset="-122"/>
            </a:endParaRPr>
          </a:p>
          <a:p>
            <a:pPr lvl="1" indent="-368300">
              <a:defRPr/>
            </a:pPr>
            <a:r>
              <a:rPr lang="zh-CN" altLang="en-US" sz="2400" b="1" dirty="0">
                <a:latin typeface="黑体" pitchFamily="2" charset="-122"/>
                <a:ea typeface="黑体" pitchFamily="2" charset="-122"/>
              </a:rPr>
              <a:t>服务器</a:t>
            </a:r>
          </a:p>
          <a:p>
            <a:pPr marL="628650" lvl="2" indent="-176213">
              <a:buFont typeface="Wingdings" pitchFamily="2" charset="2"/>
              <a:buChar char="ü"/>
              <a:defRPr/>
            </a:pPr>
            <a:r>
              <a:rPr lang="zh-CN" altLang="en-US" sz="1400" b="1" dirty="0">
                <a:solidFill>
                  <a:srgbClr val="002060"/>
                </a:solidFill>
                <a:latin typeface="微软雅黑" pitchFamily="34" charset="-122"/>
                <a:ea typeface="微软雅黑" pitchFamily="34" charset="-122"/>
              </a:rPr>
              <a:t>联想 </a:t>
            </a:r>
            <a:r>
              <a:rPr lang="en-US" altLang="zh-CN" sz="1400" b="1" dirty="0">
                <a:solidFill>
                  <a:srgbClr val="002060"/>
                </a:solidFill>
                <a:latin typeface="微软雅黑" pitchFamily="34" charset="-122"/>
                <a:ea typeface="微软雅黑" pitchFamily="34" charset="-122"/>
              </a:rPr>
              <a:t>R525 G3</a:t>
            </a:r>
            <a:r>
              <a:rPr lang="zh-CN" altLang="en-US" sz="1400" b="1" dirty="0">
                <a:solidFill>
                  <a:srgbClr val="002060"/>
                </a:solidFill>
                <a:latin typeface="微软雅黑" pitchFamily="34" charset="-122"/>
                <a:ea typeface="微软雅黑" pitchFamily="34" charset="-122"/>
              </a:rPr>
              <a:t>服务器</a:t>
            </a:r>
            <a:endParaRPr lang="en-US" altLang="zh-CN" sz="1400" b="1" dirty="0">
              <a:solidFill>
                <a:srgbClr val="002060"/>
              </a:solidFill>
              <a:latin typeface="微软雅黑" pitchFamily="34" charset="-122"/>
              <a:ea typeface="微软雅黑" pitchFamily="34" charset="-122"/>
            </a:endParaRPr>
          </a:p>
          <a:p>
            <a:pPr marL="628650" lvl="2" indent="-176213">
              <a:buFont typeface="Wingdings" pitchFamily="2" charset="2"/>
              <a:buChar char="ü"/>
              <a:defRPr/>
            </a:pPr>
            <a:r>
              <a:rPr lang="zh-CN" altLang="en-US" sz="1400" b="1" dirty="0">
                <a:solidFill>
                  <a:srgbClr val="002060"/>
                </a:solidFill>
                <a:latin typeface="微软雅黑" pitchFamily="34" charset="-122"/>
                <a:ea typeface="微软雅黑" pitchFamily="34" charset="-122"/>
              </a:rPr>
              <a:t>麒麟天机存储服务器</a:t>
            </a:r>
          </a:p>
          <a:p>
            <a:pPr lvl="1">
              <a:defRPr/>
            </a:pPr>
            <a:endParaRPr lang="zh-CN" altLang="en-US" dirty="0">
              <a:latin typeface="Arial" charset="0"/>
              <a:ea typeface="宋体" charset="-122"/>
            </a:endParaRPr>
          </a:p>
        </p:txBody>
      </p:sp>
      <p:pic>
        <p:nvPicPr>
          <p:cNvPr id="6" name="Picture 4">
            <a:extLst>
              <a:ext uri="{FF2B5EF4-FFF2-40B4-BE49-F238E27FC236}">
                <a16:creationId xmlns:a16="http://schemas.microsoft.com/office/drawing/2014/main" id="{46904D07-4527-C8A6-44B2-B2A28E5A2359}"/>
              </a:ext>
            </a:extLst>
          </p:cNvPr>
          <p:cNvPicPr>
            <a:picLocks noChangeAspect="1" noChangeArrowheads="1"/>
          </p:cNvPicPr>
          <p:nvPr/>
        </p:nvPicPr>
        <p:blipFill>
          <a:blip r:embed="rId2"/>
          <a:srcRect/>
          <a:stretch>
            <a:fillRect/>
          </a:stretch>
        </p:blipFill>
        <p:spPr bwMode="auto">
          <a:xfrm>
            <a:off x="5410200" y="4495800"/>
            <a:ext cx="2590800" cy="838200"/>
          </a:xfrm>
          <a:prstGeom prst="rect">
            <a:avLst/>
          </a:prstGeom>
          <a:ln>
            <a:noFill/>
          </a:ln>
          <a:effectLst>
            <a:outerShdw blurRad="292100" dist="139700" dir="2700000" algn="tl" rotWithShape="0">
              <a:srgbClr val="333333">
                <a:alpha val="65000"/>
              </a:srgbClr>
            </a:outerShdw>
          </a:effectLst>
        </p:spPr>
      </p:pic>
      <p:pic>
        <p:nvPicPr>
          <p:cNvPr id="4102" name="Picture 4" descr="20081208122431913.jpg">
            <a:extLst>
              <a:ext uri="{FF2B5EF4-FFF2-40B4-BE49-F238E27FC236}">
                <a16:creationId xmlns:a16="http://schemas.microsoft.com/office/drawing/2014/main" id="{655F450A-E02C-0281-E73A-AF3EC88D6D4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486400" y="990600"/>
            <a:ext cx="1447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3" name="Picture 8">
            <a:extLst>
              <a:ext uri="{FF2B5EF4-FFF2-40B4-BE49-F238E27FC236}">
                <a16:creationId xmlns:a16="http://schemas.microsoft.com/office/drawing/2014/main" id="{86583FFD-DAEB-0B7B-E103-CBF4D0DED2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56706" t="83167" r="31483" b="13063"/>
          <a:stretch>
            <a:fillRect/>
          </a:stretch>
        </p:blipFill>
        <p:spPr bwMode="auto">
          <a:xfrm>
            <a:off x="2078038" y="6019800"/>
            <a:ext cx="1655762"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4" name="Picture 9">
            <a:extLst>
              <a:ext uri="{FF2B5EF4-FFF2-40B4-BE49-F238E27FC236}">
                <a16:creationId xmlns:a16="http://schemas.microsoft.com/office/drawing/2014/main" id="{10502F9F-29D0-C60F-8B13-2AA387B9E5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7878" t="17958" r="30923" b="77501"/>
          <a:stretch>
            <a:fillRect/>
          </a:stretch>
        </p:blipFill>
        <p:spPr bwMode="auto">
          <a:xfrm>
            <a:off x="4189414" y="6019801"/>
            <a:ext cx="1220787"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5" name="Picture 10">
            <a:extLst>
              <a:ext uri="{FF2B5EF4-FFF2-40B4-BE49-F238E27FC236}">
                <a16:creationId xmlns:a16="http://schemas.microsoft.com/office/drawing/2014/main" id="{F2AC2C84-5474-82BA-CFF4-F1B8399F528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80325" t="22667" r="5222" b="71124"/>
          <a:stretch>
            <a:fillRect/>
          </a:stretch>
        </p:blipFill>
        <p:spPr bwMode="auto">
          <a:xfrm>
            <a:off x="5862638" y="6019801"/>
            <a:ext cx="1223962"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6" name="Picture 11">
            <a:extLst>
              <a:ext uri="{FF2B5EF4-FFF2-40B4-BE49-F238E27FC236}">
                <a16:creationId xmlns:a16="http://schemas.microsoft.com/office/drawing/2014/main" id="{80892EB7-3D48-24EB-2C10-78F39F6D929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l="19739" t="10396" r="65742" b="79021"/>
          <a:stretch>
            <a:fillRect/>
          </a:stretch>
        </p:blipFill>
        <p:spPr bwMode="auto">
          <a:xfrm>
            <a:off x="7540626" y="5843588"/>
            <a:ext cx="1222375"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7" name="Picture 13">
            <a:extLst>
              <a:ext uri="{FF2B5EF4-FFF2-40B4-BE49-F238E27FC236}">
                <a16:creationId xmlns:a16="http://schemas.microsoft.com/office/drawing/2014/main" id="{2D829184-183F-014B-58D6-96FA5C130C3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l="12592" t="13916" r="81679" b="77292"/>
          <a:stretch>
            <a:fillRect/>
          </a:stretch>
        </p:blipFill>
        <p:spPr bwMode="auto">
          <a:xfrm>
            <a:off x="9359900" y="5791201"/>
            <a:ext cx="698500"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8" name="Picture 15">
            <a:extLst>
              <a:ext uri="{FF2B5EF4-FFF2-40B4-BE49-F238E27FC236}">
                <a16:creationId xmlns:a16="http://schemas.microsoft.com/office/drawing/2014/main" id="{B6F92FF0-3BF8-837A-519E-198C9D8DF4B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96200" y="2819400"/>
            <a:ext cx="12954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ctangle 2">
            <a:extLst>
              <a:ext uri="{FF2B5EF4-FFF2-40B4-BE49-F238E27FC236}">
                <a16:creationId xmlns:a16="http://schemas.microsoft.com/office/drawing/2014/main" id="{6876851F-354D-BE86-D5C9-8817295EA8F2}"/>
              </a:ext>
            </a:extLst>
          </p:cNvPr>
          <p:cNvSpPr>
            <a:spLocks noChangeArrowheads="1"/>
          </p:cNvSpPr>
          <p:nvPr/>
        </p:nvSpPr>
        <p:spPr bwMode="auto">
          <a:xfrm>
            <a:off x="1828801" y="381000"/>
            <a:ext cx="4799013" cy="457200"/>
          </a:xfrm>
          <a:prstGeom prst="rect">
            <a:avLst/>
          </a:prstGeom>
          <a:noFill/>
          <a:ln w="9525">
            <a:noFill/>
            <a:miter lim="800000"/>
            <a:headEnd/>
            <a:tailEnd/>
          </a:ln>
          <a:effectLst/>
        </p:spPr>
        <p:txBody>
          <a:bodyPr anchor="b"/>
          <a:lstStyle/>
          <a:p>
            <a:pPr fontAlgn="t">
              <a:lnSpc>
                <a:spcPts val="3200"/>
              </a:lnSpc>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基于</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TCM</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的可信计算产品体系</a:t>
            </a:r>
          </a:p>
        </p:txBody>
      </p:sp>
      <p:grpSp>
        <p:nvGrpSpPr>
          <p:cNvPr id="4110" name="Group 36">
            <a:extLst>
              <a:ext uri="{FF2B5EF4-FFF2-40B4-BE49-F238E27FC236}">
                <a16:creationId xmlns:a16="http://schemas.microsoft.com/office/drawing/2014/main" id="{061F4584-8112-A0D1-3ABA-74D195B9571D}"/>
              </a:ext>
            </a:extLst>
          </p:cNvPr>
          <p:cNvGrpSpPr>
            <a:grpSpLocks/>
          </p:cNvGrpSpPr>
          <p:nvPr/>
        </p:nvGrpSpPr>
        <p:grpSpPr bwMode="auto">
          <a:xfrm>
            <a:off x="7086601" y="990600"/>
            <a:ext cx="887413" cy="1296988"/>
            <a:chOff x="1872" y="576"/>
            <a:chExt cx="1088" cy="1569"/>
          </a:xfrm>
        </p:grpSpPr>
        <p:pic>
          <p:nvPicPr>
            <p:cNvPr id="4127" name="Picture 20" descr="IMG_0780">
              <a:extLst>
                <a:ext uri="{FF2B5EF4-FFF2-40B4-BE49-F238E27FC236}">
                  <a16:creationId xmlns:a16="http://schemas.microsoft.com/office/drawing/2014/main" id="{F7599FDC-6EFA-8663-2735-A31F7751D10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t="19501"/>
            <a:stretch>
              <a:fillRect/>
            </a:stretch>
          </p:blipFill>
          <p:spPr bwMode="auto">
            <a:xfrm>
              <a:off x="1872" y="576"/>
              <a:ext cx="1088" cy="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28" name="Rectangle 21">
              <a:extLst>
                <a:ext uri="{FF2B5EF4-FFF2-40B4-BE49-F238E27FC236}">
                  <a16:creationId xmlns:a16="http://schemas.microsoft.com/office/drawing/2014/main" id="{44E2F375-E2D4-AFD2-938E-AD08E97368FB}"/>
                </a:ext>
              </a:extLst>
            </p:cNvPr>
            <p:cNvSpPr>
              <a:spLocks noChangeArrowheads="1"/>
            </p:cNvSpPr>
            <p:nvPr/>
          </p:nvSpPr>
          <p:spPr bwMode="auto">
            <a:xfrm>
              <a:off x="1917" y="1963"/>
              <a:ext cx="1043"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t>同方银联理财电脑 </a:t>
              </a:r>
            </a:p>
          </p:txBody>
        </p:sp>
      </p:grpSp>
      <p:grpSp>
        <p:nvGrpSpPr>
          <p:cNvPr id="4111" name="Group 40">
            <a:extLst>
              <a:ext uri="{FF2B5EF4-FFF2-40B4-BE49-F238E27FC236}">
                <a16:creationId xmlns:a16="http://schemas.microsoft.com/office/drawing/2014/main" id="{14C0614C-D510-E26E-88CE-6AD62BE6177E}"/>
              </a:ext>
            </a:extLst>
          </p:cNvPr>
          <p:cNvGrpSpPr>
            <a:grpSpLocks/>
          </p:cNvGrpSpPr>
          <p:nvPr/>
        </p:nvGrpSpPr>
        <p:grpSpPr bwMode="auto">
          <a:xfrm>
            <a:off x="8077201" y="990601"/>
            <a:ext cx="1127125" cy="1304925"/>
            <a:chOff x="3771" y="290"/>
            <a:chExt cx="1315" cy="1297"/>
          </a:xfrm>
        </p:grpSpPr>
        <p:graphicFrame>
          <p:nvGraphicFramePr>
            <p:cNvPr id="4098" name="Object 2">
              <a:extLst>
                <a:ext uri="{FF2B5EF4-FFF2-40B4-BE49-F238E27FC236}">
                  <a16:creationId xmlns:a16="http://schemas.microsoft.com/office/drawing/2014/main" id="{AE7C42F7-0118-A03C-BEAA-CE473E0BE09C}"/>
                </a:ext>
              </a:extLst>
            </p:cNvPr>
            <p:cNvGraphicFramePr>
              <a:graphicFrameLocks noChangeAspect="1"/>
            </p:cNvGraphicFramePr>
            <p:nvPr/>
          </p:nvGraphicFramePr>
          <p:xfrm>
            <a:off x="3771" y="290"/>
            <a:ext cx="1315" cy="1162"/>
          </p:xfrm>
          <a:graphic>
            <a:graphicData uri="http://schemas.openxmlformats.org/presentationml/2006/ole">
              <mc:AlternateContent xmlns:mc="http://schemas.openxmlformats.org/markup-compatibility/2006">
                <mc:Choice xmlns:v="urn:schemas-microsoft-com:vml" Requires="v">
                  <p:oleObj name="图片" r:id="rId11" imgW="2734200" imgH="1711800" progId="Word.Picture.8">
                    <p:embed/>
                  </p:oleObj>
                </mc:Choice>
                <mc:Fallback>
                  <p:oleObj name="图片" r:id="rId11" imgW="2734200" imgH="1711800" progId="Word.Picture.8">
                    <p:embed/>
                    <p:pic>
                      <p:nvPicPr>
                        <p:cNvPr id="4098" name="Object 2">
                          <a:extLst>
                            <a:ext uri="{FF2B5EF4-FFF2-40B4-BE49-F238E27FC236}">
                              <a16:creationId xmlns:a16="http://schemas.microsoft.com/office/drawing/2014/main" id="{AE7C42F7-0118-A03C-BEAA-CE473E0BE09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71" y="290"/>
                          <a:ext cx="1315" cy="1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26" name="Rectangle 9">
              <a:extLst>
                <a:ext uri="{FF2B5EF4-FFF2-40B4-BE49-F238E27FC236}">
                  <a16:creationId xmlns:a16="http://schemas.microsoft.com/office/drawing/2014/main" id="{B43D2B94-5010-F666-811B-F3A49FC68B8B}"/>
                </a:ext>
              </a:extLst>
            </p:cNvPr>
            <p:cNvSpPr>
              <a:spLocks noChangeArrowheads="1"/>
            </p:cNvSpPr>
            <p:nvPr/>
          </p:nvSpPr>
          <p:spPr bwMode="auto">
            <a:xfrm>
              <a:off x="4246" y="1435"/>
              <a:ext cx="654" cy="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t>君逸</a:t>
              </a:r>
              <a:r>
                <a:rPr lang="en-US" altLang="zh-CN" sz="1000" b="1"/>
                <a:t>M530 </a:t>
              </a:r>
            </a:p>
          </p:txBody>
        </p:sp>
      </p:grpSp>
      <p:pic>
        <p:nvPicPr>
          <p:cNvPr id="4112" name="Picture 11" descr="新图像">
            <a:extLst>
              <a:ext uri="{FF2B5EF4-FFF2-40B4-BE49-F238E27FC236}">
                <a16:creationId xmlns:a16="http://schemas.microsoft.com/office/drawing/2014/main" id="{7E55172C-F4BF-83A7-2009-A72DD211FDDA}"/>
              </a:ext>
            </a:extLst>
          </p:cNvPr>
          <p:cNvPicPr>
            <a:picLocks noChangeAspect="1" noChangeArrowheads="1"/>
          </p:cNvPicPr>
          <p:nvPr/>
        </p:nvPicPr>
        <p:blipFill>
          <a:blip r:embed="rId13">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9296401" y="1143000"/>
            <a:ext cx="116522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13" name="Rectangle 12">
            <a:extLst>
              <a:ext uri="{FF2B5EF4-FFF2-40B4-BE49-F238E27FC236}">
                <a16:creationId xmlns:a16="http://schemas.microsoft.com/office/drawing/2014/main" id="{1B00EBE8-CF04-C43B-746E-63365F014A92}"/>
              </a:ext>
            </a:extLst>
          </p:cNvPr>
          <p:cNvSpPr>
            <a:spLocks noChangeArrowheads="1"/>
          </p:cNvSpPr>
          <p:nvPr/>
        </p:nvSpPr>
        <p:spPr bwMode="auto">
          <a:xfrm>
            <a:off x="7848601" y="3886201"/>
            <a:ext cx="854075"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b="1"/>
              <a:t>DELL </a:t>
            </a:r>
            <a:r>
              <a:rPr lang="en-US" altLang="zh-CN" sz="1000" b="1">
                <a:latin typeface="微软雅黑" panose="020B0503020204020204" pitchFamily="34" charset="-122"/>
                <a:ea typeface="微软雅黑" panose="020B0503020204020204" pitchFamily="34" charset="-122"/>
              </a:rPr>
              <a:t>E4310</a:t>
            </a:r>
            <a:endParaRPr lang="en-US" altLang="zh-CN" sz="1000" b="1"/>
          </a:p>
        </p:txBody>
      </p:sp>
      <p:grpSp>
        <p:nvGrpSpPr>
          <p:cNvPr id="4114" name="Group 44">
            <a:extLst>
              <a:ext uri="{FF2B5EF4-FFF2-40B4-BE49-F238E27FC236}">
                <a16:creationId xmlns:a16="http://schemas.microsoft.com/office/drawing/2014/main" id="{1C6E818A-7274-436E-FE5D-0BB4AACBB778}"/>
              </a:ext>
            </a:extLst>
          </p:cNvPr>
          <p:cNvGrpSpPr>
            <a:grpSpLocks/>
          </p:cNvGrpSpPr>
          <p:nvPr/>
        </p:nvGrpSpPr>
        <p:grpSpPr bwMode="auto">
          <a:xfrm>
            <a:off x="9140826" y="2667001"/>
            <a:ext cx="1527175" cy="1433513"/>
            <a:chOff x="3648" y="3120"/>
            <a:chExt cx="962" cy="925"/>
          </a:xfrm>
        </p:grpSpPr>
        <p:pic>
          <p:nvPicPr>
            <p:cNvPr id="4124" name="Picture 30" descr="6 拷贝">
              <a:extLst>
                <a:ext uri="{FF2B5EF4-FFF2-40B4-BE49-F238E27FC236}">
                  <a16:creationId xmlns:a16="http://schemas.microsoft.com/office/drawing/2014/main" id="{F86B1A1D-2A31-F6B3-767F-6013A1F21B6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48" y="3120"/>
              <a:ext cx="962" cy="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25" name="Rectangle 31">
              <a:extLst>
                <a:ext uri="{FF2B5EF4-FFF2-40B4-BE49-F238E27FC236}">
                  <a16:creationId xmlns:a16="http://schemas.microsoft.com/office/drawing/2014/main" id="{F6885540-0B7A-152A-C982-D478920D878C}"/>
                </a:ext>
              </a:extLst>
            </p:cNvPr>
            <p:cNvSpPr>
              <a:spLocks noChangeArrowheads="1"/>
            </p:cNvSpPr>
            <p:nvPr/>
          </p:nvSpPr>
          <p:spPr bwMode="auto">
            <a:xfrm>
              <a:off x="3860" y="3757"/>
              <a:ext cx="5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t>研祥</a:t>
              </a:r>
              <a:r>
                <a:rPr lang="en-US" altLang="zh-CN" sz="1000" b="1"/>
                <a:t>JNB1401</a:t>
              </a:r>
              <a:r>
                <a:rPr lang="zh-CN" altLang="en-US" sz="1000" b="1"/>
                <a:t>加固笔记本</a:t>
              </a:r>
            </a:p>
          </p:txBody>
        </p:sp>
      </p:grpSp>
      <p:sp>
        <p:nvSpPr>
          <p:cNvPr id="4115" name="Rectangle 29">
            <a:extLst>
              <a:ext uri="{FF2B5EF4-FFF2-40B4-BE49-F238E27FC236}">
                <a16:creationId xmlns:a16="http://schemas.microsoft.com/office/drawing/2014/main" id="{C3C94C57-6071-8119-C46F-48BEE0F9C11E}"/>
              </a:ext>
            </a:extLst>
          </p:cNvPr>
          <p:cNvSpPr>
            <a:spLocks noChangeArrowheads="1"/>
          </p:cNvSpPr>
          <p:nvPr/>
        </p:nvSpPr>
        <p:spPr bwMode="blackWhite">
          <a:xfrm>
            <a:off x="5486400" y="2133600"/>
            <a:ext cx="1447800" cy="228600"/>
          </a:xfrm>
          <a:prstGeom prst="rect">
            <a:avLst/>
          </a:prstGeom>
          <a:gradFill rotWithShape="1">
            <a:gsLst>
              <a:gs pos="0">
                <a:srgbClr val="FF2121"/>
              </a:gs>
              <a:gs pos="100000">
                <a:srgbClr val="760F0F"/>
              </a:gs>
            </a:gsLst>
            <a:lin ang="5400000" scaled="1"/>
          </a:gradFill>
          <a:ln w="12700" algn="ctr">
            <a:solidFill>
              <a:srgbClr val="3366FF"/>
            </a:solidFill>
            <a:miter lim="800000"/>
            <a:headEnd/>
            <a:tailEnd/>
          </a:ln>
        </p:spPr>
        <p:txBody>
          <a:bodyPr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a:solidFill>
                  <a:schemeClr val="bg1"/>
                </a:solidFill>
                <a:latin typeface="Arial Black" panose="020B0A04020102020204" pitchFamily="34" charset="0"/>
              </a:rPr>
              <a:t>ThinkCentre</a:t>
            </a:r>
            <a:r>
              <a:rPr lang="zh-CN" altLang="en-US">
                <a:solidFill>
                  <a:schemeClr val="bg1"/>
                </a:solidFill>
                <a:latin typeface="Arial Black" panose="020B0A04020102020204" pitchFamily="34" charset="0"/>
              </a:rPr>
              <a:t>系列</a:t>
            </a:r>
            <a:endParaRPr lang="en-US" altLang="zh-CN">
              <a:solidFill>
                <a:schemeClr val="bg1"/>
              </a:solidFill>
              <a:latin typeface="Arial Black" panose="020B0A04020102020204" pitchFamily="34" charset="0"/>
            </a:endParaRPr>
          </a:p>
        </p:txBody>
      </p:sp>
      <p:pic>
        <p:nvPicPr>
          <p:cNvPr id="4116" name="Picture 15" descr="A0300007232-1-1">
            <a:hlinkClick r:id="rId15"/>
            <a:extLst>
              <a:ext uri="{FF2B5EF4-FFF2-40B4-BE49-F238E27FC236}">
                <a16:creationId xmlns:a16="http://schemas.microsoft.com/office/drawing/2014/main" id="{D0BA2817-947E-97A5-C4F7-7879B8927C84}"/>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486400" y="2743200"/>
            <a:ext cx="15240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17" name="Rectangle 29">
            <a:extLst>
              <a:ext uri="{FF2B5EF4-FFF2-40B4-BE49-F238E27FC236}">
                <a16:creationId xmlns:a16="http://schemas.microsoft.com/office/drawing/2014/main" id="{6DFA5C52-C5C4-EED5-EE85-6BD48E55EDE6}"/>
              </a:ext>
            </a:extLst>
          </p:cNvPr>
          <p:cNvSpPr>
            <a:spLocks noChangeArrowheads="1"/>
          </p:cNvSpPr>
          <p:nvPr/>
        </p:nvSpPr>
        <p:spPr bwMode="blackWhite">
          <a:xfrm>
            <a:off x="5791201" y="3810001"/>
            <a:ext cx="1012825" cy="233363"/>
          </a:xfrm>
          <a:prstGeom prst="rect">
            <a:avLst/>
          </a:prstGeom>
          <a:gradFill rotWithShape="1">
            <a:gsLst>
              <a:gs pos="0">
                <a:srgbClr val="FF2121"/>
              </a:gs>
              <a:gs pos="100000">
                <a:srgbClr val="760F0F"/>
              </a:gs>
            </a:gsLst>
            <a:lin ang="5400000" scaled="1"/>
          </a:gradFill>
          <a:ln w="12700" algn="ctr">
            <a:solidFill>
              <a:srgbClr val="3366FF"/>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zh-CN" altLang="en-US" sz="1000">
                <a:solidFill>
                  <a:schemeClr val="bg1"/>
                </a:solidFill>
                <a:latin typeface="Arial Black" panose="020B0A04020102020204" pitchFamily="34" charset="0"/>
              </a:rPr>
              <a:t>昭阳</a:t>
            </a:r>
            <a:r>
              <a:rPr lang="en-US" altLang="zh-CN" sz="1000">
                <a:solidFill>
                  <a:schemeClr val="bg1"/>
                </a:solidFill>
                <a:latin typeface="Arial Black" panose="020B0A04020102020204" pitchFamily="34" charset="0"/>
              </a:rPr>
              <a:t> K43a</a:t>
            </a:r>
          </a:p>
        </p:txBody>
      </p:sp>
      <p:grpSp>
        <p:nvGrpSpPr>
          <p:cNvPr id="4118" name="Group 27">
            <a:extLst>
              <a:ext uri="{FF2B5EF4-FFF2-40B4-BE49-F238E27FC236}">
                <a16:creationId xmlns:a16="http://schemas.microsoft.com/office/drawing/2014/main" id="{23449D2C-1DC1-9078-4E64-CB884F2E2EEE}"/>
              </a:ext>
            </a:extLst>
          </p:cNvPr>
          <p:cNvGrpSpPr>
            <a:grpSpLocks/>
          </p:cNvGrpSpPr>
          <p:nvPr/>
        </p:nvGrpSpPr>
        <p:grpSpPr bwMode="auto">
          <a:xfrm>
            <a:off x="8458200" y="4648200"/>
            <a:ext cx="1828800" cy="685800"/>
            <a:chOff x="249" y="3676"/>
            <a:chExt cx="1633" cy="583"/>
          </a:xfrm>
        </p:grpSpPr>
        <p:pic>
          <p:nvPicPr>
            <p:cNvPr id="4122" name="Picture 5" descr="r520-2副本">
              <a:extLst>
                <a:ext uri="{FF2B5EF4-FFF2-40B4-BE49-F238E27FC236}">
                  <a16:creationId xmlns:a16="http://schemas.microsoft.com/office/drawing/2014/main" id="{DD701DA8-4CFF-197E-381B-C141791D2002}"/>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49" y="3676"/>
              <a:ext cx="1633" cy="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23" name="Rectangle 29">
              <a:extLst>
                <a:ext uri="{FF2B5EF4-FFF2-40B4-BE49-F238E27FC236}">
                  <a16:creationId xmlns:a16="http://schemas.microsoft.com/office/drawing/2014/main" id="{DA882011-B927-C2B9-9C4C-57C5CF29BCF4}"/>
                </a:ext>
              </a:extLst>
            </p:cNvPr>
            <p:cNvSpPr>
              <a:spLocks noChangeArrowheads="1"/>
            </p:cNvSpPr>
            <p:nvPr/>
          </p:nvSpPr>
          <p:spPr bwMode="auto">
            <a:xfrm>
              <a:off x="385" y="4123"/>
              <a:ext cx="1225"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t>麒麟天机存储服务器</a:t>
              </a:r>
            </a:p>
          </p:txBody>
        </p:sp>
      </p:grpSp>
      <p:sp>
        <p:nvSpPr>
          <p:cNvPr id="4119" name="Rectangle 29">
            <a:extLst>
              <a:ext uri="{FF2B5EF4-FFF2-40B4-BE49-F238E27FC236}">
                <a16:creationId xmlns:a16="http://schemas.microsoft.com/office/drawing/2014/main" id="{3D1AEEB7-E641-1EE4-783F-8B9F46D263B2}"/>
              </a:ext>
            </a:extLst>
          </p:cNvPr>
          <p:cNvSpPr>
            <a:spLocks noChangeArrowheads="1"/>
          </p:cNvSpPr>
          <p:nvPr/>
        </p:nvSpPr>
        <p:spPr bwMode="blackWhite">
          <a:xfrm>
            <a:off x="6096001" y="5334001"/>
            <a:ext cx="1012825" cy="233363"/>
          </a:xfrm>
          <a:prstGeom prst="rect">
            <a:avLst/>
          </a:prstGeom>
          <a:gradFill rotWithShape="1">
            <a:gsLst>
              <a:gs pos="0">
                <a:srgbClr val="FF2121"/>
              </a:gs>
              <a:gs pos="100000">
                <a:srgbClr val="760F0F"/>
              </a:gs>
            </a:gsLst>
            <a:lin ang="5400000" scaled="1"/>
          </a:gradFill>
          <a:ln w="12700" algn="ctr">
            <a:solidFill>
              <a:srgbClr val="3366FF"/>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buFont typeface="Wingdings" panose="05000000000000000000" pitchFamily="2" charset="2"/>
              <a:buNone/>
            </a:pPr>
            <a:r>
              <a:rPr lang="en-US" altLang="zh-CN" sz="1000">
                <a:solidFill>
                  <a:schemeClr val="bg1"/>
                </a:solidFill>
                <a:latin typeface="Arial Black" panose="020B0A04020102020204" pitchFamily="34" charset="0"/>
              </a:rPr>
              <a:t>R525 G3</a:t>
            </a:r>
          </a:p>
        </p:txBody>
      </p:sp>
      <p:sp>
        <p:nvSpPr>
          <p:cNvPr id="4120" name="Rectangle 12">
            <a:extLst>
              <a:ext uri="{FF2B5EF4-FFF2-40B4-BE49-F238E27FC236}">
                <a16:creationId xmlns:a16="http://schemas.microsoft.com/office/drawing/2014/main" id="{0701F49B-6E3A-68F8-E851-773E119795B6}"/>
              </a:ext>
            </a:extLst>
          </p:cNvPr>
          <p:cNvSpPr>
            <a:spLocks noChangeArrowheads="1"/>
          </p:cNvSpPr>
          <p:nvPr/>
        </p:nvSpPr>
        <p:spPr bwMode="auto">
          <a:xfrm>
            <a:off x="9525001" y="2133601"/>
            <a:ext cx="854075"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endParaRPr lang="en-US" altLang="zh-CN" sz="1000" b="1"/>
          </a:p>
        </p:txBody>
      </p:sp>
      <p:sp>
        <p:nvSpPr>
          <p:cNvPr id="4121" name="Rectangle 12">
            <a:extLst>
              <a:ext uri="{FF2B5EF4-FFF2-40B4-BE49-F238E27FC236}">
                <a16:creationId xmlns:a16="http://schemas.microsoft.com/office/drawing/2014/main" id="{9BDEE813-9762-F786-2AFC-F1B0DB65EBAF}"/>
              </a:ext>
            </a:extLst>
          </p:cNvPr>
          <p:cNvSpPr>
            <a:spLocks noChangeArrowheads="1"/>
          </p:cNvSpPr>
          <p:nvPr/>
        </p:nvSpPr>
        <p:spPr bwMode="auto">
          <a:xfrm>
            <a:off x="9525001" y="2133601"/>
            <a:ext cx="854075"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t>长城世恒</a:t>
            </a:r>
            <a:r>
              <a:rPr lang="en-US" altLang="zh-CN" sz="1000" b="1"/>
              <a:t>S</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BFAA130B-5B56-873D-D313-44C8C043A91B}"/>
              </a:ext>
            </a:extLst>
          </p:cNvPr>
          <p:cNvSpPr txBox="1">
            <a:spLocks/>
          </p:cNvSpPr>
          <p:nvPr/>
        </p:nvSpPr>
        <p:spPr bwMode="auto">
          <a:xfrm>
            <a:off x="2286000" y="1219201"/>
            <a:ext cx="4114800" cy="506413"/>
          </a:xfrm>
          <a:prstGeom prst="rect">
            <a:avLst/>
          </a:prstGeom>
          <a:noFill/>
          <a:ln w="9525">
            <a:noFill/>
            <a:miter lim="800000"/>
            <a:headEnd/>
            <a:tailEnd/>
          </a:ln>
          <a:effectLst/>
        </p:spPr>
        <p:txBody>
          <a:bodyPr anchor="ctr"/>
          <a:lstStyle/>
          <a:p>
            <a:pPr>
              <a:defRPr/>
            </a:pPr>
            <a:r>
              <a:rPr kumimoji="1" lang="zh-CN" altLang="en-US" sz="2400" b="1" dirty="0">
                <a:solidFill>
                  <a:srgbClr val="000066"/>
                </a:solidFill>
                <a:effectLst>
                  <a:outerShdw blurRad="38100" dist="38100" dir="2700000" algn="tl">
                    <a:srgbClr val="C0C0C0"/>
                  </a:outerShdw>
                </a:effectLst>
                <a:latin typeface="仿宋_GB2312" pitchFamily="49" charset="-122"/>
                <a:ea typeface="仿宋_GB2312" pitchFamily="49" charset="-122"/>
                <a:cs typeface="Arial" charset="0"/>
              </a:rPr>
              <a:t>联想数据盾牌</a:t>
            </a:r>
            <a:r>
              <a:rPr kumimoji="1" lang="en-US" altLang="zh-CN" sz="2400" b="1" dirty="0">
                <a:solidFill>
                  <a:srgbClr val="000066"/>
                </a:solidFill>
                <a:effectLst>
                  <a:outerShdw blurRad="38100" dist="38100" dir="2700000" algn="tl">
                    <a:srgbClr val="C0C0C0"/>
                  </a:outerShdw>
                </a:effectLst>
                <a:latin typeface="仿宋_GB2312" pitchFamily="49" charset="-122"/>
                <a:ea typeface="仿宋_GB2312" pitchFamily="49" charset="-122"/>
                <a:cs typeface="Arial" charset="0"/>
              </a:rPr>
              <a:t>2.0--</a:t>
            </a:r>
            <a:r>
              <a:rPr kumimoji="1" lang="zh-CN" altLang="en-US" sz="2400" b="1" dirty="0">
                <a:solidFill>
                  <a:srgbClr val="000066"/>
                </a:solidFill>
                <a:effectLst>
                  <a:outerShdw blurRad="38100" dist="38100" dir="2700000" algn="tl">
                    <a:srgbClr val="C0C0C0"/>
                  </a:outerShdw>
                </a:effectLst>
                <a:latin typeface="仿宋_GB2312" pitchFamily="49" charset="-122"/>
                <a:ea typeface="仿宋_GB2312" pitchFamily="49" charset="-122"/>
                <a:cs typeface="Arial" charset="0"/>
              </a:rPr>
              <a:t>功能体系  </a:t>
            </a:r>
          </a:p>
        </p:txBody>
      </p:sp>
      <p:sp>
        <p:nvSpPr>
          <p:cNvPr id="35843" name="AutoShape 6">
            <a:extLst>
              <a:ext uri="{FF2B5EF4-FFF2-40B4-BE49-F238E27FC236}">
                <a16:creationId xmlns:a16="http://schemas.microsoft.com/office/drawing/2014/main" id="{5D1E6987-F7B9-A0B3-0E5D-A74F2FAF4A01}"/>
              </a:ext>
            </a:extLst>
          </p:cNvPr>
          <p:cNvSpPr>
            <a:spLocks noChangeArrowheads="1"/>
          </p:cNvSpPr>
          <p:nvPr/>
        </p:nvSpPr>
        <p:spPr bwMode="auto">
          <a:xfrm>
            <a:off x="2181225" y="2054226"/>
            <a:ext cx="2305050" cy="754063"/>
          </a:xfrm>
          <a:prstGeom prst="roundRect">
            <a:avLst>
              <a:gd name="adj" fmla="val 16667"/>
            </a:avLst>
          </a:prstGeom>
          <a:gradFill rotWithShape="1">
            <a:gsLst>
              <a:gs pos="0">
                <a:srgbClr val="99FFCC">
                  <a:alpha val="49001"/>
                </a:srgbClr>
              </a:gs>
              <a:gs pos="100000">
                <a:srgbClr val="CFFFE7"/>
              </a:gs>
            </a:gsLst>
            <a:lin ang="5400000" scaled="1"/>
          </a:gradFill>
          <a:ln w="38100">
            <a:solidFill>
              <a:srgbClr val="3366FF"/>
            </a:solidFill>
            <a:round/>
            <a:headEnd/>
            <a:tailEnd/>
          </a:ln>
        </p:spPr>
        <p:txBody>
          <a:bodyPr wrap="none" anchor="ctr"/>
          <a:lstStyle>
            <a:lvl1pPr marL="342900" indent="-342900"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marL="0" lvl="2" algn="ctr" eaLnBrk="1" hangingPunct="1"/>
            <a:r>
              <a:rPr kumimoji="1" lang="zh-CN" altLang="en-US" sz="1800" b="1">
                <a:solidFill>
                  <a:srgbClr val="000000"/>
                </a:solidFill>
                <a:latin typeface="微软雅黑" panose="020B0503020204020204" pitchFamily="34" charset="-122"/>
                <a:ea typeface="微软雅黑" panose="020B0503020204020204" pitchFamily="34" charset="-122"/>
              </a:rPr>
              <a:t>文件加</a:t>
            </a:r>
            <a:r>
              <a:rPr kumimoji="1" lang="en-US" altLang="zh-CN" sz="1800" b="1">
                <a:solidFill>
                  <a:srgbClr val="000000"/>
                </a:solidFill>
                <a:latin typeface="微软雅黑" panose="020B0503020204020204" pitchFamily="34" charset="-122"/>
                <a:ea typeface="微软雅黑" panose="020B0503020204020204" pitchFamily="34" charset="-122"/>
              </a:rPr>
              <a:t>/</a:t>
            </a:r>
            <a:r>
              <a:rPr kumimoji="1" lang="zh-CN" altLang="en-US" sz="1800" b="1">
                <a:solidFill>
                  <a:srgbClr val="000000"/>
                </a:solidFill>
                <a:latin typeface="微软雅黑" panose="020B0503020204020204" pitchFamily="34" charset="-122"/>
                <a:ea typeface="微软雅黑" panose="020B0503020204020204" pitchFamily="34" charset="-122"/>
              </a:rPr>
              <a:t>解密</a:t>
            </a:r>
          </a:p>
        </p:txBody>
      </p:sp>
      <p:sp>
        <p:nvSpPr>
          <p:cNvPr id="35844" name="AutoShape 6">
            <a:extLst>
              <a:ext uri="{FF2B5EF4-FFF2-40B4-BE49-F238E27FC236}">
                <a16:creationId xmlns:a16="http://schemas.microsoft.com/office/drawing/2014/main" id="{31F1FCD5-237B-8C9D-E255-1A49464E4A7E}"/>
              </a:ext>
            </a:extLst>
          </p:cNvPr>
          <p:cNvSpPr>
            <a:spLocks noChangeArrowheads="1"/>
          </p:cNvSpPr>
          <p:nvPr/>
        </p:nvSpPr>
        <p:spPr bwMode="auto">
          <a:xfrm>
            <a:off x="4900614" y="2058988"/>
            <a:ext cx="2306637" cy="754062"/>
          </a:xfrm>
          <a:prstGeom prst="roundRect">
            <a:avLst>
              <a:gd name="adj" fmla="val 16667"/>
            </a:avLst>
          </a:prstGeom>
          <a:gradFill rotWithShape="1">
            <a:gsLst>
              <a:gs pos="0">
                <a:srgbClr val="99FFCC">
                  <a:alpha val="49001"/>
                </a:srgbClr>
              </a:gs>
              <a:gs pos="100000">
                <a:srgbClr val="CFFFE7"/>
              </a:gs>
            </a:gsLst>
            <a:lin ang="5400000" scaled="1"/>
          </a:gradFill>
          <a:ln w="38100">
            <a:solidFill>
              <a:srgbClr val="3366FF"/>
            </a:solidFill>
            <a:round/>
            <a:headEnd/>
            <a:tailEnd/>
          </a:ln>
        </p:spPr>
        <p:txBody>
          <a:bodyPr wrap="none" anchor="ctr"/>
          <a:lstStyle>
            <a:lvl1pPr marL="342900" indent="-342900" eaLnBrk="0" hangingPunct="0">
              <a:tabLst>
                <a:tab pos="0" algn="l"/>
              </a:tabLst>
              <a:defRPr sz="800">
                <a:solidFill>
                  <a:schemeClr val="tx1"/>
                </a:solidFill>
                <a:latin typeface="Arial" panose="020B0604020202020204" pitchFamily="34" charset="0"/>
                <a:ea typeface="宋体" panose="02010600030101010101" pitchFamily="2" charset="-122"/>
              </a:defRPr>
            </a:lvl1pPr>
            <a:lvl2pPr marL="742950" indent="-285750" eaLnBrk="0" hangingPunct="0">
              <a:tabLst>
                <a:tab pos="0" algn="l"/>
              </a:tabLst>
              <a:defRPr sz="800">
                <a:solidFill>
                  <a:schemeClr val="tx1"/>
                </a:solidFill>
                <a:latin typeface="Arial" panose="020B0604020202020204" pitchFamily="34" charset="0"/>
                <a:ea typeface="宋体" panose="02010600030101010101" pitchFamily="2" charset="-122"/>
              </a:defRPr>
            </a:lvl2pPr>
            <a:lvl3pPr eaLnBrk="0" hangingPunct="0">
              <a:tabLst>
                <a:tab pos="0" algn="l"/>
              </a:tabLst>
              <a:defRPr sz="800">
                <a:solidFill>
                  <a:schemeClr val="tx1"/>
                </a:solidFill>
                <a:latin typeface="Arial" panose="020B0604020202020204" pitchFamily="34" charset="0"/>
                <a:ea typeface="宋体" panose="02010600030101010101" pitchFamily="2" charset="-122"/>
              </a:defRPr>
            </a:lvl3pPr>
            <a:lvl4pPr marL="1600200" indent="-228600" eaLnBrk="0" hangingPunct="0">
              <a:tabLst>
                <a:tab pos="0" algn="l"/>
              </a:tabLst>
              <a:defRPr sz="800">
                <a:solidFill>
                  <a:schemeClr val="tx1"/>
                </a:solidFill>
                <a:latin typeface="Arial" panose="020B0604020202020204" pitchFamily="34" charset="0"/>
                <a:ea typeface="宋体" panose="02010600030101010101" pitchFamily="2" charset="-122"/>
              </a:defRPr>
            </a:lvl4pPr>
            <a:lvl5pPr marL="2057400" indent="-228600" eaLnBrk="0" hangingPunct="0">
              <a:tabLst>
                <a:tab pos="0" algn="l"/>
              </a:tabLst>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0" algn="l"/>
              </a:tabLs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0" algn="l"/>
              </a:tabLs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0" algn="l"/>
              </a:tabLs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0" algn="l"/>
              </a:tabLst>
              <a:defRPr sz="800">
                <a:solidFill>
                  <a:schemeClr val="tx1"/>
                </a:solidFill>
                <a:latin typeface="Arial" panose="020B0604020202020204" pitchFamily="34" charset="0"/>
                <a:ea typeface="宋体" panose="02010600030101010101" pitchFamily="2" charset="-122"/>
              </a:defRPr>
            </a:lvl9pPr>
          </a:lstStyle>
          <a:p>
            <a:pPr marL="0" lvl="2" algn="ctr" eaLnBrk="1" hangingPunct="1"/>
            <a:r>
              <a:rPr kumimoji="1" lang="zh-CN" altLang="en-US" sz="1800" b="1">
                <a:solidFill>
                  <a:srgbClr val="000000"/>
                </a:solidFill>
                <a:latin typeface="微软雅黑" panose="020B0503020204020204" pitchFamily="34" charset="-122"/>
                <a:ea typeface="微软雅黑" panose="020B0503020204020204" pitchFamily="34" charset="-122"/>
              </a:rPr>
              <a:t>文件保险箱</a:t>
            </a:r>
          </a:p>
        </p:txBody>
      </p:sp>
      <p:sp>
        <p:nvSpPr>
          <p:cNvPr id="35845" name="AutoShape 6">
            <a:extLst>
              <a:ext uri="{FF2B5EF4-FFF2-40B4-BE49-F238E27FC236}">
                <a16:creationId xmlns:a16="http://schemas.microsoft.com/office/drawing/2014/main" id="{820AB0B0-36DA-0E6D-98C4-82DDB59DECBB}"/>
              </a:ext>
            </a:extLst>
          </p:cNvPr>
          <p:cNvSpPr>
            <a:spLocks noChangeArrowheads="1"/>
          </p:cNvSpPr>
          <p:nvPr/>
        </p:nvSpPr>
        <p:spPr bwMode="auto">
          <a:xfrm>
            <a:off x="7672389" y="2043113"/>
            <a:ext cx="2363787" cy="754062"/>
          </a:xfrm>
          <a:prstGeom prst="roundRect">
            <a:avLst>
              <a:gd name="adj" fmla="val 16667"/>
            </a:avLst>
          </a:prstGeom>
          <a:gradFill rotWithShape="1">
            <a:gsLst>
              <a:gs pos="0">
                <a:srgbClr val="99FFCC">
                  <a:alpha val="49001"/>
                </a:srgbClr>
              </a:gs>
              <a:gs pos="100000">
                <a:srgbClr val="CFFFE7"/>
              </a:gs>
            </a:gsLst>
            <a:lin ang="5400000" scaled="1"/>
          </a:gradFill>
          <a:ln w="38100">
            <a:solidFill>
              <a:srgbClr val="3366FF"/>
            </a:solidFill>
            <a:round/>
            <a:headEnd/>
            <a:tailEnd/>
          </a:ln>
        </p:spPr>
        <p:txBody>
          <a:bodyPr wrap="none" anchor="ctr"/>
          <a:lstStyle>
            <a:lvl1pPr marL="342900" indent="-342900"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marL="0" lvl="2" algn="ctr" eaLnBrk="1" hangingPunct="1"/>
            <a:r>
              <a:rPr kumimoji="1" lang="zh-CN" altLang="en-US" sz="1800" b="1">
                <a:solidFill>
                  <a:srgbClr val="000000"/>
                </a:solidFill>
                <a:latin typeface="微软雅黑" panose="020B0503020204020204" pitchFamily="34" charset="-122"/>
                <a:ea typeface="微软雅黑" panose="020B0503020204020204" pitchFamily="34" charset="-122"/>
              </a:rPr>
              <a:t>安全文件共享</a:t>
            </a:r>
          </a:p>
        </p:txBody>
      </p:sp>
      <p:sp>
        <p:nvSpPr>
          <p:cNvPr id="35846" name="AutoShape 6">
            <a:extLst>
              <a:ext uri="{FF2B5EF4-FFF2-40B4-BE49-F238E27FC236}">
                <a16:creationId xmlns:a16="http://schemas.microsoft.com/office/drawing/2014/main" id="{A49165B1-6EFD-C7F6-4600-DD0F810EF927}"/>
              </a:ext>
            </a:extLst>
          </p:cNvPr>
          <p:cNvSpPr>
            <a:spLocks noChangeArrowheads="1"/>
          </p:cNvSpPr>
          <p:nvPr/>
        </p:nvSpPr>
        <p:spPr bwMode="auto">
          <a:xfrm>
            <a:off x="2216150" y="3057526"/>
            <a:ext cx="2274888" cy="754063"/>
          </a:xfrm>
          <a:prstGeom prst="roundRect">
            <a:avLst>
              <a:gd name="adj" fmla="val 16667"/>
            </a:avLst>
          </a:prstGeom>
          <a:gradFill rotWithShape="1">
            <a:gsLst>
              <a:gs pos="0">
                <a:srgbClr val="99FFCC">
                  <a:alpha val="49001"/>
                </a:srgbClr>
              </a:gs>
              <a:gs pos="100000">
                <a:srgbClr val="CFFFE7"/>
              </a:gs>
            </a:gsLst>
            <a:lin ang="5400000" scaled="1"/>
          </a:gradFill>
          <a:ln w="38100">
            <a:solidFill>
              <a:srgbClr val="3366FF"/>
            </a:solidFill>
            <a:round/>
            <a:headEnd/>
            <a:tailEnd/>
          </a:ln>
        </p:spPr>
        <p:txBody>
          <a:bodyPr wrap="none" anchor="ctr"/>
          <a:lstStyle>
            <a:lvl1pPr marL="342900" indent="-342900"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marL="0" lvl="2" algn="ctr" eaLnBrk="1" hangingPunct="1"/>
            <a:r>
              <a:rPr kumimoji="1" lang="zh-CN" altLang="en-US" sz="1800" b="1">
                <a:solidFill>
                  <a:srgbClr val="000000"/>
                </a:solidFill>
                <a:latin typeface="微软雅黑" panose="020B0503020204020204" pitchFamily="34" charset="-122"/>
                <a:ea typeface="微软雅黑" panose="020B0503020204020204" pitchFamily="34" charset="-122"/>
              </a:rPr>
              <a:t>个人数据备份</a:t>
            </a:r>
          </a:p>
        </p:txBody>
      </p:sp>
      <p:sp>
        <p:nvSpPr>
          <p:cNvPr id="35847" name="AutoShape 6">
            <a:extLst>
              <a:ext uri="{FF2B5EF4-FFF2-40B4-BE49-F238E27FC236}">
                <a16:creationId xmlns:a16="http://schemas.microsoft.com/office/drawing/2014/main" id="{C7EC18A5-D2D4-DDC0-8F98-639BBA22462C}"/>
              </a:ext>
            </a:extLst>
          </p:cNvPr>
          <p:cNvSpPr>
            <a:spLocks noChangeArrowheads="1"/>
          </p:cNvSpPr>
          <p:nvPr/>
        </p:nvSpPr>
        <p:spPr bwMode="auto">
          <a:xfrm>
            <a:off x="4919664" y="3063876"/>
            <a:ext cx="2320925" cy="754063"/>
          </a:xfrm>
          <a:prstGeom prst="roundRect">
            <a:avLst>
              <a:gd name="adj" fmla="val 16667"/>
            </a:avLst>
          </a:prstGeom>
          <a:gradFill rotWithShape="1">
            <a:gsLst>
              <a:gs pos="0">
                <a:srgbClr val="99FFCC">
                  <a:alpha val="49001"/>
                </a:srgbClr>
              </a:gs>
              <a:gs pos="100000">
                <a:srgbClr val="CFFFE7"/>
              </a:gs>
            </a:gsLst>
            <a:lin ang="5400000" scaled="1"/>
          </a:gradFill>
          <a:ln w="38100">
            <a:solidFill>
              <a:srgbClr val="3366FF"/>
            </a:solidFill>
            <a:round/>
            <a:headEnd/>
            <a:tailEnd/>
          </a:ln>
        </p:spPr>
        <p:txBody>
          <a:bodyPr wrap="none" anchor="ctr"/>
          <a:lstStyle>
            <a:lvl1pPr marL="342900" indent="-342900"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marL="0" lvl="2" algn="ctr" eaLnBrk="1" hangingPunct="1"/>
            <a:r>
              <a:rPr kumimoji="1" lang="zh-CN" altLang="en-US" sz="1800" b="1">
                <a:solidFill>
                  <a:srgbClr val="000000"/>
                </a:solidFill>
                <a:latin typeface="微软雅黑" panose="020B0503020204020204" pitchFamily="34" charset="-122"/>
                <a:ea typeface="微软雅黑" panose="020B0503020204020204" pitchFamily="34" charset="-122"/>
              </a:rPr>
              <a:t>个人数据共享</a:t>
            </a:r>
          </a:p>
        </p:txBody>
      </p:sp>
      <p:sp>
        <p:nvSpPr>
          <p:cNvPr id="35848" name="AutoShape 6">
            <a:extLst>
              <a:ext uri="{FF2B5EF4-FFF2-40B4-BE49-F238E27FC236}">
                <a16:creationId xmlns:a16="http://schemas.microsoft.com/office/drawing/2014/main" id="{2B1F9DD4-EE80-AA94-6C70-F4FE2E7DEB87}"/>
              </a:ext>
            </a:extLst>
          </p:cNvPr>
          <p:cNvSpPr>
            <a:spLocks noChangeArrowheads="1"/>
          </p:cNvSpPr>
          <p:nvPr/>
        </p:nvSpPr>
        <p:spPr bwMode="auto">
          <a:xfrm>
            <a:off x="7723188" y="3063876"/>
            <a:ext cx="2349500" cy="754063"/>
          </a:xfrm>
          <a:prstGeom prst="roundRect">
            <a:avLst>
              <a:gd name="adj" fmla="val 16667"/>
            </a:avLst>
          </a:prstGeom>
          <a:gradFill rotWithShape="1">
            <a:gsLst>
              <a:gs pos="0">
                <a:srgbClr val="99FFCC">
                  <a:alpha val="49001"/>
                </a:srgbClr>
              </a:gs>
              <a:gs pos="100000">
                <a:srgbClr val="CFFFE7"/>
              </a:gs>
            </a:gsLst>
            <a:lin ang="5400000" scaled="1"/>
          </a:gradFill>
          <a:ln w="38100">
            <a:solidFill>
              <a:srgbClr val="FF0000"/>
            </a:solidFill>
            <a:round/>
            <a:headEnd/>
            <a:tailEnd/>
          </a:ln>
        </p:spPr>
        <p:txBody>
          <a:bodyPr wrap="none" anchor="ctr"/>
          <a:lstStyle>
            <a:lvl1pPr marL="342900" indent="-342900"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marL="0" lvl="2" algn="ctr" eaLnBrk="1" hangingPunct="1"/>
            <a:r>
              <a:rPr kumimoji="1" lang="en-US" altLang="zh-CN" sz="1800" b="1">
                <a:solidFill>
                  <a:srgbClr val="000000"/>
                </a:solidFill>
                <a:latin typeface="微软雅黑" panose="020B0503020204020204" pitchFamily="34" charset="-122"/>
                <a:ea typeface="微软雅黑" panose="020B0503020204020204" pitchFamily="34" charset="-122"/>
              </a:rPr>
              <a:t>U</a:t>
            </a:r>
            <a:r>
              <a:rPr kumimoji="1" lang="zh-CN" altLang="en-US" sz="1800" b="1">
                <a:solidFill>
                  <a:srgbClr val="000000"/>
                </a:solidFill>
                <a:latin typeface="微软雅黑" panose="020B0503020204020204" pitchFamily="34" charset="-122"/>
                <a:ea typeface="微软雅黑" panose="020B0503020204020204" pitchFamily="34" charset="-122"/>
              </a:rPr>
              <a:t>盘无忧</a:t>
            </a:r>
          </a:p>
        </p:txBody>
      </p:sp>
      <p:sp>
        <p:nvSpPr>
          <p:cNvPr id="35849" name="AutoShape 6">
            <a:extLst>
              <a:ext uri="{FF2B5EF4-FFF2-40B4-BE49-F238E27FC236}">
                <a16:creationId xmlns:a16="http://schemas.microsoft.com/office/drawing/2014/main" id="{2EEA1E16-C0AD-A154-1A82-05944801A1D7}"/>
              </a:ext>
            </a:extLst>
          </p:cNvPr>
          <p:cNvSpPr>
            <a:spLocks noChangeArrowheads="1"/>
          </p:cNvSpPr>
          <p:nvPr/>
        </p:nvSpPr>
        <p:spPr bwMode="auto">
          <a:xfrm>
            <a:off x="2222500" y="4067176"/>
            <a:ext cx="2274888" cy="754063"/>
          </a:xfrm>
          <a:prstGeom prst="roundRect">
            <a:avLst>
              <a:gd name="adj" fmla="val 16667"/>
            </a:avLst>
          </a:prstGeom>
          <a:gradFill rotWithShape="1">
            <a:gsLst>
              <a:gs pos="0">
                <a:srgbClr val="99FFCC">
                  <a:alpha val="49001"/>
                </a:srgbClr>
              </a:gs>
              <a:gs pos="100000">
                <a:srgbClr val="CFFFE7"/>
              </a:gs>
            </a:gsLst>
            <a:lin ang="5400000" scaled="1"/>
          </a:gradFill>
          <a:ln w="38100">
            <a:solidFill>
              <a:srgbClr val="3366FF"/>
            </a:solidFill>
            <a:round/>
            <a:headEnd/>
            <a:tailEnd/>
          </a:ln>
        </p:spPr>
        <p:txBody>
          <a:bodyPr wrap="none" anchor="ctr"/>
          <a:lstStyle>
            <a:lvl1pPr marL="342900" indent="-342900"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marL="0" lvl="2" algn="ctr" eaLnBrk="1" hangingPunct="1"/>
            <a:r>
              <a:rPr kumimoji="1" lang="zh-CN" altLang="en-US" sz="1800" b="1">
                <a:solidFill>
                  <a:srgbClr val="000000"/>
                </a:solidFill>
                <a:latin typeface="微软雅黑" panose="020B0503020204020204" pitchFamily="34" charset="-122"/>
                <a:ea typeface="微软雅黑" panose="020B0503020204020204" pitchFamily="34" charset="-122"/>
              </a:rPr>
              <a:t>日志和审计</a:t>
            </a:r>
          </a:p>
        </p:txBody>
      </p:sp>
      <p:sp>
        <p:nvSpPr>
          <p:cNvPr id="35850" name="AutoShape 6">
            <a:extLst>
              <a:ext uri="{FF2B5EF4-FFF2-40B4-BE49-F238E27FC236}">
                <a16:creationId xmlns:a16="http://schemas.microsoft.com/office/drawing/2014/main" id="{31ACBD6A-90CC-A4E5-63FA-A283A16723AB}"/>
              </a:ext>
            </a:extLst>
          </p:cNvPr>
          <p:cNvSpPr>
            <a:spLocks noChangeArrowheads="1"/>
          </p:cNvSpPr>
          <p:nvPr/>
        </p:nvSpPr>
        <p:spPr bwMode="auto">
          <a:xfrm>
            <a:off x="4949825" y="4054476"/>
            <a:ext cx="2274888" cy="754063"/>
          </a:xfrm>
          <a:prstGeom prst="roundRect">
            <a:avLst>
              <a:gd name="adj" fmla="val 16667"/>
            </a:avLst>
          </a:prstGeom>
          <a:gradFill rotWithShape="1">
            <a:gsLst>
              <a:gs pos="0">
                <a:srgbClr val="99FFCC">
                  <a:alpha val="49001"/>
                </a:srgbClr>
              </a:gs>
              <a:gs pos="100000">
                <a:srgbClr val="CFFFE7"/>
              </a:gs>
            </a:gsLst>
            <a:lin ang="5400000" scaled="1"/>
          </a:gradFill>
          <a:ln w="38100">
            <a:solidFill>
              <a:srgbClr val="3366FF"/>
            </a:solidFill>
            <a:round/>
            <a:headEnd/>
            <a:tailEnd/>
          </a:ln>
        </p:spPr>
        <p:txBody>
          <a:bodyPr wrap="none" anchor="ctr"/>
          <a:lstStyle>
            <a:lvl1pPr marL="342900" indent="-342900"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marL="0" lvl="2" algn="ctr" eaLnBrk="1" hangingPunct="1"/>
            <a:r>
              <a:rPr kumimoji="1" lang="zh-CN" altLang="en-US" sz="1800" b="1">
                <a:solidFill>
                  <a:srgbClr val="000000"/>
                </a:solidFill>
                <a:latin typeface="微软雅黑" panose="020B0503020204020204" pitchFamily="34" charset="-122"/>
                <a:ea typeface="微软雅黑" panose="020B0503020204020204" pitchFamily="34" charset="-122"/>
              </a:rPr>
              <a:t>集中管理</a:t>
            </a:r>
          </a:p>
        </p:txBody>
      </p:sp>
      <p:sp>
        <p:nvSpPr>
          <p:cNvPr id="35851" name="AutoShape 6">
            <a:extLst>
              <a:ext uri="{FF2B5EF4-FFF2-40B4-BE49-F238E27FC236}">
                <a16:creationId xmlns:a16="http://schemas.microsoft.com/office/drawing/2014/main" id="{52E6882D-E073-CE71-6027-FD2B3E09A8D8}"/>
              </a:ext>
            </a:extLst>
          </p:cNvPr>
          <p:cNvSpPr>
            <a:spLocks noChangeArrowheads="1"/>
          </p:cNvSpPr>
          <p:nvPr/>
        </p:nvSpPr>
        <p:spPr bwMode="auto">
          <a:xfrm>
            <a:off x="7726364" y="4046538"/>
            <a:ext cx="2274887" cy="754062"/>
          </a:xfrm>
          <a:prstGeom prst="roundRect">
            <a:avLst>
              <a:gd name="adj" fmla="val 16667"/>
            </a:avLst>
          </a:prstGeom>
          <a:gradFill rotWithShape="1">
            <a:gsLst>
              <a:gs pos="0">
                <a:srgbClr val="99FFCC">
                  <a:alpha val="49001"/>
                </a:srgbClr>
              </a:gs>
              <a:gs pos="100000">
                <a:srgbClr val="CFFFE7"/>
              </a:gs>
            </a:gsLst>
            <a:lin ang="5400000" scaled="1"/>
          </a:gradFill>
          <a:ln w="38100">
            <a:solidFill>
              <a:srgbClr val="3366FF"/>
            </a:solidFill>
            <a:round/>
            <a:headEnd/>
            <a:tailEnd/>
          </a:ln>
        </p:spPr>
        <p:txBody>
          <a:bodyPr wrap="none" anchor="ctr"/>
          <a:lstStyle>
            <a:lvl1pPr marL="342900" indent="-342900"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marL="0" lvl="2" algn="ctr" eaLnBrk="1" hangingPunct="1"/>
            <a:r>
              <a:rPr kumimoji="1" lang="zh-CN" altLang="en-US" sz="1800" b="1">
                <a:solidFill>
                  <a:srgbClr val="000000"/>
                </a:solidFill>
                <a:latin typeface="微软雅黑" panose="020B0503020204020204" pitchFamily="34" charset="-122"/>
                <a:ea typeface="微软雅黑" panose="020B0503020204020204" pitchFamily="34" charset="-122"/>
              </a:rPr>
              <a:t>密钥备份</a:t>
            </a:r>
            <a:r>
              <a:rPr kumimoji="1" lang="en-US" altLang="zh-CN" sz="1800" b="1">
                <a:solidFill>
                  <a:srgbClr val="000000"/>
                </a:solidFill>
                <a:latin typeface="微软雅黑" panose="020B0503020204020204" pitchFamily="34" charset="-122"/>
                <a:ea typeface="微软雅黑" panose="020B0503020204020204" pitchFamily="34" charset="-122"/>
              </a:rPr>
              <a:t>/</a:t>
            </a:r>
            <a:r>
              <a:rPr kumimoji="1" lang="zh-CN" altLang="en-US" sz="1800" b="1">
                <a:solidFill>
                  <a:srgbClr val="000000"/>
                </a:solidFill>
                <a:latin typeface="微软雅黑" panose="020B0503020204020204" pitchFamily="34" charset="-122"/>
                <a:ea typeface="微软雅黑" panose="020B0503020204020204" pitchFamily="34" charset="-122"/>
              </a:rPr>
              <a:t>恢复</a:t>
            </a:r>
          </a:p>
        </p:txBody>
      </p:sp>
      <p:sp>
        <p:nvSpPr>
          <p:cNvPr id="35852" name="AutoShape 6">
            <a:extLst>
              <a:ext uri="{FF2B5EF4-FFF2-40B4-BE49-F238E27FC236}">
                <a16:creationId xmlns:a16="http://schemas.microsoft.com/office/drawing/2014/main" id="{6DB643EF-6B4C-EA3F-C5A7-28DF3AD98AEF}"/>
              </a:ext>
            </a:extLst>
          </p:cNvPr>
          <p:cNvSpPr>
            <a:spLocks noChangeArrowheads="1"/>
          </p:cNvSpPr>
          <p:nvPr/>
        </p:nvSpPr>
        <p:spPr bwMode="auto">
          <a:xfrm>
            <a:off x="2217739" y="5037138"/>
            <a:ext cx="2274887" cy="754062"/>
          </a:xfrm>
          <a:prstGeom prst="roundRect">
            <a:avLst>
              <a:gd name="adj" fmla="val 16667"/>
            </a:avLst>
          </a:prstGeom>
          <a:gradFill rotWithShape="1">
            <a:gsLst>
              <a:gs pos="0">
                <a:srgbClr val="99FFCC">
                  <a:alpha val="49001"/>
                </a:srgbClr>
              </a:gs>
              <a:gs pos="100000">
                <a:srgbClr val="CFFFE7"/>
              </a:gs>
            </a:gsLst>
            <a:lin ang="5400000" scaled="1"/>
          </a:gradFill>
          <a:ln w="38100">
            <a:solidFill>
              <a:srgbClr val="FF0000"/>
            </a:solidFill>
            <a:round/>
            <a:headEnd/>
            <a:tailEnd/>
          </a:ln>
        </p:spPr>
        <p:txBody>
          <a:bodyPr wrap="none" anchor="ctr"/>
          <a:lstStyle>
            <a:lvl1pPr marL="342900" indent="-342900"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marL="0" lvl="2" algn="ctr" eaLnBrk="1" hangingPunct="1"/>
            <a:r>
              <a:rPr kumimoji="1" lang="zh-CN" altLang="en-US" sz="1800" b="1">
                <a:solidFill>
                  <a:srgbClr val="000000"/>
                </a:solidFill>
                <a:latin typeface="微软雅黑" panose="020B0503020204020204" pitchFamily="34" charset="-122"/>
                <a:ea typeface="微软雅黑" panose="020B0503020204020204" pitchFamily="34" charset="-122"/>
              </a:rPr>
              <a:t>硬盘无忧</a:t>
            </a:r>
          </a:p>
        </p:txBody>
      </p:sp>
      <p:sp>
        <p:nvSpPr>
          <p:cNvPr id="14" name="标题 1">
            <a:extLst>
              <a:ext uri="{FF2B5EF4-FFF2-40B4-BE49-F238E27FC236}">
                <a16:creationId xmlns:a16="http://schemas.microsoft.com/office/drawing/2014/main" id="{59CF7B74-E5FF-7FC3-0848-FCFEC8EF63DF}"/>
              </a:ext>
            </a:extLst>
          </p:cNvPr>
          <p:cNvSpPr txBox="1">
            <a:spLocks/>
          </p:cNvSpPr>
          <p:nvPr/>
        </p:nvSpPr>
        <p:spPr bwMode="auto">
          <a:xfrm>
            <a:off x="2057400" y="457201"/>
            <a:ext cx="4495800" cy="506413"/>
          </a:xfrm>
          <a:prstGeom prst="rect">
            <a:avLst/>
          </a:prstGeom>
          <a:noFill/>
          <a:ln w="9525">
            <a:noFill/>
            <a:miter lim="800000"/>
            <a:headEnd/>
            <a:tailEnd/>
          </a:ln>
          <a:effectLst/>
        </p:spPr>
        <p:txBody>
          <a:bodyPr anchor="ctr"/>
          <a:lstStyle/>
          <a:p>
            <a:pPr>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联想基于</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TCM</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的安全应用</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(1)</a:t>
            </a:r>
            <a:endPar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endParaRPr>
          </a:p>
        </p:txBody>
      </p:sp>
      <p:sp>
        <p:nvSpPr>
          <p:cNvPr id="16" name="标题 1">
            <a:extLst>
              <a:ext uri="{FF2B5EF4-FFF2-40B4-BE49-F238E27FC236}">
                <a16:creationId xmlns:a16="http://schemas.microsoft.com/office/drawing/2014/main" id="{DC47020D-F608-4373-D47C-CB97AB1C724E}"/>
              </a:ext>
            </a:extLst>
          </p:cNvPr>
          <p:cNvSpPr txBox="1">
            <a:spLocks/>
          </p:cNvSpPr>
          <p:nvPr/>
        </p:nvSpPr>
        <p:spPr bwMode="auto">
          <a:xfrm>
            <a:off x="3810000" y="6019801"/>
            <a:ext cx="5105400" cy="506413"/>
          </a:xfrm>
          <a:prstGeom prst="rect">
            <a:avLst/>
          </a:prstGeom>
          <a:noFill/>
          <a:ln w="9525">
            <a:noFill/>
            <a:miter lim="800000"/>
            <a:headEnd/>
            <a:tailEnd/>
          </a:ln>
          <a:effectLst/>
        </p:spPr>
        <p:txBody>
          <a:bodyPr anchor="ctr"/>
          <a:lstStyle/>
          <a:p>
            <a:pPr>
              <a:defRPr/>
            </a:pPr>
            <a:r>
              <a:rPr kumimoji="1" lang="zh-CN" altLang="en-US" b="1" dirty="0">
                <a:solidFill>
                  <a:srgbClr val="000066"/>
                </a:solidFill>
                <a:effectLst>
                  <a:outerShdw blurRad="38100" dist="38100" dir="2700000" algn="tl">
                    <a:srgbClr val="C0C0C0"/>
                  </a:outerShdw>
                </a:effectLst>
                <a:latin typeface="微软雅黑" pitchFamily="34" charset="-122"/>
                <a:ea typeface="微软雅黑" pitchFamily="34" charset="-122"/>
                <a:cs typeface="Arial" charset="0"/>
              </a:rPr>
              <a:t>联想数据盾牌作为随机软件安装在联想可信</a:t>
            </a:r>
            <a:r>
              <a:rPr kumimoji="1" lang="en-US" altLang="zh-CN" b="1" dirty="0">
                <a:solidFill>
                  <a:srgbClr val="000066"/>
                </a:solidFill>
                <a:effectLst>
                  <a:outerShdw blurRad="38100" dist="38100" dir="2700000" algn="tl">
                    <a:srgbClr val="C0C0C0"/>
                  </a:outerShdw>
                </a:effectLst>
                <a:latin typeface="微软雅黑" pitchFamily="34" charset="-122"/>
                <a:ea typeface="微软雅黑" pitchFamily="34" charset="-122"/>
                <a:cs typeface="Arial" charset="0"/>
              </a:rPr>
              <a:t>PC</a:t>
            </a:r>
            <a:r>
              <a:rPr kumimoji="1" lang="zh-CN" altLang="en-US" b="1" dirty="0">
                <a:solidFill>
                  <a:srgbClr val="000066"/>
                </a:solidFill>
                <a:effectLst>
                  <a:outerShdw blurRad="38100" dist="38100" dir="2700000" algn="tl">
                    <a:srgbClr val="C0C0C0"/>
                  </a:outerShdw>
                </a:effectLst>
                <a:latin typeface="微软雅黑" pitchFamily="34" charset="-122"/>
                <a:ea typeface="微软雅黑" pitchFamily="34" charset="-122"/>
                <a:cs typeface="Arial" charset="0"/>
              </a:rPr>
              <a:t>上</a:t>
            </a:r>
          </a:p>
        </p:txBody>
      </p:sp>
      <p:sp>
        <p:nvSpPr>
          <p:cNvPr id="35855" name="灯片编号占位符 1">
            <a:extLst>
              <a:ext uri="{FF2B5EF4-FFF2-40B4-BE49-F238E27FC236}">
                <a16:creationId xmlns:a16="http://schemas.microsoft.com/office/drawing/2014/main" id="{7E31A241-0D61-2A33-ECB5-01E5EB3D45A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A80919F4-37BF-4B44-92BB-1FB2E7963426}" type="slidenum">
              <a:rPr lang="en-US" altLang="zh-CN" sz="1400">
                <a:solidFill>
                  <a:schemeClr val="bg1"/>
                </a:solidFill>
              </a:rPr>
              <a:pPr eaLnBrk="1" hangingPunct="1"/>
              <a:t>27</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1">
            <a:extLst>
              <a:ext uri="{FF2B5EF4-FFF2-40B4-BE49-F238E27FC236}">
                <a16:creationId xmlns:a16="http://schemas.microsoft.com/office/drawing/2014/main" id="{2F48A236-78C1-1B89-F429-2DDE2CD0389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4F6F5495-5326-4AB1-AE66-5809FDFA09BC}" type="slidenum">
              <a:rPr lang="en-US" altLang="zh-CN" sz="1400">
                <a:solidFill>
                  <a:schemeClr val="bg1"/>
                </a:solidFill>
              </a:rPr>
              <a:pPr eaLnBrk="1" hangingPunct="1"/>
              <a:t>28</a:t>
            </a:fld>
            <a:endParaRPr lang="en-US" altLang="zh-CN" sz="1400">
              <a:solidFill>
                <a:schemeClr val="bg1"/>
              </a:solidFill>
            </a:endParaRPr>
          </a:p>
        </p:txBody>
      </p:sp>
      <p:sp>
        <p:nvSpPr>
          <p:cNvPr id="36867" name="AutoShape 6">
            <a:extLst>
              <a:ext uri="{FF2B5EF4-FFF2-40B4-BE49-F238E27FC236}">
                <a16:creationId xmlns:a16="http://schemas.microsoft.com/office/drawing/2014/main" id="{D15285EF-83D3-779D-44CD-4127442FF9B1}"/>
              </a:ext>
            </a:extLst>
          </p:cNvPr>
          <p:cNvSpPr>
            <a:spLocks noChangeArrowheads="1"/>
          </p:cNvSpPr>
          <p:nvPr/>
        </p:nvSpPr>
        <p:spPr bwMode="auto">
          <a:xfrm>
            <a:off x="2057400" y="1371601"/>
            <a:ext cx="2305050" cy="754063"/>
          </a:xfrm>
          <a:prstGeom prst="roundRect">
            <a:avLst>
              <a:gd name="adj" fmla="val 16667"/>
            </a:avLst>
          </a:prstGeom>
          <a:gradFill rotWithShape="1">
            <a:gsLst>
              <a:gs pos="0">
                <a:srgbClr val="99FFCC">
                  <a:alpha val="49001"/>
                </a:srgbClr>
              </a:gs>
              <a:gs pos="100000">
                <a:srgbClr val="CFFFE7"/>
              </a:gs>
            </a:gsLst>
            <a:lin ang="5400000" scaled="1"/>
          </a:gradFill>
          <a:ln w="38100">
            <a:solidFill>
              <a:srgbClr val="3366FF"/>
            </a:solidFill>
            <a:round/>
            <a:headEnd/>
            <a:tailEnd/>
          </a:ln>
        </p:spPr>
        <p:txBody>
          <a:bodyPr wrap="none" anchor="ctr"/>
          <a:lstStyle>
            <a:lvl1pPr marL="342900" indent="-342900"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marL="0" lvl="2" algn="ctr" eaLnBrk="1" hangingPunct="1"/>
            <a:r>
              <a:rPr kumimoji="1" lang="zh-CN" altLang="en-US" sz="1800" b="1">
                <a:solidFill>
                  <a:srgbClr val="000000"/>
                </a:solidFill>
                <a:latin typeface="微软雅黑" panose="020B0503020204020204" pitchFamily="34" charset="-122"/>
                <a:ea typeface="微软雅黑" panose="020B0503020204020204" pitchFamily="34" charset="-122"/>
              </a:rPr>
              <a:t>文件加</a:t>
            </a:r>
            <a:r>
              <a:rPr kumimoji="1" lang="en-US" altLang="zh-CN" sz="1800" b="1">
                <a:solidFill>
                  <a:srgbClr val="000000"/>
                </a:solidFill>
                <a:latin typeface="微软雅黑" panose="020B0503020204020204" pitchFamily="34" charset="-122"/>
                <a:ea typeface="微软雅黑" panose="020B0503020204020204" pitchFamily="34" charset="-122"/>
              </a:rPr>
              <a:t>/</a:t>
            </a:r>
            <a:r>
              <a:rPr kumimoji="1" lang="zh-CN" altLang="en-US" sz="1800" b="1">
                <a:solidFill>
                  <a:srgbClr val="000000"/>
                </a:solidFill>
                <a:latin typeface="微软雅黑" panose="020B0503020204020204" pitchFamily="34" charset="-122"/>
                <a:ea typeface="微软雅黑" panose="020B0503020204020204" pitchFamily="34" charset="-122"/>
              </a:rPr>
              <a:t>解密</a:t>
            </a:r>
          </a:p>
        </p:txBody>
      </p:sp>
      <p:sp>
        <p:nvSpPr>
          <p:cNvPr id="5" name="标题 1">
            <a:extLst>
              <a:ext uri="{FF2B5EF4-FFF2-40B4-BE49-F238E27FC236}">
                <a16:creationId xmlns:a16="http://schemas.microsoft.com/office/drawing/2014/main" id="{03769674-A502-95E4-F9FD-6691A4F53BB5}"/>
              </a:ext>
            </a:extLst>
          </p:cNvPr>
          <p:cNvSpPr txBox="1">
            <a:spLocks/>
          </p:cNvSpPr>
          <p:nvPr/>
        </p:nvSpPr>
        <p:spPr bwMode="auto">
          <a:xfrm>
            <a:off x="1905000" y="381001"/>
            <a:ext cx="4495800" cy="506413"/>
          </a:xfrm>
          <a:prstGeom prst="rect">
            <a:avLst/>
          </a:prstGeom>
          <a:noFill/>
          <a:ln w="9525">
            <a:noFill/>
            <a:miter lim="800000"/>
            <a:headEnd/>
            <a:tailEnd/>
          </a:ln>
          <a:effectLst/>
        </p:spPr>
        <p:txBody>
          <a:bodyPr anchor="ctr"/>
          <a:lstStyle/>
          <a:p>
            <a:pPr>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联想基于</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TCM</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的安全应用</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(2)</a:t>
            </a:r>
            <a:endPar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endParaRPr>
          </a:p>
        </p:txBody>
      </p:sp>
      <p:sp>
        <p:nvSpPr>
          <p:cNvPr id="36869" name="内容占位符 2">
            <a:extLst>
              <a:ext uri="{FF2B5EF4-FFF2-40B4-BE49-F238E27FC236}">
                <a16:creationId xmlns:a16="http://schemas.microsoft.com/office/drawing/2014/main" id="{3050E8B9-FC9D-3360-B20D-4552743584BC}"/>
              </a:ext>
            </a:extLst>
          </p:cNvPr>
          <p:cNvSpPr>
            <a:spLocks/>
          </p:cNvSpPr>
          <p:nvPr/>
        </p:nvSpPr>
        <p:spPr bwMode="auto">
          <a:xfrm>
            <a:off x="2057400" y="2209800"/>
            <a:ext cx="51816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36538" indent="-236538"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20000"/>
              </a:spcBef>
              <a:buClr>
                <a:srgbClr val="FF7C23"/>
              </a:buClr>
              <a:buFontTx/>
              <a:buChar char="•"/>
            </a:pPr>
            <a:r>
              <a:rPr lang="zh-CN" altLang="en-US" sz="1600" b="1">
                <a:solidFill>
                  <a:srgbClr val="000000"/>
                </a:solidFill>
                <a:latin typeface="微软雅黑" panose="020B0503020204020204" pitchFamily="34" charset="-122"/>
                <a:ea typeface="微软雅黑" panose="020B0503020204020204" pitchFamily="34" charset="-122"/>
              </a:rPr>
              <a:t>用户可以对电脑上的数据和文件进行加密和解密处理</a:t>
            </a:r>
          </a:p>
          <a:p>
            <a:pPr eaLnBrk="1" hangingPunct="1">
              <a:lnSpc>
                <a:spcPct val="150000"/>
              </a:lnSpc>
              <a:spcBef>
                <a:spcPct val="20000"/>
              </a:spcBef>
              <a:buClr>
                <a:srgbClr val="FF7C23"/>
              </a:buClr>
              <a:buFontTx/>
              <a:buChar char="•"/>
            </a:pPr>
            <a:r>
              <a:rPr lang="zh-CN" altLang="en-US" sz="1600" b="1">
                <a:solidFill>
                  <a:srgbClr val="000000"/>
                </a:solidFill>
                <a:latin typeface="微软雅黑" panose="020B0503020204020204" pitchFamily="34" charset="-122"/>
                <a:ea typeface="微软雅黑" panose="020B0503020204020204" pitchFamily="34" charset="-122"/>
              </a:rPr>
              <a:t>经过加密的文件只能在本地电脑打开，拷贝到别的电脑则无法打开、处理等</a:t>
            </a:r>
          </a:p>
          <a:p>
            <a:pPr eaLnBrk="1" hangingPunct="1">
              <a:lnSpc>
                <a:spcPct val="150000"/>
              </a:lnSpc>
              <a:spcBef>
                <a:spcPct val="20000"/>
              </a:spcBef>
              <a:buClr>
                <a:srgbClr val="FF7C23"/>
              </a:buClr>
              <a:buFontTx/>
              <a:buChar char="•"/>
            </a:pPr>
            <a:r>
              <a:rPr lang="zh-CN" altLang="en-US" sz="1600" b="1">
                <a:solidFill>
                  <a:srgbClr val="000000"/>
                </a:solidFill>
                <a:latin typeface="微软雅黑" panose="020B0503020204020204" pitchFamily="34" charset="-122"/>
                <a:ea typeface="微软雅黑" panose="020B0503020204020204" pitchFamily="34" charset="-122"/>
              </a:rPr>
              <a:t>可以在文件上点击右键启动文件加密</a:t>
            </a:r>
          </a:p>
          <a:p>
            <a:pPr eaLnBrk="1" hangingPunct="1">
              <a:lnSpc>
                <a:spcPct val="150000"/>
              </a:lnSpc>
              <a:spcBef>
                <a:spcPct val="20000"/>
              </a:spcBef>
              <a:buClr>
                <a:srgbClr val="FF7C23"/>
              </a:buClr>
              <a:buFontTx/>
              <a:buChar char="•"/>
            </a:pPr>
            <a:r>
              <a:rPr lang="zh-CN" altLang="en-US" sz="1600" b="1">
                <a:solidFill>
                  <a:srgbClr val="000000"/>
                </a:solidFill>
                <a:latin typeface="微软雅黑" panose="020B0503020204020204" pitchFamily="34" charset="-122"/>
                <a:ea typeface="微软雅黑" panose="020B0503020204020204" pitchFamily="34" charset="-122"/>
              </a:rPr>
              <a:t>芯片级的密钥保护和高强度加密算法</a:t>
            </a:r>
          </a:p>
          <a:p>
            <a:pPr eaLnBrk="1" hangingPunct="1">
              <a:lnSpc>
                <a:spcPct val="150000"/>
              </a:lnSpc>
              <a:spcBef>
                <a:spcPct val="20000"/>
              </a:spcBef>
              <a:buClr>
                <a:srgbClr val="FF7C23"/>
              </a:buClr>
              <a:buFontTx/>
              <a:buChar char="•"/>
            </a:pPr>
            <a:r>
              <a:rPr lang="zh-CN" altLang="en-US" sz="1600" b="1">
                <a:solidFill>
                  <a:srgbClr val="000000"/>
                </a:solidFill>
                <a:latin typeface="微软雅黑" panose="020B0503020204020204" pitchFamily="34" charset="-122"/>
                <a:ea typeface="微软雅黑" panose="020B0503020204020204" pitchFamily="34" charset="-122"/>
              </a:rPr>
              <a:t>安全，易用</a:t>
            </a:r>
            <a:endParaRPr lang="en-US" altLang="zh-CN" sz="1600" b="1">
              <a:solidFill>
                <a:srgbClr val="000000"/>
              </a:solidFill>
              <a:latin typeface="微软雅黑" panose="020B0503020204020204" pitchFamily="34" charset="-122"/>
              <a:ea typeface="微软雅黑" panose="020B0503020204020204" pitchFamily="34" charset="-122"/>
            </a:endParaRPr>
          </a:p>
        </p:txBody>
      </p:sp>
      <p:pic>
        <p:nvPicPr>
          <p:cNvPr id="36870" name="Picture 16" descr="u=802629176,58568191&amp;fm=0&amp;gp=30">
            <a:hlinkClick r:id="rId2"/>
            <a:extLst>
              <a:ext uri="{FF2B5EF4-FFF2-40B4-BE49-F238E27FC236}">
                <a16:creationId xmlns:a16="http://schemas.microsoft.com/office/drawing/2014/main" id="{9B7A73DE-C049-C137-9FE2-1D913DE37B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7600" y="1447801"/>
            <a:ext cx="18288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1" name="Picture 18" descr="u=626939431,2951925535&amp;fm=0&amp;gp=-36">
            <a:hlinkClick r:id="rId4"/>
            <a:extLst>
              <a:ext uri="{FF2B5EF4-FFF2-40B4-BE49-F238E27FC236}">
                <a16:creationId xmlns:a16="http://schemas.microsoft.com/office/drawing/2014/main" id="{470EFF45-6406-E2DE-5DB6-4F8D256FE3D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8200" y="4724400"/>
            <a:ext cx="16764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2" name="Picture 20" descr="u=862419708,709725215&amp;fm=0&amp;gp=36">
            <a:hlinkClick r:id="rId6"/>
            <a:extLst>
              <a:ext uri="{FF2B5EF4-FFF2-40B4-BE49-F238E27FC236}">
                <a16:creationId xmlns:a16="http://schemas.microsoft.com/office/drawing/2014/main" id="{B347CF6D-948E-F808-0CC9-11CC80504DF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96200" y="3352800"/>
            <a:ext cx="12192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AutoShape 6">
            <a:extLst>
              <a:ext uri="{FF2B5EF4-FFF2-40B4-BE49-F238E27FC236}">
                <a16:creationId xmlns:a16="http://schemas.microsoft.com/office/drawing/2014/main" id="{7E288304-C749-60BD-3477-FDD2902FCBF0}"/>
              </a:ext>
            </a:extLst>
          </p:cNvPr>
          <p:cNvSpPr>
            <a:spLocks noChangeArrowheads="1"/>
          </p:cNvSpPr>
          <p:nvPr/>
        </p:nvSpPr>
        <p:spPr bwMode="auto">
          <a:xfrm>
            <a:off x="2057400" y="1371601"/>
            <a:ext cx="2306638" cy="754063"/>
          </a:xfrm>
          <a:prstGeom prst="roundRect">
            <a:avLst>
              <a:gd name="adj" fmla="val 16667"/>
            </a:avLst>
          </a:prstGeom>
          <a:gradFill rotWithShape="1">
            <a:gsLst>
              <a:gs pos="0">
                <a:srgbClr val="99FFCC">
                  <a:alpha val="49001"/>
                </a:srgbClr>
              </a:gs>
              <a:gs pos="100000">
                <a:srgbClr val="CFFFE7"/>
              </a:gs>
            </a:gsLst>
            <a:lin ang="5400000" scaled="1"/>
          </a:gradFill>
          <a:ln w="38100">
            <a:solidFill>
              <a:srgbClr val="3366FF"/>
            </a:solidFill>
            <a:round/>
            <a:headEnd/>
            <a:tailEnd/>
          </a:ln>
        </p:spPr>
        <p:txBody>
          <a:bodyPr wrap="none" anchor="ctr"/>
          <a:lstStyle>
            <a:lvl1pPr marL="342900" indent="-342900" eaLnBrk="0" hangingPunct="0">
              <a:tabLst>
                <a:tab pos="0" algn="l"/>
              </a:tabLst>
              <a:defRPr sz="800">
                <a:solidFill>
                  <a:schemeClr val="tx1"/>
                </a:solidFill>
                <a:latin typeface="Arial" panose="020B0604020202020204" pitchFamily="34" charset="0"/>
                <a:ea typeface="宋体" panose="02010600030101010101" pitchFamily="2" charset="-122"/>
              </a:defRPr>
            </a:lvl1pPr>
            <a:lvl2pPr marL="742950" indent="-285750" eaLnBrk="0" hangingPunct="0">
              <a:tabLst>
                <a:tab pos="0" algn="l"/>
              </a:tabLst>
              <a:defRPr sz="800">
                <a:solidFill>
                  <a:schemeClr val="tx1"/>
                </a:solidFill>
                <a:latin typeface="Arial" panose="020B0604020202020204" pitchFamily="34" charset="0"/>
                <a:ea typeface="宋体" panose="02010600030101010101" pitchFamily="2" charset="-122"/>
              </a:defRPr>
            </a:lvl2pPr>
            <a:lvl3pPr eaLnBrk="0" hangingPunct="0">
              <a:tabLst>
                <a:tab pos="0" algn="l"/>
              </a:tabLst>
              <a:defRPr sz="800">
                <a:solidFill>
                  <a:schemeClr val="tx1"/>
                </a:solidFill>
                <a:latin typeface="Arial" panose="020B0604020202020204" pitchFamily="34" charset="0"/>
                <a:ea typeface="宋体" panose="02010600030101010101" pitchFamily="2" charset="-122"/>
              </a:defRPr>
            </a:lvl3pPr>
            <a:lvl4pPr marL="1600200" indent="-228600" eaLnBrk="0" hangingPunct="0">
              <a:tabLst>
                <a:tab pos="0" algn="l"/>
              </a:tabLst>
              <a:defRPr sz="800">
                <a:solidFill>
                  <a:schemeClr val="tx1"/>
                </a:solidFill>
                <a:latin typeface="Arial" panose="020B0604020202020204" pitchFamily="34" charset="0"/>
                <a:ea typeface="宋体" panose="02010600030101010101" pitchFamily="2" charset="-122"/>
              </a:defRPr>
            </a:lvl4pPr>
            <a:lvl5pPr marL="2057400" indent="-228600" eaLnBrk="0" hangingPunct="0">
              <a:tabLst>
                <a:tab pos="0" algn="l"/>
              </a:tabLst>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0" algn="l"/>
              </a:tabLs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0" algn="l"/>
              </a:tabLs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0" algn="l"/>
              </a:tabLs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0" algn="l"/>
              </a:tabLst>
              <a:defRPr sz="800">
                <a:solidFill>
                  <a:schemeClr val="tx1"/>
                </a:solidFill>
                <a:latin typeface="Arial" panose="020B0604020202020204" pitchFamily="34" charset="0"/>
                <a:ea typeface="宋体" panose="02010600030101010101" pitchFamily="2" charset="-122"/>
              </a:defRPr>
            </a:lvl9pPr>
          </a:lstStyle>
          <a:p>
            <a:pPr marL="0" lvl="2" algn="ctr" eaLnBrk="1" hangingPunct="1"/>
            <a:r>
              <a:rPr kumimoji="1" lang="zh-CN" altLang="en-US" sz="1800" b="1">
                <a:solidFill>
                  <a:srgbClr val="000000"/>
                </a:solidFill>
                <a:latin typeface="微软雅黑" panose="020B0503020204020204" pitchFamily="34" charset="-122"/>
                <a:ea typeface="微软雅黑" panose="020B0503020204020204" pitchFamily="34" charset="-122"/>
              </a:rPr>
              <a:t>文件保险箱</a:t>
            </a:r>
          </a:p>
        </p:txBody>
      </p:sp>
      <p:sp>
        <p:nvSpPr>
          <p:cNvPr id="4" name="标题 1">
            <a:extLst>
              <a:ext uri="{FF2B5EF4-FFF2-40B4-BE49-F238E27FC236}">
                <a16:creationId xmlns:a16="http://schemas.microsoft.com/office/drawing/2014/main" id="{53DA83A3-61C7-A801-41B7-833B37CC7910}"/>
              </a:ext>
            </a:extLst>
          </p:cNvPr>
          <p:cNvSpPr txBox="1">
            <a:spLocks/>
          </p:cNvSpPr>
          <p:nvPr/>
        </p:nvSpPr>
        <p:spPr bwMode="auto">
          <a:xfrm>
            <a:off x="1905000" y="381001"/>
            <a:ext cx="4419600" cy="506413"/>
          </a:xfrm>
          <a:prstGeom prst="rect">
            <a:avLst/>
          </a:prstGeom>
          <a:noFill/>
          <a:ln w="9525">
            <a:noFill/>
            <a:miter lim="800000"/>
            <a:headEnd/>
            <a:tailEnd/>
          </a:ln>
          <a:effectLst/>
        </p:spPr>
        <p:txBody>
          <a:bodyPr anchor="ctr"/>
          <a:lstStyle/>
          <a:p>
            <a:pPr>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联想基于</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TCM</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的安全应用</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(3)</a:t>
            </a:r>
            <a:endPar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endParaRPr>
          </a:p>
        </p:txBody>
      </p:sp>
      <p:sp>
        <p:nvSpPr>
          <p:cNvPr id="37892" name="内容占位符 2">
            <a:extLst>
              <a:ext uri="{FF2B5EF4-FFF2-40B4-BE49-F238E27FC236}">
                <a16:creationId xmlns:a16="http://schemas.microsoft.com/office/drawing/2014/main" id="{CA495380-FD4C-80CB-243F-461A4BE0DD76}"/>
              </a:ext>
            </a:extLst>
          </p:cNvPr>
          <p:cNvSpPr>
            <a:spLocks/>
          </p:cNvSpPr>
          <p:nvPr/>
        </p:nvSpPr>
        <p:spPr bwMode="auto">
          <a:xfrm>
            <a:off x="2209800" y="2362200"/>
            <a:ext cx="42672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36538" indent="-236538"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20000"/>
              </a:spcBef>
              <a:buClr>
                <a:srgbClr val="FF7C23"/>
              </a:buClr>
              <a:buFontTx/>
              <a:buChar char="•"/>
            </a:pPr>
            <a:r>
              <a:rPr lang="zh-CN" altLang="en-US" sz="1600" b="1">
                <a:solidFill>
                  <a:srgbClr val="000000"/>
                </a:solidFill>
                <a:latin typeface="微软雅黑" panose="020B0503020204020204" pitchFamily="34" charset="-122"/>
                <a:ea typeface="微软雅黑" panose="020B0503020204020204" pitchFamily="34" charset="-122"/>
              </a:rPr>
              <a:t>加密保险箱是本地电脑上特别划出的区域，作为重要文件的保险箱</a:t>
            </a:r>
          </a:p>
          <a:p>
            <a:pPr eaLnBrk="1" hangingPunct="1">
              <a:lnSpc>
                <a:spcPct val="150000"/>
              </a:lnSpc>
              <a:spcBef>
                <a:spcPct val="20000"/>
              </a:spcBef>
              <a:buClr>
                <a:srgbClr val="FF7C23"/>
              </a:buClr>
              <a:buFontTx/>
              <a:buChar char="•"/>
            </a:pPr>
            <a:r>
              <a:rPr lang="zh-CN" altLang="en-US" sz="1600" b="1">
                <a:solidFill>
                  <a:srgbClr val="000000"/>
                </a:solidFill>
                <a:latin typeface="微软雅黑" panose="020B0503020204020204" pitchFamily="34" charset="-122"/>
                <a:ea typeface="微软雅黑" panose="020B0503020204020204" pitchFamily="34" charset="-122"/>
              </a:rPr>
              <a:t>文件可以任意拷贝进入或移出这个区域，锁定保险箱后，非机主本人都不能打开保险箱</a:t>
            </a:r>
          </a:p>
          <a:p>
            <a:pPr eaLnBrk="1" hangingPunct="1">
              <a:lnSpc>
                <a:spcPct val="150000"/>
              </a:lnSpc>
              <a:spcBef>
                <a:spcPct val="20000"/>
              </a:spcBef>
              <a:buClr>
                <a:srgbClr val="FF7C23"/>
              </a:buClr>
              <a:buFontTx/>
              <a:buChar char="•"/>
            </a:pPr>
            <a:r>
              <a:rPr lang="zh-CN" altLang="en-US" sz="1600" b="1">
                <a:solidFill>
                  <a:srgbClr val="000000"/>
                </a:solidFill>
                <a:latin typeface="微软雅黑" panose="020B0503020204020204" pitchFamily="34" charset="-122"/>
                <a:ea typeface="微软雅黑" panose="020B0503020204020204" pitchFamily="34" charset="-122"/>
              </a:rPr>
              <a:t>用硬件设防的安全存储区，坚固性超常</a:t>
            </a:r>
          </a:p>
          <a:p>
            <a:pPr eaLnBrk="1" hangingPunct="1">
              <a:lnSpc>
                <a:spcPct val="150000"/>
              </a:lnSpc>
              <a:spcBef>
                <a:spcPct val="20000"/>
              </a:spcBef>
              <a:buClr>
                <a:srgbClr val="FF7C23"/>
              </a:buClr>
              <a:buFontTx/>
              <a:buChar char="•"/>
            </a:pPr>
            <a:r>
              <a:rPr lang="zh-CN" altLang="en-US" sz="1600" b="1">
                <a:solidFill>
                  <a:srgbClr val="000000"/>
                </a:solidFill>
                <a:latin typeface="微软雅黑" panose="020B0503020204020204" pitchFamily="34" charset="-122"/>
                <a:ea typeface="微软雅黑" panose="020B0503020204020204" pitchFamily="34" charset="-122"/>
              </a:rPr>
              <a:t>保险箱的大小可以调整</a:t>
            </a:r>
            <a:r>
              <a:rPr lang="en-US" altLang="zh-CN" sz="1600" b="1">
                <a:solidFill>
                  <a:srgbClr val="000000"/>
                </a:solidFill>
                <a:latin typeface="微软雅黑" panose="020B0503020204020204" pitchFamily="34" charset="-122"/>
                <a:ea typeface="微软雅黑" panose="020B0503020204020204" pitchFamily="34" charset="-122"/>
              </a:rPr>
              <a:t>,</a:t>
            </a:r>
            <a:r>
              <a:rPr lang="zh-CN" altLang="en-US" sz="1600" b="1">
                <a:solidFill>
                  <a:srgbClr val="000000"/>
                </a:solidFill>
                <a:latin typeface="微软雅黑" panose="020B0503020204020204" pitchFamily="34" charset="-122"/>
                <a:ea typeface="微软雅黑" panose="020B0503020204020204" pitchFamily="34" charset="-122"/>
              </a:rPr>
              <a:t>灵活满足不同需要，符合用户使用习惯</a:t>
            </a:r>
          </a:p>
        </p:txBody>
      </p:sp>
      <p:pic>
        <p:nvPicPr>
          <p:cNvPr id="37893" name="Picture 6" descr="u=1795552383,507064544&amp;fm=0&amp;gp=40">
            <a:hlinkClick r:id="rId2"/>
            <a:extLst>
              <a:ext uri="{FF2B5EF4-FFF2-40B4-BE49-F238E27FC236}">
                <a16:creationId xmlns:a16="http://schemas.microsoft.com/office/drawing/2014/main" id="{23C8F192-ECB5-9D3D-DC98-750B3CCBB1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0" y="1447800"/>
            <a:ext cx="2008188"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4" name="Picture 8" descr="u=627066206,2625652130&amp;fm=0&amp;gp=24">
            <a:hlinkClick r:id="rId4"/>
            <a:extLst>
              <a:ext uri="{FF2B5EF4-FFF2-40B4-BE49-F238E27FC236}">
                <a16:creationId xmlns:a16="http://schemas.microsoft.com/office/drawing/2014/main" id="{8017928D-693A-7622-9219-8AB5D1D356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34200" y="4191000"/>
            <a:ext cx="191135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5" name="灯片编号占位符 1">
            <a:extLst>
              <a:ext uri="{FF2B5EF4-FFF2-40B4-BE49-F238E27FC236}">
                <a16:creationId xmlns:a16="http://schemas.microsoft.com/office/drawing/2014/main" id="{6978D417-B312-D10E-7AA6-99964FECBC5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FC7980D8-D937-4EE5-89DA-08D6BB4370AE}" type="slidenum">
              <a:rPr lang="en-US" altLang="zh-CN" sz="1400">
                <a:solidFill>
                  <a:schemeClr val="bg1"/>
                </a:solidFill>
              </a:rPr>
              <a:pPr eaLnBrk="1" hangingPunct="1"/>
              <a:t>29</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AutoShape 6">
            <a:extLst>
              <a:ext uri="{FF2B5EF4-FFF2-40B4-BE49-F238E27FC236}">
                <a16:creationId xmlns:a16="http://schemas.microsoft.com/office/drawing/2014/main" id="{C989B8B1-9759-FB4A-7CB0-232B82E16A17}"/>
              </a:ext>
            </a:extLst>
          </p:cNvPr>
          <p:cNvSpPr>
            <a:spLocks noChangeArrowheads="1"/>
          </p:cNvSpPr>
          <p:nvPr/>
        </p:nvSpPr>
        <p:spPr bwMode="auto">
          <a:xfrm>
            <a:off x="1981200" y="1143000"/>
            <a:ext cx="2363788" cy="685800"/>
          </a:xfrm>
          <a:prstGeom prst="roundRect">
            <a:avLst>
              <a:gd name="adj" fmla="val 16667"/>
            </a:avLst>
          </a:prstGeom>
          <a:gradFill rotWithShape="1">
            <a:gsLst>
              <a:gs pos="0">
                <a:srgbClr val="99FFCC">
                  <a:alpha val="49001"/>
                </a:srgbClr>
              </a:gs>
              <a:gs pos="100000">
                <a:srgbClr val="CFFFE7"/>
              </a:gs>
            </a:gsLst>
            <a:lin ang="5400000" scaled="1"/>
          </a:gradFill>
          <a:ln w="38100">
            <a:solidFill>
              <a:srgbClr val="3366FF"/>
            </a:solidFill>
            <a:round/>
            <a:headEnd/>
            <a:tailEnd/>
          </a:ln>
        </p:spPr>
        <p:txBody>
          <a:bodyPr wrap="none" anchor="ctr"/>
          <a:lstStyle>
            <a:lvl1pPr marL="342900" indent="-342900"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marL="0" lvl="2" algn="ctr" eaLnBrk="1" hangingPunct="1"/>
            <a:r>
              <a:rPr kumimoji="1" lang="zh-CN" altLang="en-US" sz="1800" b="1">
                <a:solidFill>
                  <a:srgbClr val="000000"/>
                </a:solidFill>
                <a:latin typeface="微软雅黑" panose="020B0503020204020204" pitchFamily="34" charset="-122"/>
                <a:ea typeface="微软雅黑" panose="020B0503020204020204" pitchFamily="34" charset="-122"/>
              </a:rPr>
              <a:t>安全文件共享</a:t>
            </a:r>
          </a:p>
        </p:txBody>
      </p:sp>
      <p:sp>
        <p:nvSpPr>
          <p:cNvPr id="4" name="标题 1">
            <a:extLst>
              <a:ext uri="{FF2B5EF4-FFF2-40B4-BE49-F238E27FC236}">
                <a16:creationId xmlns:a16="http://schemas.microsoft.com/office/drawing/2014/main" id="{FDA5C75C-CC10-92C0-F9CF-E543612CA460}"/>
              </a:ext>
            </a:extLst>
          </p:cNvPr>
          <p:cNvSpPr txBox="1">
            <a:spLocks/>
          </p:cNvSpPr>
          <p:nvPr/>
        </p:nvSpPr>
        <p:spPr bwMode="auto">
          <a:xfrm>
            <a:off x="1905000" y="381001"/>
            <a:ext cx="4495800" cy="506413"/>
          </a:xfrm>
          <a:prstGeom prst="rect">
            <a:avLst/>
          </a:prstGeom>
          <a:noFill/>
          <a:ln w="9525">
            <a:noFill/>
            <a:miter lim="800000"/>
            <a:headEnd/>
            <a:tailEnd/>
          </a:ln>
          <a:effectLst/>
        </p:spPr>
        <p:txBody>
          <a:bodyPr anchor="ctr"/>
          <a:lstStyle/>
          <a:p>
            <a:pPr>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联想基于</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TCM</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的安全应用</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(4)</a:t>
            </a:r>
            <a:endPar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endParaRPr>
          </a:p>
        </p:txBody>
      </p:sp>
      <p:sp>
        <p:nvSpPr>
          <p:cNvPr id="7" name="内容占位符 2">
            <a:extLst>
              <a:ext uri="{FF2B5EF4-FFF2-40B4-BE49-F238E27FC236}">
                <a16:creationId xmlns:a16="http://schemas.microsoft.com/office/drawing/2014/main" id="{00DDB4C5-79E1-BE4A-8B07-C32D65B357AC}"/>
              </a:ext>
            </a:extLst>
          </p:cNvPr>
          <p:cNvSpPr>
            <a:spLocks/>
          </p:cNvSpPr>
          <p:nvPr/>
        </p:nvSpPr>
        <p:spPr bwMode="auto">
          <a:xfrm>
            <a:off x="2514600" y="1905000"/>
            <a:ext cx="7848600" cy="1905000"/>
          </a:xfrm>
          <a:prstGeom prst="rect">
            <a:avLst/>
          </a:prstGeom>
          <a:noFill/>
          <a:ln w="9525">
            <a:noFill/>
            <a:miter lim="800000"/>
            <a:headEnd/>
            <a:tailEnd/>
          </a:ln>
        </p:spPr>
        <p:txBody>
          <a:bodyPr/>
          <a:lstStyle/>
          <a:p>
            <a:pPr marL="236538" indent="-236538">
              <a:lnSpc>
                <a:spcPct val="150000"/>
              </a:lnSpc>
              <a:spcBef>
                <a:spcPct val="20000"/>
              </a:spcBef>
              <a:buClr>
                <a:srgbClr val="FF7C23"/>
              </a:buClr>
              <a:buSzPct val="120000"/>
              <a:buFont typeface="Wingdings" pitchFamily="2" charset="2"/>
              <a:buChar char="l"/>
              <a:defRPr/>
            </a:pPr>
            <a:r>
              <a:rPr lang="zh-CN" altLang="en-US" sz="1400" b="1" dirty="0">
                <a:solidFill>
                  <a:srgbClr val="000000"/>
                </a:solidFill>
                <a:latin typeface="微软雅黑" pitchFamily="34" charset="-122"/>
                <a:ea typeface="微软雅黑" pitchFamily="34" charset="-122"/>
              </a:rPr>
              <a:t>将文件进行共享加密，文件以密文形式保存，并可以在指定范围内的机器上解密</a:t>
            </a:r>
            <a:endParaRPr lang="en-US" altLang="zh-CN" sz="1400" b="1" dirty="0">
              <a:solidFill>
                <a:srgbClr val="000000"/>
              </a:solidFill>
              <a:latin typeface="微软雅黑" pitchFamily="34" charset="-122"/>
              <a:ea typeface="微软雅黑" pitchFamily="34" charset="-122"/>
            </a:endParaRPr>
          </a:p>
          <a:p>
            <a:pPr marL="222250" lvl="1">
              <a:lnSpc>
                <a:spcPts val="2000"/>
              </a:lnSpc>
              <a:buFont typeface="Wingdings" pitchFamily="2" charset="2"/>
              <a:buChar char="l"/>
              <a:defRPr/>
            </a:pPr>
            <a:r>
              <a:rPr lang="en-US" altLang="zh-CN" sz="1400" b="1" dirty="0">
                <a:solidFill>
                  <a:schemeClr val="accent6"/>
                </a:solidFill>
                <a:latin typeface="微软雅黑" pitchFamily="34" charset="-122"/>
                <a:ea typeface="微软雅黑" pitchFamily="34" charset="-122"/>
                <a:cs typeface="Tahoma" pitchFamily="34" charset="0"/>
              </a:rPr>
              <a:t> </a:t>
            </a:r>
            <a:r>
              <a:rPr lang="zh-CN" altLang="en-US" sz="1200" b="1" dirty="0">
                <a:solidFill>
                  <a:schemeClr val="accent6"/>
                </a:solidFill>
                <a:latin typeface="微软雅黑" pitchFamily="34" charset="-122"/>
                <a:ea typeface="微软雅黑" pitchFamily="34" charset="-122"/>
                <a:cs typeface="Tahoma" pitchFamily="34" charset="0"/>
              </a:rPr>
              <a:t>加密文件时，选择“可解密人”</a:t>
            </a:r>
            <a:endParaRPr lang="en-US" altLang="zh-CN" sz="1200" b="1" dirty="0">
              <a:solidFill>
                <a:schemeClr val="accent6"/>
              </a:solidFill>
              <a:latin typeface="微软雅黑" pitchFamily="34" charset="-122"/>
              <a:ea typeface="微软雅黑" pitchFamily="34" charset="-122"/>
              <a:cs typeface="Tahoma" pitchFamily="34" charset="0"/>
            </a:endParaRPr>
          </a:p>
          <a:p>
            <a:pPr marL="631825" lvl="2" indent="-190500">
              <a:lnSpc>
                <a:spcPts val="2000"/>
              </a:lnSpc>
              <a:buFont typeface="Wingdings" pitchFamily="2" charset="2"/>
              <a:buChar char="ü"/>
              <a:defRPr/>
            </a:pPr>
            <a:r>
              <a:rPr lang="zh-CN" altLang="en-US" sz="1200" b="1" dirty="0">
                <a:solidFill>
                  <a:schemeClr val="accent6"/>
                </a:solidFill>
                <a:latin typeface="微软雅黑" pitchFamily="34" charset="-122"/>
                <a:ea typeface="微软雅黑" pitchFamily="34" charset="-122"/>
              </a:rPr>
              <a:t> 选择“可解密人”的过程是向加密文件中添加授权信息，添加一个授权信息表明该授权信息所属的计算机能够解密该文件</a:t>
            </a:r>
            <a:endParaRPr lang="en-US" altLang="zh-CN" sz="1200" b="1" dirty="0">
              <a:solidFill>
                <a:schemeClr val="accent6"/>
              </a:solidFill>
              <a:latin typeface="微软雅黑" pitchFamily="34" charset="-122"/>
              <a:ea typeface="微软雅黑" pitchFamily="34" charset="-122"/>
            </a:endParaRPr>
          </a:p>
          <a:p>
            <a:pPr marL="222250" lvl="1">
              <a:lnSpc>
                <a:spcPts val="2000"/>
              </a:lnSpc>
              <a:buFont typeface="Wingdings" pitchFamily="2" charset="2"/>
              <a:buChar char="l"/>
              <a:defRPr/>
            </a:pPr>
            <a:r>
              <a:rPr lang="zh-CN" altLang="en-US" sz="1200" b="1" dirty="0">
                <a:solidFill>
                  <a:schemeClr val="accent6"/>
                </a:solidFill>
                <a:latin typeface="微软雅黑" pitchFamily="34" charset="-122"/>
                <a:ea typeface="微软雅黑" pitchFamily="34" charset="-122"/>
              </a:rPr>
              <a:t> 被加密文件可以指定“可解密人”机器范围内被解密</a:t>
            </a:r>
          </a:p>
          <a:p>
            <a:pPr marL="222250" lvl="1">
              <a:lnSpc>
                <a:spcPts val="2000"/>
              </a:lnSpc>
              <a:buFont typeface="Wingdings" pitchFamily="2" charset="2"/>
              <a:buChar char="l"/>
              <a:defRPr/>
            </a:pPr>
            <a:r>
              <a:rPr lang="en-US" altLang="zh-CN" sz="1200" b="1" dirty="0">
                <a:solidFill>
                  <a:schemeClr val="accent6"/>
                </a:solidFill>
                <a:latin typeface="微软雅黑" pitchFamily="34" charset="-122"/>
                <a:ea typeface="微软雅黑" pitchFamily="34" charset="-122"/>
              </a:rPr>
              <a:t> </a:t>
            </a:r>
            <a:r>
              <a:rPr lang="zh-CN" altLang="en-US" sz="1200" b="1" dirty="0">
                <a:solidFill>
                  <a:schemeClr val="accent6"/>
                </a:solidFill>
                <a:latin typeface="微软雅黑" pitchFamily="34" charset="-122"/>
                <a:ea typeface="微软雅黑" pitchFamily="34" charset="-122"/>
              </a:rPr>
              <a:t>用户可以通过“修改可解密人”，来改变该加密文件的解密范围</a:t>
            </a:r>
          </a:p>
          <a:p>
            <a:pPr>
              <a:lnSpc>
                <a:spcPts val="2000"/>
              </a:lnSpc>
              <a:spcBef>
                <a:spcPct val="20000"/>
              </a:spcBef>
              <a:buClr>
                <a:srgbClr val="FF0000"/>
              </a:buClr>
              <a:buSzPct val="120000"/>
              <a:buFont typeface="Wingdings" pitchFamily="2" charset="2"/>
              <a:buChar char="Ø"/>
              <a:defRPr/>
            </a:pPr>
            <a:r>
              <a:rPr lang="zh-CN" altLang="en-US" sz="1600" b="1" dirty="0">
                <a:solidFill>
                  <a:srgbClr val="000000"/>
                </a:solidFill>
                <a:latin typeface="+mn-ea"/>
              </a:rPr>
              <a:t> </a:t>
            </a:r>
            <a:r>
              <a:rPr lang="zh-CN" altLang="en-US" sz="1400" b="1" dirty="0">
                <a:solidFill>
                  <a:srgbClr val="000000"/>
                </a:solidFill>
                <a:latin typeface="微软雅黑" pitchFamily="34" charset="-122"/>
                <a:ea typeface="微软雅黑" pitchFamily="34" charset="-122"/>
              </a:rPr>
              <a:t>整个过程安全易用</a:t>
            </a:r>
          </a:p>
        </p:txBody>
      </p:sp>
      <p:pic>
        <p:nvPicPr>
          <p:cNvPr id="38917" name="Picture 5" descr="MCj04241920000[1]">
            <a:extLst>
              <a:ext uri="{FF2B5EF4-FFF2-40B4-BE49-F238E27FC236}">
                <a16:creationId xmlns:a16="http://schemas.microsoft.com/office/drawing/2014/main" id="{E004ECA0-64BE-CFC1-E875-77AB44C304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2801" y="4648200"/>
            <a:ext cx="120332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8" name="Rectangle 6">
            <a:extLst>
              <a:ext uri="{FF2B5EF4-FFF2-40B4-BE49-F238E27FC236}">
                <a16:creationId xmlns:a16="http://schemas.microsoft.com/office/drawing/2014/main" id="{3949789C-2685-A033-63BD-341F2B74C5C4}"/>
              </a:ext>
            </a:extLst>
          </p:cNvPr>
          <p:cNvSpPr>
            <a:spLocks noChangeArrowheads="1"/>
          </p:cNvSpPr>
          <p:nvPr/>
        </p:nvSpPr>
        <p:spPr bwMode="auto">
          <a:xfrm flipH="1">
            <a:off x="6437314" y="3962400"/>
            <a:ext cx="115887" cy="2286000"/>
          </a:xfrm>
          <a:prstGeom prst="rect">
            <a:avLst/>
          </a:prstGeom>
          <a:solidFill>
            <a:srgbClr val="FF00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b="1">
              <a:solidFill>
                <a:srgbClr val="000000"/>
              </a:solidFill>
            </a:endParaRPr>
          </a:p>
        </p:txBody>
      </p:sp>
      <p:grpSp>
        <p:nvGrpSpPr>
          <p:cNvPr id="38919" name="Group 7">
            <a:extLst>
              <a:ext uri="{FF2B5EF4-FFF2-40B4-BE49-F238E27FC236}">
                <a16:creationId xmlns:a16="http://schemas.microsoft.com/office/drawing/2014/main" id="{9F8B481B-8976-F549-6596-293B4126F3BC}"/>
              </a:ext>
            </a:extLst>
          </p:cNvPr>
          <p:cNvGrpSpPr>
            <a:grpSpLocks/>
          </p:cNvGrpSpPr>
          <p:nvPr/>
        </p:nvGrpSpPr>
        <p:grpSpPr bwMode="auto">
          <a:xfrm>
            <a:off x="3124200" y="3962401"/>
            <a:ext cx="2827338" cy="2341563"/>
            <a:chOff x="429" y="1292"/>
            <a:chExt cx="2540" cy="2647"/>
          </a:xfrm>
        </p:grpSpPr>
        <p:pic>
          <p:nvPicPr>
            <p:cNvPr id="38924" name="Picture 8" descr="MCj04242360000[1]">
              <a:extLst>
                <a:ext uri="{FF2B5EF4-FFF2-40B4-BE49-F238E27FC236}">
                  <a16:creationId xmlns:a16="http://schemas.microsoft.com/office/drawing/2014/main" id="{B8262F70-B898-645B-66D0-67793C49A5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1" y="1292"/>
              <a:ext cx="544"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25" name="Picture 9" descr="MCj04242360000[1]">
              <a:extLst>
                <a:ext uri="{FF2B5EF4-FFF2-40B4-BE49-F238E27FC236}">
                  <a16:creationId xmlns:a16="http://schemas.microsoft.com/office/drawing/2014/main" id="{D2323BBF-E2F8-5EA0-1CC0-76E53F1DFB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 y="1953"/>
              <a:ext cx="544"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26" name="Picture 10" descr="MCj04242360000[1]">
              <a:extLst>
                <a:ext uri="{FF2B5EF4-FFF2-40B4-BE49-F238E27FC236}">
                  <a16:creationId xmlns:a16="http://schemas.microsoft.com/office/drawing/2014/main" id="{220D7A1F-4407-3E01-534D-B93AE72DE7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 y="2829"/>
              <a:ext cx="544"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27" name="Picture 11" descr="MCj04242360000[1]">
              <a:extLst>
                <a:ext uri="{FF2B5EF4-FFF2-40B4-BE49-F238E27FC236}">
                  <a16:creationId xmlns:a16="http://schemas.microsoft.com/office/drawing/2014/main" id="{E08BC616-B30D-BCE0-37B9-FFAB077A40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65" y="3491"/>
              <a:ext cx="544"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28" name="Picture 12" descr="MCj04242360000[1]">
              <a:extLst>
                <a:ext uri="{FF2B5EF4-FFF2-40B4-BE49-F238E27FC236}">
                  <a16:creationId xmlns:a16="http://schemas.microsoft.com/office/drawing/2014/main" id="{9471E359-0777-4561-1CB9-FA352BC9A9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5" y="2838"/>
              <a:ext cx="544"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29" name="Picture 13" descr="MCj04242360000[1]">
              <a:extLst>
                <a:ext uri="{FF2B5EF4-FFF2-40B4-BE49-F238E27FC236}">
                  <a16:creationId xmlns:a16="http://schemas.microsoft.com/office/drawing/2014/main" id="{19159C64-1B43-CF83-8A82-CD455CA8CA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7" y="1926"/>
              <a:ext cx="544" cy="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8920" name="Rectangle 21">
            <a:extLst>
              <a:ext uri="{FF2B5EF4-FFF2-40B4-BE49-F238E27FC236}">
                <a16:creationId xmlns:a16="http://schemas.microsoft.com/office/drawing/2014/main" id="{D858C5AD-AFC6-5153-7775-B859613FC52A}"/>
              </a:ext>
            </a:extLst>
          </p:cNvPr>
          <p:cNvSpPr>
            <a:spLocks noChangeArrowheads="1"/>
          </p:cNvSpPr>
          <p:nvPr/>
        </p:nvSpPr>
        <p:spPr bwMode="auto">
          <a:xfrm>
            <a:off x="3810000" y="6172201"/>
            <a:ext cx="1657350"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solidFill>
                  <a:srgbClr val="000000"/>
                </a:solidFill>
              </a:rPr>
              <a:t>设定的机器集合</a:t>
            </a:r>
          </a:p>
        </p:txBody>
      </p:sp>
      <p:sp>
        <p:nvSpPr>
          <p:cNvPr id="38921" name="Rectangle 22">
            <a:extLst>
              <a:ext uri="{FF2B5EF4-FFF2-40B4-BE49-F238E27FC236}">
                <a16:creationId xmlns:a16="http://schemas.microsoft.com/office/drawing/2014/main" id="{B81BF002-D485-7976-93DA-61193731B55A}"/>
              </a:ext>
            </a:extLst>
          </p:cNvPr>
          <p:cNvSpPr>
            <a:spLocks noChangeArrowheads="1"/>
          </p:cNvSpPr>
          <p:nvPr/>
        </p:nvSpPr>
        <p:spPr bwMode="auto">
          <a:xfrm>
            <a:off x="7010400" y="6019800"/>
            <a:ext cx="1676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solidFill>
                  <a:srgbClr val="000000"/>
                </a:solidFill>
              </a:rPr>
              <a:t>非设定集合的机器</a:t>
            </a:r>
            <a:endParaRPr lang="en-US" altLang="zh-CN" sz="1400" b="1">
              <a:solidFill>
                <a:srgbClr val="000000"/>
              </a:solidFill>
            </a:endParaRPr>
          </a:p>
        </p:txBody>
      </p:sp>
      <p:pic>
        <p:nvPicPr>
          <p:cNvPr id="38922" name="Picture 24" descr="u=2324416440,3829973064&amp;fm=0&amp;gp=30">
            <a:hlinkClick r:id="rId4"/>
            <a:extLst>
              <a:ext uri="{FF2B5EF4-FFF2-40B4-BE49-F238E27FC236}">
                <a16:creationId xmlns:a16="http://schemas.microsoft.com/office/drawing/2014/main" id="{CC9CF5C8-AC28-917F-1415-B4F99079492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67201" y="4648200"/>
            <a:ext cx="677863" cy="95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3" name="灯片编号占位符 1">
            <a:extLst>
              <a:ext uri="{FF2B5EF4-FFF2-40B4-BE49-F238E27FC236}">
                <a16:creationId xmlns:a16="http://schemas.microsoft.com/office/drawing/2014/main" id="{2075F469-928F-CCF7-51B5-940C56EE4D6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D599994F-EE55-4584-9D9E-2D27F4760BBC}" type="slidenum">
              <a:rPr lang="en-US" altLang="zh-CN" sz="1400">
                <a:solidFill>
                  <a:schemeClr val="bg1"/>
                </a:solidFill>
              </a:rPr>
              <a:pPr eaLnBrk="1" hangingPunct="1"/>
              <a:t>30</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1">
            <a:extLst>
              <a:ext uri="{FF2B5EF4-FFF2-40B4-BE49-F238E27FC236}">
                <a16:creationId xmlns:a16="http://schemas.microsoft.com/office/drawing/2014/main" id="{804CAA5B-ED76-5F23-9A13-37100B8A05C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46C89704-BB95-4ACE-B55D-85B66C9177A7}" type="slidenum">
              <a:rPr lang="en-US" altLang="zh-CN" sz="1400">
                <a:solidFill>
                  <a:schemeClr val="bg1"/>
                </a:solidFill>
              </a:rPr>
              <a:pPr eaLnBrk="1" hangingPunct="1"/>
              <a:t>31</a:t>
            </a:fld>
            <a:endParaRPr lang="en-US" altLang="zh-CN" sz="1400">
              <a:solidFill>
                <a:schemeClr val="bg1"/>
              </a:solidFill>
            </a:endParaRPr>
          </a:p>
        </p:txBody>
      </p:sp>
      <p:sp>
        <p:nvSpPr>
          <p:cNvPr id="3" name="标题 1">
            <a:extLst>
              <a:ext uri="{FF2B5EF4-FFF2-40B4-BE49-F238E27FC236}">
                <a16:creationId xmlns:a16="http://schemas.microsoft.com/office/drawing/2014/main" id="{6AD7134D-E002-E5E4-F1FD-6DF93848C3A6}"/>
              </a:ext>
            </a:extLst>
          </p:cNvPr>
          <p:cNvSpPr txBox="1">
            <a:spLocks/>
          </p:cNvSpPr>
          <p:nvPr/>
        </p:nvSpPr>
        <p:spPr bwMode="auto">
          <a:xfrm>
            <a:off x="1905000" y="381001"/>
            <a:ext cx="4724400" cy="506413"/>
          </a:xfrm>
          <a:prstGeom prst="rect">
            <a:avLst/>
          </a:prstGeom>
          <a:noFill/>
          <a:ln w="9525">
            <a:noFill/>
            <a:miter lim="800000"/>
            <a:headEnd/>
            <a:tailEnd/>
          </a:ln>
          <a:effectLst/>
        </p:spPr>
        <p:txBody>
          <a:bodyPr anchor="ctr"/>
          <a:lstStyle/>
          <a:p>
            <a:pPr>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联想基于</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TCM</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的安全应用</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(5)</a:t>
            </a:r>
            <a:endPar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endParaRPr>
          </a:p>
        </p:txBody>
      </p:sp>
      <p:sp>
        <p:nvSpPr>
          <p:cNvPr id="4" name="AutoShape 6">
            <a:extLst>
              <a:ext uri="{FF2B5EF4-FFF2-40B4-BE49-F238E27FC236}">
                <a16:creationId xmlns:a16="http://schemas.microsoft.com/office/drawing/2014/main" id="{D9BAA000-FAAF-9DDB-3819-347AEF900A27}"/>
              </a:ext>
            </a:extLst>
          </p:cNvPr>
          <p:cNvSpPr>
            <a:spLocks noChangeArrowheads="1"/>
          </p:cNvSpPr>
          <p:nvPr/>
        </p:nvSpPr>
        <p:spPr bwMode="auto">
          <a:xfrm>
            <a:off x="1905000" y="1143001"/>
            <a:ext cx="2349500" cy="754063"/>
          </a:xfrm>
          <a:prstGeom prst="roundRect">
            <a:avLst>
              <a:gd name="adj" fmla="val 16667"/>
            </a:avLst>
          </a:prstGeom>
          <a:gradFill rotWithShape="1">
            <a:gsLst>
              <a:gs pos="0">
                <a:srgbClr val="99FFCC">
                  <a:alpha val="49001"/>
                </a:srgbClr>
              </a:gs>
              <a:gs pos="100000">
                <a:srgbClr val="CFFFE7"/>
              </a:gs>
            </a:gsLst>
            <a:lin ang="5400000" scaled="1"/>
          </a:gradFill>
          <a:ln w="38100">
            <a:solidFill>
              <a:srgbClr val="FF0000"/>
            </a:solidFill>
            <a:round/>
            <a:headEnd/>
            <a:tailEnd/>
          </a:ln>
        </p:spPr>
        <p:txBody>
          <a:bodyPr wrap="none" anchor="ctr"/>
          <a:lstStyle/>
          <a:p>
            <a:pPr marL="0" lvl="2" algn="ctr">
              <a:defRPr/>
            </a:pPr>
            <a:r>
              <a:rPr kumimoji="1" lang="en-US" altLang="zh-CN" b="1" dirty="0">
                <a:solidFill>
                  <a:srgbClr val="000000"/>
                </a:solidFill>
                <a:latin typeface="微软雅黑" pitchFamily="34" charset="-122"/>
                <a:ea typeface="微软雅黑" pitchFamily="34" charset="-122"/>
              </a:rPr>
              <a:t>U</a:t>
            </a:r>
            <a:r>
              <a:rPr kumimoji="1" lang="zh-CN" altLang="en-US" b="1" dirty="0">
                <a:solidFill>
                  <a:srgbClr val="000000"/>
                </a:solidFill>
                <a:latin typeface="微软雅黑" pitchFamily="34" charset="-122"/>
                <a:ea typeface="微软雅黑" pitchFamily="34" charset="-122"/>
              </a:rPr>
              <a:t>盘无忧</a:t>
            </a:r>
            <a:endParaRPr kumimoji="1" lang="en-US" altLang="zh-CN" b="1" dirty="0">
              <a:solidFill>
                <a:srgbClr val="000000"/>
              </a:solidFill>
              <a:latin typeface="微软雅黑" pitchFamily="34" charset="-122"/>
              <a:ea typeface="微软雅黑" pitchFamily="34" charset="-122"/>
            </a:endParaRPr>
          </a:p>
          <a:p>
            <a:pPr marL="0" lvl="2" algn="ctr">
              <a:defRPr/>
            </a:pPr>
            <a:r>
              <a:rPr kumimoji="1" lang="en-US" altLang="zh-CN" sz="1600" b="1" dirty="0">
                <a:solidFill>
                  <a:srgbClr val="000066"/>
                </a:solidFill>
                <a:effectLst>
                  <a:outerShdw blurRad="38100" dist="38100" dir="2700000" algn="tl">
                    <a:srgbClr val="C0C0C0"/>
                  </a:outerShdw>
                </a:effectLst>
                <a:latin typeface="微软雅黑" pitchFamily="34" charset="-122"/>
                <a:ea typeface="微软雅黑" pitchFamily="34" charset="-122"/>
                <a:cs typeface="Arial" charset="0"/>
              </a:rPr>
              <a:t>(</a:t>
            </a:r>
            <a:r>
              <a:rPr kumimoji="1" lang="zh-CN" altLang="en-US" sz="1600" b="1" dirty="0">
                <a:solidFill>
                  <a:srgbClr val="000066"/>
                </a:solidFill>
                <a:effectLst>
                  <a:outerShdw blurRad="38100" dist="38100" dir="2700000" algn="tl">
                    <a:srgbClr val="C0C0C0"/>
                  </a:outerShdw>
                </a:effectLst>
                <a:latin typeface="微软雅黑" pitchFamily="34" charset="-122"/>
                <a:ea typeface="微软雅黑" pitchFamily="34" charset="-122"/>
                <a:cs typeface="Arial" charset="0"/>
              </a:rPr>
              <a:t>安全移动存储</a:t>
            </a:r>
            <a:r>
              <a:rPr kumimoji="1" lang="en-US" altLang="zh-CN" sz="1600" b="1" dirty="0">
                <a:solidFill>
                  <a:srgbClr val="000066"/>
                </a:solidFill>
                <a:effectLst>
                  <a:outerShdw blurRad="38100" dist="38100" dir="2700000" algn="tl">
                    <a:srgbClr val="C0C0C0"/>
                  </a:outerShdw>
                </a:effectLst>
                <a:latin typeface="微软雅黑" pitchFamily="34" charset="-122"/>
                <a:ea typeface="微软雅黑" pitchFamily="34" charset="-122"/>
                <a:cs typeface="Arial" charset="0"/>
              </a:rPr>
              <a:t>)</a:t>
            </a:r>
            <a:endParaRPr kumimoji="1" lang="zh-CN" altLang="en-US" sz="1600" b="1" dirty="0">
              <a:solidFill>
                <a:srgbClr val="000000"/>
              </a:solidFill>
              <a:latin typeface="微软雅黑" pitchFamily="34" charset="-122"/>
              <a:ea typeface="微软雅黑" pitchFamily="34" charset="-122"/>
            </a:endParaRPr>
          </a:p>
        </p:txBody>
      </p:sp>
      <p:pic>
        <p:nvPicPr>
          <p:cNvPr id="39941" name="Picture 3" descr="MCj03556570000[1]">
            <a:extLst>
              <a:ext uri="{FF2B5EF4-FFF2-40B4-BE49-F238E27FC236}">
                <a16:creationId xmlns:a16="http://schemas.microsoft.com/office/drawing/2014/main" id="{8D5914E5-FF08-6CEC-878B-C63F4916B6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8551" y="2070101"/>
            <a:ext cx="1851025"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2" name="Rectangle 4">
            <a:extLst>
              <a:ext uri="{FF2B5EF4-FFF2-40B4-BE49-F238E27FC236}">
                <a16:creationId xmlns:a16="http://schemas.microsoft.com/office/drawing/2014/main" id="{2BFE0F77-F330-CB2B-1D79-2E3ACC6608CB}"/>
              </a:ext>
            </a:extLst>
          </p:cNvPr>
          <p:cNvSpPr>
            <a:spLocks noChangeArrowheads="1"/>
          </p:cNvSpPr>
          <p:nvPr/>
        </p:nvSpPr>
        <p:spPr bwMode="auto">
          <a:xfrm>
            <a:off x="2208214" y="5381625"/>
            <a:ext cx="1476375" cy="431800"/>
          </a:xfrm>
          <a:prstGeom prst="rect">
            <a:avLst/>
          </a:prstGeom>
          <a:pattFill prst="lgCheck">
            <a:fgClr>
              <a:schemeClr val="bg1"/>
            </a:fgClr>
            <a:bgClr>
              <a:srgbClr val="FFFF99"/>
            </a:bgClr>
          </a:pattFill>
          <a:ln w="9525" algn="ctr">
            <a:solidFill>
              <a:schemeClr val="tx1"/>
            </a:solidFill>
            <a:miter lim="800000"/>
            <a:headEnd/>
            <a:tailEnd/>
          </a:ln>
        </p:spPr>
        <p:txBody>
          <a:bodyPr wrap="none" anchor="ctr"/>
          <a:lstStyle>
            <a:lvl1pPr marL="342900" indent="-342900"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accent1"/>
              </a:buClr>
            </a:pPr>
            <a:r>
              <a:rPr lang="zh-CN" altLang="en-US" sz="1400" b="1">
                <a:latin typeface="Times New Roman" panose="02020603050405020304" pitchFamily="18" charset="0"/>
              </a:rPr>
              <a:t>合法</a:t>
            </a:r>
            <a:r>
              <a:rPr lang="en-US" altLang="zh-CN" sz="1400" b="1">
                <a:latin typeface="Times New Roman" panose="02020603050405020304" pitchFamily="18" charset="0"/>
              </a:rPr>
              <a:t>USB</a:t>
            </a:r>
            <a:r>
              <a:rPr lang="zh-CN" altLang="en-US" sz="1400" b="1">
                <a:latin typeface="Times New Roman" panose="02020603050405020304" pitchFamily="18" charset="0"/>
              </a:rPr>
              <a:t>设备</a:t>
            </a:r>
          </a:p>
        </p:txBody>
      </p:sp>
      <p:sp>
        <p:nvSpPr>
          <p:cNvPr id="39943" name="Line 5">
            <a:extLst>
              <a:ext uri="{FF2B5EF4-FFF2-40B4-BE49-F238E27FC236}">
                <a16:creationId xmlns:a16="http://schemas.microsoft.com/office/drawing/2014/main" id="{B86102FA-EDB1-BE8F-66BF-D65796928E01}"/>
              </a:ext>
            </a:extLst>
          </p:cNvPr>
          <p:cNvSpPr>
            <a:spLocks noChangeShapeType="1"/>
          </p:cNvSpPr>
          <p:nvPr/>
        </p:nvSpPr>
        <p:spPr bwMode="auto">
          <a:xfrm flipV="1">
            <a:off x="2892426" y="3365500"/>
            <a:ext cx="1908175" cy="1944688"/>
          </a:xfrm>
          <a:prstGeom prst="line">
            <a:avLst/>
          </a:prstGeom>
          <a:noFill/>
          <a:ln w="28575">
            <a:solidFill>
              <a:srgbClr val="993300"/>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44" name="Rectangle 6">
            <a:extLst>
              <a:ext uri="{FF2B5EF4-FFF2-40B4-BE49-F238E27FC236}">
                <a16:creationId xmlns:a16="http://schemas.microsoft.com/office/drawing/2014/main" id="{2E06EAA2-3FA4-71E0-68B7-5D64F3B45FE4}"/>
              </a:ext>
            </a:extLst>
          </p:cNvPr>
          <p:cNvSpPr>
            <a:spLocks noChangeArrowheads="1"/>
          </p:cNvSpPr>
          <p:nvPr/>
        </p:nvSpPr>
        <p:spPr bwMode="auto">
          <a:xfrm>
            <a:off x="8364539" y="5418138"/>
            <a:ext cx="1476375" cy="431800"/>
          </a:xfrm>
          <a:prstGeom prst="rect">
            <a:avLst/>
          </a:prstGeom>
          <a:pattFill prst="lgCheck">
            <a:fgClr>
              <a:schemeClr val="bg1"/>
            </a:fgClr>
            <a:bgClr>
              <a:srgbClr val="FFFF99"/>
            </a:bgClr>
          </a:pattFill>
          <a:ln w="9525" algn="ctr">
            <a:solidFill>
              <a:schemeClr val="tx1"/>
            </a:solidFill>
            <a:miter lim="800000"/>
            <a:headEnd/>
            <a:tailEnd/>
          </a:ln>
        </p:spPr>
        <p:txBody>
          <a:bodyPr wrap="none" anchor="ctr"/>
          <a:lstStyle>
            <a:lvl1pPr marL="342900" indent="-342900"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accent1"/>
              </a:buClr>
            </a:pPr>
            <a:r>
              <a:rPr lang="zh-CN" altLang="en-US" sz="1400" b="1">
                <a:latin typeface="Times New Roman" panose="02020603050405020304" pitchFamily="18" charset="0"/>
              </a:rPr>
              <a:t>合法</a:t>
            </a:r>
            <a:r>
              <a:rPr lang="en-US" altLang="zh-CN" sz="1400" b="1">
                <a:latin typeface="Times New Roman" panose="02020603050405020304" pitchFamily="18" charset="0"/>
              </a:rPr>
              <a:t>USB</a:t>
            </a:r>
            <a:r>
              <a:rPr lang="zh-CN" altLang="en-US" sz="1400" b="1">
                <a:latin typeface="Times New Roman" panose="02020603050405020304" pitchFamily="18" charset="0"/>
              </a:rPr>
              <a:t>设备</a:t>
            </a:r>
          </a:p>
        </p:txBody>
      </p:sp>
      <p:sp>
        <p:nvSpPr>
          <p:cNvPr id="39945" name="Line 7">
            <a:extLst>
              <a:ext uri="{FF2B5EF4-FFF2-40B4-BE49-F238E27FC236}">
                <a16:creationId xmlns:a16="http://schemas.microsoft.com/office/drawing/2014/main" id="{3543FC50-FA19-FD7A-EA5F-125C0FED30DF}"/>
              </a:ext>
            </a:extLst>
          </p:cNvPr>
          <p:cNvSpPr>
            <a:spLocks noChangeShapeType="1"/>
          </p:cNvSpPr>
          <p:nvPr/>
        </p:nvSpPr>
        <p:spPr bwMode="auto">
          <a:xfrm>
            <a:off x="6708776" y="3365500"/>
            <a:ext cx="2519363" cy="1981200"/>
          </a:xfrm>
          <a:prstGeom prst="line">
            <a:avLst/>
          </a:prstGeom>
          <a:noFill/>
          <a:ln w="28575">
            <a:solidFill>
              <a:srgbClr val="993300"/>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46" name="Rectangle 8">
            <a:extLst>
              <a:ext uri="{FF2B5EF4-FFF2-40B4-BE49-F238E27FC236}">
                <a16:creationId xmlns:a16="http://schemas.microsoft.com/office/drawing/2014/main" id="{ABB70B66-7A97-85FF-1545-090E5DA7D5EE}"/>
              </a:ext>
            </a:extLst>
          </p:cNvPr>
          <p:cNvSpPr>
            <a:spLocks noChangeArrowheads="1"/>
          </p:cNvSpPr>
          <p:nvPr/>
        </p:nvSpPr>
        <p:spPr bwMode="auto">
          <a:xfrm>
            <a:off x="3276600" y="3733801"/>
            <a:ext cx="1016000"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36538" indent="-236538"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FF7C23"/>
              </a:buClr>
            </a:pPr>
            <a:r>
              <a:rPr lang="zh-CN" altLang="en-US" sz="1400" b="1"/>
              <a:t>数据流入</a:t>
            </a:r>
          </a:p>
        </p:txBody>
      </p:sp>
      <p:sp>
        <p:nvSpPr>
          <p:cNvPr id="39947" name="Rectangle 9">
            <a:extLst>
              <a:ext uri="{FF2B5EF4-FFF2-40B4-BE49-F238E27FC236}">
                <a16:creationId xmlns:a16="http://schemas.microsoft.com/office/drawing/2014/main" id="{4EF1D9DF-DD40-152C-1D30-1A9A450AACF1}"/>
              </a:ext>
            </a:extLst>
          </p:cNvPr>
          <p:cNvSpPr>
            <a:spLocks noChangeArrowheads="1"/>
          </p:cNvSpPr>
          <p:nvPr/>
        </p:nvSpPr>
        <p:spPr bwMode="auto">
          <a:xfrm>
            <a:off x="7315200" y="3657601"/>
            <a:ext cx="109378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36538" indent="-236538"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FF7C23"/>
              </a:buClr>
            </a:pPr>
            <a:r>
              <a:rPr lang="zh-CN" altLang="en-US" sz="1400" b="1"/>
              <a:t>数据流出</a:t>
            </a:r>
          </a:p>
        </p:txBody>
      </p:sp>
      <p:sp>
        <p:nvSpPr>
          <p:cNvPr id="39948" name="Rectangle 10">
            <a:extLst>
              <a:ext uri="{FF2B5EF4-FFF2-40B4-BE49-F238E27FC236}">
                <a16:creationId xmlns:a16="http://schemas.microsoft.com/office/drawing/2014/main" id="{78C71398-7FDE-D9B3-5767-1A9BB6ED70E4}"/>
              </a:ext>
            </a:extLst>
          </p:cNvPr>
          <p:cNvSpPr>
            <a:spLocks noChangeArrowheads="1"/>
          </p:cNvSpPr>
          <p:nvPr/>
        </p:nvSpPr>
        <p:spPr bwMode="auto">
          <a:xfrm>
            <a:off x="5159376" y="3581400"/>
            <a:ext cx="1476375" cy="431800"/>
          </a:xfrm>
          <a:prstGeom prst="rect">
            <a:avLst/>
          </a:prstGeom>
          <a:pattFill prst="trellis">
            <a:fgClr>
              <a:schemeClr val="bg1"/>
            </a:fgClr>
            <a:bgClr>
              <a:schemeClr val="tx2"/>
            </a:bgClr>
          </a:pattFill>
          <a:ln w="9525" algn="ctr">
            <a:solidFill>
              <a:schemeClr val="tx1"/>
            </a:solidFill>
            <a:miter lim="800000"/>
            <a:headEnd/>
            <a:tailEnd/>
          </a:ln>
        </p:spPr>
        <p:txBody>
          <a:bodyPr wrap="none" anchor="ctr"/>
          <a:lstStyle>
            <a:lvl1pPr marL="342900" indent="-342900"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accent1"/>
              </a:buClr>
            </a:pPr>
            <a:r>
              <a:rPr lang="en-US" altLang="zh-CN" sz="1400" b="1">
                <a:solidFill>
                  <a:srgbClr val="FF0000"/>
                </a:solidFill>
                <a:latin typeface="Times New Roman" panose="02020603050405020304" pitchFamily="18" charset="0"/>
              </a:rPr>
              <a:t>TCM</a:t>
            </a:r>
            <a:r>
              <a:rPr lang="zh-CN" altLang="en-US" sz="1400" b="1">
                <a:solidFill>
                  <a:srgbClr val="FF0000"/>
                </a:solidFill>
                <a:latin typeface="Times New Roman" panose="02020603050405020304" pitchFamily="18" charset="0"/>
              </a:rPr>
              <a:t>芯片</a:t>
            </a:r>
          </a:p>
        </p:txBody>
      </p:sp>
      <p:cxnSp>
        <p:nvCxnSpPr>
          <p:cNvPr id="39949" name="AutoShape 11">
            <a:extLst>
              <a:ext uri="{FF2B5EF4-FFF2-40B4-BE49-F238E27FC236}">
                <a16:creationId xmlns:a16="http://schemas.microsoft.com/office/drawing/2014/main" id="{A2D6B259-5F90-D589-89FD-EACED5FBED30}"/>
              </a:ext>
            </a:extLst>
          </p:cNvPr>
          <p:cNvCxnSpPr>
            <a:cxnSpLocks noChangeShapeType="1"/>
            <a:stCxn id="39948" idx="3"/>
            <a:endCxn id="39944" idx="1"/>
          </p:cNvCxnSpPr>
          <p:nvPr/>
        </p:nvCxnSpPr>
        <p:spPr bwMode="auto">
          <a:xfrm>
            <a:off x="6635750" y="3797300"/>
            <a:ext cx="1728788" cy="1836738"/>
          </a:xfrm>
          <a:prstGeom prst="bentConnector3">
            <a:avLst>
              <a:gd name="adj1" fmla="val 17356"/>
            </a:avLst>
          </a:prstGeom>
          <a:noFill/>
          <a:ln w="22225">
            <a:solidFill>
              <a:srgbClr val="008000"/>
            </a:solidFill>
            <a:miter lim="800000"/>
            <a:headEnd type="triangle" w="med" len="med"/>
            <a:tailEnd type="triangle" w="med" len="med"/>
          </a:ln>
          <a:extLst>
            <a:ext uri="{909E8E84-426E-40DD-AFC4-6F175D3DCCD1}">
              <a14:hiddenFill xmlns:a14="http://schemas.microsoft.com/office/drawing/2010/main">
                <a:noFill/>
              </a14:hiddenFill>
            </a:ext>
          </a:extLst>
        </p:spPr>
      </p:cxnSp>
      <p:cxnSp>
        <p:nvCxnSpPr>
          <p:cNvPr id="39950" name="AutoShape 12">
            <a:extLst>
              <a:ext uri="{FF2B5EF4-FFF2-40B4-BE49-F238E27FC236}">
                <a16:creationId xmlns:a16="http://schemas.microsoft.com/office/drawing/2014/main" id="{FFB27AB4-8C71-6251-879B-2CC221EF0E2F}"/>
              </a:ext>
            </a:extLst>
          </p:cNvPr>
          <p:cNvCxnSpPr>
            <a:cxnSpLocks noChangeShapeType="1"/>
            <a:stCxn id="39948" idx="1"/>
            <a:endCxn id="39942" idx="3"/>
          </p:cNvCxnSpPr>
          <p:nvPr/>
        </p:nvCxnSpPr>
        <p:spPr bwMode="auto">
          <a:xfrm rot="10800000" flipV="1">
            <a:off x="3684589" y="3797301"/>
            <a:ext cx="1474787" cy="1800225"/>
          </a:xfrm>
          <a:prstGeom prst="bentConnector3">
            <a:avLst>
              <a:gd name="adj1" fmla="val 25079"/>
            </a:avLst>
          </a:prstGeom>
          <a:noFill/>
          <a:ln w="22225">
            <a:solidFill>
              <a:srgbClr val="008000"/>
            </a:solidFill>
            <a:miter lim="800000"/>
            <a:headEnd type="triangle" w="med" len="med"/>
            <a:tailEnd type="triangle" w="med" len="med"/>
          </a:ln>
          <a:extLst>
            <a:ext uri="{909E8E84-426E-40DD-AFC4-6F175D3DCCD1}">
              <a14:hiddenFill xmlns:a14="http://schemas.microsoft.com/office/drawing/2010/main">
                <a:noFill/>
              </a14:hiddenFill>
            </a:ext>
          </a:extLst>
        </p:spPr>
      </p:cxnSp>
      <p:sp>
        <p:nvSpPr>
          <p:cNvPr id="39951" name="Rectangle 13">
            <a:extLst>
              <a:ext uri="{FF2B5EF4-FFF2-40B4-BE49-F238E27FC236}">
                <a16:creationId xmlns:a16="http://schemas.microsoft.com/office/drawing/2014/main" id="{7807FC63-34D4-FEC3-1790-374B3704BDDA}"/>
              </a:ext>
            </a:extLst>
          </p:cNvPr>
          <p:cNvSpPr>
            <a:spLocks noChangeArrowheads="1"/>
          </p:cNvSpPr>
          <p:nvPr/>
        </p:nvSpPr>
        <p:spPr bwMode="auto">
          <a:xfrm>
            <a:off x="4343401" y="4800601"/>
            <a:ext cx="10017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36538" indent="-236538"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FF7C23"/>
              </a:buClr>
            </a:pPr>
            <a:r>
              <a:rPr lang="zh-CN" altLang="en-US" sz="1400" b="1"/>
              <a:t>交叉认证</a:t>
            </a:r>
          </a:p>
        </p:txBody>
      </p:sp>
      <p:sp>
        <p:nvSpPr>
          <p:cNvPr id="39952" name="Rectangle 14">
            <a:extLst>
              <a:ext uri="{FF2B5EF4-FFF2-40B4-BE49-F238E27FC236}">
                <a16:creationId xmlns:a16="http://schemas.microsoft.com/office/drawing/2014/main" id="{18E15ACF-EB49-DC86-88A8-A8F6EC4A8EFF}"/>
              </a:ext>
            </a:extLst>
          </p:cNvPr>
          <p:cNvSpPr>
            <a:spLocks noChangeArrowheads="1"/>
          </p:cNvSpPr>
          <p:nvPr/>
        </p:nvSpPr>
        <p:spPr bwMode="auto">
          <a:xfrm>
            <a:off x="6456364" y="4778376"/>
            <a:ext cx="1011237" cy="32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36538" indent="-236538"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FF7C23"/>
              </a:buClr>
            </a:pPr>
            <a:r>
              <a:rPr lang="zh-CN" altLang="en-US" sz="1600" b="1"/>
              <a:t>交叉认证</a:t>
            </a:r>
          </a:p>
        </p:txBody>
      </p:sp>
      <p:sp>
        <p:nvSpPr>
          <p:cNvPr id="39953" name="Rectangle 15">
            <a:extLst>
              <a:ext uri="{FF2B5EF4-FFF2-40B4-BE49-F238E27FC236}">
                <a16:creationId xmlns:a16="http://schemas.microsoft.com/office/drawing/2014/main" id="{E13302A5-E0F1-5298-E93B-F33AA728A181}"/>
              </a:ext>
            </a:extLst>
          </p:cNvPr>
          <p:cNvSpPr>
            <a:spLocks noChangeArrowheads="1"/>
          </p:cNvSpPr>
          <p:nvPr/>
        </p:nvSpPr>
        <p:spPr bwMode="auto">
          <a:xfrm>
            <a:off x="4495800" y="1143000"/>
            <a:ext cx="58674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36538" indent="-236538" eaLnBrk="0" hangingPunct="0">
              <a:defRPr sz="800">
                <a:solidFill>
                  <a:schemeClr val="tx1"/>
                </a:solidFill>
                <a:latin typeface="Arial" panose="020B0604020202020204" pitchFamily="34" charset="0"/>
                <a:ea typeface="宋体" panose="02010600030101010101" pitchFamily="2" charset="-122"/>
              </a:defRPr>
            </a:lvl1pPr>
            <a:lvl2pPr marL="460375" indent="-2222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FF7C23"/>
              </a:buClr>
              <a:buFontTx/>
              <a:buChar char="•"/>
            </a:pPr>
            <a:r>
              <a:rPr lang="zh-CN" altLang="en-US" sz="1800">
                <a:latin typeface="黑体" panose="02010609060101010101" pitchFamily="49" charset="-122"/>
                <a:ea typeface="黑体" panose="02010609060101010101" pitchFamily="49" charset="-122"/>
              </a:rPr>
              <a:t>产品特性：</a:t>
            </a:r>
          </a:p>
          <a:p>
            <a:pPr lvl="1" eaLnBrk="1" hangingPunct="1">
              <a:spcBef>
                <a:spcPct val="20000"/>
              </a:spcBef>
              <a:buClr>
                <a:srgbClr val="FF7C23"/>
              </a:buClr>
              <a:buFontTx/>
              <a:buChar char="–"/>
            </a:pPr>
            <a:r>
              <a:rPr lang="en-US" altLang="zh-CN" sz="1400" b="1">
                <a:solidFill>
                  <a:srgbClr val="002060"/>
                </a:solidFill>
                <a:latin typeface="微软雅黑" panose="020B0503020204020204" pitchFamily="34" charset="-122"/>
                <a:ea typeface="微软雅黑" panose="020B0503020204020204" pitchFamily="34" charset="-122"/>
              </a:rPr>
              <a:t>TCM</a:t>
            </a:r>
            <a:r>
              <a:rPr lang="zh-CN" altLang="en-US" sz="1400" b="1">
                <a:solidFill>
                  <a:srgbClr val="002060"/>
                </a:solidFill>
                <a:latin typeface="微软雅黑" panose="020B0503020204020204" pitchFamily="34" charset="-122"/>
                <a:ea typeface="微软雅黑" panose="020B0503020204020204" pitchFamily="34" charset="-122"/>
              </a:rPr>
              <a:t>代表主机身份，</a:t>
            </a:r>
            <a:r>
              <a:rPr lang="en-US" altLang="zh-CN" sz="1400" b="1">
                <a:solidFill>
                  <a:srgbClr val="002060"/>
                </a:solidFill>
                <a:latin typeface="微软雅黑" panose="020B0503020204020204" pitchFamily="34" charset="-122"/>
                <a:ea typeface="微软雅黑" panose="020B0503020204020204" pitchFamily="34" charset="-122"/>
              </a:rPr>
              <a:t>USB</a:t>
            </a:r>
            <a:r>
              <a:rPr lang="zh-CN" altLang="en-US" sz="1400" b="1">
                <a:solidFill>
                  <a:srgbClr val="002060"/>
                </a:solidFill>
                <a:latin typeface="微软雅黑" panose="020B0503020204020204" pitchFamily="34" charset="-122"/>
                <a:ea typeface="微软雅黑" panose="020B0503020204020204" pitchFamily="34" charset="-122"/>
              </a:rPr>
              <a:t>设备在主机上使用必须验证</a:t>
            </a:r>
            <a:r>
              <a:rPr lang="en-US" altLang="zh-CN" sz="1400" b="1">
                <a:solidFill>
                  <a:srgbClr val="002060"/>
                </a:solidFill>
                <a:latin typeface="微软雅黑" panose="020B0503020204020204" pitchFamily="34" charset="-122"/>
                <a:ea typeface="微软雅黑" panose="020B0503020204020204" pitchFamily="34" charset="-122"/>
              </a:rPr>
              <a:t>USB</a:t>
            </a:r>
            <a:r>
              <a:rPr lang="zh-CN" altLang="en-US" sz="1400" b="1">
                <a:solidFill>
                  <a:srgbClr val="002060"/>
                </a:solidFill>
                <a:latin typeface="微软雅黑" panose="020B0503020204020204" pitchFamily="34" charset="-122"/>
                <a:ea typeface="微软雅黑" panose="020B0503020204020204" pitchFamily="34" charset="-122"/>
              </a:rPr>
              <a:t>身份</a:t>
            </a:r>
          </a:p>
          <a:p>
            <a:pPr lvl="1" eaLnBrk="1" hangingPunct="1">
              <a:spcBef>
                <a:spcPct val="20000"/>
              </a:spcBef>
              <a:buClr>
                <a:srgbClr val="FF7C23"/>
              </a:buClr>
              <a:buFontTx/>
              <a:buChar char="–"/>
            </a:pPr>
            <a:r>
              <a:rPr lang="zh-CN" altLang="en-US" sz="1400" b="1">
                <a:solidFill>
                  <a:srgbClr val="002060"/>
                </a:solidFill>
                <a:latin typeface="微软雅黑" panose="020B0503020204020204" pitchFamily="34" charset="-122"/>
                <a:ea typeface="微软雅黑" panose="020B0503020204020204" pitchFamily="34" charset="-122"/>
              </a:rPr>
              <a:t>不符合授权的</a:t>
            </a:r>
            <a:r>
              <a:rPr lang="en-US" altLang="zh-CN" sz="1400" b="1">
                <a:solidFill>
                  <a:srgbClr val="002060"/>
                </a:solidFill>
                <a:latin typeface="微软雅黑" panose="020B0503020204020204" pitchFamily="34" charset="-122"/>
                <a:ea typeface="微软雅黑" panose="020B0503020204020204" pitchFamily="34" charset="-122"/>
              </a:rPr>
              <a:t>USB</a:t>
            </a:r>
            <a:r>
              <a:rPr lang="zh-CN" altLang="en-US" sz="1400" b="1">
                <a:solidFill>
                  <a:srgbClr val="002060"/>
                </a:solidFill>
                <a:latin typeface="微软雅黑" panose="020B0503020204020204" pitchFamily="34" charset="-122"/>
                <a:ea typeface="微软雅黑" panose="020B0503020204020204" pitchFamily="34" charset="-122"/>
              </a:rPr>
              <a:t>不能使用，授权的</a:t>
            </a:r>
            <a:r>
              <a:rPr lang="en-US" altLang="zh-CN" sz="1400" b="1">
                <a:solidFill>
                  <a:srgbClr val="002060"/>
                </a:solidFill>
                <a:latin typeface="微软雅黑" panose="020B0503020204020204" pitchFamily="34" charset="-122"/>
                <a:ea typeface="微软雅黑" panose="020B0503020204020204" pitchFamily="34" charset="-122"/>
              </a:rPr>
              <a:t>USB</a:t>
            </a:r>
            <a:r>
              <a:rPr lang="zh-CN" altLang="en-US" sz="1400" b="1">
                <a:solidFill>
                  <a:srgbClr val="002060"/>
                </a:solidFill>
                <a:latin typeface="微软雅黑" panose="020B0503020204020204" pitchFamily="34" charset="-122"/>
                <a:ea typeface="微软雅黑" panose="020B0503020204020204" pitchFamily="34" charset="-122"/>
              </a:rPr>
              <a:t>只能在指定的主机上使用</a:t>
            </a:r>
          </a:p>
        </p:txBody>
      </p:sp>
      <p:sp>
        <p:nvSpPr>
          <p:cNvPr id="39954" name="Rectangle 16">
            <a:extLst>
              <a:ext uri="{FF2B5EF4-FFF2-40B4-BE49-F238E27FC236}">
                <a16:creationId xmlns:a16="http://schemas.microsoft.com/office/drawing/2014/main" id="{F1C97D8E-B4A1-078B-CCB2-AF95D25ABC4C}"/>
              </a:ext>
            </a:extLst>
          </p:cNvPr>
          <p:cNvSpPr>
            <a:spLocks noChangeArrowheads="1"/>
          </p:cNvSpPr>
          <p:nvPr/>
        </p:nvSpPr>
        <p:spPr bwMode="auto">
          <a:xfrm>
            <a:off x="2279651" y="2789238"/>
            <a:ext cx="1476375" cy="431800"/>
          </a:xfrm>
          <a:prstGeom prst="rect">
            <a:avLst/>
          </a:prstGeom>
          <a:pattFill prst="pct60">
            <a:fgClr>
              <a:schemeClr val="bg1"/>
            </a:fgClr>
            <a:bgClr>
              <a:schemeClr val="folHlink"/>
            </a:bgClr>
          </a:pattFill>
          <a:ln w="9525" algn="ctr">
            <a:solidFill>
              <a:schemeClr val="tx1"/>
            </a:solidFill>
            <a:miter lim="800000"/>
            <a:headEnd/>
            <a:tailEnd/>
          </a:ln>
        </p:spPr>
        <p:txBody>
          <a:bodyPr wrap="none" anchor="ctr"/>
          <a:lstStyle>
            <a:lvl1pPr marL="342900" indent="-342900"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accent1"/>
              </a:buClr>
            </a:pPr>
            <a:r>
              <a:rPr lang="zh-CN" altLang="en-US" sz="1400" b="1">
                <a:latin typeface="Times New Roman" panose="02020603050405020304" pitchFamily="18" charset="0"/>
              </a:rPr>
              <a:t>非法</a:t>
            </a:r>
            <a:r>
              <a:rPr lang="en-US" altLang="zh-CN" sz="1400" b="1">
                <a:latin typeface="Times New Roman" panose="02020603050405020304" pitchFamily="18" charset="0"/>
              </a:rPr>
              <a:t>USB</a:t>
            </a:r>
            <a:r>
              <a:rPr lang="zh-CN" altLang="en-US" sz="1400" b="1">
                <a:latin typeface="Times New Roman" panose="02020603050405020304" pitchFamily="18" charset="0"/>
              </a:rPr>
              <a:t>设备</a:t>
            </a:r>
          </a:p>
        </p:txBody>
      </p:sp>
      <p:sp>
        <p:nvSpPr>
          <p:cNvPr id="39955" name="Line 17">
            <a:extLst>
              <a:ext uri="{FF2B5EF4-FFF2-40B4-BE49-F238E27FC236}">
                <a16:creationId xmlns:a16="http://schemas.microsoft.com/office/drawing/2014/main" id="{CC877AD4-4B25-F303-C079-371B75A5C4FC}"/>
              </a:ext>
            </a:extLst>
          </p:cNvPr>
          <p:cNvSpPr>
            <a:spLocks noChangeShapeType="1"/>
          </p:cNvSpPr>
          <p:nvPr/>
        </p:nvSpPr>
        <p:spPr bwMode="auto">
          <a:xfrm>
            <a:off x="3827464" y="3005138"/>
            <a:ext cx="936625" cy="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56" name="Rectangle 18">
            <a:extLst>
              <a:ext uri="{FF2B5EF4-FFF2-40B4-BE49-F238E27FC236}">
                <a16:creationId xmlns:a16="http://schemas.microsoft.com/office/drawing/2014/main" id="{C00C6A5B-7AAF-E038-8EE3-12413D711002}"/>
              </a:ext>
            </a:extLst>
          </p:cNvPr>
          <p:cNvSpPr>
            <a:spLocks noChangeArrowheads="1"/>
          </p:cNvSpPr>
          <p:nvPr/>
        </p:nvSpPr>
        <p:spPr bwMode="auto">
          <a:xfrm>
            <a:off x="3792538" y="2646364"/>
            <a:ext cx="779462"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36538" indent="-236538"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FF7C23"/>
              </a:buClr>
            </a:pPr>
            <a:r>
              <a:rPr lang="zh-CN" altLang="en-US" sz="1600" b="1">
                <a:solidFill>
                  <a:srgbClr val="FF0000"/>
                </a:solidFill>
              </a:rPr>
              <a:t>拒绝</a:t>
            </a:r>
          </a:p>
        </p:txBody>
      </p:sp>
      <p:pic>
        <p:nvPicPr>
          <p:cNvPr id="39957" name="Picture 19" descr="MCj03457130000[1]">
            <a:extLst>
              <a:ext uri="{FF2B5EF4-FFF2-40B4-BE49-F238E27FC236}">
                <a16:creationId xmlns:a16="http://schemas.microsoft.com/office/drawing/2014/main" id="{6E9848C9-7B78-EA3D-CC54-F49F2E1204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12238" y="2897188"/>
            <a:ext cx="900112" cy="76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58" name="Rectangle 20">
            <a:extLst>
              <a:ext uri="{FF2B5EF4-FFF2-40B4-BE49-F238E27FC236}">
                <a16:creationId xmlns:a16="http://schemas.microsoft.com/office/drawing/2014/main" id="{E50900CE-0BFE-D4E6-9007-D7E6C338457B}"/>
              </a:ext>
            </a:extLst>
          </p:cNvPr>
          <p:cNvSpPr>
            <a:spLocks noChangeArrowheads="1"/>
          </p:cNvSpPr>
          <p:nvPr/>
        </p:nvSpPr>
        <p:spPr bwMode="auto">
          <a:xfrm>
            <a:off x="8839200" y="2514601"/>
            <a:ext cx="1098550"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36538" indent="-236538"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FF7C23"/>
              </a:buClr>
            </a:pPr>
            <a:r>
              <a:rPr lang="zh-CN" altLang="en-US" sz="1600" b="1">
                <a:solidFill>
                  <a:srgbClr val="FF0000"/>
                </a:solidFill>
              </a:rPr>
              <a:t>非法主机</a:t>
            </a:r>
          </a:p>
        </p:txBody>
      </p:sp>
      <p:sp>
        <p:nvSpPr>
          <p:cNvPr id="39959" name="Line 21">
            <a:extLst>
              <a:ext uri="{FF2B5EF4-FFF2-40B4-BE49-F238E27FC236}">
                <a16:creationId xmlns:a16="http://schemas.microsoft.com/office/drawing/2014/main" id="{4DB01792-8F32-5F30-A0DA-6E29C3B0CDB9}"/>
              </a:ext>
            </a:extLst>
          </p:cNvPr>
          <p:cNvSpPr>
            <a:spLocks noChangeShapeType="1"/>
          </p:cNvSpPr>
          <p:nvPr/>
        </p:nvSpPr>
        <p:spPr bwMode="auto">
          <a:xfrm flipV="1">
            <a:off x="9480550" y="3689351"/>
            <a:ext cx="0" cy="1584325"/>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60" name="Rectangle 22">
            <a:extLst>
              <a:ext uri="{FF2B5EF4-FFF2-40B4-BE49-F238E27FC236}">
                <a16:creationId xmlns:a16="http://schemas.microsoft.com/office/drawing/2014/main" id="{056144CE-F249-D422-A2F7-9EE2B3B54F65}"/>
              </a:ext>
            </a:extLst>
          </p:cNvPr>
          <p:cNvSpPr>
            <a:spLocks noChangeArrowheads="1"/>
          </p:cNvSpPr>
          <p:nvPr/>
        </p:nvSpPr>
        <p:spPr bwMode="auto">
          <a:xfrm>
            <a:off x="9448800" y="4191000"/>
            <a:ext cx="64928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36538" indent="-236538"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FF7C23"/>
              </a:buClr>
            </a:pPr>
            <a:r>
              <a:rPr lang="zh-CN" altLang="en-US" sz="1600" b="1">
                <a:solidFill>
                  <a:srgbClr val="FF0000"/>
                </a:solidFill>
              </a:rPr>
              <a:t>拒绝</a:t>
            </a:r>
          </a:p>
        </p:txBody>
      </p:sp>
      <p:sp>
        <p:nvSpPr>
          <p:cNvPr id="39961" name="Rectangle 23">
            <a:extLst>
              <a:ext uri="{FF2B5EF4-FFF2-40B4-BE49-F238E27FC236}">
                <a16:creationId xmlns:a16="http://schemas.microsoft.com/office/drawing/2014/main" id="{D81CE8BB-2086-BEB9-1349-069422FB65C1}"/>
              </a:ext>
            </a:extLst>
          </p:cNvPr>
          <p:cNvSpPr>
            <a:spLocks noChangeArrowheads="1"/>
          </p:cNvSpPr>
          <p:nvPr/>
        </p:nvSpPr>
        <p:spPr bwMode="auto">
          <a:xfrm>
            <a:off x="2286001" y="6096001"/>
            <a:ext cx="56689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80975" indent="-180975"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rgbClr val="FF7C23"/>
              </a:buClr>
              <a:buFontTx/>
              <a:buChar char="•"/>
            </a:pPr>
            <a:r>
              <a:rPr lang="zh-CN" altLang="en-US" sz="1600" b="1">
                <a:solidFill>
                  <a:srgbClr val="000066"/>
                </a:solidFill>
                <a:latin typeface="微软雅黑" panose="020B0503020204020204" pitchFamily="34" charset="-122"/>
                <a:ea typeface="微软雅黑" panose="020B0503020204020204" pitchFamily="34" charset="-122"/>
              </a:rPr>
              <a:t>用户价值：单位内部移动设备安全管理，保证数据不外泄</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a:extLst>
              <a:ext uri="{FF2B5EF4-FFF2-40B4-BE49-F238E27FC236}">
                <a16:creationId xmlns:a16="http://schemas.microsoft.com/office/drawing/2014/main" id="{CDFB3492-9928-4B08-FBF2-ACA1034E675C}"/>
              </a:ext>
            </a:extLst>
          </p:cNvPr>
          <p:cNvSpPr/>
          <p:nvPr/>
        </p:nvSpPr>
        <p:spPr>
          <a:xfrm>
            <a:off x="2128838" y="1804988"/>
            <a:ext cx="7167562" cy="2005012"/>
          </a:xfrm>
          <a:prstGeom prst="roundRect">
            <a:avLst>
              <a:gd name="adj" fmla="val 7904"/>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endParaRPr lang="zh-CN" altLang="en-US" b="1" dirty="0">
              <a:solidFill>
                <a:srgbClr val="FFFFFF"/>
              </a:solidFill>
              <a:effectLst>
                <a:outerShdw blurRad="38100" dist="38100" dir="2700000" algn="tl">
                  <a:srgbClr val="C0C0C0"/>
                </a:outerShdw>
              </a:effectLst>
              <a:ea typeface="宋体" pitchFamily="2" charset="-122"/>
              <a:cs typeface="Arial" charset="0"/>
            </a:endParaRPr>
          </a:p>
        </p:txBody>
      </p:sp>
      <p:cxnSp>
        <p:nvCxnSpPr>
          <p:cNvPr id="4" name="直接连接符 3">
            <a:extLst>
              <a:ext uri="{FF2B5EF4-FFF2-40B4-BE49-F238E27FC236}">
                <a16:creationId xmlns:a16="http://schemas.microsoft.com/office/drawing/2014/main" id="{60CECD39-805E-C2A7-4D5D-740C10ECBDB7}"/>
              </a:ext>
            </a:extLst>
          </p:cNvPr>
          <p:cNvCxnSpPr/>
          <p:nvPr/>
        </p:nvCxnSpPr>
        <p:spPr>
          <a:xfrm rot="5400000">
            <a:off x="3833814" y="2787651"/>
            <a:ext cx="2003425" cy="9525"/>
          </a:xfrm>
          <a:prstGeom prst="line">
            <a:avLst/>
          </a:prstGeom>
          <a:ln w="28575">
            <a:solidFill>
              <a:schemeClr val="bg1">
                <a:lumMod val="65000"/>
              </a:schemeClr>
            </a:solidFill>
            <a:prstDash val="dashDot"/>
          </a:ln>
        </p:spPr>
        <p:style>
          <a:lnRef idx="1">
            <a:schemeClr val="accent1"/>
          </a:lnRef>
          <a:fillRef idx="0">
            <a:schemeClr val="accent1"/>
          </a:fillRef>
          <a:effectRef idx="0">
            <a:schemeClr val="accent1"/>
          </a:effectRef>
          <a:fontRef idx="minor">
            <a:schemeClr val="tx1"/>
          </a:fontRef>
        </p:style>
      </p:cxnSp>
      <p:sp>
        <p:nvSpPr>
          <p:cNvPr id="6" name="Rectangle 8">
            <a:extLst>
              <a:ext uri="{FF2B5EF4-FFF2-40B4-BE49-F238E27FC236}">
                <a16:creationId xmlns:a16="http://schemas.microsoft.com/office/drawing/2014/main" id="{ECE98255-26D1-364A-D1B9-C1F4BA128AFF}"/>
              </a:ext>
            </a:extLst>
          </p:cNvPr>
          <p:cNvSpPr txBox="1">
            <a:spLocks noChangeArrowheads="1"/>
          </p:cNvSpPr>
          <p:nvPr/>
        </p:nvSpPr>
        <p:spPr bwMode="auto">
          <a:xfrm>
            <a:off x="2057400" y="1066801"/>
            <a:ext cx="2743200" cy="506413"/>
          </a:xfrm>
          <a:prstGeom prst="rect">
            <a:avLst/>
          </a:prstGeom>
          <a:noFill/>
          <a:ln w="9525">
            <a:noFill/>
            <a:miter lim="800000"/>
            <a:headEnd/>
            <a:tailEnd/>
          </a:ln>
          <a:effectLst/>
        </p:spPr>
        <p:txBody>
          <a:bodyPr anchor="ctr"/>
          <a:lstStyle/>
          <a:p>
            <a:pPr>
              <a:defRPr/>
            </a:pPr>
            <a:r>
              <a:rPr kumimoji="1" lang="zh-CN" altLang="en-US" sz="20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a:t>
            </a:r>
            <a:r>
              <a:rPr kumimoji="1" lang="en-US" altLang="zh-CN" sz="20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U</a:t>
            </a:r>
            <a:r>
              <a:rPr kumimoji="1" lang="zh-CN" altLang="en-US" sz="20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盘无忧”主要功能</a:t>
            </a:r>
            <a:endParaRPr kumimoji="1" lang="en-US" altLang="zh-CN" sz="2000" b="1" dirty="0">
              <a:solidFill>
                <a:srgbClr val="000066"/>
              </a:solidFill>
              <a:effectLst>
                <a:outerShdw blurRad="38100" dist="38100" dir="2700000" algn="tl">
                  <a:srgbClr val="C0C0C0"/>
                </a:outerShdw>
              </a:effectLst>
              <a:latin typeface="黑体" pitchFamily="2" charset="-122"/>
              <a:ea typeface="黑体" pitchFamily="2" charset="-122"/>
              <a:cs typeface="Arial" charset="0"/>
            </a:endParaRPr>
          </a:p>
        </p:txBody>
      </p:sp>
      <p:sp>
        <p:nvSpPr>
          <p:cNvPr id="7" name="AutoShape 2">
            <a:extLst>
              <a:ext uri="{FF2B5EF4-FFF2-40B4-BE49-F238E27FC236}">
                <a16:creationId xmlns:a16="http://schemas.microsoft.com/office/drawing/2014/main" id="{2C818A11-CE51-DF5B-75DE-15A9A513ABCF}"/>
              </a:ext>
            </a:extLst>
          </p:cNvPr>
          <p:cNvSpPr>
            <a:spLocks noChangeArrowheads="1"/>
          </p:cNvSpPr>
          <p:nvPr/>
        </p:nvSpPr>
        <p:spPr bwMode="auto">
          <a:xfrm>
            <a:off x="2249488" y="1992313"/>
            <a:ext cx="2520950" cy="412750"/>
          </a:xfrm>
          <a:prstGeom prst="roundRect">
            <a:avLst>
              <a:gd name="adj" fmla="val 16667"/>
            </a:avLst>
          </a:prstGeom>
          <a:solidFill>
            <a:schemeClr val="accent1">
              <a:lumMod val="20000"/>
              <a:lumOff val="80000"/>
            </a:schemeClr>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lIns="0" tIns="0" rIns="0" bIns="0" anchor="ctr"/>
          <a:lstStyle/>
          <a:p>
            <a:pPr algn="ctr">
              <a:lnSpc>
                <a:spcPct val="127000"/>
              </a:lnSpc>
              <a:buClr>
                <a:srgbClr val="CC3300"/>
              </a:buClr>
              <a:buFont typeface="Wingdings" pitchFamily="2" charset="2"/>
              <a:buNone/>
              <a:defRPr/>
            </a:pPr>
            <a:r>
              <a:rPr lang="zh-CN" altLang="en-US" sz="1600" b="1" dirty="0">
                <a:solidFill>
                  <a:schemeClr val="tx1"/>
                </a:solidFill>
                <a:latin typeface="微软雅黑" pitchFamily="34" charset="-122"/>
                <a:ea typeface="微软雅黑" pitchFamily="34" charset="-122"/>
              </a:rPr>
              <a:t>制作受</a:t>
            </a:r>
            <a:r>
              <a:rPr lang="en-US" altLang="zh-CN" sz="1600" b="1" dirty="0">
                <a:solidFill>
                  <a:schemeClr val="tx1"/>
                </a:solidFill>
                <a:latin typeface="微软雅黑" pitchFamily="34" charset="-122"/>
                <a:ea typeface="微软雅黑" pitchFamily="34" charset="-122"/>
              </a:rPr>
              <a:t>TCM</a:t>
            </a:r>
            <a:r>
              <a:rPr lang="zh-CN" altLang="en-US" sz="1600" b="1" dirty="0">
                <a:solidFill>
                  <a:schemeClr val="tx1"/>
                </a:solidFill>
                <a:latin typeface="微软雅黑" pitchFamily="34" charset="-122"/>
                <a:ea typeface="微软雅黑" pitchFamily="34" charset="-122"/>
              </a:rPr>
              <a:t>保护的安全</a:t>
            </a:r>
            <a:r>
              <a:rPr lang="en-US" altLang="zh-CN" sz="1600" b="1" dirty="0">
                <a:solidFill>
                  <a:schemeClr val="tx1"/>
                </a:solidFill>
                <a:latin typeface="微软雅黑" pitchFamily="34" charset="-122"/>
                <a:ea typeface="微软雅黑" pitchFamily="34" charset="-122"/>
              </a:rPr>
              <a:t>U</a:t>
            </a:r>
            <a:r>
              <a:rPr lang="zh-CN" altLang="en-US" sz="1600" b="1" dirty="0">
                <a:solidFill>
                  <a:schemeClr val="tx1"/>
                </a:solidFill>
                <a:latin typeface="微软雅黑" pitchFamily="34" charset="-122"/>
                <a:ea typeface="微软雅黑" pitchFamily="34" charset="-122"/>
              </a:rPr>
              <a:t>盘</a:t>
            </a:r>
          </a:p>
        </p:txBody>
      </p:sp>
      <p:sp>
        <p:nvSpPr>
          <p:cNvPr id="8" name="AutoShape 2">
            <a:extLst>
              <a:ext uri="{FF2B5EF4-FFF2-40B4-BE49-F238E27FC236}">
                <a16:creationId xmlns:a16="http://schemas.microsoft.com/office/drawing/2014/main" id="{46B53009-C3EC-ABA1-F9DB-FF67A5AC10ED}"/>
              </a:ext>
            </a:extLst>
          </p:cNvPr>
          <p:cNvSpPr>
            <a:spLocks noChangeArrowheads="1"/>
          </p:cNvSpPr>
          <p:nvPr/>
        </p:nvSpPr>
        <p:spPr bwMode="auto">
          <a:xfrm>
            <a:off x="2249488" y="2571750"/>
            <a:ext cx="2489200" cy="412750"/>
          </a:xfrm>
          <a:prstGeom prst="roundRect">
            <a:avLst>
              <a:gd name="adj" fmla="val 16667"/>
            </a:avLst>
          </a:prstGeom>
          <a:solidFill>
            <a:schemeClr val="accent1">
              <a:lumMod val="20000"/>
              <a:lumOff val="80000"/>
            </a:schemeClr>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lIns="0" tIns="0" rIns="0" bIns="0" anchor="ctr"/>
          <a:lstStyle/>
          <a:p>
            <a:pPr algn="ctr">
              <a:buClr>
                <a:schemeClr val="accent1"/>
              </a:buClr>
              <a:buFont typeface="Wingdings" pitchFamily="2" charset="2"/>
              <a:buNone/>
              <a:defRPr/>
            </a:pPr>
            <a:r>
              <a:rPr lang="zh-CN" altLang="en-US" sz="1600" b="1" dirty="0">
                <a:solidFill>
                  <a:schemeClr val="tx1"/>
                </a:solidFill>
                <a:latin typeface="微软雅黑" pitchFamily="34" charset="-122"/>
                <a:ea typeface="微软雅黑" pitchFamily="34" charset="-122"/>
              </a:rPr>
              <a:t>个人专用安全</a:t>
            </a:r>
            <a:r>
              <a:rPr lang="en-US" altLang="zh-CN" sz="1600" b="1" dirty="0">
                <a:solidFill>
                  <a:schemeClr val="tx1"/>
                </a:solidFill>
                <a:latin typeface="微软雅黑" pitchFamily="34" charset="-122"/>
                <a:ea typeface="微软雅黑" pitchFamily="34" charset="-122"/>
              </a:rPr>
              <a:t>U</a:t>
            </a:r>
            <a:r>
              <a:rPr lang="zh-CN" altLang="en-US" sz="1600" b="1" dirty="0">
                <a:solidFill>
                  <a:schemeClr val="tx1"/>
                </a:solidFill>
                <a:latin typeface="微软雅黑" pitchFamily="34" charset="-122"/>
                <a:ea typeface="微软雅黑" pitchFamily="34" charset="-122"/>
              </a:rPr>
              <a:t>盘</a:t>
            </a:r>
          </a:p>
        </p:txBody>
      </p:sp>
      <p:sp>
        <p:nvSpPr>
          <p:cNvPr id="9" name="AutoShape 2">
            <a:extLst>
              <a:ext uri="{FF2B5EF4-FFF2-40B4-BE49-F238E27FC236}">
                <a16:creationId xmlns:a16="http://schemas.microsoft.com/office/drawing/2014/main" id="{BD72FB39-10E1-CD80-B238-87EACE1D0322}"/>
              </a:ext>
            </a:extLst>
          </p:cNvPr>
          <p:cNvSpPr>
            <a:spLocks noChangeArrowheads="1"/>
          </p:cNvSpPr>
          <p:nvPr/>
        </p:nvSpPr>
        <p:spPr bwMode="auto">
          <a:xfrm>
            <a:off x="2179638" y="3152775"/>
            <a:ext cx="2519362" cy="412750"/>
          </a:xfrm>
          <a:prstGeom prst="roundRect">
            <a:avLst>
              <a:gd name="adj" fmla="val 16667"/>
            </a:avLst>
          </a:prstGeom>
          <a:solidFill>
            <a:schemeClr val="accent1">
              <a:lumMod val="20000"/>
              <a:lumOff val="80000"/>
            </a:schemeClr>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lIns="0" tIns="0" rIns="0" bIns="0" anchor="ctr"/>
          <a:lstStyle/>
          <a:p>
            <a:pPr algn="ctr">
              <a:buClr>
                <a:schemeClr val="accent1"/>
              </a:buClr>
              <a:buFont typeface="Wingdings" pitchFamily="2" charset="2"/>
              <a:buNone/>
              <a:defRPr/>
            </a:pPr>
            <a:r>
              <a:rPr lang="zh-CN" altLang="en-US" sz="1600" b="1" dirty="0">
                <a:solidFill>
                  <a:schemeClr val="tx1"/>
                </a:solidFill>
                <a:latin typeface="微软雅黑" pitchFamily="34" charset="-122"/>
                <a:ea typeface="微软雅黑" pitchFamily="34" charset="-122"/>
              </a:rPr>
              <a:t>多人共用安全</a:t>
            </a:r>
            <a:r>
              <a:rPr lang="en-US" altLang="zh-CN" sz="1600" b="1" dirty="0">
                <a:solidFill>
                  <a:schemeClr val="tx1"/>
                </a:solidFill>
                <a:latin typeface="微软雅黑" pitchFamily="34" charset="-122"/>
                <a:ea typeface="微软雅黑" pitchFamily="34" charset="-122"/>
              </a:rPr>
              <a:t>U</a:t>
            </a:r>
            <a:r>
              <a:rPr lang="zh-CN" altLang="en-US" sz="1600" b="1" dirty="0">
                <a:solidFill>
                  <a:schemeClr val="tx1"/>
                </a:solidFill>
                <a:latin typeface="微软雅黑" pitchFamily="34" charset="-122"/>
                <a:ea typeface="微软雅黑" pitchFamily="34" charset="-122"/>
              </a:rPr>
              <a:t>盘</a:t>
            </a:r>
          </a:p>
        </p:txBody>
      </p:sp>
      <p:sp>
        <p:nvSpPr>
          <p:cNvPr id="10" name="AutoShape 2">
            <a:extLst>
              <a:ext uri="{FF2B5EF4-FFF2-40B4-BE49-F238E27FC236}">
                <a16:creationId xmlns:a16="http://schemas.microsoft.com/office/drawing/2014/main" id="{8D0E8149-F004-4D2A-A2B2-C1594FBE1AE7}"/>
              </a:ext>
            </a:extLst>
          </p:cNvPr>
          <p:cNvSpPr>
            <a:spLocks noChangeArrowheads="1"/>
          </p:cNvSpPr>
          <p:nvPr/>
        </p:nvSpPr>
        <p:spPr bwMode="auto">
          <a:xfrm>
            <a:off x="4978401" y="1992313"/>
            <a:ext cx="1939925" cy="412750"/>
          </a:xfrm>
          <a:prstGeom prst="roundRect">
            <a:avLst>
              <a:gd name="adj" fmla="val 16667"/>
            </a:avLst>
          </a:prstGeom>
          <a:solidFill>
            <a:schemeClr val="accent1">
              <a:lumMod val="20000"/>
              <a:lumOff val="80000"/>
            </a:schemeClr>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lIns="0" tIns="0" rIns="0" bIns="0" anchor="ctr"/>
          <a:lstStyle/>
          <a:p>
            <a:pPr algn="ctr">
              <a:lnSpc>
                <a:spcPct val="127000"/>
              </a:lnSpc>
              <a:buClr>
                <a:srgbClr val="CC3300"/>
              </a:buClr>
              <a:buFont typeface="Wingdings" pitchFamily="2" charset="2"/>
              <a:buNone/>
              <a:defRPr/>
            </a:pPr>
            <a:r>
              <a:rPr lang="en-US" altLang="zh-CN" sz="1600" b="1" dirty="0">
                <a:solidFill>
                  <a:schemeClr val="tx1"/>
                </a:solidFill>
                <a:effectLst>
                  <a:outerShdw blurRad="38100" dist="38100" dir="2700000" algn="tl">
                    <a:srgbClr val="FFFFFF"/>
                  </a:outerShdw>
                </a:effectLst>
                <a:latin typeface="微软雅黑" pitchFamily="34" charset="-122"/>
                <a:ea typeface="微软雅黑" pitchFamily="34" charset="-122"/>
              </a:rPr>
              <a:t>C/S</a:t>
            </a:r>
            <a:r>
              <a:rPr lang="zh-CN" altLang="en-US" sz="1600" b="1" dirty="0">
                <a:solidFill>
                  <a:schemeClr val="tx1"/>
                </a:solidFill>
                <a:effectLst>
                  <a:outerShdw blurRad="38100" dist="38100" dir="2700000" algn="tl">
                    <a:srgbClr val="FFFFFF"/>
                  </a:outerShdw>
                </a:effectLst>
                <a:latin typeface="微软雅黑" pitchFamily="34" charset="-122"/>
                <a:ea typeface="微软雅黑" pitchFamily="34" charset="-122"/>
              </a:rPr>
              <a:t>管理架构</a:t>
            </a:r>
          </a:p>
        </p:txBody>
      </p:sp>
      <p:sp>
        <p:nvSpPr>
          <p:cNvPr id="11" name="AutoShape 2">
            <a:extLst>
              <a:ext uri="{FF2B5EF4-FFF2-40B4-BE49-F238E27FC236}">
                <a16:creationId xmlns:a16="http://schemas.microsoft.com/office/drawing/2014/main" id="{AB34003B-117E-5660-C085-DB32FE6013D1}"/>
              </a:ext>
            </a:extLst>
          </p:cNvPr>
          <p:cNvSpPr>
            <a:spLocks noChangeArrowheads="1"/>
          </p:cNvSpPr>
          <p:nvPr/>
        </p:nvSpPr>
        <p:spPr bwMode="auto">
          <a:xfrm>
            <a:off x="7050088" y="3211513"/>
            <a:ext cx="1941512" cy="412750"/>
          </a:xfrm>
          <a:prstGeom prst="roundRect">
            <a:avLst>
              <a:gd name="adj" fmla="val 16667"/>
            </a:avLst>
          </a:prstGeom>
          <a:solidFill>
            <a:schemeClr val="accent1">
              <a:lumMod val="20000"/>
              <a:lumOff val="80000"/>
            </a:schemeClr>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lIns="0" tIns="0" rIns="0" bIns="0" anchor="ctr"/>
          <a:lstStyle/>
          <a:p>
            <a:pPr marL="0" lvl="2" algn="ctr">
              <a:buClr>
                <a:schemeClr val="accent1"/>
              </a:buClr>
              <a:defRPr/>
            </a:pPr>
            <a:endParaRPr lang="en-US" altLang="zh-CN" sz="1600" b="1" dirty="0">
              <a:solidFill>
                <a:schemeClr val="tx1"/>
              </a:solidFill>
              <a:effectLst>
                <a:outerShdw blurRad="38100" dist="38100" dir="2700000" algn="tl">
                  <a:srgbClr val="FFFFFF"/>
                </a:outerShdw>
              </a:effectLst>
              <a:latin typeface="微软雅黑" pitchFamily="34" charset="-122"/>
              <a:ea typeface="微软雅黑" pitchFamily="34" charset="-122"/>
            </a:endParaRPr>
          </a:p>
          <a:p>
            <a:pPr marL="0" lvl="2" algn="ctr">
              <a:buClr>
                <a:schemeClr val="accent1"/>
              </a:buClr>
              <a:defRPr/>
            </a:pPr>
            <a:r>
              <a:rPr lang="zh-CN" altLang="en-US" sz="1600" b="1" dirty="0">
                <a:solidFill>
                  <a:schemeClr val="tx1"/>
                </a:solidFill>
                <a:effectLst>
                  <a:outerShdw blurRad="38100" dist="38100" dir="2700000" algn="tl">
                    <a:srgbClr val="FFFFFF"/>
                  </a:outerShdw>
                </a:effectLst>
                <a:latin typeface="微软雅黑" pitchFamily="34" charset="-122"/>
                <a:ea typeface="微软雅黑" pitchFamily="34" charset="-122"/>
              </a:rPr>
              <a:t>审计及日志</a:t>
            </a:r>
          </a:p>
          <a:p>
            <a:pPr marL="0" lvl="2" algn="ctr">
              <a:buClr>
                <a:schemeClr val="accent1"/>
              </a:buClr>
              <a:defRPr/>
            </a:pPr>
            <a:endParaRPr lang="zh-CN" altLang="en-US" sz="1600" b="1" dirty="0">
              <a:solidFill>
                <a:schemeClr val="tx1"/>
              </a:solidFill>
              <a:effectLst>
                <a:outerShdw blurRad="38100" dist="38100" dir="2700000" algn="tl">
                  <a:srgbClr val="FFFFFF"/>
                </a:outerShdw>
              </a:effectLst>
              <a:latin typeface="微软雅黑" pitchFamily="34" charset="-122"/>
              <a:ea typeface="微软雅黑" pitchFamily="34" charset="-122"/>
            </a:endParaRPr>
          </a:p>
        </p:txBody>
      </p:sp>
      <p:sp>
        <p:nvSpPr>
          <p:cNvPr id="12" name="AutoShape 2">
            <a:extLst>
              <a:ext uri="{FF2B5EF4-FFF2-40B4-BE49-F238E27FC236}">
                <a16:creationId xmlns:a16="http://schemas.microsoft.com/office/drawing/2014/main" id="{90747664-BBAE-E0E8-B9CF-76FEE7B33385}"/>
              </a:ext>
            </a:extLst>
          </p:cNvPr>
          <p:cNvSpPr>
            <a:spLocks noChangeArrowheads="1"/>
          </p:cNvSpPr>
          <p:nvPr/>
        </p:nvSpPr>
        <p:spPr bwMode="auto">
          <a:xfrm>
            <a:off x="4978401" y="3211513"/>
            <a:ext cx="1939925" cy="412750"/>
          </a:xfrm>
          <a:prstGeom prst="roundRect">
            <a:avLst>
              <a:gd name="adj" fmla="val 16667"/>
            </a:avLst>
          </a:prstGeom>
          <a:solidFill>
            <a:schemeClr val="accent1">
              <a:lumMod val="20000"/>
              <a:lumOff val="80000"/>
            </a:schemeClr>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lIns="0" tIns="0" rIns="0" bIns="0" anchor="ctr"/>
          <a:lstStyle/>
          <a:p>
            <a:pPr marL="0" lvl="2" algn="ctr">
              <a:buClr>
                <a:schemeClr val="accent1"/>
              </a:buClr>
              <a:defRPr/>
            </a:pPr>
            <a:r>
              <a:rPr lang="zh-CN" altLang="en-US" sz="1600" b="1" dirty="0">
                <a:solidFill>
                  <a:schemeClr val="tx1"/>
                </a:solidFill>
                <a:effectLst>
                  <a:outerShdw blurRad="38100" dist="38100" dir="2700000" algn="tl">
                    <a:srgbClr val="FFFFFF"/>
                  </a:outerShdw>
                </a:effectLst>
                <a:latin typeface="微软雅黑" pitchFamily="34" charset="-122"/>
                <a:ea typeface="微软雅黑" pitchFamily="34" charset="-122"/>
              </a:rPr>
              <a:t>终端策略管理</a:t>
            </a:r>
          </a:p>
        </p:txBody>
      </p:sp>
      <p:sp>
        <p:nvSpPr>
          <p:cNvPr id="13" name="AutoShape 2">
            <a:extLst>
              <a:ext uri="{FF2B5EF4-FFF2-40B4-BE49-F238E27FC236}">
                <a16:creationId xmlns:a16="http://schemas.microsoft.com/office/drawing/2014/main" id="{BD045581-7FFE-C54C-23DE-75F9DB546C7B}"/>
              </a:ext>
            </a:extLst>
          </p:cNvPr>
          <p:cNvSpPr>
            <a:spLocks noChangeArrowheads="1"/>
          </p:cNvSpPr>
          <p:nvPr/>
        </p:nvSpPr>
        <p:spPr bwMode="auto">
          <a:xfrm>
            <a:off x="7050088" y="1976438"/>
            <a:ext cx="1941512" cy="412750"/>
          </a:xfrm>
          <a:prstGeom prst="roundRect">
            <a:avLst>
              <a:gd name="adj" fmla="val 16667"/>
            </a:avLst>
          </a:prstGeom>
          <a:solidFill>
            <a:schemeClr val="accent1">
              <a:lumMod val="20000"/>
              <a:lumOff val="80000"/>
            </a:schemeClr>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lIns="0" tIns="0" rIns="0" bIns="0" anchor="ctr"/>
          <a:lstStyle/>
          <a:p>
            <a:pPr marL="0" lvl="2" algn="ctr">
              <a:buClr>
                <a:schemeClr val="accent1"/>
              </a:buClr>
              <a:defRPr/>
            </a:pPr>
            <a:r>
              <a:rPr lang="zh-CN" altLang="en-US" sz="1600" b="1" dirty="0">
                <a:solidFill>
                  <a:schemeClr val="tx1"/>
                </a:solidFill>
                <a:effectLst>
                  <a:outerShdw blurRad="38100" dist="38100" dir="2700000" algn="tl">
                    <a:srgbClr val="FFFFFF"/>
                  </a:outerShdw>
                </a:effectLst>
                <a:latin typeface="微软雅黑" pitchFamily="34" charset="-122"/>
                <a:ea typeface="微软雅黑" pitchFamily="34" charset="-122"/>
              </a:rPr>
              <a:t>分发和制作管理</a:t>
            </a:r>
          </a:p>
        </p:txBody>
      </p:sp>
      <p:sp>
        <p:nvSpPr>
          <p:cNvPr id="14" name="AutoShape 2">
            <a:extLst>
              <a:ext uri="{FF2B5EF4-FFF2-40B4-BE49-F238E27FC236}">
                <a16:creationId xmlns:a16="http://schemas.microsoft.com/office/drawing/2014/main" id="{73BB49E7-96CB-65E4-9252-6132A50A7DA5}"/>
              </a:ext>
            </a:extLst>
          </p:cNvPr>
          <p:cNvSpPr>
            <a:spLocks noChangeArrowheads="1"/>
          </p:cNvSpPr>
          <p:nvPr/>
        </p:nvSpPr>
        <p:spPr bwMode="auto">
          <a:xfrm>
            <a:off x="7050088" y="2586038"/>
            <a:ext cx="1941512" cy="412750"/>
          </a:xfrm>
          <a:prstGeom prst="roundRect">
            <a:avLst>
              <a:gd name="adj" fmla="val 16667"/>
            </a:avLst>
          </a:prstGeom>
          <a:solidFill>
            <a:schemeClr val="accent1">
              <a:lumMod val="20000"/>
              <a:lumOff val="80000"/>
            </a:schemeClr>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lIns="0" tIns="0" rIns="0" bIns="0" anchor="ctr"/>
          <a:lstStyle/>
          <a:p>
            <a:pPr marL="0" lvl="2" algn="ctr">
              <a:buClr>
                <a:schemeClr val="accent1"/>
              </a:buClr>
              <a:defRPr/>
            </a:pPr>
            <a:r>
              <a:rPr lang="zh-CN" altLang="en-US" sz="1600" b="1" dirty="0">
                <a:latin typeface="微软雅黑" pitchFamily="34" charset="-122"/>
                <a:ea typeface="微软雅黑" pitchFamily="34" charset="-122"/>
              </a:rPr>
              <a:t>孤岛终端管理</a:t>
            </a:r>
            <a:endParaRPr lang="zh-CN" altLang="en-US" sz="1600" b="1" dirty="0">
              <a:solidFill>
                <a:schemeClr val="tx1"/>
              </a:solidFill>
              <a:effectLst>
                <a:outerShdw blurRad="38100" dist="38100" dir="2700000" algn="tl">
                  <a:srgbClr val="FFFFFF"/>
                </a:outerShdw>
              </a:effectLst>
              <a:latin typeface="微软雅黑" pitchFamily="34" charset="-122"/>
              <a:ea typeface="微软雅黑" pitchFamily="34" charset="-122"/>
            </a:endParaRPr>
          </a:p>
        </p:txBody>
      </p:sp>
      <p:sp>
        <p:nvSpPr>
          <p:cNvPr id="15" name="AutoShape 2">
            <a:extLst>
              <a:ext uri="{FF2B5EF4-FFF2-40B4-BE49-F238E27FC236}">
                <a16:creationId xmlns:a16="http://schemas.microsoft.com/office/drawing/2014/main" id="{2F6B01D5-08E3-3494-F417-C10239EC4901}"/>
              </a:ext>
            </a:extLst>
          </p:cNvPr>
          <p:cNvSpPr>
            <a:spLocks noChangeArrowheads="1"/>
          </p:cNvSpPr>
          <p:nvPr/>
        </p:nvSpPr>
        <p:spPr bwMode="auto">
          <a:xfrm>
            <a:off x="4962526" y="2571750"/>
            <a:ext cx="1941513" cy="412750"/>
          </a:xfrm>
          <a:prstGeom prst="roundRect">
            <a:avLst>
              <a:gd name="adj" fmla="val 16667"/>
            </a:avLst>
          </a:prstGeom>
          <a:solidFill>
            <a:schemeClr val="accent1">
              <a:lumMod val="20000"/>
              <a:lumOff val="80000"/>
            </a:schemeClr>
          </a:solid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lIns="0" tIns="0" rIns="0" bIns="0" anchor="ctr"/>
          <a:lstStyle/>
          <a:p>
            <a:pPr marL="0" lvl="2" algn="ctr">
              <a:buClr>
                <a:schemeClr val="accent1"/>
              </a:buClr>
              <a:defRPr/>
            </a:pPr>
            <a:r>
              <a:rPr lang="en-US" altLang="zh-CN" sz="1600" b="1" dirty="0">
                <a:solidFill>
                  <a:schemeClr val="tx1"/>
                </a:solidFill>
                <a:effectLst>
                  <a:outerShdw blurRad="38100" dist="38100" dir="2700000" algn="tl">
                    <a:srgbClr val="FFFFFF"/>
                  </a:outerShdw>
                </a:effectLst>
                <a:latin typeface="微软雅黑" pitchFamily="34" charset="-122"/>
                <a:ea typeface="微软雅黑" pitchFamily="34" charset="-122"/>
              </a:rPr>
              <a:t>TCM</a:t>
            </a:r>
            <a:r>
              <a:rPr lang="zh-CN" altLang="en-US" sz="1600" b="1" dirty="0">
                <a:solidFill>
                  <a:schemeClr val="tx1"/>
                </a:solidFill>
                <a:effectLst>
                  <a:outerShdw blurRad="38100" dist="38100" dir="2700000" algn="tl">
                    <a:srgbClr val="FFFFFF"/>
                  </a:outerShdw>
                </a:effectLst>
                <a:latin typeface="微软雅黑" pitchFamily="34" charset="-122"/>
                <a:ea typeface="微软雅黑" pitchFamily="34" charset="-122"/>
              </a:rPr>
              <a:t>认证绑定</a:t>
            </a:r>
          </a:p>
        </p:txBody>
      </p:sp>
      <p:sp>
        <p:nvSpPr>
          <p:cNvPr id="16" name="Rectangle 8">
            <a:extLst>
              <a:ext uri="{FF2B5EF4-FFF2-40B4-BE49-F238E27FC236}">
                <a16:creationId xmlns:a16="http://schemas.microsoft.com/office/drawing/2014/main" id="{19283384-ACD9-5A52-115D-7F3101A01EBB}"/>
              </a:ext>
            </a:extLst>
          </p:cNvPr>
          <p:cNvSpPr>
            <a:spLocks noChangeArrowheads="1"/>
          </p:cNvSpPr>
          <p:nvPr/>
        </p:nvSpPr>
        <p:spPr bwMode="auto">
          <a:xfrm>
            <a:off x="2209800" y="3816350"/>
            <a:ext cx="8077200" cy="2736850"/>
          </a:xfrm>
          <a:prstGeom prst="rect">
            <a:avLst/>
          </a:prstGeom>
          <a:noFill/>
          <a:ln w="6350">
            <a:noFill/>
            <a:miter lim="800000"/>
            <a:headEnd/>
            <a:tailEnd/>
          </a:ln>
        </p:spPr>
        <p:txBody>
          <a:bodyPr lIns="0" tIns="0" rIns="0" bIns="0">
            <a:spAutoFit/>
          </a:bodyPr>
          <a:lstStyle/>
          <a:p>
            <a:pPr marL="180975" lvl="2" indent="-180975">
              <a:lnSpc>
                <a:spcPct val="130000"/>
              </a:lnSpc>
              <a:spcBef>
                <a:spcPct val="20000"/>
              </a:spcBef>
              <a:buClr>
                <a:schemeClr val="tx1"/>
              </a:buClr>
              <a:buFont typeface="Wingdings" pitchFamily="2" charset="2"/>
              <a:buChar char="l"/>
              <a:tabLst>
                <a:tab pos="8521700" algn="r"/>
              </a:tabLst>
              <a:defRPr/>
            </a:pPr>
            <a:r>
              <a:rPr lang="zh-CN" altLang="en-US" sz="14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制作受</a:t>
            </a:r>
            <a:r>
              <a:rPr lang="en-US" altLang="zh-CN" sz="1200" b="1" dirty="0">
                <a:latin typeface="微软雅黑" pitchFamily="34" charset="-122"/>
                <a:ea typeface="微软雅黑" pitchFamily="34" charset="-122"/>
              </a:rPr>
              <a:t>TCM</a:t>
            </a:r>
            <a:r>
              <a:rPr lang="zh-CN" altLang="en-US" sz="1200" b="1" dirty="0">
                <a:latin typeface="微软雅黑" pitchFamily="34" charset="-122"/>
                <a:ea typeface="微软雅黑" pitchFamily="34" charset="-122"/>
              </a:rPr>
              <a:t>保护的安全</a:t>
            </a:r>
            <a:r>
              <a:rPr lang="en-US" altLang="zh-CN" sz="1200" b="1" dirty="0">
                <a:latin typeface="微软雅黑" pitchFamily="34" charset="-122"/>
                <a:ea typeface="微软雅黑" pitchFamily="34" charset="-122"/>
              </a:rPr>
              <a:t>U</a:t>
            </a:r>
            <a:r>
              <a:rPr lang="zh-CN" altLang="en-US" sz="1200" b="1" dirty="0">
                <a:latin typeface="微软雅黑" pitchFamily="34" charset="-122"/>
                <a:ea typeface="微软雅黑" pitchFamily="34" charset="-122"/>
              </a:rPr>
              <a:t>盘：将普通</a:t>
            </a:r>
            <a:r>
              <a:rPr lang="en-US" altLang="zh-CN" sz="1200" b="1" dirty="0">
                <a:latin typeface="微软雅黑" pitchFamily="34" charset="-122"/>
                <a:ea typeface="微软雅黑" pitchFamily="34" charset="-122"/>
              </a:rPr>
              <a:t>U</a:t>
            </a:r>
            <a:r>
              <a:rPr lang="zh-CN" altLang="en-US" sz="1200" b="1" dirty="0">
                <a:latin typeface="微软雅黑" pitchFamily="34" charset="-122"/>
                <a:ea typeface="微软雅黑" pitchFamily="34" charset="-122"/>
              </a:rPr>
              <a:t>盘通过</a:t>
            </a:r>
            <a:r>
              <a:rPr lang="en-US" altLang="zh-CN" sz="1200" b="1" dirty="0">
                <a:latin typeface="微软雅黑" pitchFamily="34" charset="-122"/>
                <a:ea typeface="微软雅黑" pitchFamily="34" charset="-122"/>
              </a:rPr>
              <a:t>TCM</a:t>
            </a:r>
            <a:r>
              <a:rPr lang="zh-CN" altLang="en-US" sz="1200" b="1" dirty="0">
                <a:latin typeface="微软雅黑" pitchFamily="34" charset="-122"/>
                <a:ea typeface="微软雅黑" pitchFamily="34" charset="-122"/>
              </a:rPr>
              <a:t>安全算法“安全格式化”成“受</a:t>
            </a:r>
            <a:r>
              <a:rPr lang="en-US" altLang="zh-CN" sz="1200" b="1" dirty="0">
                <a:latin typeface="微软雅黑" pitchFamily="34" charset="-122"/>
                <a:ea typeface="微软雅黑" pitchFamily="34" charset="-122"/>
              </a:rPr>
              <a:t>TCM</a:t>
            </a:r>
            <a:r>
              <a:rPr lang="zh-CN" altLang="en-US" sz="1200" b="1" dirty="0">
                <a:latin typeface="微软雅黑" pitchFamily="34" charset="-122"/>
                <a:ea typeface="微软雅黑" pitchFamily="34" charset="-122"/>
              </a:rPr>
              <a:t>保护的安全</a:t>
            </a:r>
            <a:r>
              <a:rPr lang="en-US" altLang="zh-CN" sz="1200" b="1" dirty="0">
                <a:latin typeface="微软雅黑" pitchFamily="34" charset="-122"/>
                <a:ea typeface="微软雅黑" pitchFamily="34" charset="-122"/>
              </a:rPr>
              <a:t>U</a:t>
            </a:r>
            <a:r>
              <a:rPr lang="zh-CN" altLang="en-US" sz="1200" b="1" dirty="0">
                <a:latin typeface="微软雅黑" pitchFamily="34" charset="-122"/>
                <a:ea typeface="微软雅黑" pitchFamily="34" charset="-122"/>
              </a:rPr>
              <a:t>盘”， 无需依赖特殊</a:t>
            </a:r>
            <a:r>
              <a:rPr lang="en-US" altLang="zh-CN" sz="1200" b="1" dirty="0">
                <a:latin typeface="微软雅黑" pitchFamily="34" charset="-122"/>
                <a:ea typeface="微软雅黑" pitchFamily="34" charset="-122"/>
              </a:rPr>
              <a:t>USB</a:t>
            </a:r>
            <a:r>
              <a:rPr lang="zh-CN" altLang="en-US" sz="1200" b="1" dirty="0">
                <a:latin typeface="微软雅黑" pitchFamily="34" charset="-122"/>
                <a:ea typeface="微软雅黑" pitchFamily="34" charset="-122"/>
              </a:rPr>
              <a:t>设备，成本低、安全性高</a:t>
            </a:r>
            <a:endParaRPr lang="en-US" altLang="zh-CN" sz="1200" b="1" dirty="0">
              <a:latin typeface="微软雅黑" pitchFamily="34" charset="-122"/>
              <a:ea typeface="微软雅黑" pitchFamily="34" charset="-122"/>
            </a:endParaRPr>
          </a:p>
          <a:p>
            <a:pPr marL="180975" lvl="2" indent="-180975">
              <a:lnSpc>
                <a:spcPct val="130000"/>
              </a:lnSpc>
              <a:spcBef>
                <a:spcPct val="20000"/>
              </a:spcBef>
              <a:buClr>
                <a:schemeClr val="tx1"/>
              </a:buClr>
              <a:buFont typeface="Wingdings" pitchFamily="2" charset="2"/>
              <a:buChar char="l"/>
              <a:tabLst>
                <a:tab pos="8521700" algn="r"/>
              </a:tabLst>
              <a:defRPr/>
            </a:pPr>
            <a:r>
              <a:rPr lang="zh-CN" altLang="en-US" sz="1200" b="1" dirty="0">
                <a:latin typeface="微软雅黑" pitchFamily="34" charset="-122"/>
                <a:ea typeface="微软雅黑" pitchFamily="34" charset="-122"/>
              </a:rPr>
              <a:t> 个人安全专用</a:t>
            </a:r>
            <a:r>
              <a:rPr lang="en-US" altLang="zh-CN" sz="1200" b="1" dirty="0">
                <a:latin typeface="微软雅黑" pitchFamily="34" charset="-122"/>
                <a:ea typeface="微软雅黑" pitchFamily="34" charset="-122"/>
              </a:rPr>
              <a:t>USB</a:t>
            </a:r>
            <a:r>
              <a:rPr lang="zh-CN" altLang="en-US" sz="1200" b="1" dirty="0">
                <a:latin typeface="微软雅黑" pitchFamily="34" charset="-122"/>
                <a:ea typeface="微软雅黑" pitchFamily="34" charset="-122"/>
              </a:rPr>
              <a:t>：</a:t>
            </a:r>
            <a:r>
              <a:rPr lang="en-US" altLang="zh-CN" sz="1200" b="1" dirty="0">
                <a:latin typeface="微软雅黑" pitchFamily="34" charset="-122"/>
                <a:ea typeface="微软雅黑" pitchFamily="34" charset="-122"/>
              </a:rPr>
              <a:t> U</a:t>
            </a:r>
            <a:r>
              <a:rPr lang="zh-CN" altLang="en-US" sz="1200" b="1" dirty="0">
                <a:latin typeface="微软雅黑" pitchFamily="34" charset="-122"/>
                <a:ea typeface="微软雅黑" pitchFamily="34" charset="-122"/>
              </a:rPr>
              <a:t>盘绑定本机使用，其他人不得查看其内容</a:t>
            </a:r>
            <a:endParaRPr lang="en-US" altLang="zh-CN" sz="1200" b="1" dirty="0">
              <a:latin typeface="微软雅黑" pitchFamily="34" charset="-122"/>
              <a:ea typeface="微软雅黑" pitchFamily="34" charset="-122"/>
            </a:endParaRPr>
          </a:p>
          <a:p>
            <a:pPr marL="180975" lvl="2" indent="-180975">
              <a:lnSpc>
                <a:spcPct val="130000"/>
              </a:lnSpc>
              <a:spcBef>
                <a:spcPct val="20000"/>
              </a:spcBef>
              <a:buClr>
                <a:schemeClr val="tx1"/>
              </a:buClr>
              <a:buFont typeface="Wingdings" pitchFamily="2" charset="2"/>
              <a:buChar char="l"/>
              <a:tabLst>
                <a:tab pos="8521700" algn="r"/>
              </a:tabLst>
              <a:defRPr/>
            </a:pPr>
            <a:r>
              <a:rPr lang="zh-CN" altLang="en-US" sz="1200" b="1" dirty="0">
                <a:latin typeface="微软雅黑" pitchFamily="34" charset="-122"/>
                <a:ea typeface="微软雅黑" pitchFamily="34" charset="-122"/>
                <a:hlinkClick r:id="rId2" action="ppaction://hlinkfile"/>
              </a:rPr>
              <a:t> </a:t>
            </a:r>
            <a:r>
              <a:rPr lang="zh-CN" altLang="en-US" sz="1200" b="1" dirty="0">
                <a:solidFill>
                  <a:srgbClr val="FF0000"/>
                </a:solidFill>
                <a:latin typeface="微软雅黑" pitchFamily="34" charset="-122"/>
                <a:ea typeface="微软雅黑" pitchFamily="34" charset="-122"/>
                <a:hlinkClick r:id="rId2" action="ppaction://hlinkfile"/>
              </a:rPr>
              <a:t>多人共用安全</a:t>
            </a:r>
            <a:r>
              <a:rPr lang="en-US" altLang="zh-CN" sz="1200" b="1" dirty="0">
                <a:solidFill>
                  <a:srgbClr val="FF0000"/>
                </a:solidFill>
                <a:latin typeface="微软雅黑" pitchFamily="34" charset="-122"/>
                <a:ea typeface="微软雅黑" pitchFamily="34" charset="-122"/>
                <a:hlinkClick r:id="rId2" action="ppaction://hlinkfile"/>
              </a:rPr>
              <a:t>USB</a:t>
            </a:r>
            <a:r>
              <a:rPr lang="zh-CN" altLang="en-US" sz="1200" b="1" dirty="0">
                <a:solidFill>
                  <a:srgbClr val="FF0000"/>
                </a:solidFill>
                <a:latin typeface="微软雅黑" pitchFamily="34" charset="-122"/>
                <a:ea typeface="微软雅黑" pitchFamily="34" charset="-122"/>
                <a:hlinkClick r:id="rId2" action="ppaction://hlinkfile"/>
              </a:rPr>
              <a:t>：</a:t>
            </a:r>
            <a:r>
              <a:rPr lang="en-US" altLang="zh-CN" sz="1200" b="1" dirty="0">
                <a:solidFill>
                  <a:srgbClr val="FF0000"/>
                </a:solidFill>
                <a:latin typeface="微软雅黑" pitchFamily="34" charset="-122"/>
                <a:ea typeface="微软雅黑" pitchFamily="34" charset="-122"/>
                <a:hlinkClick r:id="rId2" action="ppaction://hlinkfile"/>
              </a:rPr>
              <a:t> U</a:t>
            </a:r>
            <a:r>
              <a:rPr lang="zh-CN" altLang="en-US" sz="1200" b="1" dirty="0">
                <a:solidFill>
                  <a:srgbClr val="FF0000"/>
                </a:solidFill>
                <a:latin typeface="微软雅黑" pitchFamily="34" charset="-122"/>
                <a:ea typeface="微软雅黑" pitchFamily="34" charset="-122"/>
                <a:hlinkClick r:id="rId2" action="ppaction://hlinkfile"/>
              </a:rPr>
              <a:t>盘在授权域内安全使用，非授权机器不能查看其内容</a:t>
            </a:r>
            <a:endParaRPr lang="en-US" altLang="zh-CN" sz="1200" b="1" dirty="0">
              <a:solidFill>
                <a:srgbClr val="FF0000"/>
              </a:solidFill>
              <a:latin typeface="微软雅黑" pitchFamily="34" charset="-122"/>
              <a:ea typeface="微软雅黑" pitchFamily="34" charset="-122"/>
            </a:endParaRPr>
          </a:p>
          <a:p>
            <a:pPr marL="180975" lvl="2" indent="-180975">
              <a:lnSpc>
                <a:spcPct val="130000"/>
              </a:lnSpc>
              <a:spcBef>
                <a:spcPct val="20000"/>
              </a:spcBef>
              <a:buClr>
                <a:schemeClr val="tx1"/>
              </a:buClr>
              <a:buFont typeface="Wingdings" pitchFamily="2" charset="2"/>
              <a:buChar char="l"/>
              <a:tabLst>
                <a:tab pos="8521700" algn="r"/>
              </a:tabLst>
              <a:defRPr/>
            </a:pPr>
            <a:r>
              <a:rPr lang="en-US" altLang="zh-CN" sz="1200" b="1" dirty="0">
                <a:effectLst>
                  <a:outerShdw blurRad="38100" dist="38100" dir="2700000" algn="tl">
                    <a:srgbClr val="C0C0C0"/>
                  </a:outerShdw>
                </a:effectLst>
                <a:latin typeface="微软雅黑" pitchFamily="34" charset="-122"/>
                <a:ea typeface="微软雅黑" pitchFamily="34" charset="-122"/>
              </a:rPr>
              <a:t>C/S</a:t>
            </a:r>
            <a:r>
              <a:rPr lang="zh-CN" altLang="en-US" sz="1200" b="1" dirty="0">
                <a:effectLst>
                  <a:outerShdw blurRad="38100" dist="38100" dir="2700000" algn="tl">
                    <a:srgbClr val="C0C0C0"/>
                  </a:outerShdw>
                </a:effectLst>
                <a:latin typeface="微软雅黑" pitchFamily="34" charset="-122"/>
                <a:ea typeface="微软雅黑" pitchFamily="34" charset="-122"/>
              </a:rPr>
              <a:t>管理</a:t>
            </a:r>
            <a:r>
              <a:rPr lang="zh-CN" altLang="en-US" sz="1200" b="1" dirty="0">
                <a:latin typeface="微软雅黑" pitchFamily="34" charset="-122"/>
                <a:ea typeface="微软雅黑" pitchFamily="34" charset="-122"/>
              </a:rPr>
              <a:t>架构</a:t>
            </a:r>
            <a:r>
              <a:rPr lang="en-US" altLang="zh-CN" sz="1200" b="1" dirty="0">
                <a:latin typeface="微软雅黑" pitchFamily="34" charset="-122"/>
                <a:ea typeface="微软雅黑" pitchFamily="34" charset="-122"/>
              </a:rPr>
              <a:t> : </a:t>
            </a:r>
            <a:r>
              <a:rPr lang="zh-CN" altLang="en-US" sz="1200" b="1" dirty="0">
                <a:latin typeface="微软雅黑" pitchFamily="34" charset="-122"/>
                <a:ea typeface="微软雅黑" pitchFamily="34" charset="-122"/>
              </a:rPr>
              <a:t>基于服务器</a:t>
            </a:r>
            <a:r>
              <a:rPr lang="en-US" altLang="zh-CN" sz="1200" b="1" dirty="0">
                <a:latin typeface="微软雅黑" pitchFamily="34" charset="-122"/>
                <a:ea typeface="微软雅黑" pitchFamily="34" charset="-122"/>
              </a:rPr>
              <a:t>-</a:t>
            </a:r>
            <a:r>
              <a:rPr lang="zh-CN" altLang="en-US" sz="1200" b="1" dirty="0">
                <a:latin typeface="微软雅黑" pitchFamily="34" charset="-122"/>
                <a:ea typeface="微软雅黑" pitchFamily="34" charset="-122"/>
              </a:rPr>
              <a:t>客户端架构管理安全</a:t>
            </a:r>
            <a:r>
              <a:rPr lang="en-US" altLang="zh-CN" sz="1200" b="1" dirty="0">
                <a:latin typeface="微软雅黑" pitchFamily="34" charset="-122"/>
                <a:ea typeface="微软雅黑" pitchFamily="34" charset="-122"/>
              </a:rPr>
              <a:t>U</a:t>
            </a:r>
            <a:r>
              <a:rPr lang="zh-CN" altLang="en-US" sz="1200" b="1" dirty="0">
                <a:latin typeface="微软雅黑" pitchFamily="34" charset="-122"/>
                <a:ea typeface="微软雅黑" pitchFamily="34" charset="-122"/>
              </a:rPr>
              <a:t>盘，采用最简便管理员集中管理方案</a:t>
            </a:r>
            <a:endParaRPr lang="en-US" altLang="zh-CN" sz="1200" b="1" dirty="0">
              <a:latin typeface="微软雅黑" pitchFamily="34" charset="-122"/>
              <a:ea typeface="微软雅黑" pitchFamily="34" charset="-122"/>
            </a:endParaRPr>
          </a:p>
          <a:p>
            <a:pPr marL="180975" lvl="2" indent="-180975">
              <a:lnSpc>
                <a:spcPct val="130000"/>
              </a:lnSpc>
              <a:spcBef>
                <a:spcPct val="20000"/>
              </a:spcBef>
              <a:buClr>
                <a:schemeClr val="tx1"/>
              </a:buClr>
              <a:buFont typeface="Wingdings" pitchFamily="2" charset="2"/>
              <a:buChar char="l"/>
              <a:tabLst>
                <a:tab pos="8521700" algn="r"/>
              </a:tabLst>
              <a:defRPr/>
            </a:pPr>
            <a:r>
              <a:rPr lang="en-US" altLang="zh-CN" sz="1200" b="1" dirty="0">
                <a:effectLst>
                  <a:outerShdw blurRad="38100" dist="38100" dir="2700000" algn="tl">
                    <a:srgbClr val="C0C0C0"/>
                  </a:outerShdw>
                </a:effectLst>
                <a:latin typeface="微软雅黑" pitchFamily="34" charset="-122"/>
                <a:ea typeface="微软雅黑" pitchFamily="34" charset="-122"/>
              </a:rPr>
              <a:t> TCM</a:t>
            </a:r>
            <a:r>
              <a:rPr lang="zh-CN" altLang="en-US" sz="1200" b="1" dirty="0">
                <a:effectLst>
                  <a:outerShdw blurRad="38100" dist="38100" dir="2700000" algn="tl">
                    <a:srgbClr val="C0C0C0"/>
                  </a:outerShdw>
                </a:effectLst>
                <a:latin typeface="微软雅黑" pitchFamily="34" charset="-122"/>
                <a:ea typeface="微软雅黑" pitchFamily="34" charset="-122"/>
              </a:rPr>
              <a:t>认证绑定：通过</a:t>
            </a:r>
            <a:r>
              <a:rPr lang="en-US" altLang="zh-CN" sz="1200" b="1" dirty="0">
                <a:effectLst>
                  <a:outerShdw blurRad="38100" dist="38100" dir="2700000" algn="tl">
                    <a:srgbClr val="C0C0C0"/>
                  </a:outerShdw>
                </a:effectLst>
                <a:latin typeface="微软雅黑" pitchFamily="34" charset="-122"/>
                <a:ea typeface="微软雅黑" pitchFamily="34" charset="-122"/>
              </a:rPr>
              <a:t>TCM</a:t>
            </a:r>
            <a:r>
              <a:rPr lang="zh-CN" altLang="en-US" sz="1200" b="1" dirty="0">
                <a:effectLst>
                  <a:outerShdw blurRad="38100" dist="38100" dir="2700000" algn="tl">
                    <a:srgbClr val="C0C0C0"/>
                  </a:outerShdw>
                </a:effectLst>
                <a:latin typeface="微软雅黑" pitchFamily="34" charset="-122"/>
                <a:ea typeface="微软雅黑" pitchFamily="34" charset="-122"/>
              </a:rPr>
              <a:t>硬件认证保护，保证高安全级别的“</a:t>
            </a:r>
            <a:r>
              <a:rPr lang="en-US" altLang="zh-CN" sz="1200" b="1" dirty="0">
                <a:effectLst>
                  <a:outerShdw blurRad="38100" dist="38100" dir="2700000" algn="tl">
                    <a:srgbClr val="C0C0C0"/>
                  </a:outerShdw>
                </a:effectLst>
                <a:latin typeface="微软雅黑" pitchFamily="34" charset="-122"/>
                <a:ea typeface="微软雅黑" pitchFamily="34" charset="-122"/>
              </a:rPr>
              <a:t>U</a:t>
            </a:r>
            <a:r>
              <a:rPr lang="zh-CN" altLang="en-US" sz="1200" b="1" dirty="0">
                <a:effectLst>
                  <a:outerShdw blurRad="38100" dist="38100" dir="2700000" algn="tl">
                    <a:srgbClr val="C0C0C0"/>
                  </a:outerShdw>
                </a:effectLst>
                <a:latin typeface="微软雅黑" pitchFamily="34" charset="-122"/>
                <a:ea typeface="微软雅黑" pitchFamily="34" charset="-122"/>
              </a:rPr>
              <a:t>盘无忧”功能</a:t>
            </a:r>
            <a:endParaRPr lang="en-US" altLang="zh-CN" sz="1200" b="1" dirty="0">
              <a:effectLst>
                <a:outerShdw blurRad="38100" dist="38100" dir="2700000" algn="tl">
                  <a:srgbClr val="C0C0C0"/>
                </a:outerShdw>
              </a:effectLst>
              <a:latin typeface="微软雅黑" pitchFamily="34" charset="-122"/>
              <a:ea typeface="微软雅黑" pitchFamily="34" charset="-122"/>
            </a:endParaRPr>
          </a:p>
          <a:p>
            <a:pPr marL="180975" lvl="2" indent="-180975">
              <a:lnSpc>
                <a:spcPct val="130000"/>
              </a:lnSpc>
              <a:spcBef>
                <a:spcPct val="20000"/>
              </a:spcBef>
              <a:buClr>
                <a:schemeClr val="tx1"/>
              </a:buClr>
              <a:buFont typeface="Wingdings" pitchFamily="2" charset="2"/>
              <a:buChar char="l"/>
              <a:tabLst>
                <a:tab pos="8521700" algn="r"/>
              </a:tabLst>
              <a:defRPr/>
            </a:pPr>
            <a:r>
              <a:rPr lang="zh-CN" altLang="en-US" sz="1200" b="1" dirty="0">
                <a:effectLst>
                  <a:outerShdw blurRad="38100" dist="38100" dir="2700000" algn="tl">
                    <a:srgbClr val="C0C0C0"/>
                  </a:outerShdw>
                </a:effectLst>
                <a:latin typeface="微软雅黑" pitchFamily="34" charset="-122"/>
                <a:ea typeface="微软雅黑" pitchFamily="34" charset="-122"/>
              </a:rPr>
              <a:t> 终端策略管理：是否允许使用普通</a:t>
            </a:r>
            <a:r>
              <a:rPr lang="en-US" altLang="zh-CN" sz="1200" b="1" dirty="0">
                <a:effectLst>
                  <a:outerShdw blurRad="38100" dist="38100" dir="2700000" algn="tl">
                    <a:srgbClr val="C0C0C0"/>
                  </a:outerShdw>
                </a:effectLst>
                <a:latin typeface="微软雅黑" pitchFamily="34" charset="-122"/>
                <a:ea typeface="微软雅黑" pitchFamily="34" charset="-122"/>
              </a:rPr>
              <a:t>U</a:t>
            </a:r>
            <a:r>
              <a:rPr lang="zh-CN" altLang="en-US" sz="1200" b="1" dirty="0">
                <a:effectLst>
                  <a:outerShdw blurRad="38100" dist="38100" dir="2700000" algn="tl">
                    <a:srgbClr val="C0C0C0"/>
                  </a:outerShdw>
                </a:effectLst>
                <a:latin typeface="微软雅黑" pitchFamily="34" charset="-122"/>
                <a:ea typeface="微软雅黑" pitchFamily="34" charset="-122"/>
              </a:rPr>
              <a:t>盘，是否允许卸载客户端不接受服务器管理</a:t>
            </a:r>
            <a:endParaRPr lang="en-US" altLang="zh-CN" sz="1200" b="1" dirty="0">
              <a:effectLst>
                <a:outerShdw blurRad="38100" dist="38100" dir="2700000" algn="tl">
                  <a:srgbClr val="C0C0C0"/>
                </a:outerShdw>
              </a:effectLst>
              <a:latin typeface="微软雅黑" pitchFamily="34" charset="-122"/>
              <a:ea typeface="微软雅黑" pitchFamily="34" charset="-122"/>
            </a:endParaRPr>
          </a:p>
          <a:p>
            <a:pPr marL="180975" lvl="2" indent="-180975">
              <a:lnSpc>
                <a:spcPct val="130000"/>
              </a:lnSpc>
              <a:spcBef>
                <a:spcPct val="20000"/>
              </a:spcBef>
              <a:buClr>
                <a:schemeClr val="tx1"/>
              </a:buClr>
              <a:buFont typeface="Wingdings" pitchFamily="2" charset="2"/>
              <a:buChar char="l"/>
              <a:tabLst>
                <a:tab pos="8521700" algn="r"/>
              </a:tabLst>
              <a:defRPr/>
            </a:pPr>
            <a:r>
              <a:rPr lang="zh-CN" altLang="en-US" sz="1200" b="1" dirty="0">
                <a:effectLst>
                  <a:outerShdw blurRad="38100" dist="38100" dir="2700000" algn="tl">
                    <a:srgbClr val="C0C0C0"/>
                  </a:outerShdw>
                </a:effectLst>
                <a:latin typeface="微软雅黑" pitchFamily="34" charset="-122"/>
                <a:ea typeface="微软雅黑" pitchFamily="34" charset="-122"/>
              </a:rPr>
              <a:t> 分发和制作管理 </a:t>
            </a:r>
            <a:r>
              <a:rPr lang="en-US" altLang="zh-CN" sz="1200" b="1" dirty="0">
                <a:effectLst>
                  <a:outerShdw blurRad="38100" dist="38100" dir="2700000" algn="tl">
                    <a:srgbClr val="C0C0C0"/>
                  </a:outerShdw>
                </a:effectLst>
                <a:latin typeface="微软雅黑" pitchFamily="34" charset="-122"/>
                <a:ea typeface="微软雅黑" pitchFamily="34" charset="-122"/>
              </a:rPr>
              <a:t>: </a:t>
            </a:r>
            <a:r>
              <a:rPr lang="zh-CN" altLang="en-US" sz="1200" b="1" dirty="0">
                <a:effectLst>
                  <a:outerShdw blurRad="38100" dist="38100" dir="2700000" algn="tl">
                    <a:srgbClr val="C0C0C0"/>
                  </a:outerShdw>
                </a:effectLst>
                <a:latin typeface="微软雅黑" pitchFamily="34" charset="-122"/>
                <a:ea typeface="微软雅黑" pitchFamily="34" charset="-122"/>
              </a:rPr>
              <a:t>限制“分发和制作”安全</a:t>
            </a:r>
            <a:r>
              <a:rPr lang="en-US" altLang="zh-CN" sz="1200" b="1" dirty="0">
                <a:effectLst>
                  <a:outerShdw blurRad="38100" dist="38100" dir="2700000" algn="tl">
                    <a:srgbClr val="C0C0C0"/>
                  </a:outerShdw>
                </a:effectLst>
                <a:latin typeface="微软雅黑" pitchFamily="34" charset="-122"/>
                <a:ea typeface="微软雅黑" pitchFamily="34" charset="-122"/>
              </a:rPr>
              <a:t>U</a:t>
            </a:r>
            <a:r>
              <a:rPr lang="zh-CN" altLang="en-US" sz="1200" b="1" dirty="0">
                <a:effectLst>
                  <a:outerShdw blurRad="38100" dist="38100" dir="2700000" algn="tl">
                    <a:srgbClr val="C0C0C0"/>
                  </a:outerShdw>
                </a:effectLst>
                <a:latin typeface="微软雅黑" pitchFamily="34" charset="-122"/>
                <a:ea typeface="微软雅黑" pitchFamily="34" charset="-122"/>
              </a:rPr>
              <a:t>盘的主机</a:t>
            </a:r>
            <a:endParaRPr lang="en-US" altLang="zh-CN" sz="1200" b="1" dirty="0">
              <a:effectLst>
                <a:outerShdw blurRad="38100" dist="38100" dir="2700000" algn="tl">
                  <a:srgbClr val="C0C0C0"/>
                </a:outerShdw>
              </a:effectLst>
              <a:latin typeface="微软雅黑" pitchFamily="34" charset="-122"/>
              <a:ea typeface="微软雅黑" pitchFamily="34" charset="-122"/>
            </a:endParaRPr>
          </a:p>
          <a:p>
            <a:pPr marL="180975" lvl="2" indent="-180975">
              <a:lnSpc>
                <a:spcPct val="130000"/>
              </a:lnSpc>
              <a:spcBef>
                <a:spcPct val="20000"/>
              </a:spcBef>
              <a:buClr>
                <a:schemeClr val="tx1"/>
              </a:buClr>
              <a:buFont typeface="Wingdings" pitchFamily="2" charset="2"/>
              <a:buChar char="l"/>
              <a:tabLst>
                <a:tab pos="8521700" algn="r"/>
              </a:tabLst>
              <a:defRPr/>
            </a:pPr>
            <a:r>
              <a:rPr lang="zh-CN" altLang="en-US" sz="1200" b="1" dirty="0">
                <a:effectLst>
                  <a:outerShdw blurRad="38100" dist="38100" dir="2700000" algn="tl">
                    <a:srgbClr val="C0C0C0"/>
                  </a:outerShdw>
                </a:effectLst>
                <a:latin typeface="微软雅黑" pitchFamily="34" charset="-122"/>
                <a:ea typeface="微软雅黑" pitchFamily="34" charset="-122"/>
              </a:rPr>
              <a:t>孤岛终端管理：支持企业环境内“孤岛”型终端机器加入“</a:t>
            </a:r>
            <a:r>
              <a:rPr lang="en-US" altLang="zh-CN" sz="1200" b="1" dirty="0">
                <a:effectLst>
                  <a:outerShdw blurRad="38100" dist="38100" dir="2700000" algn="tl">
                    <a:srgbClr val="C0C0C0"/>
                  </a:outerShdw>
                </a:effectLst>
                <a:latin typeface="微软雅黑" pitchFamily="34" charset="-122"/>
                <a:ea typeface="微软雅黑" pitchFamily="34" charset="-122"/>
              </a:rPr>
              <a:t>U</a:t>
            </a:r>
            <a:r>
              <a:rPr lang="zh-CN" altLang="en-US" sz="1200" b="1" dirty="0">
                <a:effectLst>
                  <a:outerShdw blurRad="38100" dist="38100" dir="2700000" algn="tl">
                    <a:srgbClr val="C0C0C0"/>
                  </a:outerShdw>
                </a:effectLst>
                <a:latin typeface="微软雅黑" pitchFamily="34" charset="-122"/>
                <a:ea typeface="微软雅黑" pitchFamily="34" charset="-122"/>
              </a:rPr>
              <a:t>盘无忧”方案，满足安全共享要求</a:t>
            </a:r>
            <a:endParaRPr lang="en-US" altLang="zh-CN" sz="1200" b="1" dirty="0">
              <a:effectLst>
                <a:outerShdw blurRad="38100" dist="38100" dir="2700000" algn="tl">
                  <a:srgbClr val="C0C0C0"/>
                </a:outerShdw>
              </a:effectLst>
              <a:latin typeface="微软雅黑" pitchFamily="34" charset="-122"/>
              <a:ea typeface="微软雅黑" pitchFamily="34" charset="-122"/>
            </a:endParaRPr>
          </a:p>
          <a:p>
            <a:pPr marL="180975" lvl="2" indent="-180975">
              <a:lnSpc>
                <a:spcPct val="130000"/>
              </a:lnSpc>
              <a:spcBef>
                <a:spcPct val="20000"/>
              </a:spcBef>
              <a:buClr>
                <a:schemeClr val="tx1"/>
              </a:buClr>
              <a:buFont typeface="Wingdings" pitchFamily="2" charset="2"/>
              <a:buChar char="l"/>
              <a:tabLst>
                <a:tab pos="8521700" algn="r"/>
              </a:tabLst>
              <a:defRPr/>
            </a:pPr>
            <a:r>
              <a:rPr lang="zh-CN" altLang="en-US" sz="1200" b="1" dirty="0">
                <a:effectLst>
                  <a:outerShdw blurRad="38100" dist="38100" dir="2700000" algn="tl">
                    <a:srgbClr val="C0C0C0"/>
                  </a:outerShdw>
                </a:effectLst>
                <a:latin typeface="微软雅黑" pitchFamily="34" charset="-122"/>
                <a:ea typeface="微软雅黑" pitchFamily="34" charset="-122"/>
              </a:rPr>
              <a:t>审计及日志：所有经安全</a:t>
            </a:r>
            <a:r>
              <a:rPr lang="en-US" altLang="zh-CN" sz="1200" b="1" dirty="0">
                <a:effectLst>
                  <a:outerShdw blurRad="38100" dist="38100" dir="2700000" algn="tl">
                    <a:srgbClr val="C0C0C0"/>
                  </a:outerShdw>
                </a:effectLst>
                <a:latin typeface="微软雅黑" pitchFamily="34" charset="-122"/>
                <a:ea typeface="微软雅黑" pitchFamily="34" charset="-122"/>
              </a:rPr>
              <a:t>TCM</a:t>
            </a:r>
            <a:r>
              <a:rPr lang="zh-CN" altLang="en-US" sz="1200" b="1" dirty="0">
                <a:effectLst>
                  <a:outerShdw blurRad="38100" dist="38100" dir="2700000" algn="tl">
                    <a:srgbClr val="C0C0C0"/>
                  </a:outerShdw>
                </a:effectLst>
                <a:latin typeface="微软雅黑" pitchFamily="34" charset="-122"/>
                <a:ea typeface="微软雅黑" pitchFamily="34" charset="-122"/>
              </a:rPr>
              <a:t>认证及加密的操作均进行日志审计记录，并上传到服务器，提供事后审计和监管能力</a:t>
            </a:r>
            <a:endParaRPr lang="en-US" altLang="zh-CN" sz="1200" b="1" dirty="0">
              <a:latin typeface="微软雅黑" pitchFamily="34" charset="-122"/>
              <a:ea typeface="微软雅黑" pitchFamily="34" charset="-122"/>
            </a:endParaRPr>
          </a:p>
        </p:txBody>
      </p:sp>
      <p:sp>
        <p:nvSpPr>
          <p:cNvPr id="40975" name="Rectangle 12">
            <a:extLst>
              <a:ext uri="{FF2B5EF4-FFF2-40B4-BE49-F238E27FC236}">
                <a16:creationId xmlns:a16="http://schemas.microsoft.com/office/drawing/2014/main" id="{A96414D4-1DD9-EDCC-FD6B-65AF16A5938E}"/>
              </a:ext>
            </a:extLst>
          </p:cNvPr>
          <p:cNvSpPr>
            <a:spLocks noChangeArrowheads="1"/>
          </p:cNvSpPr>
          <p:nvPr/>
        </p:nvSpPr>
        <p:spPr bwMode="auto">
          <a:xfrm>
            <a:off x="6253164" y="1614489"/>
            <a:ext cx="935037" cy="333375"/>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lstStyle>
            <a:lvl1pPr marL="342900" indent="-342900"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accent1"/>
              </a:buClr>
              <a:buFont typeface="Wingdings" panose="05000000000000000000" pitchFamily="2" charset="2"/>
              <a:buNone/>
            </a:pPr>
            <a:r>
              <a:rPr lang="zh-CN" altLang="en-US" sz="1200" b="1">
                <a:solidFill>
                  <a:srgbClr val="8E0000"/>
                </a:solidFill>
                <a:latin typeface="微软雅黑" panose="020B0503020204020204" pitchFamily="34" charset="-122"/>
                <a:ea typeface="微软雅黑" panose="020B0503020204020204" pitchFamily="34" charset="-122"/>
              </a:rPr>
              <a:t>管理功能</a:t>
            </a:r>
          </a:p>
        </p:txBody>
      </p:sp>
      <p:sp>
        <p:nvSpPr>
          <p:cNvPr id="40976" name="Rectangle 12">
            <a:extLst>
              <a:ext uri="{FF2B5EF4-FFF2-40B4-BE49-F238E27FC236}">
                <a16:creationId xmlns:a16="http://schemas.microsoft.com/office/drawing/2014/main" id="{65BB053D-7069-3F6C-A0D9-1946A08DF94D}"/>
              </a:ext>
            </a:extLst>
          </p:cNvPr>
          <p:cNvSpPr>
            <a:spLocks noChangeArrowheads="1"/>
          </p:cNvSpPr>
          <p:nvPr/>
        </p:nvSpPr>
        <p:spPr bwMode="auto">
          <a:xfrm>
            <a:off x="2981325" y="1627189"/>
            <a:ext cx="935038" cy="333375"/>
          </a:xfrm>
          <a:prstGeom prst="rect">
            <a:avLst/>
          </a:prstGeom>
          <a:solidFill>
            <a:schemeClr val="bg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lstStyle>
            <a:lvl1pPr marL="342900" indent="-342900"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chemeClr val="accent1"/>
              </a:buClr>
              <a:buFont typeface="Wingdings" panose="05000000000000000000" pitchFamily="2" charset="2"/>
              <a:buNone/>
            </a:pPr>
            <a:r>
              <a:rPr lang="zh-CN" altLang="en-US" sz="1200" b="1">
                <a:solidFill>
                  <a:srgbClr val="8E0000"/>
                </a:solidFill>
                <a:latin typeface="微软雅黑" panose="020B0503020204020204" pitchFamily="34" charset="-122"/>
                <a:ea typeface="微软雅黑" panose="020B0503020204020204" pitchFamily="34" charset="-122"/>
              </a:rPr>
              <a:t>应用功能</a:t>
            </a:r>
          </a:p>
        </p:txBody>
      </p:sp>
      <p:sp>
        <p:nvSpPr>
          <p:cNvPr id="21" name="标题 1">
            <a:extLst>
              <a:ext uri="{FF2B5EF4-FFF2-40B4-BE49-F238E27FC236}">
                <a16:creationId xmlns:a16="http://schemas.microsoft.com/office/drawing/2014/main" id="{7984C9BB-C10F-6D68-0295-2C14AD286774}"/>
              </a:ext>
            </a:extLst>
          </p:cNvPr>
          <p:cNvSpPr txBox="1">
            <a:spLocks/>
          </p:cNvSpPr>
          <p:nvPr/>
        </p:nvSpPr>
        <p:spPr bwMode="auto">
          <a:xfrm>
            <a:off x="1905000" y="381001"/>
            <a:ext cx="4876800" cy="506413"/>
          </a:xfrm>
          <a:prstGeom prst="rect">
            <a:avLst/>
          </a:prstGeom>
          <a:noFill/>
          <a:ln w="9525">
            <a:noFill/>
            <a:miter lim="800000"/>
            <a:headEnd/>
            <a:tailEnd/>
          </a:ln>
          <a:effectLst/>
        </p:spPr>
        <p:txBody>
          <a:bodyPr anchor="ctr"/>
          <a:lstStyle/>
          <a:p>
            <a:pPr>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联想基于</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TCM</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的安全应用</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(6)</a:t>
            </a:r>
            <a:endPar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endParaRPr>
          </a:p>
        </p:txBody>
      </p:sp>
      <p:sp>
        <p:nvSpPr>
          <p:cNvPr id="40978" name="灯片编号占位符 1">
            <a:extLst>
              <a:ext uri="{FF2B5EF4-FFF2-40B4-BE49-F238E27FC236}">
                <a16:creationId xmlns:a16="http://schemas.microsoft.com/office/drawing/2014/main" id="{6600F8AA-0579-E1CC-79CA-8E250CA0C6D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8545686D-6191-4010-B5B0-9FD93C17E3CE}" type="slidenum">
              <a:rPr lang="en-US" altLang="zh-CN" sz="1400">
                <a:solidFill>
                  <a:schemeClr val="bg1"/>
                </a:solidFill>
              </a:rPr>
              <a:pPr eaLnBrk="1" hangingPunct="1"/>
              <a:t>32</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1">
            <a:extLst>
              <a:ext uri="{FF2B5EF4-FFF2-40B4-BE49-F238E27FC236}">
                <a16:creationId xmlns:a16="http://schemas.microsoft.com/office/drawing/2014/main" id="{38415A5B-0D58-D278-C7F7-A100875C36D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31B91758-6A2B-4371-A6BD-BB1D3B9112EA}" type="slidenum">
              <a:rPr lang="en-US" altLang="zh-CN" sz="1400">
                <a:solidFill>
                  <a:schemeClr val="bg1"/>
                </a:solidFill>
              </a:rPr>
              <a:pPr eaLnBrk="1" hangingPunct="1"/>
              <a:t>33</a:t>
            </a:fld>
            <a:endParaRPr lang="en-US" altLang="zh-CN" sz="1400">
              <a:solidFill>
                <a:schemeClr val="bg1"/>
              </a:solidFill>
            </a:endParaRPr>
          </a:p>
        </p:txBody>
      </p:sp>
      <p:sp>
        <p:nvSpPr>
          <p:cNvPr id="3" name="标题 1">
            <a:extLst>
              <a:ext uri="{FF2B5EF4-FFF2-40B4-BE49-F238E27FC236}">
                <a16:creationId xmlns:a16="http://schemas.microsoft.com/office/drawing/2014/main" id="{78AF0945-86AC-911E-13A9-62A0BE9C5528}"/>
              </a:ext>
            </a:extLst>
          </p:cNvPr>
          <p:cNvSpPr txBox="1">
            <a:spLocks/>
          </p:cNvSpPr>
          <p:nvPr/>
        </p:nvSpPr>
        <p:spPr bwMode="auto">
          <a:xfrm>
            <a:off x="1905000" y="381001"/>
            <a:ext cx="4572000" cy="506413"/>
          </a:xfrm>
          <a:prstGeom prst="rect">
            <a:avLst/>
          </a:prstGeom>
          <a:noFill/>
          <a:ln w="9525">
            <a:noFill/>
            <a:miter lim="800000"/>
            <a:headEnd/>
            <a:tailEnd/>
          </a:ln>
          <a:effectLst/>
        </p:spPr>
        <p:txBody>
          <a:bodyPr anchor="ctr"/>
          <a:lstStyle/>
          <a:p>
            <a:pPr>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联想基于</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TCM</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的安全应用</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(7)</a:t>
            </a:r>
            <a:endPar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endParaRPr>
          </a:p>
        </p:txBody>
      </p:sp>
      <p:sp>
        <p:nvSpPr>
          <p:cNvPr id="41988" name="AutoShape 6">
            <a:extLst>
              <a:ext uri="{FF2B5EF4-FFF2-40B4-BE49-F238E27FC236}">
                <a16:creationId xmlns:a16="http://schemas.microsoft.com/office/drawing/2014/main" id="{D6ED5E84-8AFD-6540-209B-B62604A9D04F}"/>
              </a:ext>
            </a:extLst>
          </p:cNvPr>
          <p:cNvSpPr>
            <a:spLocks noChangeArrowheads="1"/>
          </p:cNvSpPr>
          <p:nvPr/>
        </p:nvSpPr>
        <p:spPr bwMode="auto">
          <a:xfrm>
            <a:off x="1981200" y="1219200"/>
            <a:ext cx="2349500" cy="609600"/>
          </a:xfrm>
          <a:prstGeom prst="roundRect">
            <a:avLst>
              <a:gd name="adj" fmla="val 16667"/>
            </a:avLst>
          </a:prstGeom>
          <a:gradFill rotWithShape="1">
            <a:gsLst>
              <a:gs pos="0">
                <a:srgbClr val="99FFCC">
                  <a:alpha val="49001"/>
                </a:srgbClr>
              </a:gs>
              <a:gs pos="100000">
                <a:srgbClr val="CFFFE7"/>
              </a:gs>
            </a:gsLst>
            <a:lin ang="5400000" scaled="1"/>
          </a:gradFill>
          <a:ln w="38100">
            <a:solidFill>
              <a:srgbClr val="FF0000"/>
            </a:solidFill>
            <a:round/>
            <a:headEnd/>
            <a:tailEnd/>
          </a:ln>
        </p:spPr>
        <p:txBody>
          <a:bodyPr wrap="none" anchor="ctr"/>
          <a:lstStyle>
            <a:lvl1pPr marL="342900" indent="-342900"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marL="0" lvl="2" algn="ctr" eaLnBrk="1" hangingPunct="1"/>
            <a:r>
              <a:rPr kumimoji="1" lang="en-US" altLang="zh-CN" sz="1800" b="1">
                <a:solidFill>
                  <a:srgbClr val="000000"/>
                </a:solidFill>
                <a:latin typeface="微软雅黑" panose="020B0503020204020204" pitchFamily="34" charset="-122"/>
                <a:ea typeface="微软雅黑" panose="020B0503020204020204" pitchFamily="34" charset="-122"/>
              </a:rPr>
              <a:t>U</a:t>
            </a:r>
            <a:r>
              <a:rPr kumimoji="1" lang="zh-CN" altLang="en-US" sz="1800" b="1">
                <a:solidFill>
                  <a:srgbClr val="000000"/>
                </a:solidFill>
                <a:latin typeface="微软雅黑" panose="020B0503020204020204" pitchFamily="34" charset="-122"/>
                <a:ea typeface="微软雅黑" panose="020B0503020204020204" pitchFamily="34" charset="-122"/>
              </a:rPr>
              <a:t>盘无忧</a:t>
            </a:r>
            <a:endParaRPr kumimoji="1" lang="zh-CN" altLang="en-US" sz="1600" b="1">
              <a:solidFill>
                <a:srgbClr val="000000"/>
              </a:solidFill>
              <a:latin typeface="微软雅黑" panose="020B0503020204020204" pitchFamily="34" charset="-122"/>
              <a:ea typeface="微软雅黑" panose="020B0503020204020204" pitchFamily="34" charset="-122"/>
            </a:endParaRPr>
          </a:p>
        </p:txBody>
      </p:sp>
      <p:sp>
        <p:nvSpPr>
          <p:cNvPr id="6" name="Rectangle 9">
            <a:extLst>
              <a:ext uri="{FF2B5EF4-FFF2-40B4-BE49-F238E27FC236}">
                <a16:creationId xmlns:a16="http://schemas.microsoft.com/office/drawing/2014/main" id="{EFA6B03A-1838-F87B-E73B-FE4B556506FF}"/>
              </a:ext>
            </a:extLst>
          </p:cNvPr>
          <p:cNvSpPr txBox="1">
            <a:spLocks noChangeArrowheads="1"/>
          </p:cNvSpPr>
          <p:nvPr/>
        </p:nvSpPr>
        <p:spPr bwMode="auto">
          <a:xfrm>
            <a:off x="4572000" y="1295401"/>
            <a:ext cx="5791200" cy="506413"/>
          </a:xfrm>
          <a:prstGeom prst="rect">
            <a:avLst/>
          </a:prstGeom>
          <a:noFill/>
          <a:ln w="9525">
            <a:noFill/>
            <a:miter lim="800000"/>
            <a:headEnd/>
            <a:tailEnd/>
          </a:ln>
          <a:effectLst/>
        </p:spPr>
        <p:txBody>
          <a:bodyPr anchor="ctr"/>
          <a:lstStyle/>
          <a:p>
            <a:pPr marL="1433513" indent="-1433513">
              <a:lnSpc>
                <a:spcPct val="90000"/>
              </a:lnSpc>
              <a:defRPr/>
            </a:pPr>
            <a:r>
              <a:rPr lang="zh-CN" altLang="en-US" sz="1600" b="1" kern="0" dirty="0">
                <a:latin typeface="微软雅黑" pitchFamily="34" charset="-122"/>
                <a:ea typeface="微软雅黑" pitchFamily="34" charset="-122"/>
                <a:cs typeface="+mj-cs"/>
              </a:rPr>
              <a:t>客户价值</a:t>
            </a:r>
            <a:r>
              <a:rPr lang="en-US" altLang="zh-CN" sz="1600" b="1" kern="0" dirty="0">
                <a:latin typeface="微软雅黑" pitchFamily="34" charset="-122"/>
                <a:ea typeface="微软雅黑" pitchFamily="34" charset="-122"/>
                <a:cs typeface="+mj-cs"/>
              </a:rPr>
              <a:t> 1---</a:t>
            </a:r>
            <a:r>
              <a:rPr lang="zh-CN" altLang="en-US" sz="1600" b="1" kern="0" dirty="0">
                <a:latin typeface="微软雅黑" pitchFamily="34" charset="-122"/>
                <a:ea typeface="微软雅黑" pitchFamily="34" charset="-122"/>
                <a:cs typeface="+mj-cs"/>
              </a:rPr>
              <a:t>满足“限制内网机密数据传播范围”的用户需求</a:t>
            </a:r>
            <a:endParaRPr lang="en-US" altLang="zh-CN" sz="1600" b="1" kern="0" dirty="0">
              <a:latin typeface="微软雅黑" pitchFamily="34" charset="-122"/>
              <a:ea typeface="微软雅黑" pitchFamily="34" charset="-122"/>
              <a:cs typeface="+mj-cs"/>
            </a:endParaRPr>
          </a:p>
        </p:txBody>
      </p:sp>
      <p:grpSp>
        <p:nvGrpSpPr>
          <p:cNvPr id="41990" name="组合 33">
            <a:extLst>
              <a:ext uri="{FF2B5EF4-FFF2-40B4-BE49-F238E27FC236}">
                <a16:creationId xmlns:a16="http://schemas.microsoft.com/office/drawing/2014/main" id="{8D10E897-695E-1201-84AE-186619BC8D56}"/>
              </a:ext>
            </a:extLst>
          </p:cNvPr>
          <p:cNvGrpSpPr>
            <a:grpSpLocks/>
          </p:cNvGrpSpPr>
          <p:nvPr/>
        </p:nvGrpSpPr>
        <p:grpSpPr bwMode="auto">
          <a:xfrm>
            <a:off x="1981201" y="2133600"/>
            <a:ext cx="8469313" cy="2438400"/>
            <a:chOff x="457200" y="2743200"/>
            <a:chExt cx="8469313" cy="2438401"/>
          </a:xfrm>
        </p:grpSpPr>
        <p:sp>
          <p:nvSpPr>
            <p:cNvPr id="35" name="圆角矩形 34">
              <a:extLst>
                <a:ext uri="{FF2B5EF4-FFF2-40B4-BE49-F238E27FC236}">
                  <a16:creationId xmlns:a16="http://schemas.microsoft.com/office/drawing/2014/main" id="{18E2FDC0-AFAF-4F7B-5675-CCFBD41C5916}"/>
                </a:ext>
              </a:extLst>
            </p:cNvPr>
            <p:cNvSpPr/>
            <p:nvPr/>
          </p:nvSpPr>
          <p:spPr>
            <a:xfrm>
              <a:off x="457200" y="2743200"/>
              <a:ext cx="8469313" cy="2438401"/>
            </a:xfrm>
            <a:prstGeom prst="roundRect">
              <a:avLst>
                <a:gd name="adj" fmla="val 7904"/>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endParaRPr lang="zh-CN" altLang="en-US" b="1">
                <a:solidFill>
                  <a:srgbClr val="FFFFFF"/>
                </a:solidFill>
                <a:effectLst>
                  <a:outerShdw blurRad="38100" dist="38100" dir="2700000" algn="tl">
                    <a:srgbClr val="C0C0C0"/>
                  </a:outerShdw>
                </a:effectLst>
                <a:ea typeface="宋体" pitchFamily="2" charset="-122"/>
                <a:cs typeface="Arial" charset="0"/>
              </a:endParaRPr>
            </a:p>
          </p:txBody>
        </p:sp>
        <p:sp>
          <p:nvSpPr>
            <p:cNvPr id="42010" name="Rectangle 8">
              <a:extLst>
                <a:ext uri="{FF2B5EF4-FFF2-40B4-BE49-F238E27FC236}">
                  <a16:creationId xmlns:a16="http://schemas.microsoft.com/office/drawing/2014/main" id="{8E2E3A59-3150-23B0-C7DC-283FA5E6E556}"/>
                </a:ext>
              </a:extLst>
            </p:cNvPr>
            <p:cNvSpPr>
              <a:spLocks noChangeArrowheads="1"/>
            </p:cNvSpPr>
            <p:nvPr/>
          </p:nvSpPr>
          <p:spPr bwMode="auto">
            <a:xfrm>
              <a:off x="609600" y="2895600"/>
              <a:ext cx="3929063" cy="130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lvl1pPr marL="342900" indent="-342900" eaLnBrk="0" hangingPunct="0">
                <a:tabLst>
                  <a:tab pos="8521700" algn="r"/>
                </a:tabLst>
                <a:defRPr sz="800">
                  <a:solidFill>
                    <a:schemeClr val="tx1"/>
                  </a:solidFill>
                  <a:latin typeface="Arial" panose="020B0604020202020204" pitchFamily="34" charset="0"/>
                  <a:ea typeface="宋体" panose="02010600030101010101" pitchFamily="2" charset="-122"/>
                </a:defRPr>
              </a:lvl1pPr>
              <a:lvl2pPr eaLnBrk="0" hangingPunct="0">
                <a:tabLst>
                  <a:tab pos="8521700" algn="r"/>
                </a:tabLst>
                <a:defRPr sz="800">
                  <a:solidFill>
                    <a:schemeClr val="tx1"/>
                  </a:solidFill>
                  <a:latin typeface="Arial" panose="020B0604020202020204" pitchFamily="34" charset="0"/>
                  <a:ea typeface="宋体" panose="02010600030101010101" pitchFamily="2" charset="-122"/>
                </a:defRPr>
              </a:lvl2pPr>
              <a:lvl3pPr marL="1143000" indent="-228600" eaLnBrk="0" hangingPunct="0">
                <a:tabLst>
                  <a:tab pos="8521700" algn="r"/>
                </a:tabLst>
                <a:defRPr sz="800">
                  <a:solidFill>
                    <a:schemeClr val="tx1"/>
                  </a:solidFill>
                  <a:latin typeface="Arial" panose="020B0604020202020204" pitchFamily="34" charset="0"/>
                  <a:ea typeface="宋体" panose="02010600030101010101" pitchFamily="2" charset="-122"/>
                </a:defRPr>
              </a:lvl3pPr>
              <a:lvl4pPr eaLnBrk="0" hangingPunct="0">
                <a:tabLst>
                  <a:tab pos="8521700" algn="r"/>
                </a:tabLst>
                <a:defRPr sz="800">
                  <a:solidFill>
                    <a:schemeClr val="tx1"/>
                  </a:solidFill>
                  <a:latin typeface="Arial" panose="020B0604020202020204" pitchFamily="34" charset="0"/>
                  <a:ea typeface="宋体" panose="02010600030101010101" pitchFamily="2" charset="-122"/>
                </a:defRPr>
              </a:lvl4pPr>
              <a:lvl5pPr marL="457200" eaLnBrk="0" hangingPunct="0">
                <a:tabLst>
                  <a:tab pos="8521700" algn="r"/>
                </a:tabLst>
                <a:defRPr sz="800">
                  <a:solidFill>
                    <a:schemeClr val="tx1"/>
                  </a:solidFill>
                  <a:latin typeface="Arial" panose="020B0604020202020204" pitchFamily="34" charset="0"/>
                  <a:ea typeface="宋体" panose="02010600030101010101" pitchFamily="2" charset="-122"/>
                </a:defRPr>
              </a:lvl5pPr>
              <a:lvl6pPr marL="914400" eaLnBrk="0" fontAlgn="base" hangingPunct="0">
                <a:spcBef>
                  <a:spcPct val="0"/>
                </a:spcBef>
                <a:spcAft>
                  <a:spcPct val="0"/>
                </a:spcAft>
                <a:tabLst>
                  <a:tab pos="8521700" algn="r"/>
                </a:tabLst>
                <a:defRPr sz="800">
                  <a:solidFill>
                    <a:schemeClr val="tx1"/>
                  </a:solidFill>
                  <a:latin typeface="Arial" panose="020B0604020202020204" pitchFamily="34" charset="0"/>
                  <a:ea typeface="宋体" panose="02010600030101010101" pitchFamily="2" charset="-122"/>
                </a:defRPr>
              </a:lvl6pPr>
              <a:lvl7pPr marL="1371600" eaLnBrk="0" fontAlgn="base" hangingPunct="0">
                <a:spcBef>
                  <a:spcPct val="0"/>
                </a:spcBef>
                <a:spcAft>
                  <a:spcPct val="0"/>
                </a:spcAft>
                <a:tabLst>
                  <a:tab pos="8521700" algn="r"/>
                </a:tabLst>
                <a:defRPr sz="800">
                  <a:solidFill>
                    <a:schemeClr val="tx1"/>
                  </a:solidFill>
                  <a:latin typeface="Arial" panose="020B0604020202020204" pitchFamily="34" charset="0"/>
                  <a:ea typeface="宋体" panose="02010600030101010101" pitchFamily="2" charset="-122"/>
                </a:defRPr>
              </a:lvl7pPr>
              <a:lvl8pPr marL="1828800" eaLnBrk="0" fontAlgn="base" hangingPunct="0">
                <a:spcBef>
                  <a:spcPct val="0"/>
                </a:spcBef>
                <a:spcAft>
                  <a:spcPct val="0"/>
                </a:spcAft>
                <a:tabLst>
                  <a:tab pos="8521700" algn="r"/>
                </a:tabLst>
                <a:defRPr sz="800">
                  <a:solidFill>
                    <a:schemeClr val="tx1"/>
                  </a:solidFill>
                  <a:latin typeface="Arial" panose="020B0604020202020204" pitchFamily="34" charset="0"/>
                  <a:ea typeface="宋体" panose="02010600030101010101" pitchFamily="2" charset="-122"/>
                </a:defRPr>
              </a:lvl8pPr>
              <a:lvl9pPr marL="2286000" eaLnBrk="0" fontAlgn="base" hangingPunct="0">
                <a:spcBef>
                  <a:spcPct val="0"/>
                </a:spcBef>
                <a:spcAft>
                  <a:spcPct val="0"/>
                </a:spcAft>
                <a:tabLst>
                  <a:tab pos="8521700" algn="r"/>
                </a:tabLst>
                <a:defRPr sz="800">
                  <a:solidFill>
                    <a:schemeClr val="tx1"/>
                  </a:solidFill>
                  <a:latin typeface="Arial" panose="020B0604020202020204" pitchFamily="34" charset="0"/>
                  <a:ea typeface="宋体" panose="02010600030101010101" pitchFamily="2" charset="-122"/>
                </a:defRPr>
              </a:lvl9pPr>
            </a:lstStyle>
            <a:p>
              <a:pPr marL="0" lvl="1" eaLnBrk="1" hangingPunct="1">
                <a:spcBef>
                  <a:spcPct val="20000"/>
                </a:spcBef>
                <a:buClr>
                  <a:srgbClr val="000000"/>
                </a:buClr>
              </a:pPr>
              <a:r>
                <a:rPr lang="zh-CN" altLang="en-US" sz="1600" b="1">
                  <a:solidFill>
                    <a:srgbClr val="000000"/>
                  </a:solidFill>
                  <a:latin typeface="Times New Roman" panose="02020603050405020304" pitchFamily="18" charset="0"/>
                  <a:ea typeface="微软雅黑" panose="020B0503020204020204" pitchFamily="34" charset="-122"/>
                </a:rPr>
                <a:t>用户需求场景描述：</a:t>
              </a:r>
              <a:endParaRPr lang="en-US" altLang="zh-CN" sz="1600" b="1">
                <a:solidFill>
                  <a:srgbClr val="000000"/>
                </a:solidFill>
                <a:latin typeface="Times New Roman" panose="02020603050405020304" pitchFamily="18" charset="0"/>
                <a:ea typeface="微软雅黑" panose="020B0503020204020204" pitchFamily="34" charset="-122"/>
              </a:endParaRPr>
            </a:p>
            <a:p>
              <a:pPr marL="0" lvl="1" eaLnBrk="1" hangingPunct="1">
                <a:spcBef>
                  <a:spcPct val="20000"/>
                </a:spcBef>
                <a:buClr>
                  <a:srgbClr val="000000"/>
                </a:buClr>
              </a:pPr>
              <a:endParaRPr lang="en-US" altLang="zh-CN" sz="1600" b="1">
                <a:solidFill>
                  <a:srgbClr val="000000"/>
                </a:solidFill>
                <a:latin typeface="Times New Roman" panose="02020603050405020304" pitchFamily="18" charset="0"/>
                <a:ea typeface="微软雅黑" panose="020B0503020204020204" pitchFamily="34" charset="-122"/>
              </a:endParaRPr>
            </a:p>
            <a:p>
              <a:pPr marL="0" lvl="3" eaLnBrk="1" hangingPunct="1">
                <a:spcBef>
                  <a:spcPct val="20000"/>
                </a:spcBef>
                <a:buClr>
                  <a:srgbClr val="000000"/>
                </a:buClr>
                <a:buFont typeface="微软雅黑" panose="020B0503020204020204" pitchFamily="34" charset="-122"/>
                <a:buChar char="ￚ"/>
              </a:pPr>
              <a:r>
                <a:rPr lang="zh-CN" altLang="en-US" sz="1400" b="1">
                  <a:solidFill>
                    <a:srgbClr val="000000"/>
                  </a:solidFill>
                  <a:latin typeface="微软雅黑" panose="020B0503020204020204" pitchFamily="34" charset="-122"/>
                  <a:ea typeface="微软雅黑" panose="020B0503020204020204" pitchFamily="34" charset="-122"/>
                </a:rPr>
                <a:t> 在公司范围中，希望限制机密文件的传播范围</a:t>
              </a:r>
              <a:endParaRPr lang="en-US" altLang="zh-CN" sz="1400" b="1">
                <a:solidFill>
                  <a:srgbClr val="000000"/>
                </a:solidFill>
                <a:latin typeface="微软雅黑" panose="020B0503020204020204" pitchFamily="34" charset="-122"/>
                <a:ea typeface="微软雅黑" panose="020B0503020204020204" pitchFamily="34" charset="-122"/>
              </a:endParaRPr>
            </a:p>
            <a:p>
              <a:pPr lvl="4" eaLnBrk="1" hangingPunct="1">
                <a:spcBef>
                  <a:spcPct val="20000"/>
                </a:spcBef>
                <a:buClr>
                  <a:srgbClr val="000000"/>
                </a:buClr>
                <a:buFont typeface="Arial" panose="020B0604020202020204" pitchFamily="34" charset="0"/>
                <a:buChar char="•"/>
              </a:pPr>
              <a:r>
                <a:rPr lang="en-US" altLang="zh-CN" sz="1400" b="1">
                  <a:solidFill>
                    <a:srgbClr val="000000"/>
                  </a:solidFill>
                  <a:latin typeface="微软雅黑" panose="020B0503020204020204" pitchFamily="34" charset="-122"/>
                  <a:ea typeface="微软雅黑" panose="020B0503020204020204" pitchFamily="34" charset="-122"/>
                </a:rPr>
                <a:t> </a:t>
              </a:r>
              <a:r>
                <a:rPr lang="zh-CN" altLang="en-US" sz="1400" b="1">
                  <a:solidFill>
                    <a:srgbClr val="000000"/>
                  </a:solidFill>
                  <a:latin typeface="微软雅黑" panose="020B0503020204020204" pitchFamily="34" charset="-122"/>
                  <a:ea typeface="微软雅黑" panose="020B0503020204020204" pitchFamily="34" charset="-122"/>
                </a:rPr>
                <a:t>无权限用户不能查看其内容</a:t>
              </a:r>
              <a:br>
                <a:rPr lang="en-US" altLang="zh-CN" sz="1600" b="1">
                  <a:solidFill>
                    <a:srgbClr val="000000"/>
                  </a:solidFill>
                  <a:cs typeface="Tahoma" panose="020B0604030504040204" pitchFamily="34" charset="0"/>
                </a:rPr>
              </a:br>
              <a:endParaRPr lang="en-US" altLang="zh-CN" sz="1600">
                <a:solidFill>
                  <a:srgbClr val="000000"/>
                </a:solidFill>
                <a:latin typeface="Times New Roman" panose="02020603050405020304" pitchFamily="18" charset="0"/>
                <a:ea typeface="微软雅黑" panose="020B0503020204020204" pitchFamily="34" charset="-122"/>
              </a:endParaRPr>
            </a:p>
          </p:txBody>
        </p:sp>
        <p:sp>
          <p:nvSpPr>
            <p:cNvPr id="37" name="Rectangle 8">
              <a:extLst>
                <a:ext uri="{FF2B5EF4-FFF2-40B4-BE49-F238E27FC236}">
                  <a16:creationId xmlns:a16="http://schemas.microsoft.com/office/drawing/2014/main" id="{67532323-4773-5721-2550-6580CAEAE0DB}"/>
                </a:ext>
              </a:extLst>
            </p:cNvPr>
            <p:cNvSpPr>
              <a:spLocks noChangeArrowheads="1"/>
            </p:cNvSpPr>
            <p:nvPr/>
          </p:nvSpPr>
          <p:spPr bwMode="auto">
            <a:xfrm>
              <a:off x="4876800" y="2819400"/>
              <a:ext cx="3836988" cy="2222501"/>
            </a:xfrm>
            <a:prstGeom prst="rect">
              <a:avLst/>
            </a:prstGeom>
            <a:noFill/>
            <a:ln w="6350">
              <a:noFill/>
              <a:miter lim="800000"/>
              <a:headEnd/>
              <a:tailEnd/>
            </a:ln>
          </p:spPr>
          <p:txBody>
            <a:bodyPr lIns="0" tIns="0" rIns="0" bIns="0">
              <a:spAutoFit/>
            </a:bodyPr>
            <a:lstStyle/>
            <a:p>
              <a:pPr marL="0" lvl="1">
                <a:spcBef>
                  <a:spcPct val="20000"/>
                </a:spcBef>
                <a:buClr>
                  <a:srgbClr val="000000"/>
                </a:buClr>
                <a:tabLst>
                  <a:tab pos="8521700" algn="r"/>
                </a:tabLst>
                <a:defRPr/>
              </a:pPr>
              <a:r>
                <a:rPr lang="zh-CN" altLang="en-US" sz="1600" b="1" dirty="0">
                  <a:solidFill>
                    <a:srgbClr val="000000"/>
                  </a:solidFill>
                  <a:latin typeface="Times New Roman" pitchFamily="18" charset="0"/>
                  <a:ea typeface="微软雅黑" pitchFamily="34" charset="-122"/>
                </a:rPr>
                <a:t>“</a:t>
              </a:r>
              <a:r>
                <a:rPr lang="en-US" altLang="zh-CN" sz="1600" b="1" dirty="0">
                  <a:solidFill>
                    <a:srgbClr val="000000"/>
                  </a:solidFill>
                  <a:latin typeface="Times New Roman" pitchFamily="18" charset="0"/>
                  <a:ea typeface="微软雅黑" pitchFamily="34" charset="-122"/>
                </a:rPr>
                <a:t>U</a:t>
              </a:r>
              <a:r>
                <a:rPr lang="zh-CN" altLang="en-US" sz="1600" b="1" dirty="0">
                  <a:solidFill>
                    <a:srgbClr val="000000"/>
                  </a:solidFill>
                  <a:latin typeface="Times New Roman" pitchFamily="18" charset="0"/>
                  <a:ea typeface="微软雅黑" pitchFamily="34" charset="-122"/>
                </a:rPr>
                <a:t>盘无忧”实现方案：</a:t>
              </a:r>
              <a:endParaRPr lang="en-US" altLang="zh-CN" sz="1600" b="1" dirty="0">
                <a:solidFill>
                  <a:srgbClr val="000000"/>
                </a:solidFill>
                <a:latin typeface="Times New Roman" pitchFamily="18" charset="0"/>
                <a:ea typeface="微软雅黑" pitchFamily="34" charset="-122"/>
              </a:endParaRPr>
            </a:p>
            <a:p>
              <a:pPr marL="0" lvl="1">
                <a:spcBef>
                  <a:spcPct val="20000"/>
                </a:spcBef>
                <a:buClr>
                  <a:srgbClr val="000000"/>
                </a:buClr>
                <a:tabLst>
                  <a:tab pos="8521700" algn="r"/>
                </a:tabLst>
                <a:defRPr/>
              </a:pPr>
              <a:endParaRPr lang="en-US" altLang="zh-CN" sz="1600" b="1" dirty="0">
                <a:solidFill>
                  <a:srgbClr val="000000"/>
                </a:solidFill>
                <a:latin typeface="Times New Roman" pitchFamily="18" charset="0"/>
                <a:ea typeface="微软雅黑" pitchFamily="34" charset="-122"/>
              </a:endParaRPr>
            </a:p>
            <a:p>
              <a:pPr marL="0" lvl="3">
                <a:spcBef>
                  <a:spcPct val="20000"/>
                </a:spcBef>
                <a:buClr>
                  <a:srgbClr val="000000"/>
                </a:buClr>
                <a:buFont typeface="微软雅黑" pitchFamily="34" charset="-122"/>
                <a:buChar char="ￚ"/>
                <a:tabLst>
                  <a:tab pos="8521700" algn="r"/>
                </a:tabLst>
                <a:defRPr/>
              </a:pPr>
              <a:r>
                <a:rPr lang="zh-CN" altLang="en-US" sz="1400" b="1" dirty="0">
                  <a:solidFill>
                    <a:srgbClr val="000000"/>
                  </a:solidFill>
                  <a:latin typeface="微软雅黑" pitchFamily="34" charset="-122"/>
                  <a:ea typeface="微软雅黑" pitchFamily="34" charset="-122"/>
                </a:rPr>
                <a:t> 安全</a:t>
              </a:r>
              <a:r>
                <a:rPr lang="en-US" altLang="zh-CN" sz="1400" b="1" dirty="0">
                  <a:solidFill>
                    <a:srgbClr val="000000"/>
                  </a:solidFill>
                  <a:latin typeface="微软雅黑" pitchFamily="34" charset="-122"/>
                  <a:ea typeface="微软雅黑" pitchFamily="34" charset="-122"/>
                </a:rPr>
                <a:t>U</a:t>
              </a:r>
              <a:r>
                <a:rPr lang="zh-CN" altLang="en-US" sz="1400" b="1" dirty="0">
                  <a:solidFill>
                    <a:srgbClr val="000000"/>
                  </a:solidFill>
                  <a:latin typeface="微软雅黑" pitchFamily="34" charset="-122"/>
                  <a:ea typeface="微软雅黑" pitchFamily="34" charset="-122"/>
                </a:rPr>
                <a:t>盘所有者可以指定“安全</a:t>
              </a:r>
              <a:r>
                <a:rPr lang="en-US" altLang="zh-CN" sz="1400" b="1" dirty="0">
                  <a:solidFill>
                    <a:srgbClr val="000000"/>
                  </a:solidFill>
                  <a:latin typeface="微软雅黑" pitchFamily="34" charset="-122"/>
                  <a:ea typeface="微软雅黑" pitchFamily="34" charset="-122"/>
                </a:rPr>
                <a:t>U</a:t>
              </a:r>
              <a:r>
                <a:rPr lang="zh-CN" altLang="en-US" sz="1400" b="1" dirty="0">
                  <a:solidFill>
                    <a:srgbClr val="000000"/>
                  </a:solidFill>
                  <a:latin typeface="微软雅黑" pitchFamily="34" charset="-122"/>
                  <a:ea typeface="微软雅黑" pitchFamily="34" charset="-122"/>
                </a:rPr>
                <a:t>盘使用人”</a:t>
              </a:r>
              <a:endParaRPr lang="en-US" altLang="zh-CN" sz="1400" b="1" dirty="0">
                <a:solidFill>
                  <a:srgbClr val="000000"/>
                </a:solidFill>
                <a:latin typeface="微软雅黑" pitchFamily="34" charset="-122"/>
                <a:ea typeface="微软雅黑" pitchFamily="34" charset="-122"/>
              </a:endParaRPr>
            </a:p>
            <a:p>
              <a:pPr marL="631825" lvl="4" indent="-174625">
                <a:spcBef>
                  <a:spcPct val="20000"/>
                </a:spcBef>
                <a:buClr>
                  <a:srgbClr val="000000"/>
                </a:buClr>
                <a:buFont typeface="Arial" pitchFamily="34" charset="0"/>
                <a:buChar char="•"/>
                <a:tabLst>
                  <a:tab pos="8521700" algn="r"/>
                </a:tabLst>
                <a:defRPr/>
              </a:pPr>
              <a:r>
                <a:rPr lang="zh-CN" altLang="en-US" sz="1400" b="1" dirty="0">
                  <a:solidFill>
                    <a:srgbClr val="0D0D0D"/>
                  </a:solidFill>
                  <a:latin typeface="微软雅黑" pitchFamily="34" charset="-122"/>
                  <a:ea typeface="微软雅黑" pitchFamily="34" charset="-122"/>
                </a:rPr>
                <a:t>“在安全</a:t>
              </a:r>
              <a:r>
                <a:rPr lang="en-US" altLang="zh-CN" sz="1400" b="1" dirty="0">
                  <a:solidFill>
                    <a:srgbClr val="0D0D0D"/>
                  </a:solidFill>
                  <a:latin typeface="微软雅黑" pitchFamily="34" charset="-122"/>
                  <a:ea typeface="微软雅黑" pitchFamily="34" charset="-122"/>
                </a:rPr>
                <a:t>U</a:t>
              </a:r>
              <a:r>
                <a:rPr lang="zh-CN" altLang="en-US" sz="1400" b="1" dirty="0">
                  <a:solidFill>
                    <a:srgbClr val="0D0D0D"/>
                  </a:solidFill>
                  <a:latin typeface="微软雅黑" pitchFamily="34" charset="-122"/>
                  <a:ea typeface="微软雅黑" pitchFamily="34" charset="-122"/>
                </a:rPr>
                <a:t>盘使用人”范围内的用户机器可以挂载该</a:t>
              </a:r>
              <a:r>
                <a:rPr lang="en-US" altLang="zh-CN" sz="1400" b="1" dirty="0">
                  <a:solidFill>
                    <a:srgbClr val="0D0D0D"/>
                  </a:solidFill>
                  <a:latin typeface="微软雅黑" pitchFamily="34" charset="-122"/>
                  <a:ea typeface="微软雅黑" pitchFamily="34" charset="-122"/>
                </a:rPr>
                <a:t>U</a:t>
              </a:r>
              <a:r>
                <a:rPr lang="zh-CN" altLang="en-US" sz="1400" b="1" dirty="0">
                  <a:solidFill>
                    <a:srgbClr val="0D0D0D"/>
                  </a:solidFill>
                  <a:latin typeface="微软雅黑" pitchFamily="34" charset="-122"/>
                  <a:ea typeface="微软雅黑" pitchFamily="34" charset="-122"/>
                </a:rPr>
                <a:t>盘，并正常使用</a:t>
              </a:r>
              <a:endParaRPr lang="en-US" altLang="zh-CN" sz="1400" b="1" dirty="0">
                <a:solidFill>
                  <a:srgbClr val="0D0D0D"/>
                </a:solidFill>
                <a:latin typeface="微软雅黑" pitchFamily="34" charset="-122"/>
                <a:ea typeface="微软雅黑" pitchFamily="34" charset="-122"/>
              </a:endParaRPr>
            </a:p>
            <a:p>
              <a:pPr marL="631825" lvl="4" indent="-174625">
                <a:spcBef>
                  <a:spcPct val="20000"/>
                </a:spcBef>
                <a:buClr>
                  <a:srgbClr val="000000"/>
                </a:buClr>
                <a:buFont typeface="Arial" pitchFamily="34" charset="0"/>
                <a:buChar char="•"/>
                <a:tabLst>
                  <a:tab pos="8521700" algn="r"/>
                </a:tabLst>
                <a:defRPr/>
              </a:pPr>
              <a:r>
                <a:rPr lang="zh-CN" altLang="en-US" sz="1400" b="1" dirty="0">
                  <a:solidFill>
                    <a:srgbClr val="0D0D0D"/>
                  </a:solidFill>
                  <a:latin typeface="微软雅黑" pitchFamily="34" charset="-122"/>
                  <a:ea typeface="微软雅黑" pitchFamily="34" charset="-122"/>
                </a:rPr>
                <a:t> 不在“安全</a:t>
              </a:r>
              <a:r>
                <a:rPr lang="en-US" altLang="zh-CN" sz="1400" b="1" dirty="0">
                  <a:solidFill>
                    <a:srgbClr val="0D0D0D"/>
                  </a:solidFill>
                  <a:latin typeface="微软雅黑" pitchFamily="34" charset="-122"/>
                  <a:ea typeface="微软雅黑" pitchFamily="34" charset="-122"/>
                </a:rPr>
                <a:t>U</a:t>
              </a:r>
              <a:r>
                <a:rPr lang="zh-CN" altLang="en-US" sz="1400" b="1" dirty="0">
                  <a:solidFill>
                    <a:srgbClr val="0D0D0D"/>
                  </a:solidFill>
                  <a:latin typeface="微软雅黑" pitchFamily="34" charset="-122"/>
                  <a:ea typeface="微软雅黑" pitchFamily="34" charset="-122"/>
                </a:rPr>
                <a:t>盘使用人”范围内的用户机器，无法挂载改</a:t>
              </a:r>
              <a:r>
                <a:rPr lang="en-US" altLang="zh-CN" sz="1400" b="1" dirty="0">
                  <a:solidFill>
                    <a:srgbClr val="0D0D0D"/>
                  </a:solidFill>
                  <a:latin typeface="微软雅黑" pitchFamily="34" charset="-122"/>
                  <a:ea typeface="微软雅黑" pitchFamily="34" charset="-122"/>
                </a:rPr>
                <a:t>U</a:t>
              </a:r>
              <a:r>
                <a:rPr lang="zh-CN" altLang="en-US" sz="1400" b="1" dirty="0">
                  <a:solidFill>
                    <a:srgbClr val="0D0D0D"/>
                  </a:solidFill>
                  <a:latin typeface="微软雅黑" pitchFamily="34" charset="-122"/>
                  <a:ea typeface="微软雅黑" pitchFamily="34" charset="-122"/>
                </a:rPr>
                <a:t>盘（给出用户提示）</a:t>
              </a:r>
              <a:endParaRPr lang="en-US" altLang="zh-CN" sz="1400" b="1" dirty="0">
                <a:solidFill>
                  <a:srgbClr val="0D0D0D"/>
                </a:solidFill>
                <a:latin typeface="微软雅黑" pitchFamily="34" charset="-122"/>
                <a:ea typeface="微软雅黑" pitchFamily="34" charset="-122"/>
              </a:endParaRPr>
            </a:p>
            <a:p>
              <a:pPr marL="180975" lvl="3" indent="-180975">
                <a:spcBef>
                  <a:spcPct val="20000"/>
                </a:spcBef>
                <a:buClr>
                  <a:srgbClr val="000000"/>
                </a:buClr>
                <a:buFont typeface="微软雅黑" pitchFamily="34" charset="-122"/>
                <a:buChar char="ￚ"/>
                <a:tabLst>
                  <a:tab pos="8521700" algn="r"/>
                </a:tabLst>
                <a:defRPr/>
              </a:pPr>
              <a:r>
                <a:rPr lang="zh-CN" altLang="en-US" sz="1400" b="1" dirty="0">
                  <a:solidFill>
                    <a:srgbClr val="000000"/>
                  </a:solidFill>
                  <a:latin typeface="微软雅黑" pitchFamily="34" charset="-122"/>
                  <a:ea typeface="微软雅黑" pitchFamily="34" charset="-122"/>
                </a:rPr>
                <a:t>安全</a:t>
              </a:r>
              <a:r>
                <a:rPr lang="en-US" altLang="zh-CN" sz="1400" b="1" dirty="0">
                  <a:solidFill>
                    <a:srgbClr val="000000"/>
                  </a:solidFill>
                  <a:latin typeface="微软雅黑" pitchFamily="34" charset="-122"/>
                  <a:ea typeface="微软雅黑" pitchFamily="34" charset="-122"/>
                </a:rPr>
                <a:t>U</a:t>
              </a:r>
              <a:r>
                <a:rPr lang="zh-CN" altLang="en-US" sz="1400" b="1" dirty="0">
                  <a:solidFill>
                    <a:srgbClr val="000000"/>
                  </a:solidFill>
                  <a:latin typeface="微软雅黑" pitchFamily="34" charset="-122"/>
                  <a:ea typeface="微软雅黑" pitchFamily="34" charset="-122"/>
                </a:rPr>
                <a:t>盘所有者可以修改“安全</a:t>
              </a:r>
              <a:r>
                <a:rPr lang="en-US" altLang="zh-CN" sz="1400" b="1" dirty="0">
                  <a:solidFill>
                    <a:srgbClr val="000000"/>
                  </a:solidFill>
                  <a:latin typeface="微软雅黑" pitchFamily="34" charset="-122"/>
                  <a:ea typeface="微软雅黑" pitchFamily="34" charset="-122"/>
                </a:rPr>
                <a:t>U</a:t>
              </a:r>
              <a:r>
                <a:rPr lang="zh-CN" altLang="en-US" sz="1400" b="1" dirty="0">
                  <a:solidFill>
                    <a:srgbClr val="000000"/>
                  </a:solidFill>
                  <a:latin typeface="微软雅黑" pitchFamily="34" charset="-122"/>
                  <a:ea typeface="微软雅黑" pitchFamily="34" charset="-122"/>
                </a:rPr>
                <a:t>盘使用人”，更改其使用范围</a:t>
              </a:r>
              <a:endParaRPr lang="en-US" altLang="zh-CN" sz="1600" b="1" dirty="0">
                <a:solidFill>
                  <a:srgbClr val="000000"/>
                </a:solidFill>
                <a:latin typeface="Times New Roman" pitchFamily="18" charset="0"/>
                <a:ea typeface="微软雅黑" pitchFamily="34" charset="-122"/>
              </a:endParaRPr>
            </a:p>
          </p:txBody>
        </p:sp>
        <p:cxnSp>
          <p:nvCxnSpPr>
            <p:cNvPr id="38" name="直接连接符 37">
              <a:extLst>
                <a:ext uri="{FF2B5EF4-FFF2-40B4-BE49-F238E27FC236}">
                  <a16:creationId xmlns:a16="http://schemas.microsoft.com/office/drawing/2014/main" id="{516F574C-5459-C542-231B-E0D373B817E6}"/>
                </a:ext>
              </a:extLst>
            </p:cNvPr>
            <p:cNvCxnSpPr/>
            <p:nvPr/>
          </p:nvCxnSpPr>
          <p:spPr>
            <a:xfrm rot="5400000">
              <a:off x="3429000" y="3962401"/>
              <a:ext cx="2438401" cy="0"/>
            </a:xfrm>
            <a:prstGeom prst="line">
              <a:avLst/>
            </a:prstGeom>
            <a:ln>
              <a:solidFill>
                <a:schemeClr val="bg1">
                  <a:lumMod val="65000"/>
                </a:schemeClr>
              </a:solidFill>
              <a:prstDash val="dashDot"/>
            </a:ln>
          </p:spPr>
          <p:style>
            <a:lnRef idx="1">
              <a:schemeClr val="accent1"/>
            </a:lnRef>
            <a:fillRef idx="0">
              <a:schemeClr val="accent1"/>
            </a:fillRef>
            <a:effectRef idx="0">
              <a:schemeClr val="accent1"/>
            </a:effectRef>
            <a:fontRef idx="minor">
              <a:schemeClr val="tx1"/>
            </a:fontRef>
          </p:style>
        </p:cxnSp>
      </p:grpSp>
      <p:grpSp>
        <p:nvGrpSpPr>
          <p:cNvPr id="41991" name="组合 35">
            <a:extLst>
              <a:ext uri="{FF2B5EF4-FFF2-40B4-BE49-F238E27FC236}">
                <a16:creationId xmlns:a16="http://schemas.microsoft.com/office/drawing/2014/main" id="{848589FB-EC23-092C-8F67-797391494A76}"/>
              </a:ext>
            </a:extLst>
          </p:cNvPr>
          <p:cNvGrpSpPr>
            <a:grpSpLocks/>
          </p:cNvGrpSpPr>
          <p:nvPr/>
        </p:nvGrpSpPr>
        <p:grpSpPr bwMode="auto">
          <a:xfrm>
            <a:off x="2362201" y="3962400"/>
            <a:ext cx="3419475" cy="2495550"/>
            <a:chOff x="2217906" y="3706239"/>
            <a:chExt cx="3419702" cy="2496125"/>
          </a:xfrm>
        </p:grpSpPr>
        <p:sp>
          <p:nvSpPr>
            <p:cNvPr id="12" name="Rectangle 4">
              <a:extLst>
                <a:ext uri="{FF2B5EF4-FFF2-40B4-BE49-F238E27FC236}">
                  <a16:creationId xmlns:a16="http://schemas.microsoft.com/office/drawing/2014/main" id="{28966DBC-AF63-B82C-942E-D3AFBC3DBF22}"/>
                </a:ext>
              </a:extLst>
            </p:cNvPr>
            <p:cNvSpPr>
              <a:spLocks noChangeArrowheads="1"/>
            </p:cNvSpPr>
            <p:nvPr/>
          </p:nvSpPr>
          <p:spPr bwMode="auto">
            <a:xfrm>
              <a:off x="2262359" y="3706239"/>
              <a:ext cx="3324446" cy="2496125"/>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p>
              <a:pPr>
                <a:defRPr/>
              </a:pPr>
              <a:endParaRPr lang="zh-CN" altLang="en-US" sz="1600" b="1">
                <a:solidFill>
                  <a:srgbClr val="FFFFFF"/>
                </a:solidFill>
                <a:latin typeface="宋体" pitchFamily="2" charset="-122"/>
                <a:ea typeface="宋体" pitchFamily="2" charset="-122"/>
              </a:endParaRPr>
            </a:p>
          </p:txBody>
        </p:sp>
        <p:pic>
          <p:nvPicPr>
            <p:cNvPr id="41993" name="Picture 2">
              <a:extLst>
                <a:ext uri="{FF2B5EF4-FFF2-40B4-BE49-F238E27FC236}">
                  <a16:creationId xmlns:a16="http://schemas.microsoft.com/office/drawing/2014/main" id="{6071CE2C-4A7A-602F-9EE4-40751469AEAC}"/>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5596" y="3942236"/>
              <a:ext cx="2985491" cy="22077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41994" name="Rectangle 7">
              <a:extLst>
                <a:ext uri="{FF2B5EF4-FFF2-40B4-BE49-F238E27FC236}">
                  <a16:creationId xmlns:a16="http://schemas.microsoft.com/office/drawing/2014/main" id="{8989B134-FAE8-E23C-0712-C73197A9E893}"/>
                </a:ext>
              </a:extLst>
            </p:cNvPr>
            <p:cNvSpPr>
              <a:spLocks noChangeArrowheads="1"/>
            </p:cNvSpPr>
            <p:nvPr/>
          </p:nvSpPr>
          <p:spPr bwMode="auto">
            <a:xfrm>
              <a:off x="2530788" y="4924960"/>
              <a:ext cx="1160709" cy="309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36538" indent="-236538"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spcBef>
                  <a:spcPct val="20000"/>
                </a:spcBef>
                <a:buClr>
                  <a:srgbClr val="FF7C23"/>
                </a:buClr>
              </a:pPr>
              <a:endParaRPr lang="zh-CN" altLang="en-US" sz="1600" b="1">
                <a:solidFill>
                  <a:srgbClr val="000000"/>
                </a:solidFill>
                <a:latin typeface="宋体" panose="02010600030101010101" pitchFamily="2" charset="-122"/>
                <a:ea typeface="Arial Unicode MS" pitchFamily="34" charset="-122"/>
              </a:endParaRPr>
            </a:p>
          </p:txBody>
        </p:sp>
        <p:sp>
          <p:nvSpPr>
            <p:cNvPr id="41995" name="Rectangle 8">
              <a:extLst>
                <a:ext uri="{FF2B5EF4-FFF2-40B4-BE49-F238E27FC236}">
                  <a16:creationId xmlns:a16="http://schemas.microsoft.com/office/drawing/2014/main" id="{E49E5818-1B85-67E0-5C23-3F88AABFE38B}"/>
                </a:ext>
              </a:extLst>
            </p:cNvPr>
            <p:cNvSpPr>
              <a:spLocks noChangeArrowheads="1"/>
            </p:cNvSpPr>
            <p:nvPr/>
          </p:nvSpPr>
          <p:spPr bwMode="auto">
            <a:xfrm>
              <a:off x="3356187" y="5632773"/>
              <a:ext cx="2281421" cy="319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36538" indent="-236538"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spcBef>
                  <a:spcPct val="20000"/>
                </a:spcBef>
                <a:buClr>
                  <a:srgbClr val="FF7C23"/>
                </a:buClr>
                <a:buFont typeface="Wingdings" panose="05000000000000000000" pitchFamily="2" charset="2"/>
                <a:buNone/>
              </a:pPr>
              <a:r>
                <a:rPr lang="zh-CN" altLang="en-US" sz="1200" b="1">
                  <a:solidFill>
                    <a:srgbClr val="000000"/>
                  </a:solidFill>
                  <a:latin typeface="宋体" panose="02010600030101010101" pitchFamily="2" charset="-122"/>
                  <a:ea typeface="Arial Unicode MS" pitchFamily="34" charset="-122"/>
                </a:rPr>
                <a:t>合法的计算机之间自动进行</a:t>
              </a:r>
            </a:p>
            <a:p>
              <a:pPr algn="ctr">
                <a:spcBef>
                  <a:spcPct val="20000"/>
                </a:spcBef>
                <a:buClr>
                  <a:srgbClr val="FF7C23"/>
                </a:buClr>
                <a:buFont typeface="Wingdings" panose="05000000000000000000" pitchFamily="2" charset="2"/>
                <a:buNone/>
              </a:pPr>
              <a:r>
                <a:rPr lang="zh-CN" altLang="en-US" sz="1200" b="1">
                  <a:solidFill>
                    <a:srgbClr val="000000"/>
                  </a:solidFill>
                  <a:latin typeface="宋体" panose="02010600030101010101" pitchFamily="2" charset="-122"/>
                  <a:ea typeface="Arial Unicode MS" pitchFamily="34" charset="-122"/>
                </a:rPr>
                <a:t>密钥和策略的传递</a:t>
              </a:r>
              <a:endParaRPr lang="en-US" altLang="zh-CN" sz="1200" b="1">
                <a:solidFill>
                  <a:srgbClr val="000000"/>
                </a:solidFill>
                <a:latin typeface="宋体" panose="02010600030101010101" pitchFamily="2" charset="-122"/>
                <a:ea typeface="Arial Unicode MS" pitchFamily="34" charset="-122"/>
              </a:endParaRPr>
            </a:p>
          </p:txBody>
        </p:sp>
        <p:sp>
          <p:nvSpPr>
            <p:cNvPr id="41996" name="Rectangle 16">
              <a:extLst>
                <a:ext uri="{FF2B5EF4-FFF2-40B4-BE49-F238E27FC236}">
                  <a16:creationId xmlns:a16="http://schemas.microsoft.com/office/drawing/2014/main" id="{D9DF6E41-273F-9D89-0069-38697F2FFDFD}"/>
                </a:ext>
              </a:extLst>
            </p:cNvPr>
            <p:cNvSpPr>
              <a:spLocks noChangeArrowheads="1"/>
            </p:cNvSpPr>
            <p:nvPr/>
          </p:nvSpPr>
          <p:spPr bwMode="auto">
            <a:xfrm>
              <a:off x="2751341" y="3782457"/>
              <a:ext cx="902871" cy="307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None/>
              </a:pPr>
              <a:r>
                <a:rPr lang="zh-CN" altLang="en-US" sz="1400" b="1">
                  <a:solidFill>
                    <a:srgbClr val="00529B"/>
                  </a:solidFill>
                  <a:latin typeface="微软雅黑" panose="020B0503020204020204" pitchFamily="34" charset="-122"/>
                  <a:ea typeface="微软雅黑" panose="020B0503020204020204" pitchFamily="34" charset="-122"/>
                </a:rPr>
                <a:t>公司内网</a:t>
              </a:r>
            </a:p>
          </p:txBody>
        </p:sp>
        <p:pic>
          <p:nvPicPr>
            <p:cNvPr id="41997" name="Picture 21" descr="3">
              <a:extLst>
                <a:ext uri="{FF2B5EF4-FFF2-40B4-BE49-F238E27FC236}">
                  <a16:creationId xmlns:a16="http://schemas.microsoft.com/office/drawing/2014/main" id="{2E6AB4E6-8D80-F443-142D-86B17A9158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9451" y="5146118"/>
              <a:ext cx="724445" cy="576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8" name="Picture 24" descr="3">
              <a:extLst>
                <a:ext uri="{FF2B5EF4-FFF2-40B4-BE49-F238E27FC236}">
                  <a16:creationId xmlns:a16="http://schemas.microsoft.com/office/drawing/2014/main" id="{8238FBE8-C444-3DB8-2B0E-DED08EBEF1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4592" y="5144020"/>
              <a:ext cx="724445" cy="576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Line 26">
              <a:extLst>
                <a:ext uri="{FF2B5EF4-FFF2-40B4-BE49-F238E27FC236}">
                  <a16:creationId xmlns:a16="http://schemas.microsoft.com/office/drawing/2014/main" id="{9AA8BB6E-C8D7-0A86-07E8-6FD1246A406B}"/>
                </a:ext>
              </a:extLst>
            </p:cNvPr>
            <p:cNvSpPr>
              <a:spLocks noChangeShapeType="1"/>
            </p:cNvSpPr>
            <p:nvPr/>
          </p:nvSpPr>
          <p:spPr bwMode="auto">
            <a:xfrm flipV="1">
              <a:off x="3635638" y="4814569"/>
              <a:ext cx="452467" cy="436664"/>
            </a:xfrm>
            <a:prstGeom prst="line">
              <a:avLst/>
            </a:prstGeom>
            <a:noFill/>
            <a:ln w="28575">
              <a:solidFill>
                <a:schemeClr val="tx2">
                  <a:lumMod val="75000"/>
                </a:schemeClr>
              </a:solidFill>
              <a:round/>
              <a:headEnd type="triangle" w="med" len="med"/>
              <a:tailEnd type="triangle" w="med" len="med"/>
            </a:ln>
          </p:spPr>
          <p:txBody>
            <a:bodyPr anchor="ctr"/>
            <a:lstStyle/>
            <a:p>
              <a:pPr>
                <a:defRPr/>
              </a:pPr>
              <a:endParaRPr lang="zh-CN" altLang="en-US" sz="1600" b="1">
                <a:solidFill>
                  <a:srgbClr val="000000"/>
                </a:solidFill>
                <a:latin typeface="宋体" pitchFamily="2" charset="-122"/>
              </a:endParaRPr>
            </a:p>
          </p:txBody>
        </p:sp>
        <p:sp>
          <p:nvSpPr>
            <p:cNvPr id="20" name="Line 27">
              <a:extLst>
                <a:ext uri="{FF2B5EF4-FFF2-40B4-BE49-F238E27FC236}">
                  <a16:creationId xmlns:a16="http://schemas.microsoft.com/office/drawing/2014/main" id="{814F45DB-C0C9-00C6-B6E6-AA7E6C83E109}"/>
                </a:ext>
              </a:extLst>
            </p:cNvPr>
            <p:cNvSpPr>
              <a:spLocks noChangeShapeType="1"/>
            </p:cNvSpPr>
            <p:nvPr/>
          </p:nvSpPr>
          <p:spPr bwMode="auto">
            <a:xfrm flipH="1" flipV="1">
              <a:off x="4432616" y="4790752"/>
              <a:ext cx="569950" cy="544637"/>
            </a:xfrm>
            <a:prstGeom prst="line">
              <a:avLst/>
            </a:prstGeom>
            <a:noFill/>
            <a:ln w="28575">
              <a:solidFill>
                <a:schemeClr val="tx2">
                  <a:lumMod val="75000"/>
                </a:schemeClr>
              </a:solidFill>
              <a:round/>
              <a:headEnd type="triangle" w="med" len="med"/>
              <a:tailEnd type="triangle" w="med" len="med"/>
            </a:ln>
          </p:spPr>
          <p:txBody>
            <a:bodyPr anchor="ctr"/>
            <a:lstStyle/>
            <a:p>
              <a:pPr>
                <a:defRPr/>
              </a:pPr>
              <a:endParaRPr lang="zh-CN" altLang="en-US" sz="1600" b="1">
                <a:solidFill>
                  <a:srgbClr val="000000"/>
                </a:solidFill>
                <a:latin typeface="宋体" pitchFamily="2" charset="-122"/>
              </a:endParaRPr>
            </a:p>
          </p:txBody>
        </p:sp>
        <p:cxnSp>
          <p:nvCxnSpPr>
            <p:cNvPr id="42001" name="AutoShape 36">
              <a:extLst>
                <a:ext uri="{FF2B5EF4-FFF2-40B4-BE49-F238E27FC236}">
                  <a16:creationId xmlns:a16="http://schemas.microsoft.com/office/drawing/2014/main" id="{70172127-3167-3A19-67F9-CE533BDB2DAB}"/>
                </a:ext>
              </a:extLst>
            </p:cNvPr>
            <p:cNvCxnSpPr>
              <a:cxnSpLocks noChangeShapeType="1"/>
            </p:cNvCxnSpPr>
            <p:nvPr/>
          </p:nvCxnSpPr>
          <p:spPr bwMode="auto">
            <a:xfrm>
              <a:off x="2731264" y="5291506"/>
              <a:ext cx="0" cy="0"/>
            </a:xfrm>
            <a:prstGeom prst="straightConnector1">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pic>
          <p:nvPicPr>
            <p:cNvPr id="42002" name="Picture 24" descr="3">
              <a:extLst>
                <a:ext uri="{FF2B5EF4-FFF2-40B4-BE49-F238E27FC236}">
                  <a16:creationId xmlns:a16="http://schemas.microsoft.com/office/drawing/2014/main" id="{2AD4108A-97A2-54B4-5E23-5D86CA80A4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19311" y="4264544"/>
              <a:ext cx="724445" cy="576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003" name="Rectangle 11">
              <a:extLst>
                <a:ext uri="{FF2B5EF4-FFF2-40B4-BE49-F238E27FC236}">
                  <a16:creationId xmlns:a16="http://schemas.microsoft.com/office/drawing/2014/main" id="{4BECFB42-0A79-641A-31BC-FECA06B2E340}"/>
                </a:ext>
              </a:extLst>
            </p:cNvPr>
            <p:cNvSpPr>
              <a:spLocks noChangeArrowheads="1"/>
            </p:cNvSpPr>
            <p:nvPr/>
          </p:nvSpPr>
          <p:spPr bwMode="auto">
            <a:xfrm>
              <a:off x="2217906" y="5544183"/>
              <a:ext cx="1109935" cy="285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marL="342900" indent="-342900"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9900"/>
                </a:buClr>
                <a:buFont typeface="Wingdings" panose="05000000000000000000" pitchFamily="2" charset="2"/>
                <a:buNone/>
              </a:pPr>
              <a:r>
                <a:rPr lang="zh-CN" altLang="en-US" sz="1400" b="1">
                  <a:solidFill>
                    <a:srgbClr val="000000"/>
                  </a:solidFill>
                  <a:latin typeface="宋体" panose="02010600030101010101" pitchFamily="2" charset="-122"/>
                </a:rPr>
                <a:t>安全</a:t>
              </a:r>
              <a:r>
                <a:rPr lang="en-US" altLang="zh-CN" sz="1400" b="1">
                  <a:solidFill>
                    <a:srgbClr val="000000"/>
                  </a:solidFill>
                  <a:latin typeface="宋体" panose="02010600030101010101" pitchFamily="2" charset="-122"/>
                </a:rPr>
                <a:t>U</a:t>
              </a:r>
              <a:r>
                <a:rPr lang="zh-CN" altLang="en-US" sz="1400" b="1">
                  <a:solidFill>
                    <a:srgbClr val="000000"/>
                  </a:solidFill>
                  <a:latin typeface="宋体" panose="02010600030101010101" pitchFamily="2" charset="-122"/>
                </a:rPr>
                <a:t>盘</a:t>
              </a:r>
            </a:p>
          </p:txBody>
        </p:sp>
        <p:pic>
          <p:nvPicPr>
            <p:cNvPr id="42004" name="Picture 35" descr="png-0644">
              <a:extLst>
                <a:ext uri="{FF2B5EF4-FFF2-40B4-BE49-F238E27FC236}">
                  <a16:creationId xmlns:a16="http://schemas.microsoft.com/office/drawing/2014/main" id="{C5BE508C-1422-CEDC-1FB7-F5C40BC8CF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1063" y="4107191"/>
              <a:ext cx="480685" cy="421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005" name="Picture 31" descr="40">
              <a:extLst>
                <a:ext uri="{FF2B5EF4-FFF2-40B4-BE49-F238E27FC236}">
                  <a16:creationId xmlns:a16="http://schemas.microsoft.com/office/drawing/2014/main" id="{AD41627B-BC9B-B085-BC27-5282A8C311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25487" y="4773871"/>
              <a:ext cx="889248" cy="779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006" name="Picture 35" descr="png-0644">
              <a:extLst>
                <a:ext uri="{FF2B5EF4-FFF2-40B4-BE49-F238E27FC236}">
                  <a16:creationId xmlns:a16="http://schemas.microsoft.com/office/drawing/2014/main" id="{911F1445-1A73-3161-ED38-FF108CEDA8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6664" y="5070229"/>
              <a:ext cx="480685" cy="421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007" name="Picture 33" descr="png-0652">
              <a:extLst>
                <a:ext uri="{FF2B5EF4-FFF2-40B4-BE49-F238E27FC236}">
                  <a16:creationId xmlns:a16="http://schemas.microsoft.com/office/drawing/2014/main" id="{9B1E81BF-A1B3-E80C-0C97-7099DF1F611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57978" y="5122970"/>
              <a:ext cx="398472" cy="309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8" name="直接箭头连接符 27">
              <a:extLst>
                <a:ext uri="{FF2B5EF4-FFF2-40B4-BE49-F238E27FC236}">
                  <a16:creationId xmlns:a16="http://schemas.microsoft.com/office/drawing/2014/main" id="{46819730-DD91-D6E8-01AF-2C3DE65C471C}"/>
                </a:ext>
              </a:extLst>
            </p:cNvPr>
            <p:cNvCxnSpPr/>
            <p:nvPr/>
          </p:nvCxnSpPr>
          <p:spPr bwMode="auto">
            <a:xfrm flipV="1">
              <a:off x="3753121" y="5432250"/>
              <a:ext cx="1111324" cy="1587"/>
            </a:xfrm>
            <a:prstGeom prst="straightConnector1">
              <a:avLst/>
            </a:prstGeom>
            <a:noFill/>
            <a:ln w="38100" cap="flat" cmpd="sng" algn="ctr">
              <a:solidFill>
                <a:schemeClr val="tx2">
                  <a:lumMod val="75000"/>
                </a:schemeClr>
              </a:solidFill>
              <a:prstDash val="solid"/>
              <a:round/>
              <a:headEnd type="triangle" w="med" len="med"/>
              <a:tailEnd type="triangle" w="med" len="med"/>
            </a:ln>
            <a:effectLst/>
          </p:spPr>
        </p:cxnSp>
      </p:gr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1">
            <a:extLst>
              <a:ext uri="{FF2B5EF4-FFF2-40B4-BE49-F238E27FC236}">
                <a16:creationId xmlns:a16="http://schemas.microsoft.com/office/drawing/2014/main" id="{A660CBEC-6CBD-026A-FC6F-B9A11C1629F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BE65FEB9-9D5E-427A-AD67-18327380D19E}" type="slidenum">
              <a:rPr lang="en-US" altLang="zh-CN" sz="1400">
                <a:solidFill>
                  <a:schemeClr val="bg1"/>
                </a:solidFill>
              </a:rPr>
              <a:pPr eaLnBrk="1" hangingPunct="1"/>
              <a:t>34</a:t>
            </a:fld>
            <a:endParaRPr lang="en-US" altLang="zh-CN" sz="1400">
              <a:solidFill>
                <a:schemeClr val="bg1"/>
              </a:solidFill>
            </a:endParaRPr>
          </a:p>
        </p:txBody>
      </p:sp>
      <p:sp>
        <p:nvSpPr>
          <p:cNvPr id="9" name="标题 1">
            <a:extLst>
              <a:ext uri="{FF2B5EF4-FFF2-40B4-BE49-F238E27FC236}">
                <a16:creationId xmlns:a16="http://schemas.microsoft.com/office/drawing/2014/main" id="{5DDA0661-6577-DE44-9B99-D1F4FEB53EA8}"/>
              </a:ext>
            </a:extLst>
          </p:cNvPr>
          <p:cNvSpPr txBox="1">
            <a:spLocks/>
          </p:cNvSpPr>
          <p:nvPr/>
        </p:nvSpPr>
        <p:spPr bwMode="auto">
          <a:xfrm>
            <a:off x="1905000" y="381001"/>
            <a:ext cx="4419600" cy="506413"/>
          </a:xfrm>
          <a:prstGeom prst="rect">
            <a:avLst/>
          </a:prstGeom>
          <a:noFill/>
          <a:ln w="9525">
            <a:noFill/>
            <a:miter lim="800000"/>
            <a:headEnd/>
            <a:tailEnd/>
          </a:ln>
          <a:effectLst/>
        </p:spPr>
        <p:txBody>
          <a:bodyPr anchor="ctr"/>
          <a:lstStyle/>
          <a:p>
            <a:pPr>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联想基于</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TCM</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的安全应用</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(8)</a:t>
            </a:r>
            <a:endPar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endParaRPr>
          </a:p>
        </p:txBody>
      </p:sp>
      <p:sp>
        <p:nvSpPr>
          <p:cNvPr id="43012" name="AutoShape 6">
            <a:extLst>
              <a:ext uri="{FF2B5EF4-FFF2-40B4-BE49-F238E27FC236}">
                <a16:creationId xmlns:a16="http://schemas.microsoft.com/office/drawing/2014/main" id="{57799B2C-890E-B169-7FF8-7890B43CF3B0}"/>
              </a:ext>
            </a:extLst>
          </p:cNvPr>
          <p:cNvSpPr>
            <a:spLocks noChangeArrowheads="1"/>
          </p:cNvSpPr>
          <p:nvPr/>
        </p:nvSpPr>
        <p:spPr bwMode="auto">
          <a:xfrm>
            <a:off x="1981200" y="1295400"/>
            <a:ext cx="2349500" cy="609600"/>
          </a:xfrm>
          <a:prstGeom prst="roundRect">
            <a:avLst>
              <a:gd name="adj" fmla="val 16667"/>
            </a:avLst>
          </a:prstGeom>
          <a:gradFill rotWithShape="1">
            <a:gsLst>
              <a:gs pos="0">
                <a:srgbClr val="99FFCC">
                  <a:alpha val="49001"/>
                </a:srgbClr>
              </a:gs>
              <a:gs pos="100000">
                <a:srgbClr val="CFFFE7"/>
              </a:gs>
            </a:gsLst>
            <a:lin ang="5400000" scaled="1"/>
          </a:gradFill>
          <a:ln w="38100">
            <a:solidFill>
              <a:srgbClr val="FF0000"/>
            </a:solidFill>
            <a:round/>
            <a:headEnd/>
            <a:tailEnd/>
          </a:ln>
        </p:spPr>
        <p:txBody>
          <a:bodyPr wrap="none" anchor="ctr"/>
          <a:lstStyle>
            <a:lvl1pPr marL="342900" indent="-342900"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marL="0" lvl="2" algn="ctr" eaLnBrk="1" hangingPunct="1"/>
            <a:r>
              <a:rPr kumimoji="1" lang="en-US" altLang="zh-CN" sz="1800" b="1">
                <a:solidFill>
                  <a:srgbClr val="000000"/>
                </a:solidFill>
                <a:latin typeface="微软雅黑" panose="020B0503020204020204" pitchFamily="34" charset="-122"/>
                <a:ea typeface="微软雅黑" panose="020B0503020204020204" pitchFamily="34" charset="-122"/>
              </a:rPr>
              <a:t>U</a:t>
            </a:r>
            <a:r>
              <a:rPr kumimoji="1" lang="zh-CN" altLang="en-US" sz="1800" b="1">
                <a:solidFill>
                  <a:srgbClr val="000000"/>
                </a:solidFill>
                <a:latin typeface="微软雅黑" panose="020B0503020204020204" pitchFamily="34" charset="-122"/>
                <a:ea typeface="微软雅黑" panose="020B0503020204020204" pitchFamily="34" charset="-122"/>
              </a:rPr>
              <a:t>盘无忧</a:t>
            </a:r>
            <a:endParaRPr kumimoji="1" lang="zh-CN" altLang="en-US" sz="1600" b="1">
              <a:solidFill>
                <a:srgbClr val="000000"/>
              </a:solidFill>
              <a:latin typeface="微软雅黑" panose="020B0503020204020204" pitchFamily="34" charset="-122"/>
              <a:ea typeface="微软雅黑" panose="020B0503020204020204" pitchFamily="34" charset="-122"/>
            </a:endParaRPr>
          </a:p>
        </p:txBody>
      </p:sp>
      <p:sp>
        <p:nvSpPr>
          <p:cNvPr id="12" name="Rectangle 9">
            <a:extLst>
              <a:ext uri="{FF2B5EF4-FFF2-40B4-BE49-F238E27FC236}">
                <a16:creationId xmlns:a16="http://schemas.microsoft.com/office/drawing/2014/main" id="{46883B56-7E21-CBB2-0042-05B12B49421D}"/>
              </a:ext>
            </a:extLst>
          </p:cNvPr>
          <p:cNvSpPr txBox="1">
            <a:spLocks noChangeArrowheads="1"/>
          </p:cNvSpPr>
          <p:nvPr/>
        </p:nvSpPr>
        <p:spPr bwMode="auto">
          <a:xfrm>
            <a:off x="4648200" y="1295401"/>
            <a:ext cx="5562600" cy="588963"/>
          </a:xfrm>
          <a:prstGeom prst="rect">
            <a:avLst/>
          </a:prstGeom>
          <a:noFill/>
          <a:ln w="9525">
            <a:noFill/>
            <a:miter lim="800000"/>
            <a:headEnd/>
            <a:tailEnd/>
          </a:ln>
          <a:effectLst/>
        </p:spPr>
        <p:txBody>
          <a:bodyPr anchor="ctr"/>
          <a:lstStyle/>
          <a:p>
            <a:pPr marL="1433513" indent="-1433513">
              <a:lnSpc>
                <a:spcPct val="90000"/>
              </a:lnSpc>
              <a:defRPr/>
            </a:pPr>
            <a:r>
              <a:rPr lang="zh-CN" altLang="en-US" sz="1600" b="1" kern="0" dirty="0">
                <a:latin typeface="微软雅黑" pitchFamily="34" charset="-122"/>
                <a:ea typeface="微软雅黑" pitchFamily="34" charset="-122"/>
                <a:cs typeface="+mj-cs"/>
              </a:rPr>
              <a:t>客户价值</a:t>
            </a:r>
            <a:r>
              <a:rPr lang="en-US" altLang="zh-CN" sz="1600" b="1" kern="0" dirty="0">
                <a:latin typeface="微软雅黑" pitchFamily="34" charset="-122"/>
                <a:ea typeface="微软雅黑" pitchFamily="34" charset="-122"/>
                <a:cs typeface="+mj-cs"/>
              </a:rPr>
              <a:t>2--- </a:t>
            </a:r>
            <a:r>
              <a:rPr lang="zh-CN" altLang="en-US" sz="1600" b="1" kern="0" dirty="0">
                <a:latin typeface="微软雅黑" pitchFamily="34" charset="-122"/>
                <a:ea typeface="微软雅黑" pitchFamily="34" charset="-122"/>
                <a:cs typeface="+mj-cs"/>
              </a:rPr>
              <a:t>满足“禁止外来</a:t>
            </a:r>
            <a:r>
              <a:rPr lang="en-US" altLang="zh-CN" sz="1600" b="1" kern="0" dirty="0">
                <a:latin typeface="微软雅黑" pitchFamily="34" charset="-122"/>
                <a:ea typeface="微软雅黑" pitchFamily="34" charset="-122"/>
                <a:cs typeface="+mj-cs"/>
              </a:rPr>
              <a:t>U</a:t>
            </a:r>
            <a:r>
              <a:rPr lang="zh-CN" altLang="en-US" sz="1600" b="1" kern="0" dirty="0">
                <a:latin typeface="微软雅黑" pitchFamily="34" charset="-122"/>
                <a:ea typeface="微软雅黑" pitchFamily="34" charset="-122"/>
                <a:cs typeface="+mj-cs"/>
              </a:rPr>
              <a:t>盘在公司范围内使用”需求</a:t>
            </a:r>
            <a:endParaRPr lang="en-US" altLang="zh-CN" sz="1600" b="1" kern="0" dirty="0">
              <a:latin typeface="微软雅黑" pitchFamily="34" charset="-122"/>
              <a:ea typeface="微软雅黑" pitchFamily="34" charset="-122"/>
              <a:cs typeface="+mj-cs"/>
            </a:endParaRPr>
          </a:p>
        </p:txBody>
      </p:sp>
      <p:grpSp>
        <p:nvGrpSpPr>
          <p:cNvPr id="43014" name="组合 38">
            <a:extLst>
              <a:ext uri="{FF2B5EF4-FFF2-40B4-BE49-F238E27FC236}">
                <a16:creationId xmlns:a16="http://schemas.microsoft.com/office/drawing/2014/main" id="{3B6D554D-6FDD-A722-DEDA-0E1F8093871A}"/>
              </a:ext>
            </a:extLst>
          </p:cNvPr>
          <p:cNvGrpSpPr>
            <a:grpSpLocks/>
          </p:cNvGrpSpPr>
          <p:nvPr/>
        </p:nvGrpSpPr>
        <p:grpSpPr bwMode="auto">
          <a:xfrm>
            <a:off x="1905001" y="2224088"/>
            <a:ext cx="8469313" cy="2424112"/>
            <a:chOff x="346075" y="3824288"/>
            <a:chExt cx="8469313" cy="2424112"/>
          </a:xfrm>
        </p:grpSpPr>
        <p:sp>
          <p:nvSpPr>
            <p:cNvPr id="13" name="圆角矩形 12">
              <a:extLst>
                <a:ext uri="{FF2B5EF4-FFF2-40B4-BE49-F238E27FC236}">
                  <a16:creationId xmlns:a16="http://schemas.microsoft.com/office/drawing/2014/main" id="{AA8976C6-B076-B2E0-80B9-E4B80792F9BE}"/>
                </a:ext>
              </a:extLst>
            </p:cNvPr>
            <p:cNvSpPr/>
            <p:nvPr/>
          </p:nvSpPr>
          <p:spPr>
            <a:xfrm>
              <a:off x="346075" y="3824288"/>
              <a:ext cx="8469313" cy="2424112"/>
            </a:xfrm>
            <a:prstGeom prst="roundRect">
              <a:avLst>
                <a:gd name="adj" fmla="val 7904"/>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endParaRPr lang="zh-CN" altLang="en-US" b="1">
                <a:solidFill>
                  <a:srgbClr val="FFFFFF"/>
                </a:solidFill>
                <a:effectLst>
                  <a:outerShdw blurRad="38100" dist="38100" dir="2700000" algn="tl">
                    <a:srgbClr val="C0C0C0"/>
                  </a:outerShdw>
                </a:effectLst>
                <a:ea typeface="宋体" pitchFamily="2" charset="-122"/>
                <a:cs typeface="Arial" charset="0"/>
              </a:endParaRPr>
            </a:p>
          </p:txBody>
        </p:sp>
        <p:sp>
          <p:nvSpPr>
            <p:cNvPr id="43038" name="Rectangle 8">
              <a:extLst>
                <a:ext uri="{FF2B5EF4-FFF2-40B4-BE49-F238E27FC236}">
                  <a16:creationId xmlns:a16="http://schemas.microsoft.com/office/drawing/2014/main" id="{F16521AE-C1D0-677B-B0E9-860E65E395C3}"/>
                </a:ext>
              </a:extLst>
            </p:cNvPr>
            <p:cNvSpPr>
              <a:spLocks noChangeArrowheads="1"/>
            </p:cNvSpPr>
            <p:nvPr/>
          </p:nvSpPr>
          <p:spPr bwMode="auto">
            <a:xfrm>
              <a:off x="612775" y="3922713"/>
              <a:ext cx="3929063" cy="156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lvl1pPr marL="342900" indent="-342900" eaLnBrk="0" hangingPunct="0">
                <a:tabLst>
                  <a:tab pos="8521700" algn="r"/>
                </a:tabLst>
                <a:defRPr sz="800">
                  <a:solidFill>
                    <a:schemeClr val="tx1"/>
                  </a:solidFill>
                  <a:latin typeface="Arial" panose="020B0604020202020204" pitchFamily="34" charset="0"/>
                  <a:ea typeface="宋体" panose="02010600030101010101" pitchFamily="2" charset="-122"/>
                </a:defRPr>
              </a:lvl1pPr>
              <a:lvl2pPr eaLnBrk="0" hangingPunct="0">
                <a:tabLst>
                  <a:tab pos="8521700" algn="r"/>
                </a:tabLst>
                <a:defRPr sz="800">
                  <a:solidFill>
                    <a:schemeClr val="tx1"/>
                  </a:solidFill>
                  <a:latin typeface="Arial" panose="020B0604020202020204" pitchFamily="34" charset="0"/>
                  <a:ea typeface="宋体" panose="02010600030101010101" pitchFamily="2" charset="-122"/>
                </a:defRPr>
              </a:lvl2pPr>
              <a:lvl3pPr marL="1143000" indent="-228600" eaLnBrk="0" hangingPunct="0">
                <a:tabLst>
                  <a:tab pos="8521700" algn="r"/>
                </a:tabLst>
                <a:defRPr sz="800">
                  <a:solidFill>
                    <a:schemeClr val="tx1"/>
                  </a:solidFill>
                  <a:latin typeface="Arial" panose="020B0604020202020204" pitchFamily="34" charset="0"/>
                  <a:ea typeface="宋体" panose="02010600030101010101" pitchFamily="2" charset="-122"/>
                </a:defRPr>
              </a:lvl3pPr>
              <a:lvl4pPr eaLnBrk="0" hangingPunct="0">
                <a:tabLst>
                  <a:tab pos="8521700" algn="r"/>
                </a:tabLst>
                <a:defRPr sz="800">
                  <a:solidFill>
                    <a:schemeClr val="tx1"/>
                  </a:solidFill>
                  <a:latin typeface="Arial" panose="020B0604020202020204" pitchFamily="34" charset="0"/>
                  <a:ea typeface="宋体" panose="02010600030101010101" pitchFamily="2" charset="-122"/>
                </a:defRPr>
              </a:lvl4pPr>
              <a:lvl5pPr marL="457200" eaLnBrk="0" hangingPunct="0">
                <a:tabLst>
                  <a:tab pos="8521700" algn="r"/>
                </a:tabLst>
                <a:defRPr sz="800">
                  <a:solidFill>
                    <a:schemeClr val="tx1"/>
                  </a:solidFill>
                  <a:latin typeface="Arial" panose="020B0604020202020204" pitchFamily="34" charset="0"/>
                  <a:ea typeface="宋体" panose="02010600030101010101" pitchFamily="2" charset="-122"/>
                </a:defRPr>
              </a:lvl5pPr>
              <a:lvl6pPr marL="914400" eaLnBrk="0" fontAlgn="base" hangingPunct="0">
                <a:spcBef>
                  <a:spcPct val="0"/>
                </a:spcBef>
                <a:spcAft>
                  <a:spcPct val="0"/>
                </a:spcAft>
                <a:tabLst>
                  <a:tab pos="8521700" algn="r"/>
                </a:tabLst>
                <a:defRPr sz="800">
                  <a:solidFill>
                    <a:schemeClr val="tx1"/>
                  </a:solidFill>
                  <a:latin typeface="Arial" panose="020B0604020202020204" pitchFamily="34" charset="0"/>
                  <a:ea typeface="宋体" panose="02010600030101010101" pitchFamily="2" charset="-122"/>
                </a:defRPr>
              </a:lvl6pPr>
              <a:lvl7pPr marL="1371600" eaLnBrk="0" fontAlgn="base" hangingPunct="0">
                <a:spcBef>
                  <a:spcPct val="0"/>
                </a:spcBef>
                <a:spcAft>
                  <a:spcPct val="0"/>
                </a:spcAft>
                <a:tabLst>
                  <a:tab pos="8521700" algn="r"/>
                </a:tabLst>
                <a:defRPr sz="800">
                  <a:solidFill>
                    <a:schemeClr val="tx1"/>
                  </a:solidFill>
                  <a:latin typeface="Arial" panose="020B0604020202020204" pitchFamily="34" charset="0"/>
                  <a:ea typeface="宋体" panose="02010600030101010101" pitchFamily="2" charset="-122"/>
                </a:defRPr>
              </a:lvl7pPr>
              <a:lvl8pPr marL="1828800" eaLnBrk="0" fontAlgn="base" hangingPunct="0">
                <a:spcBef>
                  <a:spcPct val="0"/>
                </a:spcBef>
                <a:spcAft>
                  <a:spcPct val="0"/>
                </a:spcAft>
                <a:tabLst>
                  <a:tab pos="8521700" algn="r"/>
                </a:tabLst>
                <a:defRPr sz="800">
                  <a:solidFill>
                    <a:schemeClr val="tx1"/>
                  </a:solidFill>
                  <a:latin typeface="Arial" panose="020B0604020202020204" pitchFamily="34" charset="0"/>
                  <a:ea typeface="宋体" panose="02010600030101010101" pitchFamily="2" charset="-122"/>
                </a:defRPr>
              </a:lvl8pPr>
              <a:lvl9pPr marL="2286000" eaLnBrk="0" fontAlgn="base" hangingPunct="0">
                <a:spcBef>
                  <a:spcPct val="0"/>
                </a:spcBef>
                <a:spcAft>
                  <a:spcPct val="0"/>
                </a:spcAft>
                <a:tabLst>
                  <a:tab pos="8521700" algn="r"/>
                </a:tabLst>
                <a:defRPr sz="800">
                  <a:solidFill>
                    <a:schemeClr val="tx1"/>
                  </a:solidFill>
                  <a:latin typeface="Arial" panose="020B0604020202020204" pitchFamily="34" charset="0"/>
                  <a:ea typeface="宋体" panose="02010600030101010101" pitchFamily="2" charset="-122"/>
                </a:defRPr>
              </a:lvl9pPr>
            </a:lstStyle>
            <a:p>
              <a:pPr marL="0" lvl="1" eaLnBrk="1" hangingPunct="1">
                <a:spcBef>
                  <a:spcPct val="20000"/>
                </a:spcBef>
                <a:buClr>
                  <a:srgbClr val="000000"/>
                </a:buClr>
              </a:pPr>
              <a:r>
                <a:rPr lang="zh-CN" altLang="en-US" sz="1600" b="1">
                  <a:solidFill>
                    <a:srgbClr val="000000"/>
                  </a:solidFill>
                  <a:latin typeface="Times New Roman" panose="02020603050405020304" pitchFamily="18" charset="0"/>
                  <a:ea typeface="微软雅黑" panose="020B0503020204020204" pitchFamily="34" charset="-122"/>
                </a:rPr>
                <a:t>用户需求场景描述：</a:t>
              </a:r>
              <a:endParaRPr lang="en-US" altLang="zh-CN" sz="1600" b="1">
                <a:solidFill>
                  <a:srgbClr val="000000"/>
                </a:solidFill>
                <a:latin typeface="Times New Roman" panose="02020603050405020304" pitchFamily="18" charset="0"/>
                <a:ea typeface="微软雅黑" panose="020B0503020204020204" pitchFamily="34" charset="-122"/>
              </a:endParaRPr>
            </a:p>
            <a:p>
              <a:pPr marL="0" lvl="1" eaLnBrk="1" hangingPunct="1">
                <a:spcBef>
                  <a:spcPct val="20000"/>
                </a:spcBef>
                <a:buClr>
                  <a:srgbClr val="000000"/>
                </a:buClr>
              </a:pPr>
              <a:endParaRPr lang="en-US" altLang="zh-CN" sz="1600" b="1">
                <a:solidFill>
                  <a:srgbClr val="000000"/>
                </a:solidFill>
                <a:latin typeface="Times New Roman" panose="02020603050405020304" pitchFamily="18" charset="0"/>
                <a:ea typeface="微软雅黑" panose="020B0503020204020204" pitchFamily="34" charset="-122"/>
              </a:endParaRPr>
            </a:p>
            <a:p>
              <a:pPr marL="0" lvl="3" eaLnBrk="1" hangingPunct="1">
                <a:spcBef>
                  <a:spcPct val="20000"/>
                </a:spcBef>
                <a:buClr>
                  <a:srgbClr val="000000"/>
                </a:buClr>
                <a:buFont typeface="微软雅黑" panose="020B0503020204020204" pitchFamily="34" charset="-122"/>
                <a:buChar char="ￚ"/>
              </a:pPr>
              <a:r>
                <a:rPr lang="zh-CN" altLang="en-US" sz="1400" b="1">
                  <a:solidFill>
                    <a:srgbClr val="000000"/>
                  </a:solidFill>
                  <a:latin typeface="微软雅黑" panose="020B0503020204020204" pitchFamily="34" charset="-122"/>
                  <a:ea typeface="微软雅黑" panose="020B0503020204020204" pitchFamily="34" charset="-122"/>
                </a:rPr>
                <a:t> 在公司范围中，希望限制外来</a:t>
              </a:r>
              <a:r>
                <a:rPr lang="en-US" altLang="zh-CN" sz="1400" b="1">
                  <a:solidFill>
                    <a:srgbClr val="000000"/>
                  </a:solidFill>
                  <a:latin typeface="微软雅黑" panose="020B0503020204020204" pitchFamily="34" charset="-122"/>
                  <a:ea typeface="微软雅黑" panose="020B0503020204020204" pitchFamily="34" charset="-122"/>
                </a:rPr>
                <a:t>U</a:t>
              </a:r>
              <a:r>
                <a:rPr lang="zh-CN" altLang="en-US" sz="1400" b="1">
                  <a:solidFill>
                    <a:srgbClr val="000000"/>
                  </a:solidFill>
                  <a:latin typeface="微软雅黑" panose="020B0503020204020204" pitchFamily="34" charset="-122"/>
                  <a:ea typeface="微软雅黑" panose="020B0503020204020204" pitchFamily="34" charset="-122"/>
                </a:rPr>
                <a:t>盘不能使用</a:t>
              </a:r>
              <a:endParaRPr lang="en-US" altLang="zh-CN" sz="1400" b="1">
                <a:solidFill>
                  <a:srgbClr val="000000"/>
                </a:solidFill>
                <a:latin typeface="微软雅黑" panose="020B0503020204020204" pitchFamily="34" charset="-122"/>
                <a:ea typeface="微软雅黑" panose="020B0503020204020204" pitchFamily="34" charset="-122"/>
              </a:endParaRPr>
            </a:p>
            <a:p>
              <a:pPr lvl="4" eaLnBrk="1" hangingPunct="1">
                <a:spcBef>
                  <a:spcPct val="20000"/>
                </a:spcBef>
                <a:buClr>
                  <a:srgbClr val="000000"/>
                </a:buClr>
                <a:buFont typeface="Arial" panose="020B0604020202020204" pitchFamily="34" charset="0"/>
                <a:buChar char="•"/>
              </a:pPr>
              <a:r>
                <a:rPr lang="zh-CN" altLang="en-US" sz="1400" b="1">
                  <a:solidFill>
                    <a:srgbClr val="000000"/>
                  </a:solidFill>
                  <a:latin typeface="微软雅黑" panose="020B0503020204020204" pitchFamily="34" charset="-122"/>
                  <a:ea typeface="微软雅黑" panose="020B0503020204020204" pitchFamily="34" charset="-122"/>
                </a:rPr>
                <a:t> 限制外来</a:t>
              </a:r>
              <a:r>
                <a:rPr lang="en-US" altLang="zh-CN" sz="1400" b="1">
                  <a:solidFill>
                    <a:srgbClr val="000000"/>
                  </a:solidFill>
                  <a:latin typeface="微软雅黑" panose="020B0503020204020204" pitchFamily="34" charset="-122"/>
                  <a:ea typeface="微软雅黑" panose="020B0503020204020204" pitchFamily="34" charset="-122"/>
                </a:rPr>
                <a:t>U</a:t>
              </a:r>
              <a:r>
                <a:rPr lang="zh-CN" altLang="en-US" sz="1400" b="1">
                  <a:solidFill>
                    <a:srgbClr val="000000"/>
                  </a:solidFill>
                  <a:latin typeface="微软雅黑" panose="020B0503020204020204" pitchFamily="34" charset="-122"/>
                  <a:ea typeface="微软雅黑" panose="020B0503020204020204" pitchFamily="34" charset="-122"/>
                </a:rPr>
                <a:t>盘数据拷贝</a:t>
              </a:r>
              <a:r>
                <a:rPr lang="en-US" altLang="zh-CN" sz="1400" b="1">
                  <a:solidFill>
                    <a:srgbClr val="000000"/>
                  </a:solidFill>
                  <a:latin typeface="微软雅黑" panose="020B0503020204020204" pitchFamily="34" charset="-122"/>
                  <a:ea typeface="微软雅黑" panose="020B0503020204020204" pitchFamily="34" charset="-122"/>
                </a:rPr>
                <a:t>/</a:t>
              </a:r>
              <a:r>
                <a:rPr lang="zh-CN" altLang="en-US" sz="1400" b="1">
                  <a:solidFill>
                    <a:srgbClr val="000000"/>
                  </a:solidFill>
                  <a:latin typeface="微软雅黑" panose="020B0503020204020204" pitchFamily="34" charset="-122"/>
                  <a:ea typeface="微软雅黑" panose="020B0503020204020204" pitchFamily="34" charset="-122"/>
                </a:rPr>
                <a:t>交换，造成泄密</a:t>
              </a:r>
              <a:endParaRPr lang="en-US" altLang="zh-CN" sz="1400" b="1">
                <a:solidFill>
                  <a:srgbClr val="000000"/>
                </a:solidFill>
                <a:latin typeface="微软雅黑" panose="020B0503020204020204" pitchFamily="34" charset="-122"/>
                <a:ea typeface="微软雅黑" panose="020B0503020204020204" pitchFamily="34" charset="-122"/>
              </a:endParaRPr>
            </a:p>
            <a:p>
              <a:pPr lvl="4" eaLnBrk="1" hangingPunct="1">
                <a:spcBef>
                  <a:spcPct val="20000"/>
                </a:spcBef>
                <a:buClr>
                  <a:srgbClr val="000000"/>
                </a:buClr>
                <a:buFont typeface="Arial" panose="020B0604020202020204" pitchFamily="34" charset="0"/>
                <a:buChar char="•"/>
              </a:pPr>
              <a:r>
                <a:rPr lang="zh-CN" altLang="en-US" sz="1400" b="1">
                  <a:solidFill>
                    <a:srgbClr val="000000"/>
                  </a:solidFill>
                  <a:latin typeface="微软雅黑" panose="020B0503020204020204" pitchFamily="34" charset="-122"/>
                  <a:ea typeface="微软雅黑" panose="020B0503020204020204" pitchFamily="34" charset="-122"/>
                </a:rPr>
                <a:t> 避免外来</a:t>
              </a:r>
              <a:r>
                <a:rPr lang="en-US" altLang="zh-CN" sz="1400" b="1">
                  <a:solidFill>
                    <a:srgbClr val="000000"/>
                  </a:solidFill>
                  <a:latin typeface="微软雅黑" panose="020B0503020204020204" pitchFamily="34" charset="-122"/>
                  <a:ea typeface="微软雅黑" panose="020B0503020204020204" pitchFamily="34" charset="-122"/>
                </a:rPr>
                <a:t>U</a:t>
              </a:r>
              <a:r>
                <a:rPr lang="zh-CN" altLang="en-US" sz="1400" b="1">
                  <a:solidFill>
                    <a:srgbClr val="000000"/>
                  </a:solidFill>
                  <a:latin typeface="微软雅黑" panose="020B0503020204020204" pitchFamily="34" charset="-122"/>
                  <a:ea typeface="微软雅黑" panose="020B0503020204020204" pitchFamily="34" charset="-122"/>
                </a:rPr>
                <a:t>盘带来恶意程序或病毒</a:t>
              </a:r>
              <a:br>
                <a:rPr lang="en-US" altLang="zh-CN" sz="1600" b="1">
                  <a:solidFill>
                    <a:srgbClr val="000000"/>
                  </a:solidFill>
                  <a:cs typeface="Tahoma" panose="020B0604030504040204" pitchFamily="34" charset="0"/>
                </a:rPr>
              </a:br>
              <a:endParaRPr lang="en-US" altLang="zh-CN" sz="1600">
                <a:solidFill>
                  <a:srgbClr val="000000"/>
                </a:solidFill>
                <a:latin typeface="Times New Roman" panose="02020603050405020304" pitchFamily="18" charset="0"/>
                <a:ea typeface="微软雅黑" panose="020B0503020204020204" pitchFamily="34" charset="-122"/>
              </a:endParaRPr>
            </a:p>
          </p:txBody>
        </p:sp>
        <p:sp>
          <p:nvSpPr>
            <p:cNvPr id="43039" name="Rectangle 8">
              <a:extLst>
                <a:ext uri="{FF2B5EF4-FFF2-40B4-BE49-F238E27FC236}">
                  <a16:creationId xmlns:a16="http://schemas.microsoft.com/office/drawing/2014/main" id="{8EFB9CD9-FB97-F947-D402-37A0BE008D64}"/>
                </a:ext>
              </a:extLst>
            </p:cNvPr>
            <p:cNvSpPr>
              <a:spLocks noChangeArrowheads="1"/>
            </p:cNvSpPr>
            <p:nvPr/>
          </p:nvSpPr>
          <p:spPr bwMode="auto">
            <a:xfrm>
              <a:off x="4810125" y="3876675"/>
              <a:ext cx="3798888" cy="174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lvl1pPr marL="342900" indent="-342900" eaLnBrk="0" hangingPunct="0">
                <a:tabLst>
                  <a:tab pos="8521700" algn="r"/>
                </a:tabLst>
                <a:defRPr sz="800">
                  <a:solidFill>
                    <a:schemeClr val="tx1"/>
                  </a:solidFill>
                  <a:latin typeface="Arial" panose="020B0604020202020204" pitchFamily="34" charset="0"/>
                  <a:ea typeface="宋体" panose="02010600030101010101" pitchFamily="2" charset="-122"/>
                </a:defRPr>
              </a:lvl1pPr>
              <a:lvl2pPr eaLnBrk="0" hangingPunct="0">
                <a:tabLst>
                  <a:tab pos="8521700" algn="r"/>
                </a:tabLst>
                <a:defRPr sz="800">
                  <a:solidFill>
                    <a:schemeClr val="tx1"/>
                  </a:solidFill>
                  <a:latin typeface="Arial" panose="020B0604020202020204" pitchFamily="34" charset="0"/>
                  <a:ea typeface="宋体" panose="02010600030101010101" pitchFamily="2" charset="-122"/>
                </a:defRPr>
              </a:lvl2pPr>
              <a:lvl3pPr marL="1143000" indent="-228600" eaLnBrk="0" hangingPunct="0">
                <a:tabLst>
                  <a:tab pos="8521700" algn="r"/>
                </a:tabLst>
                <a:defRPr sz="800">
                  <a:solidFill>
                    <a:schemeClr val="tx1"/>
                  </a:solidFill>
                  <a:latin typeface="Arial" panose="020B0604020202020204" pitchFamily="34" charset="0"/>
                  <a:ea typeface="宋体" panose="02010600030101010101" pitchFamily="2" charset="-122"/>
                </a:defRPr>
              </a:lvl3pPr>
              <a:lvl4pPr eaLnBrk="0" hangingPunct="0">
                <a:tabLst>
                  <a:tab pos="8521700" algn="r"/>
                </a:tabLst>
                <a:defRPr sz="800">
                  <a:solidFill>
                    <a:schemeClr val="tx1"/>
                  </a:solidFill>
                  <a:latin typeface="Arial" panose="020B0604020202020204" pitchFamily="34" charset="0"/>
                  <a:ea typeface="宋体" panose="02010600030101010101" pitchFamily="2" charset="-122"/>
                </a:defRPr>
              </a:lvl4pPr>
              <a:lvl5pPr marL="457200" eaLnBrk="0" hangingPunct="0">
                <a:tabLst>
                  <a:tab pos="8521700" algn="r"/>
                </a:tabLst>
                <a:defRPr sz="800">
                  <a:solidFill>
                    <a:schemeClr val="tx1"/>
                  </a:solidFill>
                  <a:latin typeface="Arial" panose="020B0604020202020204" pitchFamily="34" charset="0"/>
                  <a:ea typeface="宋体" panose="02010600030101010101" pitchFamily="2" charset="-122"/>
                </a:defRPr>
              </a:lvl5pPr>
              <a:lvl6pPr marL="914400" eaLnBrk="0" fontAlgn="base" hangingPunct="0">
                <a:spcBef>
                  <a:spcPct val="0"/>
                </a:spcBef>
                <a:spcAft>
                  <a:spcPct val="0"/>
                </a:spcAft>
                <a:tabLst>
                  <a:tab pos="8521700" algn="r"/>
                </a:tabLst>
                <a:defRPr sz="800">
                  <a:solidFill>
                    <a:schemeClr val="tx1"/>
                  </a:solidFill>
                  <a:latin typeface="Arial" panose="020B0604020202020204" pitchFamily="34" charset="0"/>
                  <a:ea typeface="宋体" panose="02010600030101010101" pitchFamily="2" charset="-122"/>
                </a:defRPr>
              </a:lvl6pPr>
              <a:lvl7pPr marL="1371600" eaLnBrk="0" fontAlgn="base" hangingPunct="0">
                <a:spcBef>
                  <a:spcPct val="0"/>
                </a:spcBef>
                <a:spcAft>
                  <a:spcPct val="0"/>
                </a:spcAft>
                <a:tabLst>
                  <a:tab pos="8521700" algn="r"/>
                </a:tabLst>
                <a:defRPr sz="800">
                  <a:solidFill>
                    <a:schemeClr val="tx1"/>
                  </a:solidFill>
                  <a:latin typeface="Arial" panose="020B0604020202020204" pitchFamily="34" charset="0"/>
                  <a:ea typeface="宋体" panose="02010600030101010101" pitchFamily="2" charset="-122"/>
                </a:defRPr>
              </a:lvl7pPr>
              <a:lvl8pPr marL="1828800" eaLnBrk="0" fontAlgn="base" hangingPunct="0">
                <a:spcBef>
                  <a:spcPct val="0"/>
                </a:spcBef>
                <a:spcAft>
                  <a:spcPct val="0"/>
                </a:spcAft>
                <a:tabLst>
                  <a:tab pos="8521700" algn="r"/>
                </a:tabLst>
                <a:defRPr sz="800">
                  <a:solidFill>
                    <a:schemeClr val="tx1"/>
                  </a:solidFill>
                  <a:latin typeface="Arial" panose="020B0604020202020204" pitchFamily="34" charset="0"/>
                  <a:ea typeface="宋体" panose="02010600030101010101" pitchFamily="2" charset="-122"/>
                </a:defRPr>
              </a:lvl8pPr>
              <a:lvl9pPr marL="2286000" eaLnBrk="0" fontAlgn="base" hangingPunct="0">
                <a:spcBef>
                  <a:spcPct val="0"/>
                </a:spcBef>
                <a:spcAft>
                  <a:spcPct val="0"/>
                </a:spcAft>
                <a:tabLst>
                  <a:tab pos="8521700" algn="r"/>
                </a:tabLst>
                <a:defRPr sz="800">
                  <a:solidFill>
                    <a:schemeClr val="tx1"/>
                  </a:solidFill>
                  <a:latin typeface="Arial" panose="020B0604020202020204" pitchFamily="34" charset="0"/>
                  <a:ea typeface="宋体" panose="02010600030101010101" pitchFamily="2" charset="-122"/>
                </a:defRPr>
              </a:lvl9pPr>
            </a:lstStyle>
            <a:p>
              <a:pPr marL="0" lvl="1" eaLnBrk="1" hangingPunct="1">
                <a:spcBef>
                  <a:spcPct val="20000"/>
                </a:spcBef>
                <a:buClr>
                  <a:srgbClr val="000000"/>
                </a:buClr>
              </a:pPr>
              <a:r>
                <a:rPr lang="zh-CN" altLang="en-US" sz="1600" b="1">
                  <a:solidFill>
                    <a:srgbClr val="000000"/>
                  </a:solidFill>
                  <a:latin typeface="Times New Roman" panose="02020603050405020304" pitchFamily="18" charset="0"/>
                  <a:ea typeface="微软雅黑" panose="020B0503020204020204" pitchFamily="34" charset="-122"/>
                </a:rPr>
                <a:t>“</a:t>
              </a:r>
              <a:r>
                <a:rPr lang="en-US" altLang="zh-CN" sz="1600" b="1">
                  <a:solidFill>
                    <a:srgbClr val="000000"/>
                  </a:solidFill>
                  <a:latin typeface="Times New Roman" panose="02020603050405020304" pitchFamily="18" charset="0"/>
                  <a:ea typeface="微软雅黑" panose="020B0503020204020204" pitchFamily="34" charset="-122"/>
                </a:rPr>
                <a:t>U</a:t>
              </a:r>
              <a:r>
                <a:rPr lang="zh-CN" altLang="en-US" sz="1600" b="1">
                  <a:solidFill>
                    <a:srgbClr val="000000"/>
                  </a:solidFill>
                  <a:latin typeface="Times New Roman" panose="02020603050405020304" pitchFamily="18" charset="0"/>
                  <a:ea typeface="微软雅黑" panose="020B0503020204020204" pitchFamily="34" charset="-122"/>
                </a:rPr>
                <a:t>盘无忧”实现方案：</a:t>
              </a:r>
              <a:endParaRPr lang="en-US" altLang="zh-CN" sz="1600" b="1">
                <a:solidFill>
                  <a:srgbClr val="000000"/>
                </a:solidFill>
                <a:latin typeface="Times New Roman" panose="02020603050405020304" pitchFamily="18" charset="0"/>
                <a:ea typeface="微软雅黑" panose="020B0503020204020204" pitchFamily="34" charset="-122"/>
              </a:endParaRPr>
            </a:p>
            <a:p>
              <a:pPr marL="0" lvl="1" eaLnBrk="1" hangingPunct="1">
                <a:spcBef>
                  <a:spcPct val="20000"/>
                </a:spcBef>
                <a:buClr>
                  <a:srgbClr val="000000"/>
                </a:buClr>
              </a:pPr>
              <a:endParaRPr lang="en-US" altLang="zh-CN" sz="1600" b="1">
                <a:solidFill>
                  <a:srgbClr val="000000"/>
                </a:solidFill>
                <a:latin typeface="Times New Roman" panose="02020603050405020304" pitchFamily="18" charset="0"/>
                <a:ea typeface="微软雅黑" panose="020B0503020204020204" pitchFamily="34" charset="-122"/>
              </a:endParaRPr>
            </a:p>
            <a:p>
              <a:pPr marL="0" lvl="3" eaLnBrk="1" hangingPunct="1">
                <a:spcBef>
                  <a:spcPct val="20000"/>
                </a:spcBef>
                <a:buClr>
                  <a:srgbClr val="000000"/>
                </a:buClr>
                <a:buFont typeface="微软雅黑" panose="020B0503020204020204" pitchFamily="34" charset="-122"/>
                <a:buChar char="ￚ"/>
              </a:pPr>
              <a:r>
                <a:rPr lang="zh-CN" altLang="en-US" sz="1400" b="1">
                  <a:solidFill>
                    <a:srgbClr val="000000"/>
                  </a:solidFill>
                  <a:latin typeface="微软雅黑" panose="020B0503020204020204" pitchFamily="34" charset="-122"/>
                  <a:ea typeface="微软雅黑" panose="020B0503020204020204" pitchFamily="34" charset="-122"/>
                </a:rPr>
                <a:t>  外来</a:t>
              </a:r>
              <a:r>
                <a:rPr lang="en-US" altLang="zh-CN" sz="1400" b="1">
                  <a:solidFill>
                    <a:srgbClr val="000000"/>
                  </a:solidFill>
                  <a:latin typeface="微软雅黑" panose="020B0503020204020204" pitchFamily="34" charset="-122"/>
                  <a:ea typeface="微软雅黑" panose="020B0503020204020204" pitchFamily="34" charset="-122"/>
                </a:rPr>
                <a:t>U</a:t>
              </a:r>
              <a:r>
                <a:rPr lang="zh-CN" altLang="en-US" sz="1400" b="1">
                  <a:solidFill>
                    <a:srgbClr val="000000"/>
                  </a:solidFill>
                  <a:latin typeface="微软雅黑" panose="020B0503020204020204" pitchFamily="34" charset="-122"/>
                  <a:ea typeface="微软雅黑" panose="020B0503020204020204" pitchFamily="34" charset="-122"/>
                </a:rPr>
                <a:t>盘不能挂载</a:t>
              </a:r>
              <a:endParaRPr lang="en-US" altLang="zh-CN" sz="1400" b="1">
                <a:solidFill>
                  <a:srgbClr val="000000"/>
                </a:solidFill>
                <a:latin typeface="微软雅黑" panose="020B0503020204020204" pitchFamily="34" charset="-122"/>
                <a:ea typeface="微软雅黑" panose="020B0503020204020204" pitchFamily="34" charset="-122"/>
              </a:endParaRPr>
            </a:p>
            <a:p>
              <a:pPr lvl="4" eaLnBrk="1" hangingPunct="1">
                <a:spcBef>
                  <a:spcPct val="20000"/>
                </a:spcBef>
                <a:buClr>
                  <a:srgbClr val="000000"/>
                </a:buClr>
                <a:buFont typeface="Arial" panose="020B0604020202020204" pitchFamily="34" charset="0"/>
                <a:buChar char="•"/>
              </a:pPr>
              <a:r>
                <a:rPr lang="en-US" altLang="zh-CN" sz="1400" b="1">
                  <a:solidFill>
                    <a:srgbClr val="000000"/>
                  </a:solidFill>
                  <a:latin typeface="微软雅黑" panose="020B0503020204020204" pitchFamily="34" charset="-122"/>
                  <a:ea typeface="微软雅黑" panose="020B0503020204020204" pitchFamily="34" charset="-122"/>
                </a:rPr>
                <a:t> </a:t>
              </a:r>
              <a:r>
                <a:rPr lang="zh-CN" altLang="en-US" sz="1400" b="1">
                  <a:solidFill>
                    <a:srgbClr val="000000"/>
                  </a:solidFill>
                  <a:latin typeface="微软雅黑" panose="020B0503020204020204" pitchFamily="34" charset="-122"/>
                  <a:ea typeface="微软雅黑" panose="020B0503020204020204" pitchFamily="34" charset="-122"/>
                </a:rPr>
                <a:t>非安全</a:t>
              </a:r>
              <a:r>
                <a:rPr lang="en-US" altLang="zh-CN" sz="1400" b="1">
                  <a:solidFill>
                    <a:srgbClr val="000000"/>
                  </a:solidFill>
                  <a:latin typeface="微软雅黑" panose="020B0503020204020204" pitchFamily="34" charset="-122"/>
                  <a:ea typeface="微软雅黑" panose="020B0503020204020204" pitchFamily="34" charset="-122"/>
                </a:rPr>
                <a:t>U</a:t>
              </a:r>
              <a:r>
                <a:rPr lang="zh-CN" altLang="en-US" sz="1400" b="1">
                  <a:solidFill>
                    <a:srgbClr val="000000"/>
                  </a:solidFill>
                  <a:latin typeface="微软雅黑" panose="020B0503020204020204" pitchFamily="34" charset="-122"/>
                  <a:ea typeface="微软雅黑" panose="020B0503020204020204" pitchFamily="34" charset="-122"/>
                </a:rPr>
                <a:t>盘插入主机后，给出提示告知用户不能挂载</a:t>
              </a:r>
              <a:endParaRPr lang="en-US" altLang="zh-CN" sz="1400" b="1">
                <a:solidFill>
                  <a:srgbClr val="000000"/>
                </a:solidFill>
                <a:latin typeface="微软雅黑" panose="020B0503020204020204" pitchFamily="34" charset="-122"/>
                <a:ea typeface="微软雅黑" panose="020B0503020204020204" pitchFamily="34" charset="-122"/>
              </a:endParaRPr>
            </a:p>
            <a:p>
              <a:pPr marL="0" lvl="3" eaLnBrk="1" hangingPunct="1">
                <a:spcBef>
                  <a:spcPct val="20000"/>
                </a:spcBef>
                <a:buClr>
                  <a:srgbClr val="000000"/>
                </a:buClr>
                <a:buFont typeface="微软雅黑" panose="020B0503020204020204" pitchFamily="34" charset="-122"/>
                <a:buChar char="ￚ"/>
              </a:pPr>
              <a:r>
                <a:rPr lang="zh-CN" altLang="en-US" sz="1400" b="1">
                  <a:solidFill>
                    <a:srgbClr val="000000"/>
                  </a:solidFill>
                  <a:latin typeface="微软雅黑" panose="020B0503020204020204" pitchFamily="34" charset="-122"/>
                  <a:ea typeface="微软雅黑" panose="020B0503020204020204" pitchFamily="34" charset="-122"/>
                </a:rPr>
                <a:t> 该功能需要管理员软件设置“客户端策略”为“禁止使用普通</a:t>
              </a:r>
              <a:r>
                <a:rPr lang="en-US" altLang="zh-CN" sz="1400" b="1">
                  <a:solidFill>
                    <a:srgbClr val="000000"/>
                  </a:solidFill>
                  <a:latin typeface="微软雅黑" panose="020B0503020204020204" pitchFamily="34" charset="-122"/>
                  <a:ea typeface="微软雅黑" panose="020B0503020204020204" pitchFamily="34" charset="-122"/>
                </a:rPr>
                <a:t>U</a:t>
              </a:r>
              <a:r>
                <a:rPr lang="zh-CN" altLang="en-US" sz="1400" b="1">
                  <a:solidFill>
                    <a:srgbClr val="000000"/>
                  </a:solidFill>
                  <a:latin typeface="微软雅黑" panose="020B0503020204020204" pitchFamily="34" charset="-122"/>
                  <a:ea typeface="微软雅黑" panose="020B0503020204020204" pitchFamily="34" charset="-122"/>
                </a:rPr>
                <a:t>盘”</a:t>
              </a:r>
              <a:endParaRPr lang="en-US" altLang="zh-CN" sz="1400" b="1">
                <a:solidFill>
                  <a:srgbClr val="000000"/>
                </a:solidFill>
                <a:latin typeface="微软雅黑" panose="020B0503020204020204" pitchFamily="34" charset="-122"/>
                <a:ea typeface="微软雅黑" panose="020B0503020204020204" pitchFamily="34" charset="-122"/>
              </a:endParaRPr>
            </a:p>
          </p:txBody>
        </p:sp>
        <p:cxnSp>
          <p:nvCxnSpPr>
            <p:cNvPr id="16" name="直接连接符 15">
              <a:extLst>
                <a:ext uri="{FF2B5EF4-FFF2-40B4-BE49-F238E27FC236}">
                  <a16:creationId xmlns:a16="http://schemas.microsoft.com/office/drawing/2014/main" id="{34D080EF-804A-DED7-D43C-B19FC5500768}"/>
                </a:ext>
              </a:extLst>
            </p:cNvPr>
            <p:cNvCxnSpPr>
              <a:stCxn id="13" idx="0"/>
              <a:endCxn id="13" idx="2"/>
            </p:cNvCxnSpPr>
            <p:nvPr/>
          </p:nvCxnSpPr>
          <p:spPr>
            <a:xfrm rot="16200000" flipH="1">
              <a:off x="3369469" y="5036344"/>
              <a:ext cx="2422525" cy="1587"/>
            </a:xfrm>
            <a:prstGeom prst="line">
              <a:avLst/>
            </a:prstGeom>
            <a:ln>
              <a:solidFill>
                <a:schemeClr val="bg1">
                  <a:lumMod val="65000"/>
                </a:schemeClr>
              </a:solidFill>
              <a:prstDash val="dashDot"/>
            </a:ln>
          </p:spPr>
          <p:style>
            <a:lnRef idx="1">
              <a:schemeClr val="accent1"/>
            </a:lnRef>
            <a:fillRef idx="0">
              <a:schemeClr val="accent1"/>
            </a:fillRef>
            <a:effectRef idx="0">
              <a:schemeClr val="accent1"/>
            </a:effectRef>
            <a:fontRef idx="minor">
              <a:schemeClr val="tx1"/>
            </a:fontRef>
          </p:style>
        </p:cxnSp>
      </p:grpSp>
      <p:grpSp>
        <p:nvGrpSpPr>
          <p:cNvPr id="43015" name="组合 66">
            <a:extLst>
              <a:ext uri="{FF2B5EF4-FFF2-40B4-BE49-F238E27FC236}">
                <a16:creationId xmlns:a16="http://schemas.microsoft.com/office/drawing/2014/main" id="{BF5BE6A8-FB85-02A0-7C89-8E646B4D43A4}"/>
              </a:ext>
            </a:extLst>
          </p:cNvPr>
          <p:cNvGrpSpPr>
            <a:grpSpLocks/>
          </p:cNvGrpSpPr>
          <p:nvPr/>
        </p:nvGrpSpPr>
        <p:grpSpPr bwMode="auto">
          <a:xfrm>
            <a:off x="2362200" y="4038600"/>
            <a:ext cx="4135438" cy="2495550"/>
            <a:chOff x="5155660" y="4114801"/>
            <a:chExt cx="4137130" cy="2496125"/>
          </a:xfrm>
        </p:grpSpPr>
        <p:grpSp>
          <p:nvGrpSpPr>
            <p:cNvPr id="43016" name="组合 46">
              <a:extLst>
                <a:ext uri="{FF2B5EF4-FFF2-40B4-BE49-F238E27FC236}">
                  <a16:creationId xmlns:a16="http://schemas.microsoft.com/office/drawing/2014/main" id="{73FFEE73-EB60-D376-6F1D-D546753BB28B}"/>
                </a:ext>
              </a:extLst>
            </p:cNvPr>
            <p:cNvGrpSpPr>
              <a:grpSpLocks/>
            </p:cNvGrpSpPr>
            <p:nvPr/>
          </p:nvGrpSpPr>
          <p:grpSpPr bwMode="auto">
            <a:xfrm>
              <a:off x="5155660" y="4114801"/>
              <a:ext cx="3419702" cy="2496125"/>
              <a:chOff x="2217906" y="3706239"/>
              <a:chExt cx="3419702" cy="2496125"/>
            </a:xfrm>
          </p:grpSpPr>
          <p:sp>
            <p:nvSpPr>
              <p:cNvPr id="24" name="Rectangle 4">
                <a:extLst>
                  <a:ext uri="{FF2B5EF4-FFF2-40B4-BE49-F238E27FC236}">
                    <a16:creationId xmlns:a16="http://schemas.microsoft.com/office/drawing/2014/main" id="{872392E7-244F-F95C-91C8-D59E070A5CA8}"/>
                  </a:ext>
                </a:extLst>
              </p:cNvPr>
              <p:cNvSpPr>
                <a:spLocks noChangeArrowheads="1"/>
              </p:cNvSpPr>
              <p:nvPr/>
            </p:nvSpPr>
            <p:spPr bwMode="auto">
              <a:xfrm>
                <a:off x="2262374" y="3706239"/>
                <a:ext cx="3323998" cy="2496125"/>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p>
                <a:pPr>
                  <a:defRPr/>
                </a:pPr>
                <a:endParaRPr lang="zh-CN" altLang="en-US" sz="1600" b="1">
                  <a:solidFill>
                    <a:srgbClr val="FFFFFF"/>
                  </a:solidFill>
                  <a:latin typeface="宋体" pitchFamily="2" charset="-122"/>
                  <a:ea typeface="宋体" pitchFamily="2" charset="-122"/>
                </a:endParaRPr>
              </a:p>
            </p:txBody>
          </p:sp>
          <p:pic>
            <p:nvPicPr>
              <p:cNvPr id="43023" name="Picture 2">
                <a:extLst>
                  <a:ext uri="{FF2B5EF4-FFF2-40B4-BE49-F238E27FC236}">
                    <a16:creationId xmlns:a16="http://schemas.microsoft.com/office/drawing/2014/main" id="{BAD47CB1-0AA1-8501-C3D1-302865C7497E}"/>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5596" y="3942236"/>
                <a:ext cx="2985491" cy="22077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43024" name="Rectangle 7">
                <a:extLst>
                  <a:ext uri="{FF2B5EF4-FFF2-40B4-BE49-F238E27FC236}">
                    <a16:creationId xmlns:a16="http://schemas.microsoft.com/office/drawing/2014/main" id="{AA7D5C4F-AC0D-A14A-370C-C1D9A577FF50}"/>
                  </a:ext>
                </a:extLst>
              </p:cNvPr>
              <p:cNvSpPr>
                <a:spLocks noChangeArrowheads="1"/>
              </p:cNvSpPr>
              <p:nvPr/>
            </p:nvSpPr>
            <p:spPr bwMode="auto">
              <a:xfrm>
                <a:off x="2530788" y="4924960"/>
                <a:ext cx="1160709" cy="309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36538" indent="-236538"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spcBef>
                    <a:spcPct val="20000"/>
                  </a:spcBef>
                  <a:buClr>
                    <a:srgbClr val="FF7C23"/>
                  </a:buClr>
                </a:pPr>
                <a:endParaRPr lang="zh-CN" altLang="en-US" sz="1600" b="1">
                  <a:solidFill>
                    <a:srgbClr val="000000"/>
                  </a:solidFill>
                  <a:latin typeface="宋体" panose="02010600030101010101" pitchFamily="2" charset="-122"/>
                  <a:ea typeface="Arial Unicode MS" pitchFamily="34" charset="-122"/>
                </a:endParaRPr>
              </a:p>
            </p:txBody>
          </p:sp>
          <p:sp>
            <p:nvSpPr>
              <p:cNvPr id="43025" name="Rectangle 8">
                <a:extLst>
                  <a:ext uri="{FF2B5EF4-FFF2-40B4-BE49-F238E27FC236}">
                    <a16:creationId xmlns:a16="http://schemas.microsoft.com/office/drawing/2014/main" id="{4AE5AE9F-0BB5-8CF7-7695-150F98D8BE47}"/>
                  </a:ext>
                </a:extLst>
              </p:cNvPr>
              <p:cNvSpPr>
                <a:spLocks noChangeArrowheads="1"/>
              </p:cNvSpPr>
              <p:nvPr/>
            </p:nvSpPr>
            <p:spPr bwMode="auto">
              <a:xfrm>
                <a:off x="3356187" y="5632773"/>
                <a:ext cx="2281421" cy="319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36538" indent="-236538"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a:spcBef>
                    <a:spcPct val="20000"/>
                  </a:spcBef>
                  <a:buClr>
                    <a:srgbClr val="FF7C23"/>
                  </a:buClr>
                  <a:buFont typeface="Wingdings" panose="05000000000000000000" pitchFamily="2" charset="2"/>
                  <a:buNone/>
                </a:pPr>
                <a:r>
                  <a:rPr lang="zh-CN" altLang="en-US" sz="1200" b="1">
                    <a:solidFill>
                      <a:srgbClr val="000000"/>
                    </a:solidFill>
                    <a:latin typeface="宋体" panose="02010600030101010101" pitchFamily="2" charset="-122"/>
                    <a:ea typeface="Arial Unicode MS" pitchFamily="34" charset="-122"/>
                  </a:rPr>
                  <a:t>合法的计算机之间自动进行</a:t>
                </a:r>
              </a:p>
              <a:p>
                <a:pPr algn="ctr">
                  <a:spcBef>
                    <a:spcPct val="20000"/>
                  </a:spcBef>
                  <a:buClr>
                    <a:srgbClr val="FF7C23"/>
                  </a:buClr>
                  <a:buFont typeface="Wingdings" panose="05000000000000000000" pitchFamily="2" charset="2"/>
                  <a:buNone/>
                </a:pPr>
                <a:r>
                  <a:rPr lang="zh-CN" altLang="en-US" sz="1200" b="1">
                    <a:solidFill>
                      <a:srgbClr val="000000"/>
                    </a:solidFill>
                    <a:latin typeface="宋体" panose="02010600030101010101" pitchFamily="2" charset="-122"/>
                    <a:ea typeface="Arial Unicode MS" pitchFamily="34" charset="-122"/>
                  </a:rPr>
                  <a:t>密钥和策略的传递</a:t>
                </a:r>
                <a:endParaRPr lang="en-US" altLang="zh-CN" sz="1200" b="1">
                  <a:solidFill>
                    <a:srgbClr val="000000"/>
                  </a:solidFill>
                  <a:latin typeface="宋体" panose="02010600030101010101" pitchFamily="2" charset="-122"/>
                  <a:ea typeface="Arial Unicode MS" pitchFamily="34" charset="-122"/>
                </a:endParaRPr>
              </a:p>
            </p:txBody>
          </p:sp>
          <p:sp>
            <p:nvSpPr>
              <p:cNvPr id="43026" name="Rectangle 16">
                <a:extLst>
                  <a:ext uri="{FF2B5EF4-FFF2-40B4-BE49-F238E27FC236}">
                    <a16:creationId xmlns:a16="http://schemas.microsoft.com/office/drawing/2014/main" id="{AA0BA061-465A-2495-D207-9FEBF8B3694B}"/>
                  </a:ext>
                </a:extLst>
              </p:cNvPr>
              <p:cNvSpPr>
                <a:spLocks noChangeArrowheads="1"/>
              </p:cNvSpPr>
              <p:nvPr/>
            </p:nvSpPr>
            <p:spPr bwMode="auto">
              <a:xfrm>
                <a:off x="2903876" y="3753638"/>
                <a:ext cx="903032" cy="307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zh-CN" altLang="en-US" sz="1400" b="1">
                    <a:solidFill>
                      <a:srgbClr val="00529B"/>
                    </a:solidFill>
                    <a:latin typeface="微软雅黑" panose="020B0503020204020204" pitchFamily="34" charset="-122"/>
                    <a:ea typeface="微软雅黑" panose="020B0503020204020204" pitchFamily="34" charset="-122"/>
                  </a:rPr>
                  <a:t>公司内网</a:t>
                </a:r>
              </a:p>
            </p:txBody>
          </p:sp>
          <p:pic>
            <p:nvPicPr>
              <p:cNvPr id="43027" name="Picture 21" descr="3">
                <a:extLst>
                  <a:ext uri="{FF2B5EF4-FFF2-40B4-BE49-F238E27FC236}">
                    <a16:creationId xmlns:a16="http://schemas.microsoft.com/office/drawing/2014/main" id="{7D38193D-0F19-D9FC-7A62-B54A2AD333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9451" y="5146118"/>
                <a:ext cx="724445" cy="576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28" name="Picture 24" descr="3">
                <a:extLst>
                  <a:ext uri="{FF2B5EF4-FFF2-40B4-BE49-F238E27FC236}">
                    <a16:creationId xmlns:a16="http://schemas.microsoft.com/office/drawing/2014/main" id="{4B9480C3-6B9C-70EC-DE78-1E1026C968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4592" y="5144020"/>
                <a:ext cx="724445" cy="576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Line 26">
                <a:extLst>
                  <a:ext uri="{FF2B5EF4-FFF2-40B4-BE49-F238E27FC236}">
                    <a16:creationId xmlns:a16="http://schemas.microsoft.com/office/drawing/2014/main" id="{3C6771FB-630A-95CF-0E19-1775007BABFC}"/>
                  </a:ext>
                </a:extLst>
              </p:cNvPr>
              <p:cNvSpPr>
                <a:spLocks noChangeShapeType="1"/>
              </p:cNvSpPr>
              <p:nvPr/>
            </p:nvSpPr>
            <p:spPr bwMode="auto">
              <a:xfrm flipV="1">
                <a:off x="3636124" y="4814569"/>
                <a:ext cx="452622" cy="436664"/>
              </a:xfrm>
              <a:prstGeom prst="line">
                <a:avLst/>
              </a:prstGeom>
              <a:noFill/>
              <a:ln w="28575">
                <a:solidFill>
                  <a:schemeClr val="tx2">
                    <a:lumMod val="75000"/>
                  </a:schemeClr>
                </a:solidFill>
                <a:round/>
                <a:headEnd type="triangle" w="med" len="med"/>
                <a:tailEnd type="triangle" w="med" len="med"/>
              </a:ln>
            </p:spPr>
            <p:txBody>
              <a:bodyPr anchor="ctr"/>
              <a:lstStyle/>
              <a:p>
                <a:pPr>
                  <a:defRPr/>
                </a:pPr>
                <a:endParaRPr lang="zh-CN" altLang="en-US" sz="1600" b="1">
                  <a:solidFill>
                    <a:srgbClr val="000000"/>
                  </a:solidFill>
                  <a:latin typeface="宋体" pitchFamily="2" charset="-122"/>
                </a:endParaRPr>
              </a:p>
            </p:txBody>
          </p:sp>
          <p:sp>
            <p:nvSpPr>
              <p:cNvPr id="32" name="Line 27">
                <a:extLst>
                  <a:ext uri="{FF2B5EF4-FFF2-40B4-BE49-F238E27FC236}">
                    <a16:creationId xmlns:a16="http://schemas.microsoft.com/office/drawing/2014/main" id="{CB8E4E2F-B6F4-852C-ADDC-37E9E7DDE5F5}"/>
                  </a:ext>
                </a:extLst>
              </p:cNvPr>
              <p:cNvSpPr>
                <a:spLocks noChangeShapeType="1"/>
              </p:cNvSpPr>
              <p:nvPr/>
            </p:nvSpPr>
            <p:spPr bwMode="auto">
              <a:xfrm flipH="1" flipV="1">
                <a:off x="4433375" y="4790752"/>
                <a:ext cx="568558" cy="544637"/>
              </a:xfrm>
              <a:prstGeom prst="line">
                <a:avLst/>
              </a:prstGeom>
              <a:noFill/>
              <a:ln w="28575">
                <a:solidFill>
                  <a:schemeClr val="tx2">
                    <a:lumMod val="75000"/>
                  </a:schemeClr>
                </a:solidFill>
                <a:round/>
                <a:headEnd type="triangle" w="med" len="med"/>
                <a:tailEnd type="triangle" w="med" len="med"/>
              </a:ln>
            </p:spPr>
            <p:txBody>
              <a:bodyPr anchor="ctr"/>
              <a:lstStyle/>
              <a:p>
                <a:pPr>
                  <a:defRPr/>
                </a:pPr>
                <a:endParaRPr lang="zh-CN" altLang="en-US" sz="1600" b="1">
                  <a:solidFill>
                    <a:srgbClr val="000000"/>
                  </a:solidFill>
                  <a:latin typeface="宋体" pitchFamily="2" charset="-122"/>
                </a:endParaRPr>
              </a:p>
            </p:txBody>
          </p:sp>
          <p:cxnSp>
            <p:nvCxnSpPr>
              <p:cNvPr id="43031" name="AutoShape 36">
                <a:extLst>
                  <a:ext uri="{FF2B5EF4-FFF2-40B4-BE49-F238E27FC236}">
                    <a16:creationId xmlns:a16="http://schemas.microsoft.com/office/drawing/2014/main" id="{187B9E78-4A30-5317-6579-DADDE6282F89}"/>
                  </a:ext>
                </a:extLst>
              </p:cNvPr>
              <p:cNvCxnSpPr>
                <a:cxnSpLocks noChangeShapeType="1"/>
              </p:cNvCxnSpPr>
              <p:nvPr/>
            </p:nvCxnSpPr>
            <p:spPr bwMode="auto">
              <a:xfrm>
                <a:off x="2731264" y="5291506"/>
                <a:ext cx="0" cy="0"/>
              </a:xfrm>
              <a:prstGeom prst="straightConnector1">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pic>
            <p:nvPicPr>
              <p:cNvPr id="43032" name="Picture 24" descr="3">
                <a:extLst>
                  <a:ext uri="{FF2B5EF4-FFF2-40B4-BE49-F238E27FC236}">
                    <a16:creationId xmlns:a16="http://schemas.microsoft.com/office/drawing/2014/main" id="{F9F8CEE4-1785-68DE-E1AB-51FCA5FE19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19311" y="4264544"/>
                <a:ext cx="724445" cy="576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33" name="Rectangle 11">
                <a:extLst>
                  <a:ext uri="{FF2B5EF4-FFF2-40B4-BE49-F238E27FC236}">
                    <a16:creationId xmlns:a16="http://schemas.microsoft.com/office/drawing/2014/main" id="{85038406-E64D-997E-51B5-F438764E057F}"/>
                  </a:ext>
                </a:extLst>
              </p:cNvPr>
              <p:cNvSpPr>
                <a:spLocks noChangeArrowheads="1"/>
              </p:cNvSpPr>
              <p:nvPr/>
            </p:nvSpPr>
            <p:spPr bwMode="auto">
              <a:xfrm>
                <a:off x="2217906" y="5544183"/>
                <a:ext cx="1109935" cy="285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marL="342900" indent="-342900"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9900"/>
                  </a:buClr>
                  <a:buFont typeface="Wingdings" panose="05000000000000000000" pitchFamily="2" charset="2"/>
                  <a:buNone/>
                </a:pPr>
                <a:r>
                  <a:rPr lang="zh-CN" altLang="en-US" sz="1400" b="1">
                    <a:solidFill>
                      <a:srgbClr val="000000"/>
                    </a:solidFill>
                    <a:latin typeface="宋体" panose="02010600030101010101" pitchFamily="2" charset="-122"/>
                  </a:rPr>
                  <a:t>安全</a:t>
                </a:r>
                <a:r>
                  <a:rPr lang="en-US" altLang="zh-CN" sz="1400" b="1">
                    <a:solidFill>
                      <a:srgbClr val="000000"/>
                    </a:solidFill>
                    <a:latin typeface="宋体" panose="02010600030101010101" pitchFamily="2" charset="-122"/>
                  </a:rPr>
                  <a:t>U</a:t>
                </a:r>
                <a:r>
                  <a:rPr lang="zh-CN" altLang="en-US" sz="1400" b="1">
                    <a:solidFill>
                      <a:srgbClr val="000000"/>
                    </a:solidFill>
                    <a:latin typeface="宋体" panose="02010600030101010101" pitchFamily="2" charset="-122"/>
                  </a:rPr>
                  <a:t>盘</a:t>
                </a:r>
              </a:p>
            </p:txBody>
          </p:sp>
          <p:pic>
            <p:nvPicPr>
              <p:cNvPr id="43034" name="Picture 31" descr="40">
                <a:extLst>
                  <a:ext uri="{FF2B5EF4-FFF2-40B4-BE49-F238E27FC236}">
                    <a16:creationId xmlns:a16="http://schemas.microsoft.com/office/drawing/2014/main" id="{13D9FBEF-23A2-DA00-3BD8-D3771DBC26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6807" y="4550135"/>
                <a:ext cx="889248" cy="779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35" name="Picture 35" descr="png-0644">
                <a:extLst>
                  <a:ext uri="{FF2B5EF4-FFF2-40B4-BE49-F238E27FC236}">
                    <a16:creationId xmlns:a16="http://schemas.microsoft.com/office/drawing/2014/main" id="{C7A7D6B4-D916-7B04-59BD-6AB5F7E710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6664" y="5070229"/>
                <a:ext cx="480685" cy="421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8" name="直接箭头连接符 37">
                <a:extLst>
                  <a:ext uri="{FF2B5EF4-FFF2-40B4-BE49-F238E27FC236}">
                    <a16:creationId xmlns:a16="http://schemas.microsoft.com/office/drawing/2014/main" id="{078628AF-4E7E-DAF2-6EA4-50B0DFABBB91}"/>
                  </a:ext>
                </a:extLst>
              </p:cNvPr>
              <p:cNvCxnSpPr/>
              <p:nvPr/>
            </p:nvCxnSpPr>
            <p:spPr bwMode="auto">
              <a:xfrm flipV="1">
                <a:off x="3753647" y="5432250"/>
                <a:ext cx="1111705" cy="1587"/>
              </a:xfrm>
              <a:prstGeom prst="straightConnector1">
                <a:avLst/>
              </a:prstGeom>
              <a:noFill/>
              <a:ln w="38100" cap="flat" cmpd="sng" algn="ctr">
                <a:solidFill>
                  <a:schemeClr val="tx2">
                    <a:lumMod val="75000"/>
                  </a:schemeClr>
                </a:solidFill>
                <a:prstDash val="solid"/>
                <a:round/>
                <a:headEnd type="triangle" w="med" len="med"/>
                <a:tailEnd type="triangle" w="med" len="med"/>
              </a:ln>
              <a:effectLst/>
            </p:spPr>
          </p:cxnSp>
        </p:grpSp>
        <p:grpSp>
          <p:nvGrpSpPr>
            <p:cNvPr id="43017" name="组合 64">
              <a:extLst>
                <a:ext uri="{FF2B5EF4-FFF2-40B4-BE49-F238E27FC236}">
                  <a16:creationId xmlns:a16="http://schemas.microsoft.com/office/drawing/2014/main" id="{59DD0DE8-B37B-9A1C-3A77-715B03353F33}"/>
                </a:ext>
              </a:extLst>
            </p:cNvPr>
            <p:cNvGrpSpPr>
              <a:grpSpLocks/>
            </p:cNvGrpSpPr>
            <p:nvPr/>
          </p:nvGrpSpPr>
          <p:grpSpPr bwMode="auto">
            <a:xfrm>
              <a:off x="7638026" y="4727642"/>
              <a:ext cx="1654764" cy="819846"/>
              <a:chOff x="7112733" y="4572000"/>
              <a:chExt cx="1654764" cy="819846"/>
            </a:xfrm>
          </p:grpSpPr>
          <p:pic>
            <p:nvPicPr>
              <p:cNvPr id="43018" name="Picture 13" descr="Elite Soldier 128x128">
                <a:extLst>
                  <a:ext uri="{FF2B5EF4-FFF2-40B4-BE49-F238E27FC236}">
                    <a16:creationId xmlns:a16="http://schemas.microsoft.com/office/drawing/2014/main" id="{BEE639A8-FC42-29DF-ED33-4237FC3B47D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06118" y="4683797"/>
                <a:ext cx="436678" cy="3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9" name="Picture 19" descr="41">
                <a:extLst>
                  <a:ext uri="{FF2B5EF4-FFF2-40B4-BE49-F238E27FC236}">
                    <a16:creationId xmlns:a16="http://schemas.microsoft.com/office/drawing/2014/main" id="{A0407EA9-2E67-AA9F-DD90-1A49764B82C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12733" y="4572000"/>
                <a:ext cx="926882" cy="7217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20" name="Picture 33" descr="png-0652">
                <a:extLst>
                  <a:ext uri="{FF2B5EF4-FFF2-40B4-BE49-F238E27FC236}">
                    <a16:creationId xmlns:a16="http://schemas.microsoft.com/office/drawing/2014/main" id="{F85C86D8-7E6A-51BB-C995-3E83C869177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52332" y="5043768"/>
                <a:ext cx="398473" cy="309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21" name="Rectangle 12">
                <a:extLst>
                  <a:ext uri="{FF2B5EF4-FFF2-40B4-BE49-F238E27FC236}">
                    <a16:creationId xmlns:a16="http://schemas.microsoft.com/office/drawing/2014/main" id="{679E042A-DD5F-DF22-159D-D46FA546A5AD}"/>
                  </a:ext>
                </a:extLst>
              </p:cNvPr>
              <p:cNvSpPr>
                <a:spLocks noChangeArrowheads="1"/>
              </p:cNvSpPr>
              <p:nvPr/>
            </p:nvSpPr>
            <p:spPr bwMode="auto">
              <a:xfrm>
                <a:off x="7831550" y="5178639"/>
                <a:ext cx="935947" cy="213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marL="342900" indent="-342900"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buClr>
                    <a:srgbClr val="FF9900"/>
                  </a:buClr>
                  <a:buFont typeface="Wingdings" panose="05000000000000000000" pitchFamily="2" charset="2"/>
                  <a:buNone/>
                </a:pPr>
                <a:r>
                  <a:rPr lang="zh-CN" altLang="en-US" sz="1400" b="1">
                    <a:solidFill>
                      <a:srgbClr val="FF0000"/>
                    </a:solidFill>
                    <a:latin typeface="宋体" panose="02010600030101010101" pitchFamily="2" charset="-122"/>
                  </a:rPr>
                  <a:t>非安全</a:t>
                </a:r>
                <a:r>
                  <a:rPr lang="en-US" altLang="zh-CN" sz="1400" b="1">
                    <a:solidFill>
                      <a:srgbClr val="FF0000"/>
                    </a:solidFill>
                    <a:latin typeface="宋体" panose="02010600030101010101" pitchFamily="2" charset="-122"/>
                  </a:rPr>
                  <a:t>USB</a:t>
                </a:r>
                <a:r>
                  <a:rPr lang="zh-CN" altLang="en-US" sz="1400" b="1">
                    <a:solidFill>
                      <a:srgbClr val="FF0000"/>
                    </a:solidFill>
                    <a:latin typeface="宋体" panose="02010600030101010101" pitchFamily="2" charset="-122"/>
                  </a:rPr>
                  <a:t>盘</a:t>
                </a:r>
              </a:p>
            </p:txBody>
          </p:sp>
        </p:grpSp>
      </p:gr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1601CB75-BB1F-00D3-15FA-175B72F87557}"/>
              </a:ext>
            </a:extLst>
          </p:cNvPr>
          <p:cNvSpPr txBox="1">
            <a:spLocks/>
          </p:cNvSpPr>
          <p:nvPr/>
        </p:nvSpPr>
        <p:spPr bwMode="auto">
          <a:xfrm>
            <a:off x="1905000" y="381001"/>
            <a:ext cx="4495800" cy="506413"/>
          </a:xfrm>
          <a:prstGeom prst="rect">
            <a:avLst/>
          </a:prstGeom>
          <a:noFill/>
          <a:ln w="9525">
            <a:noFill/>
            <a:miter lim="800000"/>
            <a:headEnd/>
            <a:tailEnd/>
          </a:ln>
          <a:effectLst/>
        </p:spPr>
        <p:txBody>
          <a:bodyPr anchor="ctr"/>
          <a:lstStyle/>
          <a:p>
            <a:pPr>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联想基于</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TCM</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的安全应用</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(9)</a:t>
            </a:r>
            <a:endPar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endParaRPr>
          </a:p>
        </p:txBody>
      </p:sp>
      <p:sp>
        <p:nvSpPr>
          <p:cNvPr id="44035" name="AutoShape 6">
            <a:extLst>
              <a:ext uri="{FF2B5EF4-FFF2-40B4-BE49-F238E27FC236}">
                <a16:creationId xmlns:a16="http://schemas.microsoft.com/office/drawing/2014/main" id="{C6252AE8-4163-4AF6-3B2E-7EBCA9181E94}"/>
              </a:ext>
            </a:extLst>
          </p:cNvPr>
          <p:cNvSpPr>
            <a:spLocks noChangeArrowheads="1"/>
          </p:cNvSpPr>
          <p:nvPr/>
        </p:nvSpPr>
        <p:spPr bwMode="auto">
          <a:xfrm>
            <a:off x="1981200" y="1295400"/>
            <a:ext cx="2349500" cy="609600"/>
          </a:xfrm>
          <a:prstGeom prst="roundRect">
            <a:avLst>
              <a:gd name="adj" fmla="val 16667"/>
            </a:avLst>
          </a:prstGeom>
          <a:gradFill rotWithShape="1">
            <a:gsLst>
              <a:gs pos="0">
                <a:srgbClr val="99FFCC">
                  <a:alpha val="49001"/>
                </a:srgbClr>
              </a:gs>
              <a:gs pos="100000">
                <a:srgbClr val="CFFFE7"/>
              </a:gs>
            </a:gsLst>
            <a:lin ang="5400000" scaled="1"/>
          </a:gradFill>
          <a:ln w="38100">
            <a:solidFill>
              <a:srgbClr val="FF0000"/>
            </a:solidFill>
            <a:round/>
            <a:headEnd/>
            <a:tailEnd/>
          </a:ln>
        </p:spPr>
        <p:txBody>
          <a:bodyPr wrap="none" anchor="ctr"/>
          <a:lstStyle>
            <a:lvl1pPr marL="342900" indent="-342900"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marL="0" lvl="2" algn="ctr" eaLnBrk="1" hangingPunct="1"/>
            <a:r>
              <a:rPr kumimoji="1" lang="en-US" altLang="zh-CN" sz="1800" b="1">
                <a:solidFill>
                  <a:srgbClr val="000000"/>
                </a:solidFill>
                <a:latin typeface="微软雅黑" panose="020B0503020204020204" pitchFamily="34" charset="-122"/>
                <a:ea typeface="微软雅黑" panose="020B0503020204020204" pitchFamily="34" charset="-122"/>
              </a:rPr>
              <a:t>U</a:t>
            </a:r>
            <a:r>
              <a:rPr kumimoji="1" lang="zh-CN" altLang="en-US" sz="1800" b="1">
                <a:solidFill>
                  <a:srgbClr val="000000"/>
                </a:solidFill>
                <a:latin typeface="微软雅黑" panose="020B0503020204020204" pitchFamily="34" charset="-122"/>
                <a:ea typeface="微软雅黑" panose="020B0503020204020204" pitchFamily="34" charset="-122"/>
              </a:rPr>
              <a:t>盘无忧</a:t>
            </a:r>
            <a:endParaRPr kumimoji="1" lang="zh-CN" altLang="en-US" sz="1600" b="1">
              <a:solidFill>
                <a:srgbClr val="000000"/>
              </a:solidFill>
              <a:latin typeface="微软雅黑" panose="020B0503020204020204" pitchFamily="34" charset="-122"/>
              <a:ea typeface="微软雅黑" panose="020B0503020204020204" pitchFamily="34" charset="-122"/>
            </a:endParaRPr>
          </a:p>
        </p:txBody>
      </p:sp>
      <p:sp>
        <p:nvSpPr>
          <p:cNvPr id="5" name="Rectangle 9">
            <a:extLst>
              <a:ext uri="{FF2B5EF4-FFF2-40B4-BE49-F238E27FC236}">
                <a16:creationId xmlns:a16="http://schemas.microsoft.com/office/drawing/2014/main" id="{9BE5F36A-2860-EF82-CA37-5F3A3DCAEB69}"/>
              </a:ext>
            </a:extLst>
          </p:cNvPr>
          <p:cNvSpPr txBox="1">
            <a:spLocks noChangeArrowheads="1"/>
          </p:cNvSpPr>
          <p:nvPr/>
        </p:nvSpPr>
        <p:spPr bwMode="auto">
          <a:xfrm>
            <a:off x="4876800" y="1371601"/>
            <a:ext cx="4876800" cy="506413"/>
          </a:xfrm>
          <a:prstGeom prst="rect">
            <a:avLst/>
          </a:prstGeom>
          <a:noFill/>
          <a:ln w="9525">
            <a:noFill/>
            <a:miter lim="800000"/>
            <a:headEnd/>
            <a:tailEnd/>
          </a:ln>
          <a:effectLst/>
        </p:spPr>
        <p:txBody>
          <a:bodyPr anchor="ctr"/>
          <a:lstStyle/>
          <a:p>
            <a:pPr marL="1433513" indent="-1433513">
              <a:lnSpc>
                <a:spcPct val="90000"/>
              </a:lnSpc>
              <a:defRPr/>
            </a:pPr>
            <a:r>
              <a:rPr lang="zh-CN" altLang="en-US" sz="1600" b="1" kern="0" dirty="0">
                <a:latin typeface="微软雅黑" pitchFamily="34" charset="-122"/>
                <a:ea typeface="微软雅黑" pitchFamily="34" charset="-122"/>
                <a:cs typeface="+mj-cs"/>
              </a:rPr>
              <a:t>客户价值</a:t>
            </a:r>
            <a:r>
              <a:rPr lang="en-US" altLang="zh-CN" sz="1600" b="1" kern="0" dirty="0">
                <a:latin typeface="微软雅黑" pitchFamily="34" charset="-122"/>
                <a:ea typeface="微软雅黑" pitchFamily="34" charset="-122"/>
                <a:cs typeface="+mj-cs"/>
              </a:rPr>
              <a:t>3 ---</a:t>
            </a:r>
            <a:r>
              <a:rPr lang="zh-CN" altLang="en-US" sz="1600" b="1" kern="0" dirty="0">
                <a:latin typeface="微软雅黑" pitchFamily="34" charset="-122"/>
                <a:ea typeface="微软雅黑" pitchFamily="34" charset="-122"/>
                <a:cs typeface="+mj-cs"/>
              </a:rPr>
              <a:t>满足“低成本、高易用性需求”</a:t>
            </a:r>
            <a:endParaRPr lang="en-US" altLang="zh-CN" sz="1600" b="1" kern="0" dirty="0">
              <a:latin typeface="微软雅黑" pitchFamily="34" charset="-122"/>
              <a:ea typeface="微软雅黑" pitchFamily="34" charset="-122"/>
              <a:cs typeface="+mj-cs"/>
            </a:endParaRPr>
          </a:p>
        </p:txBody>
      </p:sp>
      <p:sp>
        <p:nvSpPr>
          <p:cNvPr id="6" name="圆角矩形 5">
            <a:extLst>
              <a:ext uri="{FF2B5EF4-FFF2-40B4-BE49-F238E27FC236}">
                <a16:creationId xmlns:a16="http://schemas.microsoft.com/office/drawing/2014/main" id="{92F52FD7-78BA-335A-396E-17BAF1A6B475}"/>
              </a:ext>
            </a:extLst>
          </p:cNvPr>
          <p:cNvSpPr/>
          <p:nvPr/>
        </p:nvSpPr>
        <p:spPr>
          <a:xfrm>
            <a:off x="1893888" y="2286001"/>
            <a:ext cx="8469312" cy="3833813"/>
          </a:xfrm>
          <a:prstGeom prst="roundRect">
            <a:avLst>
              <a:gd name="adj" fmla="val 7904"/>
            </a:avLst>
          </a:prstGeom>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endParaRPr lang="zh-CN" altLang="en-US" b="1">
              <a:solidFill>
                <a:srgbClr val="FFFFFF"/>
              </a:solidFill>
              <a:effectLst>
                <a:outerShdw blurRad="38100" dist="38100" dir="2700000" algn="tl">
                  <a:srgbClr val="C0C0C0"/>
                </a:outerShdw>
              </a:effectLst>
              <a:ea typeface="宋体" pitchFamily="2" charset="-122"/>
              <a:cs typeface="Arial" charset="0"/>
            </a:endParaRPr>
          </a:p>
        </p:txBody>
      </p:sp>
      <p:sp>
        <p:nvSpPr>
          <p:cNvPr id="44038" name="Rectangle 8">
            <a:extLst>
              <a:ext uri="{FF2B5EF4-FFF2-40B4-BE49-F238E27FC236}">
                <a16:creationId xmlns:a16="http://schemas.microsoft.com/office/drawing/2014/main" id="{DB107F59-8EAA-856C-2CA9-69D6A860A5EF}"/>
              </a:ext>
            </a:extLst>
          </p:cNvPr>
          <p:cNvSpPr>
            <a:spLocks noChangeArrowheads="1"/>
          </p:cNvSpPr>
          <p:nvPr/>
        </p:nvSpPr>
        <p:spPr bwMode="auto">
          <a:xfrm>
            <a:off x="2160588" y="2344739"/>
            <a:ext cx="3402012" cy="310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0" tIns="0" rIns="0" bIns="0">
            <a:spAutoFit/>
          </a:bodyPr>
          <a:lstStyle>
            <a:lvl1pPr marL="342900" indent="-342900" eaLnBrk="0" hangingPunct="0">
              <a:tabLst>
                <a:tab pos="8521700" algn="r"/>
              </a:tabLst>
              <a:defRPr sz="800">
                <a:solidFill>
                  <a:schemeClr val="tx1"/>
                </a:solidFill>
                <a:latin typeface="Arial" panose="020B0604020202020204" pitchFamily="34" charset="0"/>
                <a:ea typeface="宋体" panose="02010600030101010101" pitchFamily="2" charset="-122"/>
              </a:defRPr>
            </a:lvl1pPr>
            <a:lvl2pPr eaLnBrk="0" hangingPunct="0">
              <a:tabLst>
                <a:tab pos="8521700" algn="r"/>
              </a:tabLst>
              <a:defRPr sz="800">
                <a:solidFill>
                  <a:schemeClr val="tx1"/>
                </a:solidFill>
                <a:latin typeface="Arial" panose="020B0604020202020204" pitchFamily="34" charset="0"/>
                <a:ea typeface="宋体" panose="02010600030101010101" pitchFamily="2" charset="-122"/>
              </a:defRPr>
            </a:lvl2pPr>
            <a:lvl3pPr marL="1143000" indent="-228600" eaLnBrk="0" hangingPunct="0">
              <a:tabLst>
                <a:tab pos="8521700" algn="r"/>
              </a:tabLst>
              <a:defRPr sz="800">
                <a:solidFill>
                  <a:schemeClr val="tx1"/>
                </a:solidFill>
                <a:latin typeface="Arial" panose="020B0604020202020204" pitchFamily="34" charset="0"/>
                <a:ea typeface="宋体" panose="02010600030101010101" pitchFamily="2" charset="-122"/>
              </a:defRPr>
            </a:lvl3pPr>
            <a:lvl4pPr eaLnBrk="0" hangingPunct="0">
              <a:tabLst>
                <a:tab pos="8521700" algn="r"/>
              </a:tabLst>
              <a:defRPr sz="800">
                <a:solidFill>
                  <a:schemeClr val="tx1"/>
                </a:solidFill>
                <a:latin typeface="Arial" panose="020B0604020202020204" pitchFamily="34" charset="0"/>
                <a:ea typeface="宋体" panose="02010600030101010101" pitchFamily="2" charset="-122"/>
              </a:defRPr>
            </a:lvl4pPr>
            <a:lvl5pPr marL="541338" indent="-84138" eaLnBrk="0" hangingPunct="0">
              <a:tabLst>
                <a:tab pos="8521700" algn="r"/>
              </a:tabLst>
              <a:defRPr sz="800">
                <a:solidFill>
                  <a:schemeClr val="tx1"/>
                </a:solidFill>
                <a:latin typeface="Arial" panose="020B0604020202020204" pitchFamily="34" charset="0"/>
                <a:ea typeface="宋体" panose="02010600030101010101" pitchFamily="2" charset="-122"/>
              </a:defRPr>
            </a:lvl5pPr>
            <a:lvl6pPr marL="998538" indent="-84138" eaLnBrk="0" fontAlgn="base" hangingPunct="0">
              <a:spcBef>
                <a:spcPct val="0"/>
              </a:spcBef>
              <a:spcAft>
                <a:spcPct val="0"/>
              </a:spcAft>
              <a:tabLst>
                <a:tab pos="8521700" algn="r"/>
              </a:tabLst>
              <a:defRPr sz="800">
                <a:solidFill>
                  <a:schemeClr val="tx1"/>
                </a:solidFill>
                <a:latin typeface="Arial" panose="020B0604020202020204" pitchFamily="34" charset="0"/>
                <a:ea typeface="宋体" panose="02010600030101010101" pitchFamily="2" charset="-122"/>
              </a:defRPr>
            </a:lvl6pPr>
            <a:lvl7pPr marL="1455738" indent="-84138" eaLnBrk="0" fontAlgn="base" hangingPunct="0">
              <a:spcBef>
                <a:spcPct val="0"/>
              </a:spcBef>
              <a:spcAft>
                <a:spcPct val="0"/>
              </a:spcAft>
              <a:tabLst>
                <a:tab pos="8521700" algn="r"/>
              </a:tabLst>
              <a:defRPr sz="800">
                <a:solidFill>
                  <a:schemeClr val="tx1"/>
                </a:solidFill>
                <a:latin typeface="Arial" panose="020B0604020202020204" pitchFamily="34" charset="0"/>
                <a:ea typeface="宋体" panose="02010600030101010101" pitchFamily="2" charset="-122"/>
              </a:defRPr>
            </a:lvl7pPr>
            <a:lvl8pPr marL="1912938" indent="-84138" eaLnBrk="0" fontAlgn="base" hangingPunct="0">
              <a:spcBef>
                <a:spcPct val="0"/>
              </a:spcBef>
              <a:spcAft>
                <a:spcPct val="0"/>
              </a:spcAft>
              <a:tabLst>
                <a:tab pos="8521700" algn="r"/>
              </a:tabLst>
              <a:defRPr sz="800">
                <a:solidFill>
                  <a:schemeClr val="tx1"/>
                </a:solidFill>
                <a:latin typeface="Arial" panose="020B0604020202020204" pitchFamily="34" charset="0"/>
                <a:ea typeface="宋体" panose="02010600030101010101" pitchFamily="2" charset="-122"/>
              </a:defRPr>
            </a:lvl8pPr>
            <a:lvl9pPr marL="2370138" indent="-84138" eaLnBrk="0" fontAlgn="base" hangingPunct="0">
              <a:spcBef>
                <a:spcPct val="0"/>
              </a:spcBef>
              <a:spcAft>
                <a:spcPct val="0"/>
              </a:spcAft>
              <a:tabLst>
                <a:tab pos="8521700" algn="r"/>
              </a:tabLst>
              <a:defRPr sz="800">
                <a:solidFill>
                  <a:schemeClr val="tx1"/>
                </a:solidFill>
                <a:latin typeface="Arial" panose="020B0604020202020204" pitchFamily="34" charset="0"/>
                <a:ea typeface="宋体" panose="02010600030101010101" pitchFamily="2" charset="-122"/>
              </a:defRPr>
            </a:lvl9pPr>
          </a:lstStyle>
          <a:p>
            <a:pPr marL="0" lvl="1" eaLnBrk="1" hangingPunct="1">
              <a:spcBef>
                <a:spcPct val="20000"/>
              </a:spcBef>
              <a:buClr>
                <a:srgbClr val="000000"/>
              </a:buClr>
            </a:pPr>
            <a:r>
              <a:rPr lang="zh-CN" altLang="en-US" sz="1600" b="1">
                <a:solidFill>
                  <a:srgbClr val="000000"/>
                </a:solidFill>
                <a:latin typeface="Times New Roman" panose="02020603050405020304" pitchFamily="18" charset="0"/>
                <a:ea typeface="微软雅黑" panose="020B0503020204020204" pitchFamily="34" charset="-122"/>
              </a:rPr>
              <a:t>用户需求场景描述：</a:t>
            </a:r>
            <a:endParaRPr lang="en-US" altLang="zh-CN" sz="1600" b="1">
              <a:solidFill>
                <a:srgbClr val="000000"/>
              </a:solidFill>
              <a:latin typeface="Times New Roman" panose="02020603050405020304" pitchFamily="18" charset="0"/>
              <a:ea typeface="微软雅黑" panose="020B0503020204020204" pitchFamily="34" charset="-122"/>
            </a:endParaRPr>
          </a:p>
          <a:p>
            <a:pPr marL="0" lvl="1" eaLnBrk="1" hangingPunct="1">
              <a:spcBef>
                <a:spcPct val="20000"/>
              </a:spcBef>
              <a:buClr>
                <a:srgbClr val="000000"/>
              </a:buClr>
            </a:pPr>
            <a:endParaRPr lang="en-US" altLang="zh-CN" sz="1600" b="1">
              <a:solidFill>
                <a:srgbClr val="000000"/>
              </a:solidFill>
              <a:latin typeface="Times New Roman" panose="02020603050405020304" pitchFamily="18" charset="0"/>
              <a:ea typeface="微软雅黑" panose="020B0503020204020204" pitchFamily="34" charset="-122"/>
            </a:endParaRPr>
          </a:p>
          <a:p>
            <a:pPr marL="0" lvl="3" eaLnBrk="1" hangingPunct="1">
              <a:lnSpc>
                <a:spcPts val="2000"/>
              </a:lnSpc>
              <a:spcBef>
                <a:spcPct val="20000"/>
              </a:spcBef>
              <a:buClr>
                <a:srgbClr val="000000"/>
              </a:buClr>
              <a:buFont typeface="微软雅黑" panose="020B0503020204020204" pitchFamily="34" charset="-122"/>
              <a:buChar char="ￚ"/>
            </a:pPr>
            <a:r>
              <a:rPr lang="zh-CN" altLang="en-US" sz="1400">
                <a:solidFill>
                  <a:srgbClr val="000000"/>
                </a:solidFill>
                <a:latin typeface="微软雅黑" panose="020B0503020204020204" pitchFamily="34" charset="-122"/>
                <a:ea typeface="微软雅黑" panose="020B0503020204020204" pitchFamily="34" charset="-122"/>
              </a:rPr>
              <a:t> </a:t>
            </a:r>
            <a:r>
              <a:rPr lang="zh-CN" altLang="en-US" sz="1400" b="1">
                <a:solidFill>
                  <a:srgbClr val="000000"/>
                </a:solidFill>
                <a:latin typeface="微软雅黑" panose="020B0503020204020204" pitchFamily="34" charset="-122"/>
                <a:ea typeface="微软雅黑" panose="020B0503020204020204" pitchFamily="34" charset="-122"/>
              </a:rPr>
              <a:t>需求：低硬件成本</a:t>
            </a:r>
            <a:endParaRPr lang="en-US" altLang="zh-CN" sz="1400" b="1">
              <a:solidFill>
                <a:srgbClr val="000000"/>
              </a:solidFill>
              <a:latin typeface="微软雅黑" panose="020B0503020204020204" pitchFamily="34" charset="-122"/>
              <a:ea typeface="微软雅黑" panose="020B0503020204020204" pitchFamily="34" charset="-122"/>
            </a:endParaRPr>
          </a:p>
          <a:p>
            <a:pPr lvl="4" eaLnBrk="1" hangingPunct="1">
              <a:lnSpc>
                <a:spcPts val="2000"/>
              </a:lnSpc>
              <a:spcBef>
                <a:spcPct val="20000"/>
              </a:spcBef>
              <a:buClr>
                <a:srgbClr val="000000"/>
              </a:buClr>
              <a:buFont typeface="Arial" panose="020B0604020202020204" pitchFamily="34" charset="0"/>
              <a:buChar char="•"/>
            </a:pPr>
            <a:r>
              <a:rPr lang="en-US" altLang="zh-CN" sz="1400" b="1">
                <a:solidFill>
                  <a:srgbClr val="000000"/>
                </a:solidFill>
                <a:latin typeface="微软雅黑" panose="020B0503020204020204" pitchFamily="34" charset="-122"/>
                <a:ea typeface="微软雅黑" panose="020B0503020204020204" pitchFamily="34" charset="-122"/>
              </a:rPr>
              <a:t> </a:t>
            </a:r>
            <a:r>
              <a:rPr lang="zh-CN" altLang="en-US" sz="1400" b="1">
                <a:solidFill>
                  <a:srgbClr val="000000"/>
                </a:solidFill>
                <a:latin typeface="微软雅黑" panose="020B0503020204020204" pitchFamily="34" charset="-122"/>
                <a:ea typeface="微软雅黑" panose="020B0503020204020204" pitchFamily="34" charset="-122"/>
              </a:rPr>
              <a:t>不希望购买昂贵的专用</a:t>
            </a:r>
            <a:r>
              <a:rPr lang="en-US" altLang="zh-CN" sz="1400" b="1">
                <a:solidFill>
                  <a:srgbClr val="000000"/>
                </a:solidFill>
                <a:latin typeface="微软雅黑" panose="020B0503020204020204" pitchFamily="34" charset="-122"/>
                <a:ea typeface="微软雅黑" panose="020B0503020204020204" pitchFamily="34" charset="-122"/>
              </a:rPr>
              <a:t>U</a:t>
            </a:r>
            <a:r>
              <a:rPr lang="zh-CN" altLang="en-US" sz="1400" b="1">
                <a:solidFill>
                  <a:srgbClr val="000000"/>
                </a:solidFill>
                <a:latin typeface="微软雅黑" panose="020B0503020204020204" pitchFamily="34" charset="-122"/>
                <a:ea typeface="微软雅黑" panose="020B0503020204020204" pitchFamily="34" charset="-122"/>
              </a:rPr>
              <a:t>盘硬件</a:t>
            </a:r>
            <a:endParaRPr lang="en-US" altLang="zh-CN" sz="1400" b="1">
              <a:solidFill>
                <a:srgbClr val="000000"/>
              </a:solidFill>
              <a:latin typeface="微软雅黑" panose="020B0503020204020204" pitchFamily="34" charset="-122"/>
              <a:ea typeface="微软雅黑" panose="020B0503020204020204" pitchFamily="34" charset="-122"/>
            </a:endParaRPr>
          </a:p>
          <a:p>
            <a:pPr marL="0" lvl="3" eaLnBrk="1" hangingPunct="1">
              <a:lnSpc>
                <a:spcPts val="2000"/>
              </a:lnSpc>
              <a:spcBef>
                <a:spcPct val="20000"/>
              </a:spcBef>
              <a:buClr>
                <a:srgbClr val="000000"/>
              </a:buClr>
              <a:buFont typeface="微软雅黑" panose="020B0503020204020204" pitchFamily="34" charset="-122"/>
              <a:buChar char="ￚ"/>
            </a:pPr>
            <a:r>
              <a:rPr lang="en-US" altLang="zh-CN" sz="1400" b="1">
                <a:solidFill>
                  <a:srgbClr val="000000"/>
                </a:solidFill>
                <a:latin typeface="微软雅黑" panose="020B0503020204020204" pitchFamily="34" charset="-122"/>
                <a:ea typeface="微软雅黑" panose="020B0503020204020204" pitchFamily="34" charset="-122"/>
              </a:rPr>
              <a:t> </a:t>
            </a:r>
            <a:r>
              <a:rPr lang="zh-CN" altLang="en-US" sz="1400" b="1">
                <a:solidFill>
                  <a:srgbClr val="000000"/>
                </a:solidFill>
                <a:latin typeface="微软雅黑" panose="020B0503020204020204" pitchFamily="34" charset="-122"/>
                <a:ea typeface="微软雅黑" panose="020B0503020204020204" pitchFamily="34" charset="-122"/>
              </a:rPr>
              <a:t>需求：低管理成本</a:t>
            </a:r>
            <a:endParaRPr lang="en-US" altLang="zh-CN" sz="1400" b="1">
              <a:solidFill>
                <a:srgbClr val="000000"/>
              </a:solidFill>
              <a:latin typeface="微软雅黑" panose="020B0503020204020204" pitchFamily="34" charset="-122"/>
              <a:ea typeface="微软雅黑" panose="020B0503020204020204" pitchFamily="34" charset="-122"/>
            </a:endParaRPr>
          </a:p>
          <a:p>
            <a:pPr lvl="4" eaLnBrk="1" hangingPunct="1">
              <a:lnSpc>
                <a:spcPts val="2000"/>
              </a:lnSpc>
              <a:spcBef>
                <a:spcPct val="20000"/>
              </a:spcBef>
              <a:buClr>
                <a:srgbClr val="000000"/>
              </a:buClr>
              <a:buFont typeface="Arial" panose="020B0604020202020204" pitchFamily="34" charset="0"/>
              <a:buChar char="•"/>
            </a:pPr>
            <a:r>
              <a:rPr lang="en-US" altLang="zh-CN" sz="1400" b="1">
                <a:solidFill>
                  <a:srgbClr val="000000"/>
                </a:solidFill>
                <a:latin typeface="微软雅黑" panose="020B0503020204020204" pitchFamily="34" charset="-122"/>
                <a:ea typeface="微软雅黑" panose="020B0503020204020204" pitchFamily="34" charset="-122"/>
              </a:rPr>
              <a:t> </a:t>
            </a:r>
            <a:r>
              <a:rPr lang="zh-CN" altLang="en-US" sz="1400" b="1">
                <a:solidFill>
                  <a:srgbClr val="000000"/>
                </a:solidFill>
                <a:latin typeface="微软雅黑" panose="020B0503020204020204" pitchFamily="34" charset="-122"/>
                <a:ea typeface="微软雅黑" panose="020B0503020204020204" pitchFamily="34" charset="-122"/>
              </a:rPr>
              <a:t>实现简单易用的管理，管理员不希望花费过多的管理时间</a:t>
            </a:r>
            <a:endParaRPr lang="en-US" altLang="zh-CN" sz="1400" b="1">
              <a:solidFill>
                <a:srgbClr val="000000"/>
              </a:solidFill>
              <a:latin typeface="微软雅黑" panose="020B0503020204020204" pitchFamily="34" charset="-122"/>
              <a:ea typeface="微软雅黑" panose="020B0503020204020204" pitchFamily="34" charset="-122"/>
            </a:endParaRPr>
          </a:p>
          <a:p>
            <a:pPr marL="0" lvl="3" eaLnBrk="1" hangingPunct="1">
              <a:lnSpc>
                <a:spcPts val="2000"/>
              </a:lnSpc>
              <a:spcBef>
                <a:spcPct val="20000"/>
              </a:spcBef>
              <a:buClr>
                <a:srgbClr val="000000"/>
              </a:buClr>
              <a:buFont typeface="微软雅黑" panose="020B0503020204020204" pitchFamily="34" charset="-122"/>
              <a:buChar char="ￚ"/>
            </a:pPr>
            <a:r>
              <a:rPr lang="en-US" altLang="zh-CN" sz="1400" b="1">
                <a:solidFill>
                  <a:srgbClr val="000000"/>
                </a:solidFill>
                <a:latin typeface="微软雅黑" panose="020B0503020204020204" pitchFamily="34" charset="-122"/>
                <a:ea typeface="微软雅黑" panose="020B0503020204020204" pitchFamily="34" charset="-122"/>
              </a:rPr>
              <a:t> </a:t>
            </a:r>
            <a:r>
              <a:rPr lang="zh-CN" altLang="en-US" sz="1400" b="1">
                <a:solidFill>
                  <a:srgbClr val="000000"/>
                </a:solidFill>
                <a:latin typeface="微软雅黑" panose="020B0503020204020204" pitchFamily="34" charset="-122"/>
                <a:ea typeface="微软雅黑" panose="020B0503020204020204" pitchFamily="34" charset="-122"/>
              </a:rPr>
              <a:t>需求：低学习培训成本</a:t>
            </a:r>
            <a:endParaRPr lang="en-US" altLang="zh-CN" sz="1400" b="1">
              <a:solidFill>
                <a:srgbClr val="000000"/>
              </a:solidFill>
              <a:latin typeface="微软雅黑" panose="020B0503020204020204" pitchFamily="34" charset="-122"/>
              <a:ea typeface="微软雅黑" panose="020B0503020204020204" pitchFamily="34" charset="-122"/>
            </a:endParaRPr>
          </a:p>
          <a:p>
            <a:pPr lvl="4" eaLnBrk="1" hangingPunct="1">
              <a:lnSpc>
                <a:spcPts val="2000"/>
              </a:lnSpc>
              <a:spcBef>
                <a:spcPct val="20000"/>
              </a:spcBef>
              <a:buClr>
                <a:srgbClr val="000000"/>
              </a:buClr>
              <a:buFont typeface="Arial" panose="020B0604020202020204" pitchFamily="34" charset="0"/>
              <a:buChar char="•"/>
            </a:pPr>
            <a:r>
              <a:rPr lang="zh-CN" altLang="en-US" sz="1400" b="1">
                <a:solidFill>
                  <a:srgbClr val="000000"/>
                </a:solidFill>
                <a:latin typeface="微软雅黑" panose="020B0503020204020204" pitchFamily="34" charset="-122"/>
                <a:ea typeface="微软雅黑" panose="020B0503020204020204" pitchFamily="34" charset="-122"/>
              </a:rPr>
              <a:t> 希望“客户端和管理员软件”均容易上手，不用专门的培训和学习</a:t>
            </a:r>
            <a:br>
              <a:rPr lang="en-US" altLang="zh-CN" sz="1600" b="1">
                <a:solidFill>
                  <a:srgbClr val="000000"/>
                </a:solidFill>
                <a:cs typeface="Tahoma" panose="020B0604030504040204" pitchFamily="34" charset="0"/>
              </a:rPr>
            </a:br>
            <a:endParaRPr lang="en-US" altLang="zh-CN" sz="1600">
              <a:solidFill>
                <a:srgbClr val="000000"/>
              </a:solidFill>
              <a:latin typeface="Times New Roman" panose="02020603050405020304" pitchFamily="18" charset="0"/>
              <a:ea typeface="微软雅黑" panose="020B0503020204020204" pitchFamily="34" charset="-122"/>
            </a:endParaRPr>
          </a:p>
        </p:txBody>
      </p:sp>
      <p:sp>
        <p:nvSpPr>
          <p:cNvPr id="8" name="Rectangle 8">
            <a:extLst>
              <a:ext uri="{FF2B5EF4-FFF2-40B4-BE49-F238E27FC236}">
                <a16:creationId xmlns:a16="http://schemas.microsoft.com/office/drawing/2014/main" id="{F656ED58-8902-FC9B-7E06-A12ED718B761}"/>
              </a:ext>
            </a:extLst>
          </p:cNvPr>
          <p:cNvSpPr>
            <a:spLocks noChangeArrowheads="1"/>
          </p:cNvSpPr>
          <p:nvPr/>
        </p:nvSpPr>
        <p:spPr bwMode="auto">
          <a:xfrm>
            <a:off x="6096001" y="2360614"/>
            <a:ext cx="4100513" cy="3767185"/>
          </a:xfrm>
          <a:prstGeom prst="rect">
            <a:avLst/>
          </a:prstGeom>
          <a:noFill/>
          <a:ln w="6350">
            <a:noFill/>
            <a:miter lim="800000"/>
            <a:headEnd/>
            <a:tailEnd/>
          </a:ln>
        </p:spPr>
        <p:txBody>
          <a:bodyPr lIns="0" tIns="0" rIns="0" bIns="0">
            <a:spAutoFit/>
          </a:bodyPr>
          <a:lstStyle/>
          <a:p>
            <a:pPr marL="0" lvl="1">
              <a:spcBef>
                <a:spcPct val="20000"/>
              </a:spcBef>
              <a:buClr>
                <a:srgbClr val="000000"/>
              </a:buClr>
              <a:tabLst>
                <a:tab pos="8521700" algn="r"/>
              </a:tabLst>
              <a:defRPr/>
            </a:pPr>
            <a:r>
              <a:rPr lang="zh-CN" altLang="en-US" sz="1600" b="1" dirty="0">
                <a:solidFill>
                  <a:srgbClr val="000000"/>
                </a:solidFill>
                <a:latin typeface="Times New Roman" pitchFamily="18" charset="0"/>
                <a:ea typeface="微软雅黑" pitchFamily="34" charset="-122"/>
              </a:rPr>
              <a:t>“</a:t>
            </a:r>
            <a:r>
              <a:rPr lang="en-US" altLang="zh-CN" sz="1600" b="1" dirty="0">
                <a:solidFill>
                  <a:srgbClr val="000000"/>
                </a:solidFill>
                <a:latin typeface="Times New Roman" pitchFamily="18" charset="0"/>
                <a:ea typeface="微软雅黑" pitchFamily="34" charset="-122"/>
              </a:rPr>
              <a:t>U</a:t>
            </a:r>
            <a:r>
              <a:rPr lang="zh-CN" altLang="en-US" sz="1600" b="1" dirty="0">
                <a:solidFill>
                  <a:srgbClr val="000000"/>
                </a:solidFill>
                <a:latin typeface="Times New Roman" pitchFamily="18" charset="0"/>
                <a:ea typeface="微软雅黑" pitchFamily="34" charset="-122"/>
              </a:rPr>
              <a:t>盘无忧”实现方案：</a:t>
            </a:r>
            <a:endParaRPr lang="en-US" altLang="zh-CN" sz="1600" b="1" dirty="0">
              <a:solidFill>
                <a:srgbClr val="000000"/>
              </a:solidFill>
              <a:latin typeface="Times New Roman" pitchFamily="18" charset="0"/>
              <a:ea typeface="微软雅黑" pitchFamily="34" charset="-122"/>
            </a:endParaRPr>
          </a:p>
          <a:p>
            <a:pPr marL="0" lvl="1">
              <a:spcBef>
                <a:spcPct val="20000"/>
              </a:spcBef>
              <a:buClr>
                <a:srgbClr val="000000"/>
              </a:buClr>
              <a:tabLst>
                <a:tab pos="8521700" algn="r"/>
              </a:tabLst>
              <a:defRPr/>
            </a:pPr>
            <a:endParaRPr lang="en-US" altLang="zh-CN" b="1" dirty="0">
              <a:solidFill>
                <a:srgbClr val="000000"/>
              </a:solidFill>
              <a:latin typeface="Times New Roman" pitchFamily="18" charset="0"/>
              <a:ea typeface="微软雅黑" pitchFamily="34" charset="-122"/>
            </a:endParaRPr>
          </a:p>
          <a:p>
            <a:pPr marL="180975" lvl="3" indent="-180975">
              <a:spcBef>
                <a:spcPct val="20000"/>
              </a:spcBef>
              <a:buClr>
                <a:srgbClr val="000000"/>
              </a:buClr>
              <a:buFont typeface="微软雅黑" pitchFamily="34" charset="-122"/>
              <a:buChar char="ￚ"/>
              <a:tabLst>
                <a:tab pos="8521700" algn="r"/>
              </a:tabLst>
              <a:defRPr/>
            </a:pPr>
            <a:r>
              <a:rPr lang="zh-CN" altLang="en-US" sz="1400" b="1" dirty="0">
                <a:solidFill>
                  <a:srgbClr val="000000"/>
                </a:solidFill>
                <a:latin typeface="微软雅黑" pitchFamily="34" charset="-122"/>
                <a:ea typeface="微软雅黑" pitchFamily="34" charset="-122"/>
              </a:rPr>
              <a:t> 基于</a:t>
            </a:r>
            <a:r>
              <a:rPr lang="en-US" altLang="zh-CN" sz="1400" b="1" dirty="0">
                <a:solidFill>
                  <a:srgbClr val="000000"/>
                </a:solidFill>
                <a:latin typeface="微软雅黑" pitchFamily="34" charset="-122"/>
                <a:ea typeface="微软雅黑" pitchFamily="34" charset="-122"/>
              </a:rPr>
              <a:t>TCM</a:t>
            </a:r>
            <a:r>
              <a:rPr lang="zh-CN" altLang="en-US" sz="1400" b="1" dirty="0">
                <a:solidFill>
                  <a:srgbClr val="000000"/>
                </a:solidFill>
                <a:latin typeface="微软雅黑" pitchFamily="34" charset="-122"/>
                <a:ea typeface="微软雅黑" pitchFamily="34" charset="-122"/>
              </a:rPr>
              <a:t>实现硬件级安全保护，</a:t>
            </a:r>
            <a:r>
              <a:rPr lang="zh-CN" altLang="en-US" sz="1400" b="1" dirty="0">
                <a:solidFill>
                  <a:srgbClr val="C00000"/>
                </a:solidFill>
                <a:latin typeface="微软雅黑" pitchFamily="34" charset="-122"/>
                <a:ea typeface="微软雅黑" pitchFamily="34" charset="-122"/>
              </a:rPr>
              <a:t>无需专用</a:t>
            </a:r>
            <a:r>
              <a:rPr lang="en-US" altLang="zh-CN" sz="1400" b="1" dirty="0">
                <a:solidFill>
                  <a:srgbClr val="C00000"/>
                </a:solidFill>
                <a:latin typeface="微软雅黑" pitchFamily="34" charset="-122"/>
                <a:ea typeface="微软雅黑" pitchFamily="34" charset="-122"/>
              </a:rPr>
              <a:t>U</a:t>
            </a:r>
            <a:r>
              <a:rPr lang="zh-CN" altLang="en-US" sz="1400" b="1" dirty="0">
                <a:solidFill>
                  <a:srgbClr val="C00000"/>
                </a:solidFill>
                <a:latin typeface="微软雅黑" pitchFamily="34" charset="-122"/>
                <a:ea typeface="微软雅黑" pitchFamily="34" charset="-122"/>
              </a:rPr>
              <a:t>盘</a:t>
            </a:r>
            <a:endParaRPr lang="en-US" altLang="zh-CN" sz="1400" b="1" dirty="0">
              <a:solidFill>
                <a:srgbClr val="C00000"/>
              </a:solidFill>
              <a:latin typeface="微软雅黑" pitchFamily="34" charset="-122"/>
              <a:ea typeface="微软雅黑" pitchFamily="34" charset="-122"/>
            </a:endParaRPr>
          </a:p>
          <a:p>
            <a:pPr marL="457200" lvl="4">
              <a:spcBef>
                <a:spcPct val="20000"/>
              </a:spcBef>
              <a:buClr>
                <a:srgbClr val="000000"/>
              </a:buClr>
              <a:buFont typeface="Arial" pitchFamily="34" charset="0"/>
              <a:buChar char="•"/>
              <a:tabLst>
                <a:tab pos="8521700" algn="r"/>
              </a:tabLst>
              <a:defRPr/>
            </a:pPr>
            <a:r>
              <a:rPr lang="zh-CN" altLang="en-US" sz="1400" b="1" dirty="0">
                <a:solidFill>
                  <a:srgbClr val="000000"/>
                </a:solidFill>
                <a:latin typeface="微软雅黑" pitchFamily="34" charset="-122"/>
                <a:ea typeface="微软雅黑" pitchFamily="34" charset="-122"/>
              </a:rPr>
              <a:t> 将普通</a:t>
            </a:r>
            <a:r>
              <a:rPr lang="en-US" altLang="zh-CN" sz="1400" b="1" dirty="0">
                <a:solidFill>
                  <a:srgbClr val="000000"/>
                </a:solidFill>
                <a:latin typeface="微软雅黑" pitchFamily="34" charset="-122"/>
                <a:ea typeface="微软雅黑" pitchFamily="34" charset="-122"/>
              </a:rPr>
              <a:t>U</a:t>
            </a:r>
            <a:r>
              <a:rPr lang="zh-CN" altLang="en-US" sz="1400" b="1" dirty="0">
                <a:solidFill>
                  <a:srgbClr val="000000"/>
                </a:solidFill>
                <a:latin typeface="微软雅黑" pitchFamily="34" charset="-122"/>
                <a:ea typeface="微软雅黑" pitchFamily="34" charset="-122"/>
              </a:rPr>
              <a:t>盘格式化成“受</a:t>
            </a:r>
            <a:r>
              <a:rPr lang="en-US" altLang="zh-CN" sz="1400" b="1" dirty="0">
                <a:solidFill>
                  <a:srgbClr val="000000"/>
                </a:solidFill>
                <a:latin typeface="微软雅黑" pitchFamily="34" charset="-122"/>
                <a:ea typeface="微软雅黑" pitchFamily="34" charset="-122"/>
              </a:rPr>
              <a:t>TCM</a:t>
            </a:r>
            <a:r>
              <a:rPr lang="zh-CN" altLang="en-US" sz="1400" b="1" dirty="0">
                <a:solidFill>
                  <a:srgbClr val="000000"/>
                </a:solidFill>
                <a:latin typeface="微软雅黑" pitchFamily="34" charset="-122"/>
                <a:ea typeface="微软雅黑" pitchFamily="34" charset="-122"/>
              </a:rPr>
              <a:t>保护的安全</a:t>
            </a:r>
            <a:r>
              <a:rPr lang="en-US" altLang="zh-CN" sz="1400" b="1" dirty="0">
                <a:solidFill>
                  <a:srgbClr val="000000"/>
                </a:solidFill>
                <a:latin typeface="微软雅黑" pitchFamily="34" charset="-122"/>
                <a:ea typeface="微软雅黑" pitchFamily="34" charset="-122"/>
              </a:rPr>
              <a:t>U</a:t>
            </a:r>
            <a:r>
              <a:rPr lang="zh-CN" altLang="en-US" sz="1400" b="1" dirty="0">
                <a:solidFill>
                  <a:srgbClr val="000000"/>
                </a:solidFill>
                <a:latin typeface="微软雅黑" pitchFamily="34" charset="-122"/>
                <a:ea typeface="微软雅黑" pitchFamily="34" charset="-122"/>
              </a:rPr>
              <a:t>盘”</a:t>
            </a:r>
            <a:endParaRPr lang="en-US" altLang="zh-CN" sz="1400" b="1" dirty="0">
              <a:solidFill>
                <a:srgbClr val="000000"/>
              </a:solidFill>
              <a:latin typeface="微软雅黑" pitchFamily="34" charset="-122"/>
              <a:ea typeface="微软雅黑" pitchFamily="34" charset="-122"/>
            </a:endParaRPr>
          </a:p>
          <a:p>
            <a:pPr marL="541338" lvl="4" indent="-84138">
              <a:spcBef>
                <a:spcPct val="20000"/>
              </a:spcBef>
              <a:buClr>
                <a:srgbClr val="000000"/>
              </a:buClr>
              <a:buFont typeface="Arial" pitchFamily="34" charset="0"/>
              <a:buChar char="•"/>
              <a:tabLst>
                <a:tab pos="8521700" algn="r"/>
              </a:tabLst>
              <a:defRPr/>
            </a:pPr>
            <a:r>
              <a:rPr lang="en-US" altLang="zh-CN" sz="1400" b="1" dirty="0">
                <a:solidFill>
                  <a:srgbClr val="000000"/>
                </a:solidFill>
                <a:latin typeface="微软雅黑" pitchFamily="34" charset="-122"/>
                <a:ea typeface="微软雅黑" pitchFamily="34" charset="-122"/>
              </a:rPr>
              <a:t> </a:t>
            </a:r>
            <a:r>
              <a:rPr lang="zh-CN" altLang="en-US" sz="1400" b="1" dirty="0">
                <a:solidFill>
                  <a:srgbClr val="000000"/>
                </a:solidFill>
                <a:latin typeface="微软雅黑" pitchFamily="34" charset="-122"/>
                <a:ea typeface="微软雅黑" pitchFamily="34" charset="-122"/>
              </a:rPr>
              <a:t>插入该</a:t>
            </a:r>
            <a:r>
              <a:rPr lang="en-US" altLang="zh-CN" sz="1400" b="1" dirty="0">
                <a:solidFill>
                  <a:srgbClr val="000000"/>
                </a:solidFill>
                <a:latin typeface="微软雅黑" pitchFamily="34" charset="-122"/>
                <a:ea typeface="微软雅黑" pitchFamily="34" charset="-122"/>
              </a:rPr>
              <a:t>U</a:t>
            </a:r>
            <a:r>
              <a:rPr lang="zh-CN" altLang="en-US" sz="1400" b="1" dirty="0">
                <a:solidFill>
                  <a:srgbClr val="000000"/>
                </a:solidFill>
                <a:latin typeface="微软雅黑" pitchFamily="34" charset="-122"/>
                <a:ea typeface="微软雅黑" pitchFamily="34" charset="-122"/>
              </a:rPr>
              <a:t>盘时，必须需要</a:t>
            </a:r>
            <a:r>
              <a:rPr lang="en-US" altLang="zh-CN" sz="1400" b="1" dirty="0">
                <a:solidFill>
                  <a:srgbClr val="000000"/>
                </a:solidFill>
                <a:latin typeface="微软雅黑" pitchFamily="34" charset="-122"/>
                <a:ea typeface="微软雅黑" pitchFamily="34" charset="-122"/>
              </a:rPr>
              <a:t>TCM</a:t>
            </a:r>
            <a:r>
              <a:rPr lang="zh-CN" altLang="en-US" sz="1400" b="1" dirty="0">
                <a:solidFill>
                  <a:srgbClr val="000000"/>
                </a:solidFill>
                <a:latin typeface="微软雅黑" pitchFamily="34" charset="-122"/>
                <a:ea typeface="微软雅黑" pitchFamily="34" charset="-122"/>
              </a:rPr>
              <a:t>安全验证通过才能挂载使用</a:t>
            </a:r>
            <a:endParaRPr lang="en-US" altLang="zh-CN" sz="1400" b="1" dirty="0">
              <a:solidFill>
                <a:srgbClr val="000000"/>
              </a:solidFill>
              <a:latin typeface="微软雅黑" pitchFamily="34" charset="-122"/>
              <a:ea typeface="微软雅黑" pitchFamily="34" charset="-122"/>
            </a:endParaRPr>
          </a:p>
          <a:p>
            <a:pPr marL="457200" lvl="4">
              <a:spcBef>
                <a:spcPct val="20000"/>
              </a:spcBef>
              <a:buClr>
                <a:srgbClr val="000000"/>
              </a:buClr>
              <a:buFont typeface="Arial" pitchFamily="34" charset="0"/>
              <a:buChar char="•"/>
              <a:tabLst>
                <a:tab pos="8521700" algn="r"/>
              </a:tabLst>
              <a:defRPr/>
            </a:pPr>
            <a:r>
              <a:rPr lang="en-US" altLang="zh-CN" sz="1400" b="1" dirty="0">
                <a:solidFill>
                  <a:srgbClr val="000000"/>
                </a:solidFill>
                <a:latin typeface="微软雅黑" pitchFamily="34" charset="-122"/>
                <a:ea typeface="微软雅黑" pitchFamily="34" charset="-122"/>
              </a:rPr>
              <a:t> TCM</a:t>
            </a:r>
            <a:r>
              <a:rPr lang="zh-CN" altLang="en-US" sz="1400" b="1" dirty="0">
                <a:solidFill>
                  <a:srgbClr val="000000"/>
                </a:solidFill>
                <a:latin typeface="微软雅黑" pitchFamily="34" charset="-122"/>
                <a:ea typeface="微软雅黑" pitchFamily="34" charset="-122"/>
              </a:rPr>
              <a:t>验证未通过，禁止挂载</a:t>
            </a:r>
            <a:endParaRPr lang="en-US" altLang="zh-CN" sz="1400" b="1" dirty="0">
              <a:solidFill>
                <a:srgbClr val="000000"/>
              </a:solidFill>
              <a:latin typeface="微软雅黑" pitchFamily="34" charset="-122"/>
              <a:ea typeface="微软雅黑" pitchFamily="34" charset="-122"/>
            </a:endParaRPr>
          </a:p>
          <a:p>
            <a:pPr marL="180975" lvl="3" indent="-180975">
              <a:spcBef>
                <a:spcPct val="20000"/>
              </a:spcBef>
              <a:buClr>
                <a:srgbClr val="000000"/>
              </a:buClr>
              <a:buFont typeface="微软雅黑" pitchFamily="34" charset="-122"/>
              <a:buChar char="ￚ"/>
              <a:tabLst>
                <a:tab pos="8521700" algn="r"/>
              </a:tabLst>
              <a:defRPr/>
            </a:pPr>
            <a:r>
              <a:rPr lang="zh-CN" altLang="en-US" sz="1400" b="1" dirty="0">
                <a:solidFill>
                  <a:srgbClr val="000000"/>
                </a:solidFill>
                <a:latin typeface="微软雅黑" pitchFamily="34" charset="-122"/>
                <a:ea typeface="微软雅黑" pitchFamily="34" charset="-122"/>
              </a:rPr>
              <a:t> 基于</a:t>
            </a:r>
            <a:r>
              <a:rPr lang="en-US" altLang="zh-CN" sz="1400" b="1" dirty="0">
                <a:solidFill>
                  <a:srgbClr val="000000"/>
                </a:solidFill>
                <a:latin typeface="微软雅黑" pitchFamily="34" charset="-122"/>
                <a:ea typeface="微软雅黑" pitchFamily="34" charset="-122"/>
              </a:rPr>
              <a:t>CS</a:t>
            </a:r>
            <a:r>
              <a:rPr lang="zh-CN" altLang="en-US" sz="1400" b="1" dirty="0">
                <a:solidFill>
                  <a:srgbClr val="000000"/>
                </a:solidFill>
                <a:latin typeface="微软雅黑" pitchFamily="34" charset="-122"/>
                <a:ea typeface="微软雅黑" pitchFamily="34" charset="-122"/>
              </a:rPr>
              <a:t>架构，</a:t>
            </a:r>
            <a:r>
              <a:rPr lang="zh-CN" altLang="en-US" sz="1400" b="1" dirty="0">
                <a:solidFill>
                  <a:srgbClr val="C00000"/>
                </a:solidFill>
                <a:latin typeface="微软雅黑" pitchFamily="34" charset="-122"/>
                <a:ea typeface="微软雅黑" pitchFamily="34" charset="-122"/>
              </a:rPr>
              <a:t>采用最简便管理员集中管理方案</a:t>
            </a:r>
            <a:endParaRPr lang="en-US" altLang="zh-CN" sz="1400" b="1" dirty="0">
              <a:solidFill>
                <a:srgbClr val="C00000"/>
              </a:solidFill>
              <a:latin typeface="微软雅黑" pitchFamily="34" charset="-122"/>
              <a:ea typeface="微软雅黑" pitchFamily="34" charset="-122"/>
            </a:endParaRPr>
          </a:p>
          <a:p>
            <a:pPr marL="541338" lvl="4" indent="-90488">
              <a:spcBef>
                <a:spcPct val="20000"/>
              </a:spcBef>
              <a:buClr>
                <a:srgbClr val="000000"/>
              </a:buClr>
              <a:buFont typeface="Arial" pitchFamily="34" charset="0"/>
              <a:buChar char="•"/>
              <a:tabLst>
                <a:tab pos="8521700" algn="r"/>
              </a:tabLst>
              <a:defRPr/>
            </a:pPr>
            <a:r>
              <a:rPr lang="en-US" altLang="zh-CN" sz="1400" b="1" dirty="0">
                <a:solidFill>
                  <a:srgbClr val="000000"/>
                </a:solidFill>
                <a:latin typeface="微软雅黑" pitchFamily="34" charset="-122"/>
                <a:ea typeface="微软雅黑" pitchFamily="34" charset="-122"/>
              </a:rPr>
              <a:t> </a:t>
            </a:r>
            <a:r>
              <a:rPr lang="zh-CN" altLang="en-US" sz="1400" b="1" dirty="0">
                <a:solidFill>
                  <a:srgbClr val="000000"/>
                </a:solidFill>
                <a:latin typeface="微软雅黑" pitchFamily="34" charset="-122"/>
                <a:ea typeface="微软雅黑" pitchFamily="34" charset="-122"/>
              </a:rPr>
              <a:t>多人加密功能，需要加入到服务器组才能支持，并接受管理员管理</a:t>
            </a:r>
            <a:endParaRPr lang="en-US" altLang="zh-CN" sz="1400" b="1" dirty="0">
              <a:solidFill>
                <a:srgbClr val="000000"/>
              </a:solidFill>
              <a:latin typeface="微软雅黑" pitchFamily="34" charset="-122"/>
              <a:ea typeface="微软雅黑" pitchFamily="34" charset="-122"/>
            </a:endParaRPr>
          </a:p>
          <a:p>
            <a:pPr marL="541338" lvl="4" indent="-84138">
              <a:spcBef>
                <a:spcPct val="20000"/>
              </a:spcBef>
              <a:buClr>
                <a:srgbClr val="000000"/>
              </a:buClr>
              <a:buFont typeface="Arial" pitchFamily="34" charset="0"/>
              <a:buChar char="•"/>
              <a:tabLst>
                <a:tab pos="8521700" algn="r"/>
              </a:tabLst>
              <a:defRPr/>
            </a:pPr>
            <a:r>
              <a:rPr lang="en-US" altLang="zh-CN" sz="1400" b="1" dirty="0">
                <a:solidFill>
                  <a:srgbClr val="000000"/>
                </a:solidFill>
                <a:latin typeface="微软雅黑" pitchFamily="34" charset="-122"/>
                <a:ea typeface="微软雅黑" pitchFamily="34" charset="-122"/>
              </a:rPr>
              <a:t> </a:t>
            </a:r>
            <a:r>
              <a:rPr lang="zh-CN" altLang="en-US" sz="1400" b="1" dirty="0">
                <a:solidFill>
                  <a:srgbClr val="000000"/>
                </a:solidFill>
                <a:latin typeface="微软雅黑" pitchFamily="34" charset="-122"/>
                <a:ea typeface="微软雅黑" pitchFamily="34" charset="-122"/>
              </a:rPr>
              <a:t>精简集中管理，将管理员管理工作降到最低，实现最低</a:t>
            </a:r>
            <a:r>
              <a:rPr lang="en-US" altLang="zh-CN" sz="1400" b="1" dirty="0">
                <a:solidFill>
                  <a:srgbClr val="000000"/>
                </a:solidFill>
                <a:latin typeface="微软雅黑" pitchFamily="34" charset="-122"/>
                <a:ea typeface="微软雅黑" pitchFamily="34" charset="-122"/>
              </a:rPr>
              <a:t>IT</a:t>
            </a:r>
            <a:r>
              <a:rPr lang="zh-CN" altLang="en-US" sz="1400" b="1" dirty="0">
                <a:solidFill>
                  <a:srgbClr val="000000"/>
                </a:solidFill>
                <a:latin typeface="微软雅黑" pitchFamily="34" charset="-122"/>
                <a:ea typeface="微软雅黑" pitchFamily="34" charset="-122"/>
              </a:rPr>
              <a:t>管理成本</a:t>
            </a:r>
            <a:endParaRPr lang="en-US" altLang="zh-CN" sz="1400" b="1" dirty="0">
              <a:solidFill>
                <a:srgbClr val="000000"/>
              </a:solidFill>
              <a:latin typeface="微软雅黑" pitchFamily="34" charset="-122"/>
              <a:ea typeface="微软雅黑" pitchFamily="34" charset="-122"/>
            </a:endParaRPr>
          </a:p>
          <a:p>
            <a:pPr marL="457200" lvl="4">
              <a:spcBef>
                <a:spcPct val="20000"/>
              </a:spcBef>
              <a:buClr>
                <a:srgbClr val="000000"/>
              </a:buClr>
              <a:buFont typeface="Arial" pitchFamily="34" charset="0"/>
              <a:buChar char="•"/>
              <a:tabLst>
                <a:tab pos="8521700" algn="r"/>
              </a:tabLst>
              <a:defRPr/>
            </a:pPr>
            <a:r>
              <a:rPr lang="en-US" altLang="zh-CN" sz="1400" b="1" dirty="0">
                <a:solidFill>
                  <a:srgbClr val="000000"/>
                </a:solidFill>
                <a:latin typeface="微软雅黑" pitchFamily="34" charset="-122"/>
                <a:ea typeface="微软雅黑" pitchFamily="34" charset="-122"/>
              </a:rPr>
              <a:t> </a:t>
            </a:r>
            <a:r>
              <a:rPr lang="zh-CN" altLang="en-US" sz="1400" b="1" dirty="0">
                <a:solidFill>
                  <a:srgbClr val="000000"/>
                </a:solidFill>
                <a:latin typeface="微软雅黑" pitchFamily="34" charset="-122"/>
                <a:ea typeface="微软雅黑" pitchFamily="34" charset="-122"/>
              </a:rPr>
              <a:t>支持“孤岛</a:t>
            </a:r>
            <a:r>
              <a:rPr lang="en-US" altLang="zh-CN" sz="1400" b="1" dirty="0">
                <a:solidFill>
                  <a:srgbClr val="000000"/>
                </a:solidFill>
                <a:latin typeface="微软雅黑" pitchFamily="34" charset="-122"/>
                <a:ea typeface="微软雅黑" pitchFamily="34" charset="-122"/>
              </a:rPr>
              <a:t>PC</a:t>
            </a:r>
            <a:r>
              <a:rPr lang="zh-CN" altLang="en-US" sz="1400" b="1" dirty="0">
                <a:solidFill>
                  <a:srgbClr val="000000"/>
                </a:solidFill>
                <a:latin typeface="微软雅黑" pitchFamily="34" charset="-122"/>
                <a:ea typeface="微软雅黑" pitchFamily="34" charset="-122"/>
              </a:rPr>
              <a:t>”和离线管理设计</a:t>
            </a:r>
            <a:endParaRPr lang="en-US" altLang="zh-CN" sz="1400" b="1" dirty="0">
              <a:solidFill>
                <a:srgbClr val="000000"/>
              </a:solidFill>
              <a:latin typeface="微软雅黑" pitchFamily="34" charset="-122"/>
              <a:ea typeface="微软雅黑" pitchFamily="34" charset="-122"/>
            </a:endParaRPr>
          </a:p>
          <a:p>
            <a:pPr marL="180975" lvl="3" indent="-180975">
              <a:spcBef>
                <a:spcPct val="20000"/>
              </a:spcBef>
              <a:buClr>
                <a:srgbClr val="000000"/>
              </a:buClr>
              <a:buFont typeface="微软雅黑" pitchFamily="34" charset="-122"/>
              <a:buChar char="ￚ"/>
              <a:tabLst>
                <a:tab pos="8521700" algn="r"/>
              </a:tabLst>
              <a:defRPr/>
            </a:pPr>
            <a:r>
              <a:rPr lang="en-US" altLang="zh-CN" sz="1400" b="1" dirty="0">
                <a:solidFill>
                  <a:srgbClr val="000000"/>
                </a:solidFill>
                <a:latin typeface="微软雅黑" pitchFamily="34" charset="-122"/>
                <a:ea typeface="微软雅黑" pitchFamily="34" charset="-122"/>
              </a:rPr>
              <a:t> </a:t>
            </a:r>
            <a:r>
              <a:rPr lang="zh-CN" altLang="en-US" sz="1400" b="1" dirty="0">
                <a:solidFill>
                  <a:srgbClr val="000000"/>
                </a:solidFill>
                <a:latin typeface="微软雅黑" pitchFamily="34" charset="-122"/>
                <a:ea typeface="微软雅黑" pitchFamily="34" charset="-122"/>
              </a:rPr>
              <a:t>软件整体简单易用，</a:t>
            </a:r>
            <a:r>
              <a:rPr lang="zh-CN" altLang="en-US" sz="1400" b="1" dirty="0">
                <a:solidFill>
                  <a:srgbClr val="C00000"/>
                </a:solidFill>
                <a:latin typeface="微软雅黑" pitchFamily="34" charset="-122"/>
                <a:ea typeface="微软雅黑" pitchFamily="34" charset="-122"/>
              </a:rPr>
              <a:t>符合用户使用习惯</a:t>
            </a:r>
            <a:r>
              <a:rPr lang="zh-CN" altLang="en-US" sz="1400" b="1" dirty="0">
                <a:solidFill>
                  <a:srgbClr val="000000"/>
                </a:solidFill>
                <a:latin typeface="微软雅黑" pitchFamily="34" charset="-122"/>
                <a:ea typeface="微软雅黑" pitchFamily="34" charset="-122"/>
              </a:rPr>
              <a:t>，无需专门的学习和培训过程</a:t>
            </a:r>
            <a:endParaRPr lang="en-US" altLang="zh-CN" sz="1400" b="1" dirty="0">
              <a:solidFill>
                <a:srgbClr val="000000"/>
              </a:solidFill>
              <a:latin typeface="微软雅黑" pitchFamily="34" charset="-122"/>
              <a:ea typeface="微软雅黑" pitchFamily="34" charset="-122"/>
            </a:endParaRPr>
          </a:p>
        </p:txBody>
      </p:sp>
      <p:cxnSp>
        <p:nvCxnSpPr>
          <p:cNvPr id="9" name="直接连接符 8">
            <a:extLst>
              <a:ext uri="{FF2B5EF4-FFF2-40B4-BE49-F238E27FC236}">
                <a16:creationId xmlns:a16="http://schemas.microsoft.com/office/drawing/2014/main" id="{A56B6627-3D0D-43F6-3633-9732185F8556}"/>
              </a:ext>
            </a:extLst>
          </p:cNvPr>
          <p:cNvCxnSpPr/>
          <p:nvPr/>
        </p:nvCxnSpPr>
        <p:spPr>
          <a:xfrm rot="16200000" flipH="1">
            <a:off x="3798888" y="4202113"/>
            <a:ext cx="3833813" cy="1588"/>
          </a:xfrm>
          <a:prstGeom prst="line">
            <a:avLst/>
          </a:prstGeom>
          <a:ln>
            <a:solidFill>
              <a:schemeClr val="bg1">
                <a:lumMod val="65000"/>
              </a:schemeClr>
            </a:solidFill>
            <a:prstDash val="dashDot"/>
          </a:ln>
        </p:spPr>
        <p:style>
          <a:lnRef idx="1">
            <a:schemeClr val="accent1"/>
          </a:lnRef>
          <a:fillRef idx="0">
            <a:schemeClr val="accent1"/>
          </a:fillRef>
          <a:effectRef idx="0">
            <a:schemeClr val="accent1"/>
          </a:effectRef>
          <a:fontRef idx="minor">
            <a:schemeClr val="tx1"/>
          </a:fontRef>
        </p:style>
      </p:cxnSp>
      <p:sp>
        <p:nvSpPr>
          <p:cNvPr id="44041" name="灯片编号占位符 1">
            <a:extLst>
              <a:ext uri="{FF2B5EF4-FFF2-40B4-BE49-F238E27FC236}">
                <a16:creationId xmlns:a16="http://schemas.microsoft.com/office/drawing/2014/main" id="{DF549622-CA63-E8BA-2649-5E1AD192C4B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FD35C961-D943-41BD-B530-C8793AEE9010}" type="slidenum">
              <a:rPr lang="en-US" altLang="zh-CN" sz="1400">
                <a:solidFill>
                  <a:schemeClr val="bg1"/>
                </a:solidFill>
              </a:rPr>
              <a:pPr eaLnBrk="1" hangingPunct="1"/>
              <a:t>35</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1">
            <a:extLst>
              <a:ext uri="{FF2B5EF4-FFF2-40B4-BE49-F238E27FC236}">
                <a16:creationId xmlns:a16="http://schemas.microsoft.com/office/drawing/2014/main" id="{082A7A11-C8D8-9EE0-44BB-E592E8BBB01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F5C7520D-6378-4429-BE24-BEF518649D25}" type="slidenum">
              <a:rPr lang="en-US" altLang="zh-CN" sz="1400">
                <a:solidFill>
                  <a:schemeClr val="bg1"/>
                </a:solidFill>
              </a:rPr>
              <a:pPr eaLnBrk="1" hangingPunct="1"/>
              <a:t>36</a:t>
            </a:fld>
            <a:endParaRPr lang="en-US" altLang="zh-CN" sz="1400">
              <a:solidFill>
                <a:schemeClr val="bg1"/>
              </a:solidFill>
            </a:endParaRPr>
          </a:p>
        </p:txBody>
      </p:sp>
      <p:pic>
        <p:nvPicPr>
          <p:cNvPr id="45059" name="Picture 3">
            <a:extLst>
              <a:ext uri="{FF2B5EF4-FFF2-40B4-BE49-F238E27FC236}">
                <a16:creationId xmlns:a16="http://schemas.microsoft.com/office/drawing/2014/main" id="{94B40089-ED42-1D04-7E7C-CA0E60C61B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6201" y="2133600"/>
            <a:ext cx="6334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45060" name="Picture 25" descr="A0200010684-1-1">
            <a:hlinkClick r:id="rId3"/>
            <a:extLst>
              <a:ext uri="{FF2B5EF4-FFF2-40B4-BE49-F238E27FC236}">
                <a16:creationId xmlns:a16="http://schemas.microsoft.com/office/drawing/2014/main" id="{4AAC80D0-82F6-D7B3-F88A-5DF005A250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2438400"/>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右箭头 6">
            <a:extLst>
              <a:ext uri="{FF2B5EF4-FFF2-40B4-BE49-F238E27FC236}">
                <a16:creationId xmlns:a16="http://schemas.microsoft.com/office/drawing/2014/main" id="{11A836E8-DA89-47D6-2188-32BA0837B7BE}"/>
              </a:ext>
            </a:extLst>
          </p:cNvPr>
          <p:cNvSpPr/>
          <p:nvPr/>
        </p:nvSpPr>
        <p:spPr bwMode="auto">
          <a:xfrm>
            <a:off x="3429000" y="2286000"/>
            <a:ext cx="381000" cy="1066800"/>
          </a:xfrm>
          <a:prstGeom prst="rightArrow">
            <a:avLst/>
          </a:prstGeom>
          <a:gradFill flip="none" rotWithShape="1">
            <a:gsLst>
              <a:gs pos="49000">
                <a:schemeClr val="bg1">
                  <a:lumMod val="75000"/>
                </a:schemeClr>
              </a:gs>
              <a:gs pos="100000">
                <a:srgbClr val="E6E6E6"/>
              </a:gs>
            </a:gsLst>
            <a:lin ang="10800000" scaled="0"/>
            <a:tileRect/>
          </a:gradFill>
          <a:ln w="9525">
            <a:solidFill>
              <a:schemeClr val="bg1"/>
            </a:solidFill>
            <a:round/>
            <a:headEnd/>
            <a:tailEnd type="triangle" w="med" len="med"/>
          </a:ln>
        </p:spPr>
        <p:txBody>
          <a:bodyPr/>
          <a:lstStyle/>
          <a:p>
            <a:pPr algn="ctr">
              <a:defRPr/>
            </a:pPr>
            <a:endParaRPr lang="zh-CN" altLang="en-US"/>
          </a:p>
        </p:txBody>
      </p:sp>
      <p:pic>
        <p:nvPicPr>
          <p:cNvPr id="45062" name="Picture 3">
            <a:extLst>
              <a:ext uri="{FF2B5EF4-FFF2-40B4-BE49-F238E27FC236}">
                <a16:creationId xmlns:a16="http://schemas.microsoft.com/office/drawing/2014/main" id="{C0ECA2C0-5452-118B-2684-682BAB07D3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9201" y="2133600"/>
            <a:ext cx="6334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9" name="右箭头 8">
            <a:extLst>
              <a:ext uri="{FF2B5EF4-FFF2-40B4-BE49-F238E27FC236}">
                <a16:creationId xmlns:a16="http://schemas.microsoft.com/office/drawing/2014/main" id="{63F933AF-C364-53F8-E833-470852F94C81}"/>
              </a:ext>
            </a:extLst>
          </p:cNvPr>
          <p:cNvSpPr/>
          <p:nvPr/>
        </p:nvSpPr>
        <p:spPr bwMode="auto">
          <a:xfrm>
            <a:off x="4572000" y="2286000"/>
            <a:ext cx="381000" cy="1066800"/>
          </a:xfrm>
          <a:prstGeom prst="rightArrow">
            <a:avLst/>
          </a:prstGeom>
          <a:gradFill flip="none" rotWithShape="1">
            <a:gsLst>
              <a:gs pos="49000">
                <a:schemeClr val="bg1">
                  <a:lumMod val="75000"/>
                </a:schemeClr>
              </a:gs>
              <a:gs pos="100000">
                <a:srgbClr val="E6E6E6"/>
              </a:gs>
            </a:gsLst>
            <a:lin ang="10800000" scaled="0"/>
            <a:tileRect/>
          </a:gradFill>
          <a:ln w="9525">
            <a:solidFill>
              <a:schemeClr val="bg1"/>
            </a:solidFill>
            <a:round/>
            <a:headEnd/>
            <a:tailEnd type="triangle" w="med" len="med"/>
          </a:ln>
        </p:spPr>
        <p:txBody>
          <a:bodyPr/>
          <a:lstStyle/>
          <a:p>
            <a:pPr algn="ctr">
              <a:defRPr/>
            </a:pPr>
            <a:endParaRPr lang="zh-CN" altLang="en-US"/>
          </a:p>
        </p:txBody>
      </p:sp>
      <p:pic>
        <p:nvPicPr>
          <p:cNvPr id="45064" name="Picture 3">
            <a:extLst>
              <a:ext uri="{FF2B5EF4-FFF2-40B4-BE49-F238E27FC236}">
                <a16:creationId xmlns:a16="http://schemas.microsoft.com/office/drawing/2014/main" id="{FFFCE586-0DA2-1CC6-5876-E9856469F1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1" y="2133600"/>
            <a:ext cx="6334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1" name="右箭头 10">
            <a:extLst>
              <a:ext uri="{FF2B5EF4-FFF2-40B4-BE49-F238E27FC236}">
                <a16:creationId xmlns:a16="http://schemas.microsoft.com/office/drawing/2014/main" id="{D63C2A0B-6C0D-0871-33B0-6642976F5A2A}"/>
              </a:ext>
            </a:extLst>
          </p:cNvPr>
          <p:cNvSpPr/>
          <p:nvPr/>
        </p:nvSpPr>
        <p:spPr bwMode="auto">
          <a:xfrm>
            <a:off x="5715000" y="2362200"/>
            <a:ext cx="381000" cy="1066800"/>
          </a:xfrm>
          <a:prstGeom prst="rightArrow">
            <a:avLst/>
          </a:prstGeom>
          <a:gradFill flip="none" rotWithShape="1">
            <a:gsLst>
              <a:gs pos="49000">
                <a:schemeClr val="bg1">
                  <a:lumMod val="75000"/>
                </a:schemeClr>
              </a:gs>
              <a:gs pos="100000">
                <a:srgbClr val="E6E6E6"/>
              </a:gs>
            </a:gsLst>
            <a:lin ang="10800000" scaled="0"/>
            <a:tileRect/>
          </a:gradFill>
          <a:ln w="9525">
            <a:solidFill>
              <a:schemeClr val="bg1"/>
            </a:solidFill>
            <a:round/>
            <a:headEnd/>
            <a:tailEnd type="triangle" w="med" len="med"/>
          </a:ln>
        </p:spPr>
        <p:txBody>
          <a:bodyPr/>
          <a:lstStyle/>
          <a:p>
            <a:pPr algn="ctr">
              <a:defRPr/>
            </a:pPr>
            <a:endParaRPr lang="zh-CN" altLang="en-US"/>
          </a:p>
        </p:txBody>
      </p:sp>
      <p:pic>
        <p:nvPicPr>
          <p:cNvPr id="45066" name="Picture 3">
            <a:extLst>
              <a:ext uri="{FF2B5EF4-FFF2-40B4-BE49-F238E27FC236}">
                <a16:creationId xmlns:a16="http://schemas.microsoft.com/office/drawing/2014/main" id="{60606BA6-7069-5175-7972-4FBCD73E51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5201" y="2133600"/>
            <a:ext cx="6334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3" name="右箭头 12">
            <a:extLst>
              <a:ext uri="{FF2B5EF4-FFF2-40B4-BE49-F238E27FC236}">
                <a16:creationId xmlns:a16="http://schemas.microsoft.com/office/drawing/2014/main" id="{2B1154AF-530F-2FE9-C96C-398622F9208F}"/>
              </a:ext>
            </a:extLst>
          </p:cNvPr>
          <p:cNvSpPr/>
          <p:nvPr/>
        </p:nvSpPr>
        <p:spPr bwMode="auto">
          <a:xfrm>
            <a:off x="6858000" y="2362200"/>
            <a:ext cx="381000" cy="1066800"/>
          </a:xfrm>
          <a:prstGeom prst="rightArrow">
            <a:avLst/>
          </a:prstGeom>
          <a:gradFill flip="none" rotWithShape="1">
            <a:gsLst>
              <a:gs pos="49000">
                <a:schemeClr val="bg1">
                  <a:lumMod val="75000"/>
                </a:schemeClr>
              </a:gs>
              <a:gs pos="100000">
                <a:srgbClr val="E6E6E6"/>
              </a:gs>
            </a:gsLst>
            <a:lin ang="10800000" scaled="0"/>
            <a:tileRect/>
          </a:gradFill>
          <a:ln w="9525">
            <a:solidFill>
              <a:schemeClr val="bg1"/>
            </a:solidFill>
            <a:round/>
            <a:headEnd/>
            <a:tailEnd type="triangle" w="med" len="med"/>
          </a:ln>
        </p:spPr>
        <p:txBody>
          <a:bodyPr/>
          <a:lstStyle/>
          <a:p>
            <a:pPr algn="ctr">
              <a:defRPr/>
            </a:pPr>
            <a:endParaRPr lang="zh-CN" altLang="en-US"/>
          </a:p>
        </p:txBody>
      </p:sp>
      <p:pic>
        <p:nvPicPr>
          <p:cNvPr id="45068" name="Picture 3">
            <a:extLst>
              <a:ext uri="{FF2B5EF4-FFF2-40B4-BE49-F238E27FC236}">
                <a16:creationId xmlns:a16="http://schemas.microsoft.com/office/drawing/2014/main" id="{B6CC0772-DB8E-4205-932E-6DB30C04D9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58201" y="2133600"/>
            <a:ext cx="6334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5" name="右箭头 14">
            <a:extLst>
              <a:ext uri="{FF2B5EF4-FFF2-40B4-BE49-F238E27FC236}">
                <a16:creationId xmlns:a16="http://schemas.microsoft.com/office/drawing/2014/main" id="{011CAF40-8DEA-F537-03AC-4FCED626013A}"/>
              </a:ext>
            </a:extLst>
          </p:cNvPr>
          <p:cNvSpPr/>
          <p:nvPr/>
        </p:nvSpPr>
        <p:spPr bwMode="auto">
          <a:xfrm>
            <a:off x="8001000" y="2362200"/>
            <a:ext cx="381000" cy="1066800"/>
          </a:xfrm>
          <a:prstGeom prst="rightArrow">
            <a:avLst/>
          </a:prstGeom>
          <a:gradFill flip="none" rotWithShape="1">
            <a:gsLst>
              <a:gs pos="49000">
                <a:schemeClr val="bg1">
                  <a:lumMod val="75000"/>
                </a:schemeClr>
              </a:gs>
              <a:gs pos="100000">
                <a:srgbClr val="E6E6E6"/>
              </a:gs>
            </a:gsLst>
            <a:lin ang="10800000" scaled="0"/>
            <a:tileRect/>
          </a:gradFill>
          <a:ln w="9525">
            <a:solidFill>
              <a:schemeClr val="bg1"/>
            </a:solidFill>
            <a:round/>
            <a:headEnd/>
            <a:tailEnd type="triangle" w="med" len="med"/>
          </a:ln>
        </p:spPr>
        <p:txBody>
          <a:bodyPr/>
          <a:lstStyle/>
          <a:p>
            <a:pPr algn="ctr">
              <a:defRPr/>
            </a:pPr>
            <a:endParaRPr lang="zh-CN" altLang="en-US"/>
          </a:p>
        </p:txBody>
      </p:sp>
      <p:sp>
        <p:nvSpPr>
          <p:cNvPr id="45070" name="TextBox 17">
            <a:extLst>
              <a:ext uri="{FF2B5EF4-FFF2-40B4-BE49-F238E27FC236}">
                <a16:creationId xmlns:a16="http://schemas.microsoft.com/office/drawing/2014/main" id="{423A8F51-DB2B-12C3-4D5B-795505C4B318}"/>
              </a:ext>
            </a:extLst>
          </p:cNvPr>
          <p:cNvSpPr txBox="1">
            <a:spLocks noChangeArrowheads="1"/>
          </p:cNvSpPr>
          <p:nvPr/>
        </p:nvSpPr>
        <p:spPr bwMode="auto">
          <a:xfrm>
            <a:off x="2438400" y="3124200"/>
            <a:ext cx="9906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zh-CN" altLang="en-US" sz="1200"/>
              <a:t>硬盘更新</a:t>
            </a:r>
            <a:endParaRPr lang="en-US" altLang="zh-CN" sz="1200"/>
          </a:p>
          <a:p>
            <a:pPr eaLnBrk="1" hangingPunct="1"/>
            <a:endParaRPr lang="en-US" altLang="zh-CN" sz="1200"/>
          </a:p>
          <a:p>
            <a:pPr eaLnBrk="1" hangingPunct="1">
              <a:buFont typeface="Arial" panose="020B0604020202020204" pitchFamily="34" charset="0"/>
              <a:buChar char="•"/>
            </a:pPr>
            <a:r>
              <a:rPr lang="zh-CN" altLang="en-US" sz="1200"/>
              <a:t> 换位置；</a:t>
            </a:r>
            <a:endParaRPr lang="en-US" altLang="zh-CN" sz="1200"/>
          </a:p>
          <a:p>
            <a:pPr eaLnBrk="1" hangingPunct="1">
              <a:buFont typeface="Arial" panose="020B0604020202020204" pitchFamily="34" charset="0"/>
              <a:buChar char="•"/>
            </a:pPr>
            <a:r>
              <a:rPr lang="zh-CN" altLang="en-US" sz="1200"/>
              <a:t> 维修；</a:t>
            </a:r>
            <a:endParaRPr lang="en-US" altLang="zh-CN" sz="1200"/>
          </a:p>
          <a:p>
            <a:pPr eaLnBrk="1" hangingPunct="1">
              <a:buFont typeface="Arial" panose="020B0604020202020204" pitchFamily="34" charset="0"/>
              <a:buChar char="•"/>
            </a:pPr>
            <a:r>
              <a:rPr lang="zh-CN" altLang="en-US" sz="1200"/>
              <a:t> 变更用途；</a:t>
            </a:r>
          </a:p>
        </p:txBody>
      </p:sp>
      <p:sp>
        <p:nvSpPr>
          <p:cNvPr id="45071" name="TextBox 18">
            <a:extLst>
              <a:ext uri="{FF2B5EF4-FFF2-40B4-BE49-F238E27FC236}">
                <a16:creationId xmlns:a16="http://schemas.microsoft.com/office/drawing/2014/main" id="{77C4150E-A7F2-DEA3-8FC6-829BBDC8908B}"/>
              </a:ext>
            </a:extLst>
          </p:cNvPr>
          <p:cNvSpPr txBox="1">
            <a:spLocks noChangeArrowheads="1"/>
          </p:cNvSpPr>
          <p:nvPr/>
        </p:nvSpPr>
        <p:spPr bwMode="auto">
          <a:xfrm>
            <a:off x="3810000" y="3124201"/>
            <a:ext cx="762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zh-CN" altLang="en-US" sz="1200"/>
              <a:t>卸载所有硬盘</a:t>
            </a:r>
          </a:p>
        </p:txBody>
      </p:sp>
      <p:sp>
        <p:nvSpPr>
          <p:cNvPr id="45072" name="TextBox 19">
            <a:extLst>
              <a:ext uri="{FF2B5EF4-FFF2-40B4-BE49-F238E27FC236}">
                <a16:creationId xmlns:a16="http://schemas.microsoft.com/office/drawing/2014/main" id="{F3D2FFA9-7B40-249D-0017-869BD582D2F6}"/>
              </a:ext>
            </a:extLst>
          </p:cNvPr>
          <p:cNvSpPr txBox="1">
            <a:spLocks noChangeArrowheads="1"/>
          </p:cNvSpPr>
          <p:nvPr/>
        </p:nvSpPr>
        <p:spPr bwMode="auto">
          <a:xfrm>
            <a:off x="4876800" y="3124201"/>
            <a:ext cx="1066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zh-CN" altLang="en-US" sz="1200"/>
              <a:t>运送所有包括坏硬盘</a:t>
            </a:r>
          </a:p>
        </p:txBody>
      </p:sp>
      <p:sp>
        <p:nvSpPr>
          <p:cNvPr id="45073" name="TextBox 20">
            <a:extLst>
              <a:ext uri="{FF2B5EF4-FFF2-40B4-BE49-F238E27FC236}">
                <a16:creationId xmlns:a16="http://schemas.microsoft.com/office/drawing/2014/main" id="{6A3802C7-FE7A-9155-F6BA-507807E54E8C}"/>
              </a:ext>
            </a:extLst>
          </p:cNvPr>
          <p:cNvSpPr txBox="1">
            <a:spLocks noChangeArrowheads="1"/>
          </p:cNvSpPr>
          <p:nvPr/>
        </p:nvSpPr>
        <p:spPr bwMode="auto">
          <a:xfrm>
            <a:off x="6019800" y="3124201"/>
            <a:ext cx="1066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zh-CN" altLang="en-US" sz="1200"/>
              <a:t>安全区域内处理</a:t>
            </a:r>
          </a:p>
        </p:txBody>
      </p:sp>
      <p:sp>
        <p:nvSpPr>
          <p:cNvPr id="45074" name="TextBox 21">
            <a:extLst>
              <a:ext uri="{FF2B5EF4-FFF2-40B4-BE49-F238E27FC236}">
                <a16:creationId xmlns:a16="http://schemas.microsoft.com/office/drawing/2014/main" id="{6FE6AC28-AC61-B6EE-7DE9-92A81FBA39DE}"/>
              </a:ext>
            </a:extLst>
          </p:cNvPr>
          <p:cNvSpPr txBox="1">
            <a:spLocks noChangeArrowheads="1"/>
          </p:cNvSpPr>
          <p:nvPr/>
        </p:nvSpPr>
        <p:spPr bwMode="auto">
          <a:xfrm>
            <a:off x="7086600" y="3124201"/>
            <a:ext cx="1066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zh-CN" altLang="en-US" sz="1200"/>
              <a:t>运送到新位置</a:t>
            </a:r>
          </a:p>
        </p:txBody>
      </p:sp>
      <p:sp>
        <p:nvSpPr>
          <p:cNvPr id="45075" name="TextBox 22">
            <a:extLst>
              <a:ext uri="{FF2B5EF4-FFF2-40B4-BE49-F238E27FC236}">
                <a16:creationId xmlns:a16="http://schemas.microsoft.com/office/drawing/2014/main" id="{BB681EBC-A02D-68EC-7733-18DF8F1D117C}"/>
              </a:ext>
            </a:extLst>
          </p:cNvPr>
          <p:cNvSpPr txBox="1">
            <a:spLocks noChangeArrowheads="1"/>
          </p:cNvSpPr>
          <p:nvPr/>
        </p:nvSpPr>
        <p:spPr bwMode="auto">
          <a:xfrm>
            <a:off x="8305800" y="3124201"/>
            <a:ext cx="1066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zh-CN" altLang="en-US" sz="1200"/>
              <a:t>重新安全处理使用</a:t>
            </a:r>
          </a:p>
        </p:txBody>
      </p:sp>
      <p:sp>
        <p:nvSpPr>
          <p:cNvPr id="22" name="右箭头 21">
            <a:extLst>
              <a:ext uri="{FF2B5EF4-FFF2-40B4-BE49-F238E27FC236}">
                <a16:creationId xmlns:a16="http://schemas.microsoft.com/office/drawing/2014/main" id="{887E57D4-6839-05DB-AF9F-4E13A5BF31C8}"/>
              </a:ext>
            </a:extLst>
          </p:cNvPr>
          <p:cNvSpPr>
            <a:spLocks noChangeArrowheads="1"/>
          </p:cNvSpPr>
          <p:nvPr/>
        </p:nvSpPr>
        <p:spPr bwMode="auto">
          <a:xfrm>
            <a:off x="2438400" y="2743200"/>
            <a:ext cx="7543800" cy="1828800"/>
          </a:xfrm>
          <a:prstGeom prst="rightArrow">
            <a:avLst>
              <a:gd name="adj1" fmla="val 50000"/>
              <a:gd name="adj2" fmla="val 63575"/>
            </a:avLst>
          </a:prstGeom>
          <a:solidFill>
            <a:srgbClr val="00B0F0"/>
          </a:solidFill>
          <a:ln w="9525">
            <a:solidFill>
              <a:srgbClr val="000000"/>
            </a:solidFill>
            <a:round/>
            <a:headEnd/>
            <a:tailEnd type="triangle" w="med" len="med"/>
          </a:ln>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lnSpc>
                <a:spcPct val="200000"/>
              </a:lnSpc>
            </a:pPr>
            <a:r>
              <a:rPr lang="zh-CN" altLang="en-US" sz="2400">
                <a:solidFill>
                  <a:srgbClr val="002060"/>
                </a:solidFill>
                <a:latin typeface="微软雅黑" panose="020B0503020204020204" pitchFamily="34" charset="-122"/>
                <a:ea typeface="微软雅黑" panose="020B0503020204020204" pitchFamily="34" charset="-122"/>
              </a:rPr>
              <a:t>硬    盘    无    忧</a:t>
            </a:r>
          </a:p>
        </p:txBody>
      </p:sp>
      <p:sp>
        <p:nvSpPr>
          <p:cNvPr id="23" name="TextBox 22">
            <a:extLst>
              <a:ext uri="{FF2B5EF4-FFF2-40B4-BE49-F238E27FC236}">
                <a16:creationId xmlns:a16="http://schemas.microsoft.com/office/drawing/2014/main" id="{18D03AD0-DE3A-8D09-A4D6-B4040B1F6562}"/>
              </a:ext>
            </a:extLst>
          </p:cNvPr>
          <p:cNvSpPr txBox="1"/>
          <p:nvPr/>
        </p:nvSpPr>
        <p:spPr>
          <a:xfrm>
            <a:off x="2743200" y="4343400"/>
            <a:ext cx="3581400" cy="769570"/>
          </a:xfrm>
          <a:prstGeom prst="rect">
            <a:avLst/>
          </a:prstGeom>
          <a:noFill/>
          <a:ln w="12700">
            <a:solidFill>
              <a:schemeClr val="tx2">
                <a:lumMod val="60000"/>
                <a:lumOff val="40000"/>
              </a:schemeClr>
            </a:solidFill>
          </a:ln>
        </p:spPr>
        <p:txBody>
          <a:bodyPr>
            <a:spAutoFit/>
          </a:bodyPr>
          <a:lstStyle/>
          <a:p>
            <a:pPr>
              <a:lnSpc>
                <a:spcPts val="2800"/>
              </a:lnSpc>
              <a:defRPr/>
            </a:pPr>
            <a:r>
              <a:rPr lang="zh-CN" altLang="en-US" sz="1600" b="1" dirty="0">
                <a:solidFill>
                  <a:srgbClr val="00294E"/>
                </a:solidFill>
                <a:latin typeface="微软雅黑" pitchFamily="34" charset="-122"/>
                <a:ea typeface="微软雅黑" pitchFamily="34" charset="-122"/>
              </a:rPr>
              <a:t>关闭电源 </a:t>
            </a:r>
            <a:r>
              <a:rPr lang="en-US" altLang="zh-CN" sz="1600" b="1" dirty="0">
                <a:solidFill>
                  <a:srgbClr val="00294E"/>
                </a:solidFill>
                <a:latin typeface="微软雅黑" pitchFamily="34" charset="-122"/>
                <a:ea typeface="微软雅黑" pitchFamily="34" charset="-122"/>
              </a:rPr>
              <a:t>=</a:t>
            </a:r>
            <a:r>
              <a:rPr lang="zh-CN" altLang="en-US" sz="1600" b="1" dirty="0">
                <a:solidFill>
                  <a:srgbClr val="00294E"/>
                </a:solidFill>
                <a:latin typeface="微软雅黑" pitchFamily="34" charset="-122"/>
                <a:ea typeface="微软雅黑" pitchFamily="34" charset="-122"/>
              </a:rPr>
              <a:t> 硬盘加锁加密 </a:t>
            </a:r>
            <a:r>
              <a:rPr lang="en-US" altLang="zh-CN" sz="1600" b="1" dirty="0">
                <a:solidFill>
                  <a:srgbClr val="00294E"/>
                </a:solidFill>
                <a:latin typeface="微软雅黑" pitchFamily="34" charset="-122"/>
                <a:ea typeface="微软雅黑" pitchFamily="34" charset="-122"/>
              </a:rPr>
              <a:t>=</a:t>
            </a:r>
            <a:r>
              <a:rPr lang="zh-CN" altLang="en-US" sz="1600" b="1" dirty="0">
                <a:solidFill>
                  <a:srgbClr val="00294E"/>
                </a:solidFill>
                <a:latin typeface="微软雅黑" pitchFamily="34" charset="-122"/>
                <a:ea typeface="微软雅黑" pitchFamily="34" charset="-122"/>
              </a:rPr>
              <a:t> 安全</a:t>
            </a:r>
            <a:endParaRPr lang="en-US" altLang="zh-CN" sz="1600" b="1" dirty="0">
              <a:solidFill>
                <a:srgbClr val="00294E"/>
              </a:solidFill>
              <a:latin typeface="微软雅黑" pitchFamily="34" charset="-122"/>
              <a:ea typeface="微软雅黑" pitchFamily="34" charset="-122"/>
            </a:endParaRPr>
          </a:p>
          <a:p>
            <a:pPr>
              <a:lnSpc>
                <a:spcPts val="2800"/>
              </a:lnSpc>
              <a:defRPr/>
            </a:pPr>
            <a:r>
              <a:rPr lang="zh-CN" altLang="en-US" sz="1600" b="1" dirty="0">
                <a:solidFill>
                  <a:srgbClr val="00294E"/>
                </a:solidFill>
                <a:latin typeface="微软雅黑" pitchFamily="34" charset="-122"/>
                <a:ea typeface="微软雅黑" pitchFamily="34" charset="-122"/>
              </a:rPr>
              <a:t>立即更新 </a:t>
            </a:r>
            <a:r>
              <a:rPr lang="en-US" altLang="zh-CN" sz="1600" b="1" dirty="0">
                <a:solidFill>
                  <a:srgbClr val="00294E"/>
                </a:solidFill>
                <a:latin typeface="微软雅黑" pitchFamily="34" charset="-122"/>
                <a:ea typeface="微软雅黑" pitchFamily="34" charset="-122"/>
              </a:rPr>
              <a:t>=</a:t>
            </a:r>
            <a:r>
              <a:rPr lang="zh-CN" altLang="en-US" sz="1600" b="1" dirty="0">
                <a:solidFill>
                  <a:srgbClr val="00294E"/>
                </a:solidFill>
                <a:latin typeface="微软雅黑" pitchFamily="34" charset="-122"/>
                <a:ea typeface="微软雅黑" pitchFamily="34" charset="-122"/>
              </a:rPr>
              <a:t> 清除</a:t>
            </a:r>
            <a:r>
              <a:rPr lang="en-US" altLang="zh-CN" sz="1600" b="1" dirty="0">
                <a:solidFill>
                  <a:srgbClr val="00294E"/>
                </a:solidFill>
                <a:latin typeface="微软雅黑" pitchFamily="34" charset="-122"/>
                <a:ea typeface="微软雅黑" pitchFamily="34" charset="-122"/>
              </a:rPr>
              <a:t>TCM</a:t>
            </a:r>
            <a:r>
              <a:rPr lang="zh-CN" altLang="en-US" sz="1600" b="1" dirty="0">
                <a:solidFill>
                  <a:srgbClr val="00294E"/>
                </a:solidFill>
                <a:latin typeface="微软雅黑" pitchFamily="34" charset="-122"/>
                <a:ea typeface="微软雅黑" pitchFamily="34" charset="-122"/>
              </a:rPr>
              <a:t>芯片</a:t>
            </a:r>
          </a:p>
        </p:txBody>
      </p:sp>
      <p:sp>
        <p:nvSpPr>
          <p:cNvPr id="24" name="内容占位符 2">
            <a:extLst>
              <a:ext uri="{FF2B5EF4-FFF2-40B4-BE49-F238E27FC236}">
                <a16:creationId xmlns:a16="http://schemas.microsoft.com/office/drawing/2014/main" id="{29A42599-91C9-EF04-6AFA-AB3C10EBC5B1}"/>
              </a:ext>
            </a:extLst>
          </p:cNvPr>
          <p:cNvSpPr txBox="1">
            <a:spLocks/>
          </p:cNvSpPr>
          <p:nvPr/>
        </p:nvSpPr>
        <p:spPr>
          <a:xfrm>
            <a:off x="2590800" y="5257800"/>
            <a:ext cx="5105400" cy="1219200"/>
          </a:xfrm>
          <a:prstGeom prst="rect">
            <a:avLst/>
          </a:prstGeom>
        </p:spPr>
        <p:txBody>
          <a:bodyPr/>
          <a:lstStyle/>
          <a:p>
            <a:pPr marL="236538" indent="-236538" eaLnBrk="0" fontAlgn="t" hangingPunct="0">
              <a:lnSpc>
                <a:spcPct val="150000"/>
              </a:lnSpc>
              <a:buClr>
                <a:srgbClr val="FF7C23"/>
              </a:buClr>
              <a:buFont typeface="Wingdings" pitchFamily="2" charset="2"/>
              <a:buChar char="Ø"/>
              <a:defRPr/>
            </a:pPr>
            <a:r>
              <a:rPr kumimoji="1" lang="zh-CN" altLang="en-US" sz="1600" b="1" dirty="0">
                <a:effectLst>
                  <a:outerShdw blurRad="38100" dist="38100" dir="2700000" algn="tl">
                    <a:srgbClr val="C0C0C0"/>
                  </a:outerShdw>
                </a:effectLst>
                <a:latin typeface="微软雅黑" pitchFamily="34" charset="-122"/>
                <a:ea typeface="微软雅黑" pitchFamily="34" charset="-122"/>
              </a:rPr>
              <a:t>提供安全的硬盘管理方式，保证数据安全；</a:t>
            </a:r>
            <a:endParaRPr kumimoji="1" lang="en-US" altLang="zh-CN" sz="1600" b="1" dirty="0">
              <a:effectLst>
                <a:outerShdw blurRad="38100" dist="38100" dir="2700000" algn="tl">
                  <a:srgbClr val="C0C0C0"/>
                </a:outerShdw>
              </a:effectLst>
              <a:latin typeface="微软雅黑" pitchFamily="34" charset="-122"/>
              <a:ea typeface="微软雅黑" pitchFamily="34" charset="-122"/>
            </a:endParaRPr>
          </a:p>
          <a:p>
            <a:pPr marL="236538" indent="-236538" eaLnBrk="0" fontAlgn="t" hangingPunct="0">
              <a:lnSpc>
                <a:spcPct val="150000"/>
              </a:lnSpc>
              <a:buClr>
                <a:srgbClr val="FF7C23"/>
              </a:buClr>
              <a:buFont typeface="Wingdings" pitchFamily="2" charset="2"/>
              <a:buChar char="Ø"/>
              <a:defRPr/>
            </a:pPr>
            <a:r>
              <a:rPr kumimoji="1" lang="zh-CN" altLang="en-US" sz="1600" b="1" dirty="0">
                <a:effectLst>
                  <a:outerShdw blurRad="38100" dist="38100" dir="2700000" algn="tl">
                    <a:srgbClr val="C0C0C0"/>
                  </a:outerShdw>
                </a:effectLst>
                <a:latin typeface="微软雅黑" pitchFamily="34" charset="-122"/>
                <a:ea typeface="微软雅黑" pitchFamily="34" charset="-122"/>
              </a:rPr>
              <a:t>降低</a:t>
            </a:r>
            <a:r>
              <a:rPr kumimoji="1" lang="en-US" altLang="zh-CN" sz="1600" b="1" dirty="0">
                <a:effectLst>
                  <a:outerShdw blurRad="38100" dist="38100" dir="2700000" algn="tl">
                    <a:srgbClr val="C0C0C0"/>
                  </a:outerShdw>
                </a:effectLst>
                <a:latin typeface="微软雅黑" pitchFamily="34" charset="-122"/>
                <a:ea typeface="微软雅黑" pitchFamily="34" charset="-122"/>
              </a:rPr>
              <a:t>IT</a:t>
            </a:r>
            <a:r>
              <a:rPr kumimoji="1" lang="zh-CN" altLang="en-US" sz="1600" b="1" dirty="0">
                <a:effectLst>
                  <a:outerShdw blurRad="38100" dist="38100" dir="2700000" algn="tl">
                    <a:srgbClr val="C0C0C0"/>
                  </a:outerShdw>
                </a:effectLst>
                <a:latin typeface="微软雅黑" pitchFamily="34" charset="-122"/>
                <a:ea typeface="微软雅黑" pitchFamily="34" charset="-122"/>
              </a:rPr>
              <a:t>维护成本，减少硬盘插除，增加硬盘寿命；</a:t>
            </a:r>
            <a:endParaRPr kumimoji="1" lang="en-US" altLang="zh-CN" sz="1600" b="1" dirty="0">
              <a:effectLst>
                <a:outerShdw blurRad="38100" dist="38100" dir="2700000" algn="tl">
                  <a:srgbClr val="C0C0C0"/>
                </a:outerShdw>
              </a:effectLst>
              <a:latin typeface="微软雅黑" pitchFamily="34" charset="-122"/>
              <a:ea typeface="微软雅黑" pitchFamily="34" charset="-122"/>
            </a:endParaRPr>
          </a:p>
          <a:p>
            <a:pPr marL="236538" indent="-236538" eaLnBrk="0" fontAlgn="t" hangingPunct="0">
              <a:lnSpc>
                <a:spcPct val="150000"/>
              </a:lnSpc>
              <a:buClr>
                <a:srgbClr val="FF7C23"/>
              </a:buClr>
              <a:buFont typeface="Wingdings" pitchFamily="2" charset="2"/>
              <a:buChar char="Ø"/>
              <a:defRPr/>
            </a:pPr>
            <a:r>
              <a:rPr kumimoji="1" lang="zh-CN" altLang="en-US" sz="1600" b="1" dirty="0">
                <a:effectLst>
                  <a:outerShdw blurRad="38100" dist="38100" dir="2700000" algn="tl">
                    <a:srgbClr val="C0C0C0"/>
                  </a:outerShdw>
                </a:effectLst>
                <a:latin typeface="微软雅黑" pitchFamily="34" charset="-122"/>
                <a:ea typeface="微软雅黑" pitchFamily="34" charset="-122"/>
              </a:rPr>
              <a:t>保护个人隐私。</a:t>
            </a:r>
          </a:p>
        </p:txBody>
      </p:sp>
      <p:sp>
        <p:nvSpPr>
          <p:cNvPr id="25" name="Rectangle 63">
            <a:extLst>
              <a:ext uri="{FF2B5EF4-FFF2-40B4-BE49-F238E27FC236}">
                <a16:creationId xmlns:a16="http://schemas.microsoft.com/office/drawing/2014/main" id="{D2B51DD4-9D6B-D741-DA0C-21AD3F75335B}"/>
              </a:ext>
            </a:extLst>
          </p:cNvPr>
          <p:cNvSpPr>
            <a:spLocks noChangeArrowheads="1"/>
          </p:cNvSpPr>
          <p:nvPr/>
        </p:nvSpPr>
        <p:spPr bwMode="auto">
          <a:xfrm>
            <a:off x="4800600" y="1447800"/>
            <a:ext cx="2057400" cy="533400"/>
          </a:xfrm>
          <a:prstGeom prst="rect">
            <a:avLst/>
          </a:prstGeom>
          <a:noFill/>
          <a:ln w="9525">
            <a:noFill/>
            <a:miter lim="800000"/>
            <a:headEnd/>
            <a:tailEnd/>
          </a:ln>
          <a:effectLst/>
        </p:spPr>
        <p:txBody>
          <a:bodyPr lIns="18000" rIns="18000" anchor="ctr"/>
          <a:lstStyle/>
          <a:p>
            <a:pPr marL="1343025" indent="-1343025">
              <a:lnSpc>
                <a:spcPct val="90000"/>
              </a:lnSpc>
              <a:defRPr/>
            </a:pPr>
            <a:r>
              <a:rPr lang="zh-CN" altLang="en-US" sz="1600" b="1" kern="0" dirty="0">
                <a:latin typeface="微软雅黑" pitchFamily="34" charset="-122"/>
                <a:ea typeface="微软雅黑" pitchFamily="34" charset="-122"/>
                <a:cs typeface="+mj-cs"/>
              </a:rPr>
              <a:t>硬盘数据保护新模式</a:t>
            </a:r>
          </a:p>
        </p:txBody>
      </p:sp>
      <p:sp>
        <p:nvSpPr>
          <p:cNvPr id="27" name="标题 1">
            <a:extLst>
              <a:ext uri="{FF2B5EF4-FFF2-40B4-BE49-F238E27FC236}">
                <a16:creationId xmlns:a16="http://schemas.microsoft.com/office/drawing/2014/main" id="{8FDEB762-CCDC-D76F-B30C-DAB880D7AA58}"/>
              </a:ext>
            </a:extLst>
          </p:cNvPr>
          <p:cNvSpPr txBox="1">
            <a:spLocks/>
          </p:cNvSpPr>
          <p:nvPr/>
        </p:nvSpPr>
        <p:spPr bwMode="auto">
          <a:xfrm>
            <a:off x="1905000" y="381001"/>
            <a:ext cx="4648200" cy="506413"/>
          </a:xfrm>
          <a:prstGeom prst="rect">
            <a:avLst/>
          </a:prstGeom>
          <a:noFill/>
          <a:ln w="9525">
            <a:noFill/>
            <a:miter lim="800000"/>
            <a:headEnd/>
            <a:tailEnd/>
          </a:ln>
          <a:effectLst/>
        </p:spPr>
        <p:txBody>
          <a:bodyPr anchor="ctr"/>
          <a:lstStyle/>
          <a:p>
            <a:pPr>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联想基于</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TCM</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的安全应用</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(10)</a:t>
            </a:r>
            <a:endPar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endParaRPr>
          </a:p>
        </p:txBody>
      </p:sp>
      <p:sp>
        <p:nvSpPr>
          <p:cNvPr id="45081" name="AutoShape 6">
            <a:extLst>
              <a:ext uri="{FF2B5EF4-FFF2-40B4-BE49-F238E27FC236}">
                <a16:creationId xmlns:a16="http://schemas.microsoft.com/office/drawing/2014/main" id="{35830CD7-5CB6-0EE1-1CD8-D476DEE0BD8C}"/>
              </a:ext>
            </a:extLst>
          </p:cNvPr>
          <p:cNvSpPr>
            <a:spLocks noChangeArrowheads="1"/>
          </p:cNvSpPr>
          <p:nvPr/>
        </p:nvSpPr>
        <p:spPr bwMode="auto">
          <a:xfrm>
            <a:off x="1828800" y="1371600"/>
            <a:ext cx="2274888" cy="609600"/>
          </a:xfrm>
          <a:prstGeom prst="roundRect">
            <a:avLst>
              <a:gd name="adj" fmla="val 16667"/>
            </a:avLst>
          </a:prstGeom>
          <a:gradFill rotWithShape="1">
            <a:gsLst>
              <a:gs pos="0">
                <a:srgbClr val="99FFCC">
                  <a:alpha val="49001"/>
                </a:srgbClr>
              </a:gs>
              <a:gs pos="100000">
                <a:srgbClr val="CFFFE7"/>
              </a:gs>
            </a:gsLst>
            <a:lin ang="5400000" scaled="1"/>
          </a:gradFill>
          <a:ln w="38100">
            <a:solidFill>
              <a:srgbClr val="FF0000"/>
            </a:solidFill>
            <a:round/>
            <a:headEnd/>
            <a:tailEnd/>
          </a:ln>
        </p:spPr>
        <p:txBody>
          <a:bodyPr wrap="none" anchor="ctr"/>
          <a:lstStyle>
            <a:lvl1pPr marL="342900" indent="-342900"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marL="0" lvl="2" algn="ctr" eaLnBrk="1" hangingPunct="1"/>
            <a:r>
              <a:rPr kumimoji="1" lang="zh-CN" altLang="en-US" sz="1800" b="1">
                <a:solidFill>
                  <a:srgbClr val="000000"/>
                </a:solidFill>
                <a:latin typeface="微软雅黑" panose="020B0503020204020204" pitchFamily="34" charset="-122"/>
                <a:ea typeface="微软雅黑" panose="020B0503020204020204" pitchFamily="34" charset="-122"/>
              </a:rPr>
              <a:t>硬盘无忧</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2">
                                            <p:bg/>
                                          </p:spTgt>
                                        </p:tgtEl>
                                        <p:attrNameLst>
                                          <p:attrName>style.visibility</p:attrName>
                                        </p:attrNameLst>
                                      </p:cBhvr>
                                      <p:to>
                                        <p:strVal val="visible"/>
                                      </p:to>
                                    </p:set>
                                    <p:anim calcmode="lin" valueType="num">
                                      <p:cBhvr additive="base">
                                        <p:cTn id="7" dur="500" fill="hold"/>
                                        <p:tgtEl>
                                          <p:spTgt spid="22">
                                            <p:bg/>
                                          </p:spTgt>
                                        </p:tgtEl>
                                        <p:attrNameLst>
                                          <p:attrName>ppt_x</p:attrName>
                                        </p:attrNameLst>
                                      </p:cBhvr>
                                      <p:tavLst>
                                        <p:tav tm="0">
                                          <p:val>
                                            <p:strVal val="#ppt_x"/>
                                          </p:val>
                                        </p:tav>
                                        <p:tav tm="100000">
                                          <p:val>
                                            <p:strVal val="#ppt_x"/>
                                          </p:val>
                                        </p:tav>
                                      </p:tavLst>
                                    </p:anim>
                                    <p:anim calcmode="lin" valueType="num">
                                      <p:cBhvr additive="base">
                                        <p:cTn id="8" dur="500" fill="hold"/>
                                        <p:tgtEl>
                                          <p:spTgt spid="22">
                                            <p:bg/>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2">
                                            <p:txEl>
                                              <p:pRg st="0" end="0"/>
                                            </p:txEl>
                                          </p:spTgt>
                                        </p:tgtEl>
                                        <p:attrNameLst>
                                          <p:attrName>style.visibility</p:attrName>
                                        </p:attrNameLst>
                                      </p:cBhvr>
                                      <p:to>
                                        <p:strVal val="visible"/>
                                      </p:to>
                                    </p:set>
                                    <p:anim calcmode="lin" valueType="num">
                                      <p:cBhvr additive="base">
                                        <p:cTn id="11" dur="500" fill="hold"/>
                                        <p:tgtEl>
                                          <p:spTgt spid="22">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2">
                                            <p:txEl>
                                              <p:pRg st="0" end="0"/>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3">
                                            <p:bg/>
                                          </p:spTgt>
                                        </p:tgtEl>
                                        <p:attrNameLst>
                                          <p:attrName>style.visibility</p:attrName>
                                        </p:attrNameLst>
                                      </p:cBhvr>
                                      <p:to>
                                        <p:strVal val="visible"/>
                                      </p:to>
                                    </p:set>
                                    <p:anim calcmode="lin" valueType="num">
                                      <p:cBhvr additive="base">
                                        <p:cTn id="15" dur="500" fill="hold"/>
                                        <p:tgtEl>
                                          <p:spTgt spid="23">
                                            <p:bg/>
                                          </p:spTgt>
                                        </p:tgtEl>
                                        <p:attrNameLst>
                                          <p:attrName>ppt_x</p:attrName>
                                        </p:attrNameLst>
                                      </p:cBhvr>
                                      <p:tavLst>
                                        <p:tav tm="0">
                                          <p:val>
                                            <p:strVal val="#ppt_x"/>
                                          </p:val>
                                        </p:tav>
                                        <p:tav tm="100000">
                                          <p:val>
                                            <p:strVal val="#ppt_x"/>
                                          </p:val>
                                        </p:tav>
                                      </p:tavLst>
                                    </p:anim>
                                    <p:anim calcmode="lin" valueType="num">
                                      <p:cBhvr additive="base">
                                        <p:cTn id="16" dur="500" fill="hold"/>
                                        <p:tgtEl>
                                          <p:spTgt spid="23">
                                            <p:bg/>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3">
                                            <p:txEl>
                                              <p:pRg st="0" end="0"/>
                                            </p:txEl>
                                          </p:spTgt>
                                        </p:tgtEl>
                                        <p:attrNameLst>
                                          <p:attrName>style.visibility</p:attrName>
                                        </p:attrNameLst>
                                      </p:cBhvr>
                                      <p:to>
                                        <p:strVal val="visible"/>
                                      </p:to>
                                    </p:set>
                                    <p:anim calcmode="lin" valueType="num">
                                      <p:cBhvr additive="base">
                                        <p:cTn id="19" dur="500" fill="hold"/>
                                        <p:tgtEl>
                                          <p:spTgt spid="2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3">
                                            <p:txEl>
                                              <p:pRg st="0" end="0"/>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3">
                                            <p:txEl>
                                              <p:pRg st="1" end="1"/>
                                            </p:txEl>
                                          </p:spTgt>
                                        </p:tgtEl>
                                        <p:attrNameLst>
                                          <p:attrName>style.visibility</p:attrName>
                                        </p:attrNameLst>
                                      </p:cBhvr>
                                      <p:to>
                                        <p:strVal val="visible"/>
                                      </p:to>
                                    </p:set>
                                    <p:anim calcmode="lin" valueType="num">
                                      <p:cBhvr additive="base">
                                        <p:cTn id="23" dur="500" fill="hold"/>
                                        <p:tgtEl>
                                          <p:spTgt spid="23">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blinds(horizontal)">
                                      <p:cBhvr>
                                        <p:cTn id="2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uild="allAtOnce" animBg="1"/>
      <p:bldP spid="23" grpId="0" build="allAtOnce" animBg="1"/>
      <p:bldP spid="2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150EB454-C9F6-F3DC-7ABD-D6E3DBAB45D5}"/>
              </a:ext>
            </a:extLst>
          </p:cNvPr>
          <p:cNvSpPr>
            <a:spLocks noGrp="1" noChangeArrowheads="1"/>
          </p:cNvSpPr>
          <p:nvPr>
            <p:ph type="title"/>
          </p:nvPr>
        </p:nvSpPr>
        <p:spPr>
          <a:xfrm>
            <a:off x="4724400" y="1371601"/>
            <a:ext cx="1219200" cy="639763"/>
          </a:xfrm>
        </p:spPr>
        <p:txBody>
          <a:bodyPr/>
          <a:lstStyle/>
          <a:p>
            <a:pPr marL="1343025" indent="-1343025"/>
            <a:r>
              <a:rPr lang="zh-CN" altLang="en-US" sz="1600">
                <a:latin typeface="微软雅黑" panose="020B0503020204020204" pitchFamily="34" charset="-122"/>
                <a:ea typeface="微软雅黑" panose="020B0503020204020204" pitchFamily="34" charset="-122"/>
              </a:rPr>
              <a:t>产品特色</a:t>
            </a:r>
          </a:p>
        </p:txBody>
      </p:sp>
      <p:sp>
        <p:nvSpPr>
          <p:cNvPr id="10243" name="Rectangle 3">
            <a:extLst>
              <a:ext uri="{FF2B5EF4-FFF2-40B4-BE49-F238E27FC236}">
                <a16:creationId xmlns:a16="http://schemas.microsoft.com/office/drawing/2014/main" id="{64FC6113-6B77-B9CF-CC31-A82025F64CCD}"/>
              </a:ext>
            </a:extLst>
          </p:cNvPr>
          <p:cNvSpPr>
            <a:spLocks noGrp="1" noChangeArrowheads="1"/>
          </p:cNvSpPr>
          <p:nvPr>
            <p:ph type="body" idx="1"/>
          </p:nvPr>
        </p:nvSpPr>
        <p:spPr>
          <a:xfrm>
            <a:off x="2057400" y="2057400"/>
            <a:ext cx="8229600" cy="3276600"/>
          </a:xfrm>
        </p:spPr>
        <p:txBody>
          <a:bodyPr/>
          <a:lstStyle/>
          <a:p>
            <a:pPr eaLnBrk="1" fontAlgn="t" hangingPunct="1">
              <a:lnSpc>
                <a:spcPct val="150000"/>
              </a:lnSpc>
              <a:spcBef>
                <a:spcPct val="0"/>
              </a:spcBef>
              <a:buClr>
                <a:srgbClr val="FF0000"/>
              </a:buClr>
              <a:buFont typeface="Wingdings" pitchFamily="2" charset="2"/>
              <a:buChar char="Ø"/>
              <a:defRPr/>
            </a:pPr>
            <a:r>
              <a:rPr kumimoji="1" lang="zh-CN" altLang="en-US" sz="1600" b="1" dirty="0">
                <a:effectLst>
                  <a:outerShdw blurRad="38100" dist="38100" dir="2700000" algn="tl">
                    <a:srgbClr val="C0C0C0"/>
                  </a:outerShdw>
                </a:effectLst>
                <a:latin typeface="微软雅黑" pitchFamily="34" charset="-122"/>
                <a:ea typeface="微软雅黑" pitchFamily="34" charset="-122"/>
              </a:rPr>
              <a:t>采用基于物理扇区级加密方法，能加密硬盘上任何数据，包括操作系统</a:t>
            </a:r>
            <a:endParaRPr kumimoji="1" lang="en-US" altLang="zh-CN" sz="1600" b="1" dirty="0">
              <a:effectLst>
                <a:outerShdw blurRad="38100" dist="38100" dir="2700000" algn="tl">
                  <a:srgbClr val="C0C0C0"/>
                </a:outerShdw>
              </a:effectLst>
              <a:latin typeface="微软雅黑" pitchFamily="34" charset="-122"/>
              <a:ea typeface="微软雅黑" pitchFamily="34" charset="-122"/>
            </a:endParaRPr>
          </a:p>
          <a:p>
            <a:pPr eaLnBrk="1" fontAlgn="t" hangingPunct="1">
              <a:lnSpc>
                <a:spcPct val="150000"/>
              </a:lnSpc>
              <a:spcBef>
                <a:spcPct val="0"/>
              </a:spcBef>
              <a:buClr>
                <a:srgbClr val="FF0000"/>
              </a:buClr>
              <a:buFont typeface="Wingdings" pitchFamily="2" charset="2"/>
              <a:buChar char="Ø"/>
              <a:defRPr/>
            </a:pPr>
            <a:r>
              <a:rPr kumimoji="1" lang="zh-CN" altLang="en-US" sz="1600" b="1" dirty="0">
                <a:effectLst>
                  <a:outerShdw blurRad="38100" dist="38100" dir="2700000" algn="tl">
                    <a:srgbClr val="C0C0C0"/>
                  </a:outerShdw>
                </a:effectLst>
                <a:latin typeface="微软雅黑" pitchFamily="34" charset="-122"/>
                <a:ea typeface="微软雅黑" pitchFamily="34" charset="-122"/>
              </a:rPr>
              <a:t>非授权用户不仅看不到硬盘上文件内容，而且也看不到保存在磁盘上的任何文件名称。由于硬盘上所有数据均处于加密状态，得到加密硬盘的人无法得到任何信息</a:t>
            </a:r>
          </a:p>
          <a:p>
            <a:pPr eaLnBrk="1" fontAlgn="t" hangingPunct="1">
              <a:lnSpc>
                <a:spcPct val="150000"/>
              </a:lnSpc>
              <a:spcBef>
                <a:spcPct val="0"/>
              </a:spcBef>
              <a:buClr>
                <a:srgbClr val="FF0000"/>
              </a:buClr>
              <a:buFont typeface="Wingdings" pitchFamily="2" charset="2"/>
              <a:buChar char="Ø"/>
              <a:defRPr/>
            </a:pPr>
            <a:r>
              <a:rPr kumimoji="1" lang="zh-CN" altLang="en-US" sz="1600" b="1" dirty="0">
                <a:effectLst>
                  <a:outerShdw blurRad="38100" dist="38100" dir="2700000" algn="tl">
                    <a:srgbClr val="C0C0C0"/>
                  </a:outerShdw>
                </a:effectLst>
                <a:latin typeface="微软雅黑" pitchFamily="34" charset="-122"/>
                <a:ea typeface="微软雅黑" pitchFamily="34" charset="-122"/>
              </a:rPr>
              <a:t>只有计算机正常启动后磁盘数据才可被访问，避免攻击者通过引导另一操作系统或者将硬盘转移到另一台已安装操作系统的</a:t>
            </a:r>
            <a:r>
              <a:rPr kumimoji="1" lang="en-US" altLang="zh-CN" sz="1600" b="1" dirty="0">
                <a:effectLst>
                  <a:outerShdw blurRad="38100" dist="38100" dir="2700000" algn="tl">
                    <a:srgbClr val="C0C0C0"/>
                  </a:outerShdw>
                </a:effectLst>
                <a:latin typeface="微软雅黑" pitchFamily="34" charset="-122"/>
                <a:ea typeface="微软雅黑" pitchFamily="34" charset="-122"/>
              </a:rPr>
              <a:t>PC</a:t>
            </a:r>
            <a:r>
              <a:rPr kumimoji="1" lang="zh-CN" altLang="en-US" sz="1600" b="1" dirty="0">
                <a:effectLst>
                  <a:outerShdw blurRad="38100" dist="38100" dir="2700000" algn="tl">
                    <a:srgbClr val="C0C0C0"/>
                  </a:outerShdw>
                </a:effectLst>
                <a:latin typeface="微软雅黑" pitchFamily="34" charset="-122"/>
                <a:ea typeface="微软雅黑" pitchFamily="34" charset="-122"/>
              </a:rPr>
              <a:t>上，以便绕过正常启动和用户身份识别过程来访问硬盘数据</a:t>
            </a:r>
          </a:p>
          <a:p>
            <a:pPr eaLnBrk="1" fontAlgn="t" hangingPunct="1">
              <a:lnSpc>
                <a:spcPct val="150000"/>
              </a:lnSpc>
              <a:spcBef>
                <a:spcPct val="0"/>
              </a:spcBef>
              <a:buClr>
                <a:srgbClr val="FF0000"/>
              </a:buClr>
              <a:buFont typeface="Wingdings" pitchFamily="2" charset="2"/>
              <a:buChar char="Ø"/>
              <a:defRPr/>
            </a:pPr>
            <a:r>
              <a:rPr kumimoji="1" lang="zh-CN" altLang="en-US" sz="1600" b="1" dirty="0">
                <a:effectLst>
                  <a:outerShdw blurRad="38100" dist="38100" dir="2700000" algn="tl">
                    <a:srgbClr val="C0C0C0"/>
                  </a:outerShdw>
                </a:effectLst>
                <a:latin typeface="微软雅黑" pitchFamily="34" charset="-122"/>
                <a:ea typeface="微软雅黑" pitchFamily="34" charset="-122"/>
              </a:rPr>
              <a:t>采用</a:t>
            </a:r>
            <a:r>
              <a:rPr kumimoji="1" lang="en-US" altLang="zh-CN" sz="1600" b="1" dirty="0">
                <a:effectLst>
                  <a:outerShdw blurRad="38100" dist="38100" dir="2700000" algn="tl">
                    <a:srgbClr val="C0C0C0"/>
                  </a:outerShdw>
                </a:effectLst>
                <a:latin typeface="微软雅黑" pitchFamily="34" charset="-122"/>
                <a:ea typeface="微软雅黑" pitchFamily="34" charset="-122"/>
              </a:rPr>
              <a:t>TCM</a:t>
            </a:r>
            <a:r>
              <a:rPr kumimoji="1" lang="zh-CN" altLang="en-US" sz="1600" b="1" dirty="0">
                <a:effectLst>
                  <a:outerShdw blurRad="38100" dist="38100" dir="2700000" algn="tl">
                    <a:srgbClr val="C0C0C0"/>
                  </a:outerShdw>
                </a:effectLst>
                <a:latin typeface="微软雅黑" pitchFamily="34" charset="-122"/>
                <a:ea typeface="微软雅黑" pitchFamily="34" charset="-122"/>
              </a:rPr>
              <a:t>对加</a:t>
            </a:r>
            <a:r>
              <a:rPr kumimoji="1" lang="en-US" altLang="zh-CN" sz="1600" b="1" dirty="0">
                <a:effectLst>
                  <a:outerShdw blurRad="38100" dist="38100" dir="2700000" algn="tl">
                    <a:srgbClr val="C0C0C0"/>
                  </a:outerShdw>
                </a:effectLst>
                <a:latin typeface="微软雅黑" pitchFamily="34" charset="-122"/>
                <a:ea typeface="微软雅黑" pitchFamily="34" charset="-122"/>
              </a:rPr>
              <a:t>/</a:t>
            </a:r>
            <a:r>
              <a:rPr kumimoji="1" lang="zh-CN" altLang="en-US" sz="1600" b="1" dirty="0">
                <a:effectLst>
                  <a:outerShdw blurRad="38100" dist="38100" dir="2700000" algn="tl">
                    <a:srgbClr val="C0C0C0"/>
                  </a:outerShdw>
                </a:effectLst>
                <a:latin typeface="微软雅黑" pitchFamily="34" charset="-122"/>
                <a:ea typeface="微软雅黑" pitchFamily="34" charset="-122"/>
              </a:rPr>
              <a:t>解密使用的密钥进行保护，利用</a:t>
            </a:r>
            <a:r>
              <a:rPr kumimoji="1" lang="en-US" altLang="zh-CN" sz="1600" b="1" dirty="0">
                <a:effectLst>
                  <a:outerShdw blurRad="38100" dist="38100" dir="2700000" algn="tl">
                    <a:srgbClr val="C0C0C0"/>
                  </a:outerShdw>
                </a:effectLst>
                <a:latin typeface="微软雅黑" pitchFamily="34" charset="-122"/>
                <a:ea typeface="微软雅黑" pitchFamily="34" charset="-122"/>
              </a:rPr>
              <a:t>TCM</a:t>
            </a:r>
            <a:r>
              <a:rPr kumimoji="1" lang="zh-CN" altLang="en-US" sz="1600" b="1" dirty="0">
                <a:effectLst>
                  <a:outerShdw blurRad="38100" dist="38100" dir="2700000" algn="tl">
                    <a:srgbClr val="C0C0C0"/>
                  </a:outerShdw>
                </a:effectLst>
                <a:latin typeface="微软雅黑" pitchFamily="34" charset="-122"/>
                <a:ea typeface="微软雅黑" pitchFamily="34" charset="-122"/>
              </a:rPr>
              <a:t>防攻击以及完整性度量等特性，可有效防止离线状态下对用户密码的离线攻击</a:t>
            </a:r>
            <a:endParaRPr kumimoji="1" lang="en-US" altLang="zh-CN" sz="1600" b="1" dirty="0">
              <a:effectLst>
                <a:outerShdw blurRad="38100" dist="38100" dir="2700000" algn="tl">
                  <a:srgbClr val="C0C0C0"/>
                </a:outerShdw>
              </a:effectLst>
              <a:latin typeface="微软雅黑" pitchFamily="34" charset="-122"/>
              <a:ea typeface="微软雅黑" pitchFamily="34" charset="-122"/>
            </a:endParaRPr>
          </a:p>
        </p:txBody>
      </p:sp>
      <p:sp>
        <p:nvSpPr>
          <p:cNvPr id="4" name="标题 1">
            <a:extLst>
              <a:ext uri="{FF2B5EF4-FFF2-40B4-BE49-F238E27FC236}">
                <a16:creationId xmlns:a16="http://schemas.microsoft.com/office/drawing/2014/main" id="{3D6485EF-3C55-F962-7F94-46F838600788}"/>
              </a:ext>
            </a:extLst>
          </p:cNvPr>
          <p:cNvSpPr txBox="1">
            <a:spLocks/>
          </p:cNvSpPr>
          <p:nvPr/>
        </p:nvSpPr>
        <p:spPr bwMode="auto">
          <a:xfrm>
            <a:off x="1905000" y="381001"/>
            <a:ext cx="4572000" cy="506413"/>
          </a:xfrm>
          <a:prstGeom prst="rect">
            <a:avLst/>
          </a:prstGeom>
          <a:noFill/>
          <a:ln w="9525">
            <a:noFill/>
            <a:miter lim="800000"/>
            <a:headEnd/>
            <a:tailEnd/>
          </a:ln>
          <a:effectLst/>
        </p:spPr>
        <p:txBody>
          <a:bodyPr anchor="ctr"/>
          <a:lstStyle/>
          <a:p>
            <a:pPr>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联想基于</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TCM</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的安全应用</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(11)</a:t>
            </a:r>
            <a:endPar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endParaRPr>
          </a:p>
        </p:txBody>
      </p:sp>
      <p:sp>
        <p:nvSpPr>
          <p:cNvPr id="46085" name="AutoShape 6">
            <a:extLst>
              <a:ext uri="{FF2B5EF4-FFF2-40B4-BE49-F238E27FC236}">
                <a16:creationId xmlns:a16="http://schemas.microsoft.com/office/drawing/2014/main" id="{A80594F0-3FDF-D915-7378-A9E1875C1F54}"/>
              </a:ext>
            </a:extLst>
          </p:cNvPr>
          <p:cNvSpPr>
            <a:spLocks noChangeArrowheads="1"/>
          </p:cNvSpPr>
          <p:nvPr/>
        </p:nvSpPr>
        <p:spPr bwMode="auto">
          <a:xfrm>
            <a:off x="1828800" y="1371600"/>
            <a:ext cx="2274888" cy="609600"/>
          </a:xfrm>
          <a:prstGeom prst="roundRect">
            <a:avLst>
              <a:gd name="adj" fmla="val 16667"/>
            </a:avLst>
          </a:prstGeom>
          <a:gradFill rotWithShape="1">
            <a:gsLst>
              <a:gs pos="0">
                <a:srgbClr val="99FFCC">
                  <a:alpha val="49001"/>
                </a:srgbClr>
              </a:gs>
              <a:gs pos="100000">
                <a:srgbClr val="CFFFE7"/>
              </a:gs>
            </a:gsLst>
            <a:lin ang="5400000" scaled="1"/>
          </a:gradFill>
          <a:ln w="38100">
            <a:solidFill>
              <a:srgbClr val="FF0000"/>
            </a:solidFill>
            <a:round/>
            <a:headEnd/>
            <a:tailEnd/>
          </a:ln>
        </p:spPr>
        <p:txBody>
          <a:bodyPr wrap="none" anchor="ctr"/>
          <a:lstStyle>
            <a:lvl1pPr marL="342900" indent="-342900"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marL="0" lvl="2" algn="ctr" eaLnBrk="1" hangingPunct="1"/>
            <a:r>
              <a:rPr kumimoji="1" lang="zh-CN" altLang="en-US" sz="1800" b="1">
                <a:solidFill>
                  <a:srgbClr val="000000"/>
                </a:solidFill>
                <a:latin typeface="微软雅黑" panose="020B0503020204020204" pitchFamily="34" charset="-122"/>
                <a:ea typeface="微软雅黑" panose="020B0503020204020204" pitchFamily="34" charset="-122"/>
              </a:rPr>
              <a:t>硬盘无忧</a:t>
            </a:r>
          </a:p>
        </p:txBody>
      </p:sp>
      <p:sp>
        <p:nvSpPr>
          <p:cNvPr id="46086" name="灯片编号占位符 1">
            <a:extLst>
              <a:ext uri="{FF2B5EF4-FFF2-40B4-BE49-F238E27FC236}">
                <a16:creationId xmlns:a16="http://schemas.microsoft.com/office/drawing/2014/main" id="{8C30546E-93A9-AC6F-06EE-6CEA1571309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58A98173-313C-4EF3-BC36-E7C3189742D9}" type="slidenum">
              <a:rPr lang="en-US" altLang="zh-CN" sz="1400">
                <a:solidFill>
                  <a:schemeClr val="bg1"/>
                </a:solidFill>
              </a:rPr>
              <a:pPr eaLnBrk="1" hangingPunct="1"/>
              <a:t>37</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blinds(horizontal)">
                                      <p:cBhvr>
                                        <p:cTn id="7" dur="500"/>
                                        <p:tgtEl>
                                          <p:spTgt spid="102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Effect transition="in" filter="blinds(horizontal)">
                                      <p:cBhvr>
                                        <p:cTn id="12" dur="500"/>
                                        <p:tgtEl>
                                          <p:spTgt spid="102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Effect transition="in" filter="blinds(horizontal)">
                                      <p:cBhvr>
                                        <p:cTn id="17" dur="500"/>
                                        <p:tgtEl>
                                          <p:spTgt spid="1024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0243">
                                            <p:txEl>
                                              <p:pRg st="3" end="3"/>
                                            </p:txEl>
                                          </p:spTgt>
                                        </p:tgtEl>
                                        <p:attrNameLst>
                                          <p:attrName>style.visibility</p:attrName>
                                        </p:attrNameLst>
                                      </p:cBhvr>
                                      <p:to>
                                        <p:strVal val="visible"/>
                                      </p:to>
                                    </p:set>
                                    <p:animEffect transition="in" filter="blinds(horizontal)">
                                      <p:cBhvr>
                                        <p:cTn id="22" dur="500"/>
                                        <p:tgtEl>
                                          <p:spTgt spid="1024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932B7879-C494-BFDB-01C9-E4B8C3E6D392}"/>
              </a:ext>
            </a:extLst>
          </p:cNvPr>
          <p:cNvSpPr txBox="1">
            <a:spLocks/>
          </p:cNvSpPr>
          <p:nvPr/>
        </p:nvSpPr>
        <p:spPr bwMode="auto">
          <a:xfrm>
            <a:off x="1905000" y="381001"/>
            <a:ext cx="4495800" cy="506413"/>
          </a:xfrm>
          <a:prstGeom prst="rect">
            <a:avLst/>
          </a:prstGeom>
          <a:noFill/>
          <a:ln w="9525">
            <a:noFill/>
            <a:miter lim="800000"/>
            <a:headEnd/>
            <a:tailEnd/>
          </a:ln>
          <a:effectLst/>
        </p:spPr>
        <p:txBody>
          <a:bodyPr anchor="ctr"/>
          <a:lstStyle/>
          <a:p>
            <a:pPr>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联想基于</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TCM</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的安全应用</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(12)</a:t>
            </a:r>
            <a:endPar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endParaRPr>
          </a:p>
        </p:txBody>
      </p:sp>
      <p:sp>
        <p:nvSpPr>
          <p:cNvPr id="5125" name="AutoShape 6">
            <a:extLst>
              <a:ext uri="{FF2B5EF4-FFF2-40B4-BE49-F238E27FC236}">
                <a16:creationId xmlns:a16="http://schemas.microsoft.com/office/drawing/2014/main" id="{43BA4A27-08DA-7F18-F9B6-010078AC4C6F}"/>
              </a:ext>
            </a:extLst>
          </p:cNvPr>
          <p:cNvSpPr>
            <a:spLocks noChangeArrowheads="1"/>
          </p:cNvSpPr>
          <p:nvPr/>
        </p:nvSpPr>
        <p:spPr bwMode="auto">
          <a:xfrm>
            <a:off x="1981200" y="1295400"/>
            <a:ext cx="2274888" cy="609600"/>
          </a:xfrm>
          <a:prstGeom prst="roundRect">
            <a:avLst>
              <a:gd name="adj" fmla="val 16667"/>
            </a:avLst>
          </a:prstGeom>
          <a:gradFill rotWithShape="1">
            <a:gsLst>
              <a:gs pos="0">
                <a:srgbClr val="99FFCC">
                  <a:alpha val="49001"/>
                </a:srgbClr>
              </a:gs>
              <a:gs pos="100000">
                <a:srgbClr val="CFFFE7"/>
              </a:gs>
            </a:gsLst>
            <a:lin ang="5400000" scaled="1"/>
          </a:gradFill>
          <a:ln w="38100">
            <a:solidFill>
              <a:srgbClr val="3366FF"/>
            </a:solidFill>
            <a:round/>
            <a:headEnd/>
            <a:tailEnd/>
          </a:ln>
        </p:spPr>
        <p:txBody>
          <a:bodyPr wrap="none" anchor="ctr"/>
          <a:lstStyle>
            <a:lvl1pPr marL="342900" indent="-342900"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marL="0" lvl="2" algn="ctr" eaLnBrk="1" hangingPunct="1"/>
            <a:r>
              <a:rPr kumimoji="1" lang="zh-CN" altLang="en-US" sz="1800" b="1">
                <a:solidFill>
                  <a:srgbClr val="000000"/>
                </a:solidFill>
                <a:latin typeface="微软雅黑" panose="020B0503020204020204" pitchFamily="34" charset="-122"/>
                <a:ea typeface="微软雅黑" panose="020B0503020204020204" pitchFamily="34" charset="-122"/>
              </a:rPr>
              <a:t>密钥备份</a:t>
            </a:r>
            <a:r>
              <a:rPr kumimoji="1" lang="en-US" altLang="zh-CN" sz="1800" b="1">
                <a:solidFill>
                  <a:srgbClr val="000000"/>
                </a:solidFill>
                <a:latin typeface="微软雅黑" panose="020B0503020204020204" pitchFamily="34" charset="-122"/>
                <a:ea typeface="微软雅黑" panose="020B0503020204020204" pitchFamily="34" charset="-122"/>
              </a:rPr>
              <a:t>/</a:t>
            </a:r>
            <a:r>
              <a:rPr kumimoji="1" lang="zh-CN" altLang="en-US" sz="1800" b="1">
                <a:solidFill>
                  <a:srgbClr val="000000"/>
                </a:solidFill>
                <a:latin typeface="微软雅黑" panose="020B0503020204020204" pitchFamily="34" charset="-122"/>
                <a:ea typeface="微软雅黑" panose="020B0503020204020204" pitchFamily="34" charset="-122"/>
              </a:rPr>
              <a:t>恢复</a:t>
            </a:r>
          </a:p>
        </p:txBody>
      </p:sp>
      <p:sp>
        <p:nvSpPr>
          <p:cNvPr id="5" name="内容占位符 2">
            <a:extLst>
              <a:ext uri="{FF2B5EF4-FFF2-40B4-BE49-F238E27FC236}">
                <a16:creationId xmlns:a16="http://schemas.microsoft.com/office/drawing/2014/main" id="{181FCE8C-290F-C6E8-0B56-B0B69ED8991D}"/>
              </a:ext>
            </a:extLst>
          </p:cNvPr>
          <p:cNvSpPr>
            <a:spLocks/>
          </p:cNvSpPr>
          <p:nvPr/>
        </p:nvSpPr>
        <p:spPr bwMode="auto">
          <a:xfrm>
            <a:off x="2133600" y="1981201"/>
            <a:ext cx="8153400" cy="887413"/>
          </a:xfrm>
          <a:prstGeom prst="rect">
            <a:avLst/>
          </a:prstGeom>
          <a:noFill/>
          <a:ln w="9525">
            <a:noFill/>
            <a:miter lim="800000"/>
            <a:headEnd/>
            <a:tailEnd/>
          </a:ln>
        </p:spPr>
        <p:txBody>
          <a:bodyPr/>
          <a:lstStyle/>
          <a:p>
            <a:pPr marL="342900" indent="-342900" fontAlgn="t">
              <a:lnSpc>
                <a:spcPct val="150000"/>
              </a:lnSpc>
              <a:buClr>
                <a:srgbClr val="FF0000"/>
              </a:buClr>
              <a:buFont typeface="Wingdings" pitchFamily="2" charset="2"/>
              <a:buChar char="Ø"/>
              <a:defRPr/>
            </a:pPr>
            <a:r>
              <a:rPr kumimoji="1" lang="zh-CN" altLang="en-US" sz="1600" b="1" dirty="0">
                <a:effectLst>
                  <a:outerShdw blurRad="38100" dist="38100" dir="2700000" algn="tl">
                    <a:srgbClr val="C0C0C0"/>
                  </a:outerShdw>
                </a:effectLst>
                <a:latin typeface="微软雅黑" pitchFamily="34" charset="-122"/>
                <a:ea typeface="微软雅黑" pitchFamily="34" charset="-122"/>
              </a:rPr>
              <a:t>电脑上的重要信息如密钥需要进行备份，以备电脑硬件损坏情况下的数据恢复和还原</a:t>
            </a:r>
          </a:p>
          <a:p>
            <a:pPr marL="342900" indent="-342900" fontAlgn="t">
              <a:lnSpc>
                <a:spcPct val="150000"/>
              </a:lnSpc>
              <a:buClr>
                <a:srgbClr val="FF0000"/>
              </a:buClr>
              <a:buFont typeface="Wingdings" pitchFamily="2" charset="2"/>
              <a:buChar char="Ø"/>
              <a:defRPr/>
            </a:pPr>
            <a:r>
              <a:rPr kumimoji="1" lang="zh-CN" altLang="en-US" sz="1600" b="1" dirty="0">
                <a:effectLst>
                  <a:outerShdw blurRad="38100" dist="38100" dir="2700000" algn="tl">
                    <a:srgbClr val="C0C0C0"/>
                  </a:outerShdw>
                </a:effectLst>
                <a:latin typeface="微软雅黑" pitchFamily="34" charset="-122"/>
                <a:ea typeface="微软雅黑" pitchFamily="34" charset="-122"/>
              </a:rPr>
              <a:t>周密安排，万无一失</a:t>
            </a:r>
            <a:endParaRPr kumimoji="1" lang="en-US" altLang="zh-CN" sz="1600" b="1" dirty="0">
              <a:effectLst>
                <a:outerShdw blurRad="38100" dist="38100" dir="2700000" algn="tl">
                  <a:srgbClr val="C0C0C0"/>
                </a:outerShdw>
              </a:effectLst>
              <a:latin typeface="微软雅黑" pitchFamily="34" charset="-122"/>
              <a:ea typeface="微软雅黑" pitchFamily="34" charset="-122"/>
            </a:endParaRPr>
          </a:p>
        </p:txBody>
      </p:sp>
      <p:graphicFrame>
        <p:nvGraphicFramePr>
          <p:cNvPr id="5122" name="Object 7">
            <a:extLst>
              <a:ext uri="{FF2B5EF4-FFF2-40B4-BE49-F238E27FC236}">
                <a16:creationId xmlns:a16="http://schemas.microsoft.com/office/drawing/2014/main" id="{ECCC8E91-983B-9188-6E63-7B744CB09F83}"/>
              </a:ext>
            </a:extLst>
          </p:cNvPr>
          <p:cNvGraphicFramePr>
            <a:graphicFrameLocks noChangeAspect="1"/>
          </p:cNvGraphicFramePr>
          <p:nvPr/>
        </p:nvGraphicFramePr>
        <p:xfrm>
          <a:off x="2743201" y="4114801"/>
          <a:ext cx="6296025" cy="1609725"/>
        </p:xfrm>
        <a:graphic>
          <a:graphicData uri="http://schemas.openxmlformats.org/presentationml/2006/ole">
            <mc:AlternateContent xmlns:mc="http://schemas.openxmlformats.org/markup-compatibility/2006">
              <mc:Choice xmlns:v="urn:schemas-microsoft-com:vml" Requires="v">
                <p:oleObj name="位图图像" r:id="rId2" imgW="6295238" imgH="1609524" progId="PBrush">
                  <p:embed/>
                </p:oleObj>
              </mc:Choice>
              <mc:Fallback>
                <p:oleObj name="位图图像" r:id="rId2" imgW="6295238" imgH="1609524" progId="PBrush">
                  <p:embed/>
                  <p:pic>
                    <p:nvPicPr>
                      <p:cNvPr id="5122" name="Object 7">
                        <a:extLst>
                          <a:ext uri="{FF2B5EF4-FFF2-40B4-BE49-F238E27FC236}">
                            <a16:creationId xmlns:a16="http://schemas.microsoft.com/office/drawing/2014/main" id="{ECCC8E91-983B-9188-6E63-7B744CB09F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1" y="4114801"/>
                        <a:ext cx="6296025" cy="160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127" name="Group 10">
            <a:extLst>
              <a:ext uri="{FF2B5EF4-FFF2-40B4-BE49-F238E27FC236}">
                <a16:creationId xmlns:a16="http://schemas.microsoft.com/office/drawing/2014/main" id="{FBE1B797-DF7F-3468-895A-D7233F7883C2}"/>
              </a:ext>
            </a:extLst>
          </p:cNvPr>
          <p:cNvGrpSpPr>
            <a:grpSpLocks/>
          </p:cNvGrpSpPr>
          <p:nvPr/>
        </p:nvGrpSpPr>
        <p:grpSpPr bwMode="auto">
          <a:xfrm>
            <a:off x="4038600" y="3352800"/>
            <a:ext cx="1371600" cy="844550"/>
            <a:chOff x="2016" y="480"/>
            <a:chExt cx="768" cy="532"/>
          </a:xfrm>
        </p:grpSpPr>
        <p:graphicFrame>
          <p:nvGraphicFramePr>
            <p:cNvPr id="5123" name="Object 11">
              <a:extLst>
                <a:ext uri="{FF2B5EF4-FFF2-40B4-BE49-F238E27FC236}">
                  <a16:creationId xmlns:a16="http://schemas.microsoft.com/office/drawing/2014/main" id="{691DEAEA-9293-804C-2559-11EF7CE69A45}"/>
                </a:ext>
              </a:extLst>
            </p:cNvPr>
            <p:cNvGraphicFramePr>
              <a:graphicFrameLocks noChangeAspect="1"/>
            </p:cNvGraphicFramePr>
            <p:nvPr/>
          </p:nvGraphicFramePr>
          <p:xfrm>
            <a:off x="2016" y="480"/>
            <a:ext cx="768" cy="532"/>
          </p:xfrm>
          <a:graphic>
            <a:graphicData uri="http://schemas.openxmlformats.org/presentationml/2006/ole">
              <mc:AlternateContent xmlns:mc="http://schemas.openxmlformats.org/markup-compatibility/2006">
                <mc:Choice xmlns:v="urn:schemas-microsoft-com:vml" Requires="v">
                  <p:oleObj name="位图图像" r:id="rId4" imgW="2238687" imgH="1486107" progId="PBrush">
                    <p:embed/>
                  </p:oleObj>
                </mc:Choice>
                <mc:Fallback>
                  <p:oleObj name="位图图像" r:id="rId4" imgW="2238687" imgH="1486107" progId="PBrush">
                    <p:embed/>
                    <p:pic>
                      <p:nvPicPr>
                        <p:cNvPr id="5123" name="Object 11">
                          <a:extLst>
                            <a:ext uri="{FF2B5EF4-FFF2-40B4-BE49-F238E27FC236}">
                              <a16:creationId xmlns:a16="http://schemas.microsoft.com/office/drawing/2014/main" id="{691DEAEA-9293-804C-2559-11EF7CE69A4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16" y="480"/>
                          <a:ext cx="768" cy="532"/>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31" name="Rectangle 12">
              <a:extLst>
                <a:ext uri="{FF2B5EF4-FFF2-40B4-BE49-F238E27FC236}">
                  <a16:creationId xmlns:a16="http://schemas.microsoft.com/office/drawing/2014/main" id="{975690CB-CA02-72FF-B98D-B8C6D19A5058}"/>
                </a:ext>
              </a:extLst>
            </p:cNvPr>
            <p:cNvSpPr>
              <a:spLocks noChangeArrowheads="1"/>
            </p:cNvSpPr>
            <p:nvPr/>
          </p:nvSpPr>
          <p:spPr bwMode="auto">
            <a:xfrm>
              <a:off x="2112" y="672"/>
              <a:ext cx="52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solidFill>
                    <a:srgbClr val="FFFF00"/>
                  </a:solidFill>
                </a:rPr>
                <a:t>可信密码模块</a:t>
              </a:r>
            </a:p>
          </p:txBody>
        </p:sp>
      </p:grpSp>
      <p:pic>
        <p:nvPicPr>
          <p:cNvPr id="5128" name="Picture 15" descr="u=1612694564,3763285917&amp;fm=0&amp;gp=14">
            <a:hlinkClick r:id="rId6"/>
            <a:extLst>
              <a:ext uri="{FF2B5EF4-FFF2-40B4-BE49-F238E27FC236}">
                <a16:creationId xmlns:a16="http://schemas.microsoft.com/office/drawing/2014/main" id="{45E8D817-22B8-05B1-3F1F-45EEB484CE9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69238" y="2589213"/>
            <a:ext cx="1333500" cy="131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Line 16">
            <a:extLst>
              <a:ext uri="{FF2B5EF4-FFF2-40B4-BE49-F238E27FC236}">
                <a16:creationId xmlns:a16="http://schemas.microsoft.com/office/drawing/2014/main" id="{3D0B6C6F-B009-DCC5-D090-B0096D6E4C54}"/>
              </a:ext>
            </a:extLst>
          </p:cNvPr>
          <p:cNvSpPr>
            <a:spLocks noChangeShapeType="1"/>
          </p:cNvSpPr>
          <p:nvPr/>
        </p:nvSpPr>
        <p:spPr bwMode="auto">
          <a:xfrm flipV="1">
            <a:off x="5486400" y="3276601"/>
            <a:ext cx="2590800" cy="390525"/>
          </a:xfrm>
          <a:prstGeom prst="line">
            <a:avLst/>
          </a:prstGeom>
          <a:noFill/>
          <a:ln w="76200">
            <a:solidFill>
              <a:schemeClr val="tx1"/>
            </a:solidFill>
            <a:round/>
            <a:headEnd type="arrow" w="med" len="med"/>
            <a:tailEnd type="arrow" w="med" len="med"/>
          </a:ln>
        </p:spPr>
        <p:txBody>
          <a:bodyPr anchor="ctr"/>
          <a:lstStyle/>
          <a:p>
            <a:pPr>
              <a:defRPr/>
            </a:pPr>
            <a:endParaRPr lang="zh-CN" altLang="en-US" b="1">
              <a:solidFill>
                <a:srgbClr val="000000"/>
              </a:solidFill>
              <a:latin typeface="Arial" charset="0"/>
            </a:endParaRPr>
          </a:p>
        </p:txBody>
      </p:sp>
      <p:sp>
        <p:nvSpPr>
          <p:cNvPr id="5130" name="灯片编号占位符 1">
            <a:extLst>
              <a:ext uri="{FF2B5EF4-FFF2-40B4-BE49-F238E27FC236}">
                <a16:creationId xmlns:a16="http://schemas.microsoft.com/office/drawing/2014/main" id="{C9A2033E-A31C-7AD2-0435-FD08203139F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D6F71973-96A8-4E06-8167-0CCC365BC4E4}" type="slidenum">
              <a:rPr lang="en-US" altLang="zh-CN" sz="1400">
                <a:solidFill>
                  <a:schemeClr val="bg1"/>
                </a:solidFill>
              </a:rPr>
              <a:pPr eaLnBrk="1" hangingPunct="1"/>
              <a:t>38</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1">
            <a:extLst>
              <a:ext uri="{FF2B5EF4-FFF2-40B4-BE49-F238E27FC236}">
                <a16:creationId xmlns:a16="http://schemas.microsoft.com/office/drawing/2014/main" id="{3ED8D941-43E8-DBA0-5E45-F2F724B8ACB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230421C4-BC60-42A7-8027-E301487282BF}" type="slidenum">
              <a:rPr lang="en-US" altLang="zh-CN" sz="1400">
                <a:solidFill>
                  <a:schemeClr val="bg1"/>
                </a:solidFill>
              </a:rPr>
              <a:pPr eaLnBrk="1" hangingPunct="1"/>
              <a:t>39</a:t>
            </a:fld>
            <a:endParaRPr lang="en-US" altLang="zh-CN" sz="1400">
              <a:solidFill>
                <a:schemeClr val="bg1"/>
              </a:solidFill>
            </a:endParaRPr>
          </a:p>
        </p:txBody>
      </p:sp>
      <p:sp>
        <p:nvSpPr>
          <p:cNvPr id="3" name="标题 1">
            <a:extLst>
              <a:ext uri="{FF2B5EF4-FFF2-40B4-BE49-F238E27FC236}">
                <a16:creationId xmlns:a16="http://schemas.microsoft.com/office/drawing/2014/main" id="{7366169A-3360-1257-4CE4-AC1F98EC6911}"/>
              </a:ext>
            </a:extLst>
          </p:cNvPr>
          <p:cNvSpPr txBox="1">
            <a:spLocks/>
          </p:cNvSpPr>
          <p:nvPr/>
        </p:nvSpPr>
        <p:spPr bwMode="auto">
          <a:xfrm>
            <a:off x="2133600" y="609601"/>
            <a:ext cx="4495800" cy="506413"/>
          </a:xfrm>
          <a:prstGeom prst="rect">
            <a:avLst/>
          </a:prstGeom>
          <a:noFill/>
          <a:ln w="9525">
            <a:noFill/>
            <a:miter lim="800000"/>
            <a:headEnd/>
            <a:tailEnd/>
          </a:ln>
          <a:effectLst/>
        </p:spPr>
        <p:txBody>
          <a:bodyPr anchor="ctr"/>
          <a:lstStyle/>
          <a:p>
            <a:pPr>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方正基于</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TCM</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的安全应用</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(1)</a:t>
            </a:r>
            <a:endPar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endParaRPr>
          </a:p>
        </p:txBody>
      </p:sp>
      <p:sp>
        <p:nvSpPr>
          <p:cNvPr id="5" name="内容占位符 6">
            <a:extLst>
              <a:ext uri="{FF2B5EF4-FFF2-40B4-BE49-F238E27FC236}">
                <a16:creationId xmlns:a16="http://schemas.microsoft.com/office/drawing/2014/main" id="{DF0D1CA5-5D57-BE13-1E1C-A9FFE9FE9738}"/>
              </a:ext>
            </a:extLst>
          </p:cNvPr>
          <p:cNvSpPr txBox="1">
            <a:spLocks/>
          </p:cNvSpPr>
          <p:nvPr/>
        </p:nvSpPr>
        <p:spPr>
          <a:xfrm>
            <a:off x="2079625" y="1325564"/>
            <a:ext cx="8002588" cy="5043487"/>
          </a:xfrm>
          <a:prstGeom prst="rect">
            <a:avLst/>
          </a:prstGeom>
        </p:spPr>
        <p:txBody>
          <a:bodyPr/>
          <a:lstStyle/>
          <a:p>
            <a:pPr marL="271463" indent="-271463" defTabSz="801688" eaLnBrk="0" fontAlgn="t" hangingPunct="0">
              <a:lnSpc>
                <a:spcPct val="150000"/>
              </a:lnSpc>
              <a:buClr>
                <a:srgbClr val="FF0000"/>
              </a:buClr>
              <a:buFont typeface="Wingdings" pitchFamily="2" charset="2"/>
              <a:buChar char="Ø"/>
              <a:defRPr/>
            </a:pPr>
            <a:r>
              <a:rPr kumimoji="1" lang="en-US" altLang="zh-CN" sz="1600" b="1" dirty="0">
                <a:effectLst>
                  <a:outerShdw blurRad="38100" dist="38100" dir="2700000" algn="tl">
                    <a:srgbClr val="C0C0C0"/>
                  </a:outerShdw>
                </a:effectLst>
                <a:latin typeface="微软雅黑" pitchFamily="34" charset="-122"/>
                <a:ea typeface="微软雅黑" pitchFamily="34" charset="-122"/>
              </a:rPr>
              <a:t>TCM</a:t>
            </a:r>
            <a:r>
              <a:rPr kumimoji="1" lang="zh-CN" altLang="en-US" sz="1600" b="1" dirty="0">
                <a:effectLst>
                  <a:outerShdw blurRad="38100" dist="38100" dir="2700000" algn="tl">
                    <a:srgbClr val="C0C0C0"/>
                  </a:outerShdw>
                </a:effectLst>
                <a:latin typeface="微软雅黑" pitchFamily="34" charset="-122"/>
                <a:ea typeface="微软雅黑" pitchFamily="34" charset="-122"/>
              </a:rPr>
              <a:t>安全应用中心是对</a:t>
            </a:r>
            <a:r>
              <a:rPr kumimoji="1" lang="en-US" altLang="zh-CN" sz="1600" b="1" dirty="0">
                <a:effectLst>
                  <a:outerShdw blurRad="38100" dist="38100" dir="2700000" algn="tl">
                    <a:srgbClr val="C0C0C0"/>
                  </a:outerShdw>
                </a:effectLst>
                <a:latin typeface="微软雅黑" pitchFamily="34" charset="-122"/>
                <a:ea typeface="微软雅黑" pitchFamily="34" charset="-122"/>
              </a:rPr>
              <a:t>TCM</a:t>
            </a:r>
            <a:r>
              <a:rPr kumimoji="1" lang="zh-CN" altLang="en-US" sz="1600" b="1" dirty="0">
                <a:effectLst>
                  <a:outerShdw blurRad="38100" dist="38100" dir="2700000" algn="tl">
                    <a:srgbClr val="C0C0C0"/>
                  </a:outerShdw>
                </a:effectLst>
                <a:latin typeface="微软雅黑" pitchFamily="34" charset="-122"/>
                <a:ea typeface="微软雅黑" pitchFamily="34" charset="-122"/>
              </a:rPr>
              <a:t>芯片进行管理，为其他应用程序提供使用芯片各种保护服务的软件，同时</a:t>
            </a:r>
            <a:r>
              <a:rPr kumimoji="1" lang="en-US" altLang="zh-CN" sz="1600" b="1" dirty="0">
                <a:effectLst>
                  <a:outerShdw blurRad="38100" dist="38100" dir="2700000" algn="tl">
                    <a:srgbClr val="C0C0C0"/>
                  </a:outerShdw>
                </a:effectLst>
                <a:latin typeface="微软雅黑" pitchFamily="34" charset="-122"/>
                <a:ea typeface="微软雅黑" pitchFamily="34" charset="-122"/>
              </a:rPr>
              <a:t>TCM</a:t>
            </a:r>
            <a:r>
              <a:rPr kumimoji="1" lang="zh-CN" altLang="en-US" sz="1600" b="1" dirty="0">
                <a:effectLst>
                  <a:outerShdw blurRad="38100" dist="38100" dir="2700000" algn="tl">
                    <a:srgbClr val="C0C0C0"/>
                  </a:outerShdw>
                </a:effectLst>
                <a:latin typeface="微软雅黑" pitchFamily="34" charset="-122"/>
                <a:ea typeface="微软雅黑" pitchFamily="34" charset="-122"/>
              </a:rPr>
              <a:t>安全应用中心还提供</a:t>
            </a:r>
            <a:r>
              <a:rPr kumimoji="1" lang="en-US" altLang="zh-CN" sz="1600" b="1" dirty="0">
                <a:effectLst>
                  <a:outerShdw blurRad="38100" dist="38100" dir="2700000" algn="tl">
                    <a:srgbClr val="C0C0C0"/>
                  </a:outerShdw>
                </a:effectLst>
                <a:latin typeface="微软雅黑" pitchFamily="34" charset="-122"/>
                <a:ea typeface="微软雅黑" pitchFamily="34" charset="-122"/>
              </a:rPr>
              <a:t>TCM</a:t>
            </a:r>
            <a:r>
              <a:rPr kumimoji="1" lang="zh-CN" altLang="en-US" sz="1600" b="1" dirty="0">
                <a:effectLst>
                  <a:outerShdw blurRad="38100" dist="38100" dir="2700000" algn="tl">
                    <a:srgbClr val="C0C0C0"/>
                  </a:outerShdw>
                </a:effectLst>
                <a:latin typeface="微软雅黑" pitchFamily="34" charset="-122"/>
                <a:ea typeface="微软雅黑" pitchFamily="34" charset="-122"/>
              </a:rPr>
              <a:t>的一些基本应用加密和保护功能。</a:t>
            </a:r>
            <a:endParaRPr kumimoji="1" lang="en-US" altLang="zh-CN" sz="1600" b="1" dirty="0">
              <a:effectLst>
                <a:outerShdw blurRad="38100" dist="38100" dir="2700000" algn="tl">
                  <a:srgbClr val="C0C0C0"/>
                </a:outerShdw>
              </a:effectLst>
              <a:latin typeface="微软雅黑" pitchFamily="34" charset="-122"/>
              <a:ea typeface="微软雅黑" pitchFamily="34" charset="-122"/>
            </a:endParaRPr>
          </a:p>
          <a:p>
            <a:pPr marL="271463" indent="-271463" defTabSz="801688" eaLnBrk="0" fontAlgn="t" hangingPunct="0">
              <a:lnSpc>
                <a:spcPct val="150000"/>
              </a:lnSpc>
              <a:buClr>
                <a:srgbClr val="FF0000"/>
              </a:buClr>
              <a:buFont typeface="Wingdings" pitchFamily="2" charset="2"/>
              <a:buChar char="Ø"/>
              <a:defRPr/>
            </a:pPr>
            <a:r>
              <a:rPr kumimoji="1" lang="zh-CN" altLang="en-US" sz="1600" b="1" dirty="0">
                <a:effectLst>
                  <a:outerShdw blurRad="38100" dist="38100" dir="2700000" algn="tl">
                    <a:srgbClr val="C0C0C0"/>
                  </a:outerShdw>
                </a:effectLst>
                <a:latin typeface="微软雅黑" pitchFamily="34" charset="-122"/>
                <a:ea typeface="微软雅黑" pitchFamily="34" charset="-122"/>
              </a:rPr>
              <a:t>主要功能包括：</a:t>
            </a:r>
            <a:endParaRPr kumimoji="1" lang="en-US" altLang="zh-CN" sz="1600" b="1" dirty="0">
              <a:effectLst>
                <a:outerShdw blurRad="38100" dist="38100" dir="2700000" algn="tl">
                  <a:srgbClr val="C0C0C0"/>
                </a:outerShdw>
              </a:effectLst>
              <a:latin typeface="微软雅黑" pitchFamily="34" charset="-122"/>
              <a:ea typeface="微软雅黑" pitchFamily="34" charset="-122"/>
            </a:endParaRPr>
          </a:p>
          <a:p>
            <a:pPr marL="271463" indent="-271463" defTabSz="801688" eaLnBrk="0" fontAlgn="t" hangingPunct="0">
              <a:lnSpc>
                <a:spcPct val="150000"/>
              </a:lnSpc>
              <a:buClr>
                <a:srgbClr val="FF0000"/>
              </a:buClr>
              <a:buFont typeface="Wingdings" pitchFamily="2" charset="2"/>
              <a:buChar char="Ø"/>
              <a:defRPr/>
            </a:pPr>
            <a:endParaRPr kumimoji="1" lang="en-US" altLang="zh-CN" b="1" dirty="0">
              <a:effectLst>
                <a:outerShdw blurRad="38100" dist="38100" dir="2700000" algn="tl">
                  <a:srgbClr val="C0C0C0"/>
                </a:outerShdw>
              </a:effectLst>
              <a:latin typeface="微软雅黑" pitchFamily="34" charset="-122"/>
              <a:ea typeface="微软雅黑" pitchFamily="34" charset="-122"/>
            </a:endParaRPr>
          </a:p>
          <a:p>
            <a:pPr marL="652463" lvl="1" indent="-250825" defTabSz="801688" eaLnBrk="0" hangingPunct="0">
              <a:lnSpc>
                <a:spcPct val="140000"/>
              </a:lnSpc>
              <a:buSzPct val="50000"/>
              <a:buFont typeface="Wingdings" pitchFamily="2" charset="2"/>
              <a:buChar char="p"/>
              <a:defRPr/>
            </a:pPr>
            <a:r>
              <a:rPr lang="zh-CN" altLang="en-US" sz="1600" b="1" kern="0" dirty="0">
                <a:solidFill>
                  <a:srgbClr val="002060"/>
                </a:solidFill>
                <a:latin typeface="微软雅黑" pitchFamily="34" charset="-122"/>
                <a:ea typeface="微软雅黑" pitchFamily="34" charset="-122"/>
              </a:rPr>
              <a:t>芯片管理</a:t>
            </a:r>
            <a:endParaRPr lang="en-US" altLang="zh-CN" sz="1600" b="1" kern="0" dirty="0">
              <a:solidFill>
                <a:srgbClr val="002060"/>
              </a:solidFill>
              <a:latin typeface="微软雅黑" pitchFamily="34" charset="-122"/>
              <a:ea typeface="微软雅黑" pitchFamily="34" charset="-122"/>
            </a:endParaRPr>
          </a:p>
          <a:p>
            <a:pPr marL="1003300" lvl="2" indent="-201613" defTabSz="801688" eaLnBrk="0" hangingPunct="0">
              <a:lnSpc>
                <a:spcPct val="140000"/>
              </a:lnSpc>
              <a:buSzPct val="50000"/>
              <a:buFont typeface="Wingdings" pitchFamily="2" charset="2"/>
              <a:buChar char="n"/>
              <a:defRPr/>
            </a:pPr>
            <a:r>
              <a:rPr lang="en-US" altLang="zh-CN" sz="1600" b="1" kern="0" dirty="0">
                <a:solidFill>
                  <a:srgbClr val="000000"/>
                </a:solidFill>
                <a:latin typeface="+mn-ea"/>
              </a:rPr>
              <a:t>TCM</a:t>
            </a:r>
            <a:r>
              <a:rPr lang="zh-CN" altLang="en-US" sz="1600" b="1" kern="0" dirty="0">
                <a:solidFill>
                  <a:srgbClr val="000000"/>
                </a:solidFill>
                <a:latin typeface="+mn-ea"/>
              </a:rPr>
              <a:t>芯片使用状态</a:t>
            </a:r>
            <a:endParaRPr lang="en-US" altLang="zh-CN" sz="1600" b="1" kern="0" dirty="0">
              <a:solidFill>
                <a:srgbClr val="000000"/>
              </a:solidFill>
              <a:latin typeface="+mn-ea"/>
            </a:endParaRPr>
          </a:p>
          <a:p>
            <a:pPr marL="1003300" lvl="2" indent="-201613" defTabSz="801688" eaLnBrk="0" hangingPunct="0">
              <a:lnSpc>
                <a:spcPct val="140000"/>
              </a:lnSpc>
              <a:buSzPct val="50000"/>
              <a:buFont typeface="Wingdings" pitchFamily="2" charset="2"/>
              <a:buChar char="n"/>
              <a:defRPr/>
            </a:pPr>
            <a:r>
              <a:rPr lang="zh-CN" altLang="en-US" sz="1600" b="1" kern="0" dirty="0">
                <a:solidFill>
                  <a:srgbClr val="000000"/>
                </a:solidFill>
                <a:latin typeface="+mn-ea"/>
              </a:rPr>
              <a:t>已被</a:t>
            </a:r>
            <a:r>
              <a:rPr lang="en-US" altLang="zh-CN" sz="1600" b="1" kern="0" dirty="0">
                <a:solidFill>
                  <a:srgbClr val="000000"/>
                </a:solidFill>
                <a:latin typeface="+mn-ea"/>
              </a:rPr>
              <a:t>TCM</a:t>
            </a:r>
            <a:r>
              <a:rPr lang="zh-CN" altLang="en-US" sz="1600" b="1" kern="0" dirty="0">
                <a:solidFill>
                  <a:srgbClr val="000000"/>
                </a:solidFill>
                <a:latin typeface="+mn-ea"/>
              </a:rPr>
              <a:t>保护的应用</a:t>
            </a:r>
            <a:endParaRPr lang="en-US" altLang="zh-CN" sz="1600" b="1" kern="0" dirty="0">
              <a:solidFill>
                <a:srgbClr val="000000"/>
              </a:solidFill>
              <a:latin typeface="+mn-ea"/>
            </a:endParaRPr>
          </a:p>
          <a:p>
            <a:pPr marL="1003300" lvl="2" indent="-201613" defTabSz="801688" eaLnBrk="0" hangingPunct="0">
              <a:lnSpc>
                <a:spcPct val="140000"/>
              </a:lnSpc>
              <a:buSzPct val="50000"/>
              <a:buFont typeface="Wingdings" pitchFamily="2" charset="2"/>
              <a:buChar char="n"/>
              <a:defRPr/>
            </a:pPr>
            <a:r>
              <a:rPr lang="en-US" altLang="zh-CN" sz="1600" b="1" kern="0" dirty="0">
                <a:solidFill>
                  <a:srgbClr val="000000"/>
                </a:solidFill>
                <a:latin typeface="+mn-ea"/>
              </a:rPr>
              <a:t>TCM</a:t>
            </a:r>
            <a:r>
              <a:rPr lang="zh-CN" altLang="en-US" sz="1600" b="1" kern="0" dirty="0">
                <a:solidFill>
                  <a:srgbClr val="000000"/>
                </a:solidFill>
                <a:latin typeface="+mn-ea"/>
              </a:rPr>
              <a:t>管理员密码更改</a:t>
            </a:r>
            <a:endParaRPr lang="en-US" altLang="zh-CN" sz="1600" b="1" kern="0" dirty="0">
              <a:solidFill>
                <a:srgbClr val="000000"/>
              </a:solidFill>
              <a:latin typeface="+mn-ea"/>
            </a:endParaRPr>
          </a:p>
          <a:p>
            <a:pPr marL="1003300" lvl="2" indent="-201613" defTabSz="801688" eaLnBrk="0" hangingPunct="0">
              <a:lnSpc>
                <a:spcPct val="140000"/>
              </a:lnSpc>
              <a:buSzPct val="50000"/>
              <a:buFont typeface="Wingdings" pitchFamily="2" charset="2"/>
              <a:buChar char="n"/>
              <a:defRPr/>
            </a:pPr>
            <a:r>
              <a:rPr lang="en-US" altLang="zh-CN" sz="1600" b="1" kern="0" dirty="0">
                <a:solidFill>
                  <a:srgbClr val="000000"/>
                </a:solidFill>
                <a:latin typeface="+mn-ea"/>
              </a:rPr>
              <a:t>TCM</a:t>
            </a:r>
            <a:r>
              <a:rPr lang="zh-CN" altLang="en-US" sz="1600" b="1" kern="0" dirty="0">
                <a:solidFill>
                  <a:srgbClr val="000000"/>
                </a:solidFill>
                <a:latin typeface="+mn-ea"/>
              </a:rPr>
              <a:t>芯片信息</a:t>
            </a:r>
            <a:endParaRPr lang="en-US" altLang="zh-CN" sz="1600" b="1" kern="0" dirty="0">
              <a:solidFill>
                <a:srgbClr val="000000"/>
              </a:solidFill>
              <a:latin typeface="+mn-ea"/>
            </a:endParaRPr>
          </a:p>
          <a:p>
            <a:pPr marL="1003300" lvl="2" indent="-201613" defTabSz="801688" eaLnBrk="0" hangingPunct="0">
              <a:lnSpc>
                <a:spcPct val="140000"/>
              </a:lnSpc>
              <a:buSzPct val="50000"/>
              <a:buFont typeface="Wingdings" pitchFamily="2" charset="2"/>
              <a:buChar char="n"/>
              <a:defRPr/>
            </a:pPr>
            <a:r>
              <a:rPr lang="zh-CN" altLang="en-US" sz="1600" b="1" kern="0" dirty="0">
                <a:solidFill>
                  <a:srgbClr val="000000"/>
                </a:solidFill>
                <a:latin typeface="+mn-ea"/>
              </a:rPr>
              <a:t>导出紧急解密密钥</a:t>
            </a:r>
            <a:endParaRPr lang="en-US" altLang="zh-CN" sz="1600" b="1" kern="0" dirty="0">
              <a:solidFill>
                <a:srgbClr val="000000"/>
              </a:solidFill>
              <a:latin typeface="+mn-ea"/>
            </a:endParaRPr>
          </a:p>
          <a:p>
            <a:pPr marL="652463" lvl="1" indent="-250825" defTabSz="801688" eaLnBrk="0" hangingPunct="0">
              <a:lnSpc>
                <a:spcPct val="140000"/>
              </a:lnSpc>
              <a:buSzPct val="50000"/>
              <a:buFont typeface="Wingdings" pitchFamily="2" charset="2"/>
              <a:buChar char="p"/>
              <a:defRPr/>
            </a:pPr>
            <a:r>
              <a:rPr lang="zh-CN" altLang="en-US" sz="1600" b="1" kern="0" dirty="0">
                <a:solidFill>
                  <a:srgbClr val="002060"/>
                </a:solidFill>
                <a:latin typeface="微软雅黑" pitchFamily="34" charset="-122"/>
                <a:ea typeface="微软雅黑" pitchFamily="34" charset="-122"/>
              </a:rPr>
              <a:t>文件</a:t>
            </a:r>
            <a:r>
              <a:rPr lang="en-US" altLang="zh-CN" sz="1600" b="1" kern="0" dirty="0">
                <a:solidFill>
                  <a:srgbClr val="002060"/>
                </a:solidFill>
                <a:latin typeface="微软雅黑" pitchFamily="34" charset="-122"/>
                <a:ea typeface="微软雅黑" pitchFamily="34" charset="-122"/>
              </a:rPr>
              <a:t>/</a:t>
            </a:r>
            <a:r>
              <a:rPr lang="zh-CN" altLang="en-US" sz="1600" b="1" kern="0" dirty="0">
                <a:solidFill>
                  <a:srgbClr val="002060"/>
                </a:solidFill>
                <a:latin typeface="微软雅黑" pitchFamily="34" charset="-122"/>
                <a:ea typeface="微软雅黑" pitchFamily="34" charset="-122"/>
              </a:rPr>
              <a:t>文件夹加密</a:t>
            </a:r>
            <a:endParaRPr lang="en-US" altLang="zh-CN" sz="1600" b="1" kern="0" dirty="0">
              <a:solidFill>
                <a:srgbClr val="002060"/>
              </a:solidFill>
              <a:latin typeface="微软雅黑" pitchFamily="34" charset="-122"/>
              <a:ea typeface="微软雅黑" pitchFamily="34" charset="-122"/>
            </a:endParaRPr>
          </a:p>
          <a:p>
            <a:pPr marL="1003300" lvl="2" indent="-201613" defTabSz="801688" eaLnBrk="0" hangingPunct="0">
              <a:lnSpc>
                <a:spcPct val="140000"/>
              </a:lnSpc>
              <a:buSzPct val="50000"/>
              <a:buFont typeface="Wingdings" pitchFamily="2" charset="2"/>
              <a:buChar char="n"/>
              <a:defRPr/>
            </a:pPr>
            <a:r>
              <a:rPr lang="zh-CN" altLang="en-US" sz="1600" b="1" kern="0" dirty="0">
                <a:solidFill>
                  <a:srgbClr val="000000"/>
                </a:solidFill>
                <a:latin typeface="+mn-ea"/>
              </a:rPr>
              <a:t>加密</a:t>
            </a:r>
            <a:endParaRPr lang="en-US" altLang="zh-CN" sz="1600" b="1" kern="0" dirty="0">
              <a:solidFill>
                <a:srgbClr val="000000"/>
              </a:solidFill>
              <a:latin typeface="+mn-ea"/>
            </a:endParaRPr>
          </a:p>
          <a:p>
            <a:pPr marL="1003300" lvl="2" indent="-201613" defTabSz="801688" eaLnBrk="0" hangingPunct="0">
              <a:lnSpc>
                <a:spcPct val="140000"/>
              </a:lnSpc>
              <a:buSzPct val="50000"/>
              <a:buFont typeface="Wingdings" pitchFamily="2" charset="2"/>
              <a:buChar char="n"/>
              <a:defRPr/>
            </a:pPr>
            <a:r>
              <a:rPr lang="zh-CN" altLang="en-US" sz="1600" b="1" kern="0" dirty="0">
                <a:solidFill>
                  <a:srgbClr val="000000"/>
                </a:solidFill>
                <a:latin typeface="+mn-ea"/>
              </a:rPr>
              <a:t>解密</a:t>
            </a:r>
            <a:endParaRPr lang="en-US" altLang="zh-CN" sz="1600" b="1" kern="0" dirty="0">
              <a:solidFill>
                <a:srgbClr val="000000"/>
              </a:solidFill>
              <a:latin typeface="+mn-ea"/>
            </a:endParaRPr>
          </a:p>
          <a:p>
            <a:pPr marL="1003300" lvl="2" indent="-201613" defTabSz="801688" eaLnBrk="0" hangingPunct="0">
              <a:lnSpc>
                <a:spcPct val="140000"/>
              </a:lnSpc>
              <a:buSzPct val="50000"/>
              <a:buFont typeface="Wingdings" pitchFamily="2" charset="2"/>
              <a:buChar char="n"/>
              <a:defRPr/>
            </a:pPr>
            <a:r>
              <a:rPr lang="zh-CN" altLang="en-US" sz="1600" b="1" kern="0" dirty="0">
                <a:solidFill>
                  <a:srgbClr val="000000"/>
                </a:solidFill>
                <a:latin typeface="+mn-ea"/>
              </a:rPr>
              <a:t>日志</a:t>
            </a:r>
          </a:p>
        </p:txBody>
      </p:sp>
      <p:pic>
        <p:nvPicPr>
          <p:cNvPr id="47109" name="Picture 6" descr="3-5">
            <a:extLst>
              <a:ext uri="{FF2B5EF4-FFF2-40B4-BE49-F238E27FC236}">
                <a16:creationId xmlns:a16="http://schemas.microsoft.com/office/drawing/2014/main" id="{AFAA867F-05E9-0609-8962-69A98087DD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75288" y="2819401"/>
            <a:ext cx="4824412"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0" name="Picture 2">
            <a:extLst>
              <a:ext uri="{FF2B5EF4-FFF2-40B4-BE49-F238E27FC236}">
                <a16:creationId xmlns:a16="http://schemas.microsoft.com/office/drawing/2014/main" id="{DF0FFD15-EC23-F906-E972-A0AF46C75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1" y="228601"/>
            <a:ext cx="166687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1">
            <a:extLst>
              <a:ext uri="{FF2B5EF4-FFF2-40B4-BE49-F238E27FC236}">
                <a16:creationId xmlns:a16="http://schemas.microsoft.com/office/drawing/2014/main" id="{82C27BDA-E0D3-A151-7EA9-80687C7809F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DE41B9F5-577E-4BFA-9E98-12D19E7BE57E}" type="slidenum">
              <a:rPr lang="en-US" altLang="zh-CN" sz="1400">
                <a:solidFill>
                  <a:schemeClr val="bg1"/>
                </a:solidFill>
              </a:rPr>
              <a:pPr eaLnBrk="1" hangingPunct="1"/>
              <a:t>40</a:t>
            </a:fld>
            <a:endParaRPr lang="en-US" altLang="zh-CN" sz="1400">
              <a:solidFill>
                <a:schemeClr val="bg1"/>
              </a:solidFill>
            </a:endParaRPr>
          </a:p>
        </p:txBody>
      </p:sp>
      <p:sp>
        <p:nvSpPr>
          <p:cNvPr id="3" name="标题 1">
            <a:extLst>
              <a:ext uri="{FF2B5EF4-FFF2-40B4-BE49-F238E27FC236}">
                <a16:creationId xmlns:a16="http://schemas.microsoft.com/office/drawing/2014/main" id="{9880F9A2-E516-9AA2-5AD7-B14894F1B465}"/>
              </a:ext>
            </a:extLst>
          </p:cNvPr>
          <p:cNvSpPr txBox="1">
            <a:spLocks/>
          </p:cNvSpPr>
          <p:nvPr/>
        </p:nvSpPr>
        <p:spPr bwMode="auto">
          <a:xfrm>
            <a:off x="2133600" y="609601"/>
            <a:ext cx="4419600" cy="506413"/>
          </a:xfrm>
          <a:prstGeom prst="rect">
            <a:avLst/>
          </a:prstGeom>
          <a:noFill/>
          <a:ln w="9525">
            <a:noFill/>
            <a:miter lim="800000"/>
            <a:headEnd/>
            <a:tailEnd/>
          </a:ln>
          <a:effectLst/>
        </p:spPr>
        <p:txBody>
          <a:bodyPr anchor="ctr"/>
          <a:lstStyle/>
          <a:p>
            <a:pPr>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方正基于</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TCM</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的安全应用</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(2)</a:t>
            </a:r>
            <a:endPar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endParaRPr>
          </a:p>
        </p:txBody>
      </p:sp>
      <p:pic>
        <p:nvPicPr>
          <p:cNvPr id="48132" name="Picture 2">
            <a:extLst>
              <a:ext uri="{FF2B5EF4-FFF2-40B4-BE49-F238E27FC236}">
                <a16:creationId xmlns:a16="http://schemas.microsoft.com/office/drawing/2014/main" id="{C73666D6-F8D7-CE9A-8495-7AD96C474A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1" y="228601"/>
            <a:ext cx="166687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5">
            <a:extLst>
              <a:ext uri="{FF2B5EF4-FFF2-40B4-BE49-F238E27FC236}">
                <a16:creationId xmlns:a16="http://schemas.microsoft.com/office/drawing/2014/main" id="{75221D04-7511-C848-95C3-AF0E2E60D295}"/>
              </a:ext>
            </a:extLst>
          </p:cNvPr>
          <p:cNvSpPr txBox="1">
            <a:spLocks noChangeArrowheads="1"/>
          </p:cNvSpPr>
          <p:nvPr/>
        </p:nvSpPr>
        <p:spPr bwMode="auto">
          <a:xfrm>
            <a:off x="2030414" y="1143000"/>
            <a:ext cx="8423275" cy="2833688"/>
          </a:xfrm>
          <a:prstGeom prst="rect">
            <a:avLst/>
          </a:prstGeom>
          <a:noFill/>
          <a:ln w="9525">
            <a:noFill/>
            <a:miter lim="800000"/>
            <a:headEnd/>
            <a:tailEnd/>
          </a:ln>
        </p:spPr>
        <p:txBody>
          <a:bodyPr/>
          <a:lstStyle/>
          <a:p>
            <a:pPr marL="652463" lvl="1" indent="-250825" defTabSz="801688" eaLnBrk="0" hangingPunct="0">
              <a:lnSpc>
                <a:spcPct val="140000"/>
              </a:lnSpc>
              <a:buSzPct val="50000"/>
              <a:buFont typeface="Wingdings" pitchFamily="2" charset="2"/>
              <a:buChar char="p"/>
              <a:defRPr/>
            </a:pPr>
            <a:r>
              <a:rPr lang="zh-CN" altLang="en-US" sz="1600" b="1" kern="0" dirty="0">
                <a:solidFill>
                  <a:srgbClr val="002060"/>
                </a:solidFill>
                <a:latin typeface="微软雅黑" pitchFamily="34" charset="-122"/>
                <a:ea typeface="微软雅黑" pitchFamily="34" charset="-122"/>
              </a:rPr>
              <a:t>文件安全域</a:t>
            </a:r>
          </a:p>
          <a:p>
            <a:pPr marL="1143000" lvl="2" indent="-228600" defTabSz="801688">
              <a:lnSpc>
                <a:spcPct val="140000"/>
              </a:lnSpc>
              <a:buSzPct val="50000"/>
              <a:defRPr/>
            </a:pPr>
            <a:r>
              <a:rPr lang="zh-CN" altLang="en-US" sz="1400" b="1" dirty="0">
                <a:solidFill>
                  <a:srgbClr val="C00000"/>
                </a:solidFill>
                <a:latin typeface="微软雅黑" pitchFamily="34" charset="-122"/>
                <a:ea typeface="微软雅黑" pitchFamily="34" charset="-122"/>
              </a:rPr>
              <a:t>功能说明</a:t>
            </a:r>
          </a:p>
          <a:p>
            <a:pPr marL="1162050" lvl="2" indent="-179388" defTabSz="801688" eaLnBrk="0" hangingPunct="0">
              <a:lnSpc>
                <a:spcPct val="140000"/>
              </a:lnSpc>
              <a:buSzPct val="50000"/>
              <a:buFont typeface="Wingdings" pitchFamily="2" charset="2"/>
              <a:buChar char="n"/>
              <a:defRPr/>
            </a:pPr>
            <a:r>
              <a:rPr lang="zh-CN" altLang="en-US" sz="1600" b="1" kern="0" dirty="0">
                <a:solidFill>
                  <a:srgbClr val="000000"/>
                </a:solidFill>
                <a:latin typeface="+mn-ea"/>
                <a:hlinkClick r:id="rId3" action="ppaction://hlinkfile"/>
              </a:rPr>
              <a:t>文件安全域为用户提供加密个人的私密重要数据方法。每个共享的文件，必须授权才能访问，保证文件共享的安全</a:t>
            </a:r>
            <a:endParaRPr lang="zh-CN" altLang="en-US" sz="1600" b="1" kern="0" dirty="0">
              <a:solidFill>
                <a:srgbClr val="000000"/>
              </a:solidFill>
              <a:latin typeface="+mn-ea"/>
            </a:endParaRPr>
          </a:p>
          <a:p>
            <a:pPr marL="1143000" lvl="2" indent="-228600" defTabSz="801688">
              <a:lnSpc>
                <a:spcPct val="140000"/>
              </a:lnSpc>
              <a:buSzPct val="50000"/>
              <a:defRPr/>
            </a:pPr>
            <a:r>
              <a:rPr lang="zh-CN" altLang="en-US" sz="1400" b="1" dirty="0">
                <a:solidFill>
                  <a:srgbClr val="C00000"/>
                </a:solidFill>
                <a:latin typeface="微软雅黑" pitchFamily="34" charset="-122"/>
                <a:ea typeface="微软雅黑" pitchFamily="34" charset="-122"/>
              </a:rPr>
              <a:t>功能特色</a:t>
            </a:r>
          </a:p>
          <a:p>
            <a:pPr marL="1162050" lvl="2" indent="-179388" defTabSz="801688" eaLnBrk="0" hangingPunct="0">
              <a:lnSpc>
                <a:spcPct val="140000"/>
              </a:lnSpc>
              <a:buSzPct val="50000"/>
              <a:buFont typeface="Wingdings" pitchFamily="2" charset="2"/>
              <a:buChar char="n"/>
              <a:defRPr/>
            </a:pPr>
            <a:r>
              <a:rPr lang="zh-CN" altLang="en-US" sz="1600" b="1" kern="0" dirty="0">
                <a:solidFill>
                  <a:srgbClr val="000000"/>
                </a:solidFill>
                <a:latin typeface="+mn-ea"/>
              </a:rPr>
              <a:t>支持</a:t>
            </a:r>
            <a:r>
              <a:rPr lang="en-US" altLang="zh-CN" sz="1600" b="1" kern="0" dirty="0">
                <a:solidFill>
                  <a:srgbClr val="000000"/>
                </a:solidFill>
                <a:latin typeface="+mn-ea"/>
              </a:rPr>
              <a:t>TCM</a:t>
            </a:r>
          </a:p>
          <a:p>
            <a:pPr marL="1162050" lvl="2" indent="-179388" defTabSz="801688" eaLnBrk="0" hangingPunct="0">
              <a:lnSpc>
                <a:spcPct val="140000"/>
              </a:lnSpc>
              <a:buSzPct val="50000"/>
              <a:buFont typeface="Wingdings" pitchFamily="2" charset="2"/>
              <a:buChar char="n"/>
              <a:defRPr/>
            </a:pPr>
            <a:r>
              <a:rPr lang="zh-CN" altLang="en-US" sz="1600" b="1" kern="0" dirty="0">
                <a:solidFill>
                  <a:srgbClr val="000000"/>
                </a:solidFill>
                <a:latin typeface="+mn-ea"/>
              </a:rPr>
              <a:t>不需要服务器</a:t>
            </a:r>
          </a:p>
        </p:txBody>
      </p:sp>
      <p:pic>
        <p:nvPicPr>
          <p:cNvPr id="48134" name="Picture 4" descr="C:\Documents and Settings\shangzhiyu\桌面\新建文件夹\safefile.JPG">
            <a:extLst>
              <a:ext uri="{FF2B5EF4-FFF2-40B4-BE49-F238E27FC236}">
                <a16:creationId xmlns:a16="http://schemas.microsoft.com/office/drawing/2014/main" id="{3B99D972-B864-8A0A-66D8-3042A85566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0201" y="2971801"/>
            <a:ext cx="4564063" cy="327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灯片编号占位符 1">
            <a:extLst>
              <a:ext uri="{FF2B5EF4-FFF2-40B4-BE49-F238E27FC236}">
                <a16:creationId xmlns:a16="http://schemas.microsoft.com/office/drawing/2014/main" id="{8640B17D-51BC-8DE9-73F2-3C90F34E321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378D8EC0-B291-4D7F-AEC8-DF9823BAA8A3}" type="slidenum">
              <a:rPr lang="en-US" altLang="zh-CN" sz="1400">
                <a:solidFill>
                  <a:schemeClr val="bg1"/>
                </a:solidFill>
              </a:rPr>
              <a:pPr eaLnBrk="1" hangingPunct="1"/>
              <a:t>41</a:t>
            </a:fld>
            <a:endParaRPr lang="en-US" altLang="zh-CN" sz="1400">
              <a:solidFill>
                <a:schemeClr val="bg1"/>
              </a:solidFill>
            </a:endParaRPr>
          </a:p>
        </p:txBody>
      </p:sp>
      <p:sp>
        <p:nvSpPr>
          <p:cNvPr id="3" name="标题 1">
            <a:extLst>
              <a:ext uri="{FF2B5EF4-FFF2-40B4-BE49-F238E27FC236}">
                <a16:creationId xmlns:a16="http://schemas.microsoft.com/office/drawing/2014/main" id="{945F2291-5F7A-E53E-DB99-B21CCE2BF0F2}"/>
              </a:ext>
            </a:extLst>
          </p:cNvPr>
          <p:cNvSpPr txBox="1">
            <a:spLocks/>
          </p:cNvSpPr>
          <p:nvPr/>
        </p:nvSpPr>
        <p:spPr bwMode="auto">
          <a:xfrm>
            <a:off x="2074864" y="1295400"/>
            <a:ext cx="2725737" cy="457200"/>
          </a:xfrm>
          <a:prstGeom prst="rect">
            <a:avLst/>
          </a:prstGeom>
          <a:noFill/>
          <a:ln w="9525">
            <a:noFill/>
            <a:miter lim="800000"/>
            <a:headEnd/>
            <a:tailEnd/>
          </a:ln>
          <a:effectLst/>
        </p:spPr>
        <p:txBody>
          <a:bodyPr anchor="ctr"/>
          <a:lstStyle/>
          <a:p>
            <a:pPr>
              <a:defRPr/>
            </a:pPr>
            <a:r>
              <a:rPr lang="zh-CN" altLang="en-US" sz="2000" b="1" kern="0" dirty="0">
                <a:latin typeface="微软雅黑" pitchFamily="34" charset="-122"/>
                <a:ea typeface="微软雅黑" pitchFamily="34" charset="-122"/>
                <a:cs typeface="+mj-cs"/>
              </a:rPr>
              <a:t>隔离网可信接入管理</a:t>
            </a:r>
          </a:p>
        </p:txBody>
      </p:sp>
      <p:sp>
        <p:nvSpPr>
          <p:cNvPr id="4" name="内容占位符 2">
            <a:extLst>
              <a:ext uri="{FF2B5EF4-FFF2-40B4-BE49-F238E27FC236}">
                <a16:creationId xmlns:a16="http://schemas.microsoft.com/office/drawing/2014/main" id="{64D4069E-F4CE-FF3B-C08D-542B72180A7D}"/>
              </a:ext>
            </a:extLst>
          </p:cNvPr>
          <p:cNvSpPr txBox="1">
            <a:spLocks/>
          </p:cNvSpPr>
          <p:nvPr/>
        </p:nvSpPr>
        <p:spPr bwMode="auto">
          <a:xfrm>
            <a:off x="2286000" y="1905001"/>
            <a:ext cx="5867400" cy="881063"/>
          </a:xfrm>
          <a:prstGeom prst="rect">
            <a:avLst/>
          </a:prstGeom>
          <a:noFill/>
          <a:ln w="9525">
            <a:noFill/>
            <a:miter lim="800000"/>
            <a:headEnd/>
            <a:tailEnd/>
          </a:ln>
          <a:effectLst/>
        </p:spPr>
        <p:txBody>
          <a:bodyPr/>
          <a:lstStyle/>
          <a:p>
            <a:pPr marL="180975" indent="-180975">
              <a:lnSpc>
                <a:spcPct val="150000"/>
              </a:lnSpc>
              <a:spcBef>
                <a:spcPct val="20000"/>
              </a:spcBef>
              <a:buFont typeface="Arial" pitchFamily="34" charset="0"/>
              <a:buChar char="•"/>
              <a:defRPr/>
            </a:pPr>
            <a:r>
              <a:rPr lang="zh-CN" altLang="zh-CN" sz="1600" b="1" kern="0" dirty="0">
                <a:latin typeface="微软雅黑" pitchFamily="34" charset="-122"/>
                <a:ea typeface="微软雅黑" pitchFamily="34" charset="-122"/>
              </a:rPr>
              <a:t>使用</a:t>
            </a:r>
            <a:r>
              <a:rPr lang="en-US" altLang="zh-CN" sz="1600" b="1" kern="0" dirty="0">
                <a:latin typeface="微软雅黑" pitchFamily="34" charset="-122"/>
                <a:ea typeface="微软雅黑" pitchFamily="34" charset="-122"/>
              </a:rPr>
              <a:t>TCM</a:t>
            </a:r>
            <a:r>
              <a:rPr lang="zh-CN" altLang="zh-CN" sz="1600" b="1" kern="0" dirty="0">
                <a:latin typeface="微软雅黑" pitchFamily="34" charset="-122"/>
                <a:ea typeface="微软雅黑" pitchFamily="34" charset="-122"/>
              </a:rPr>
              <a:t>提供的加密接口，提供更安全的终端用户身份识别</a:t>
            </a:r>
            <a:endParaRPr lang="en-US" altLang="zh-CN" sz="1600" b="1" kern="0" dirty="0">
              <a:latin typeface="微软雅黑" pitchFamily="34" charset="-122"/>
              <a:ea typeface="微软雅黑" pitchFamily="34" charset="-122"/>
            </a:endParaRPr>
          </a:p>
          <a:p>
            <a:pPr marL="180975" indent="-180975">
              <a:lnSpc>
                <a:spcPct val="150000"/>
              </a:lnSpc>
              <a:spcBef>
                <a:spcPct val="20000"/>
              </a:spcBef>
              <a:buFont typeface="Arial" pitchFamily="34" charset="0"/>
              <a:buChar char="•"/>
              <a:defRPr/>
            </a:pPr>
            <a:r>
              <a:rPr lang="en-US" altLang="zh-CN" sz="1600" b="1" kern="0" dirty="0">
                <a:latin typeface="微软雅黑" pitchFamily="34" charset="-122"/>
                <a:ea typeface="微软雅黑" pitchFamily="34" charset="-122"/>
              </a:rPr>
              <a:t>TCM</a:t>
            </a:r>
            <a:r>
              <a:rPr lang="zh-CN" altLang="en-US" sz="1600" b="1" kern="0" dirty="0">
                <a:latin typeface="微软雅黑" pitchFamily="34" charset="-122"/>
                <a:ea typeface="微软雅黑" pitchFamily="34" charset="-122"/>
              </a:rPr>
              <a:t>接入方案</a:t>
            </a:r>
            <a:r>
              <a:rPr lang="zh-CN" altLang="zh-CN" sz="1600" b="1" kern="0" dirty="0">
                <a:latin typeface="微软雅黑" pitchFamily="34" charset="-122"/>
                <a:ea typeface="微软雅黑" pitchFamily="34" charset="-122"/>
              </a:rPr>
              <a:t>由服务器端、客户端及管理端三个部分构成</a:t>
            </a:r>
            <a:endParaRPr lang="zh-CN" altLang="en-US" sz="1600" b="1" kern="0" dirty="0">
              <a:latin typeface="微软雅黑" pitchFamily="34" charset="-122"/>
              <a:ea typeface="微软雅黑" pitchFamily="34" charset="-122"/>
            </a:endParaRPr>
          </a:p>
        </p:txBody>
      </p:sp>
      <p:sp>
        <p:nvSpPr>
          <p:cNvPr id="6150" name="TextBox 7">
            <a:extLst>
              <a:ext uri="{FF2B5EF4-FFF2-40B4-BE49-F238E27FC236}">
                <a16:creationId xmlns:a16="http://schemas.microsoft.com/office/drawing/2014/main" id="{4150D5C1-25F3-F740-E67C-BC622EC5220E}"/>
              </a:ext>
            </a:extLst>
          </p:cNvPr>
          <p:cNvSpPr txBox="1">
            <a:spLocks noChangeArrowheads="1"/>
          </p:cNvSpPr>
          <p:nvPr/>
        </p:nvSpPr>
        <p:spPr bwMode="auto">
          <a:xfrm>
            <a:off x="7467600" y="3810001"/>
            <a:ext cx="2819400" cy="2354263"/>
          </a:xfrm>
          <a:prstGeom prst="rect">
            <a:avLst/>
          </a:prstGeom>
          <a:noFill/>
          <a:ln w="9525">
            <a:solidFill>
              <a:srgbClr val="00B0F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271463" indent="-271463"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lnSpc>
                <a:spcPct val="150000"/>
              </a:lnSpc>
              <a:buFont typeface="Wingdings" panose="05000000000000000000" pitchFamily="2" charset="2"/>
              <a:buChar char="u"/>
            </a:pPr>
            <a:r>
              <a:rPr lang="zh-CN" altLang="en-US" sz="1400" b="1">
                <a:solidFill>
                  <a:srgbClr val="000000"/>
                </a:solidFill>
                <a:latin typeface="微软雅黑" panose="020B0503020204020204" pitchFamily="34" charset="-122"/>
                <a:ea typeface="微软雅黑" panose="020B0503020204020204" pitchFamily="34" charset="-122"/>
              </a:rPr>
              <a:t>通过</a:t>
            </a:r>
            <a:r>
              <a:rPr lang="en-US" altLang="zh-CN" sz="1400" b="1">
                <a:solidFill>
                  <a:srgbClr val="000000"/>
                </a:solidFill>
                <a:latin typeface="微软雅黑" panose="020B0503020204020204" pitchFamily="34" charset="-122"/>
                <a:ea typeface="微软雅黑" panose="020B0503020204020204" pitchFamily="34" charset="-122"/>
              </a:rPr>
              <a:t>TCM</a:t>
            </a:r>
            <a:r>
              <a:rPr lang="zh-CN" altLang="en-US" sz="1400" b="1">
                <a:solidFill>
                  <a:srgbClr val="000000"/>
                </a:solidFill>
                <a:latin typeface="微软雅黑" panose="020B0503020204020204" pitchFamily="34" charset="-122"/>
                <a:ea typeface="微软雅黑" panose="020B0503020204020204" pitchFamily="34" charset="-122"/>
              </a:rPr>
              <a:t>芯片防止无授权终端计算机非法接入网络。</a:t>
            </a:r>
            <a:endParaRPr lang="en-US" altLang="zh-CN" sz="1400" b="1">
              <a:solidFill>
                <a:srgbClr val="000000"/>
              </a:solidFill>
              <a:latin typeface="微软雅黑" panose="020B0503020204020204" pitchFamily="34" charset="-122"/>
              <a:ea typeface="微软雅黑" panose="020B0503020204020204" pitchFamily="34" charset="-122"/>
            </a:endParaRPr>
          </a:p>
          <a:p>
            <a:pPr eaLnBrk="1" hangingPunct="1">
              <a:lnSpc>
                <a:spcPct val="150000"/>
              </a:lnSpc>
            </a:pPr>
            <a:endParaRPr lang="en-US" altLang="zh-CN" sz="1400" b="1">
              <a:solidFill>
                <a:srgbClr val="000000"/>
              </a:solidFill>
              <a:latin typeface="微软雅黑" panose="020B0503020204020204" pitchFamily="34" charset="-122"/>
              <a:ea typeface="微软雅黑" panose="020B0503020204020204" pitchFamily="34" charset="-122"/>
            </a:endParaRPr>
          </a:p>
          <a:p>
            <a:pPr eaLnBrk="1" hangingPunct="1">
              <a:lnSpc>
                <a:spcPct val="150000"/>
              </a:lnSpc>
              <a:buFont typeface="Wingdings" panose="05000000000000000000" pitchFamily="2" charset="2"/>
              <a:buChar char="u"/>
            </a:pPr>
            <a:r>
              <a:rPr lang="zh-CN" altLang="en-US" sz="1400" b="1">
                <a:solidFill>
                  <a:srgbClr val="000000"/>
                </a:solidFill>
                <a:latin typeface="微软雅黑" panose="020B0503020204020204" pitchFamily="34" charset="-122"/>
                <a:ea typeface="微软雅黑" panose="020B0503020204020204" pitchFamily="34" charset="-122"/>
              </a:rPr>
              <a:t>密钥唯一，通过</a:t>
            </a:r>
            <a:r>
              <a:rPr lang="en-US" altLang="zh-CN" sz="1400" b="1">
                <a:solidFill>
                  <a:srgbClr val="000000"/>
                </a:solidFill>
                <a:latin typeface="微软雅黑" panose="020B0503020204020204" pitchFamily="34" charset="-122"/>
                <a:ea typeface="微软雅黑" panose="020B0503020204020204" pitchFamily="34" charset="-122"/>
              </a:rPr>
              <a:t>TCM</a:t>
            </a:r>
            <a:r>
              <a:rPr lang="zh-CN" altLang="en-US" sz="1400" b="1">
                <a:solidFill>
                  <a:srgbClr val="000000"/>
                </a:solidFill>
                <a:latin typeface="微软雅黑" panose="020B0503020204020204" pitchFamily="34" charset="-122"/>
                <a:ea typeface="微软雅黑" panose="020B0503020204020204" pitchFamily="34" charset="-122"/>
              </a:rPr>
              <a:t>芯片生成的密钥，与主机的硬件信息相关联，脱离当前硬件环境将无法使用。</a:t>
            </a:r>
            <a:endParaRPr lang="en-US" altLang="zh-CN" sz="1400" b="1">
              <a:solidFill>
                <a:srgbClr val="000000"/>
              </a:solidFill>
              <a:latin typeface="微软雅黑" panose="020B0503020204020204" pitchFamily="34" charset="-122"/>
              <a:ea typeface="微软雅黑" panose="020B0503020204020204" pitchFamily="34" charset="-122"/>
            </a:endParaRPr>
          </a:p>
        </p:txBody>
      </p:sp>
      <p:graphicFrame>
        <p:nvGraphicFramePr>
          <p:cNvPr id="6146" name="Object 8">
            <a:extLst>
              <a:ext uri="{FF2B5EF4-FFF2-40B4-BE49-F238E27FC236}">
                <a16:creationId xmlns:a16="http://schemas.microsoft.com/office/drawing/2014/main" id="{5E84541B-3069-F80E-A9D2-5D3A8F84DCD0}"/>
              </a:ext>
            </a:extLst>
          </p:cNvPr>
          <p:cNvGraphicFramePr>
            <a:graphicFrameLocks noChangeAspect="1"/>
          </p:cNvGraphicFramePr>
          <p:nvPr/>
        </p:nvGraphicFramePr>
        <p:xfrm>
          <a:off x="2209800" y="3048000"/>
          <a:ext cx="5181600" cy="3429000"/>
        </p:xfrm>
        <a:graphic>
          <a:graphicData uri="http://schemas.openxmlformats.org/presentationml/2006/ole">
            <mc:AlternateContent xmlns:mc="http://schemas.openxmlformats.org/markup-compatibility/2006">
              <mc:Choice xmlns:v="urn:schemas-microsoft-com:vml" Requires="v">
                <p:oleObj r:id="rId2" imgW="6905149" imgH="4321826" progId="">
                  <p:embed/>
                </p:oleObj>
              </mc:Choice>
              <mc:Fallback>
                <p:oleObj r:id="rId2" imgW="6905149" imgH="4321826" progId="">
                  <p:embed/>
                  <p:pic>
                    <p:nvPicPr>
                      <p:cNvPr id="6146" name="Object 8">
                        <a:extLst>
                          <a:ext uri="{FF2B5EF4-FFF2-40B4-BE49-F238E27FC236}">
                            <a16:creationId xmlns:a16="http://schemas.microsoft.com/office/drawing/2014/main" id="{5E84541B-3069-F80E-A9D2-5D3A8F84DC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3048000"/>
                        <a:ext cx="5181600" cy="342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标题 1">
            <a:extLst>
              <a:ext uri="{FF2B5EF4-FFF2-40B4-BE49-F238E27FC236}">
                <a16:creationId xmlns:a16="http://schemas.microsoft.com/office/drawing/2014/main" id="{A41BB82E-DBEF-1DC1-B7E7-2A19EFEBF7F0}"/>
              </a:ext>
            </a:extLst>
          </p:cNvPr>
          <p:cNvSpPr txBox="1">
            <a:spLocks/>
          </p:cNvSpPr>
          <p:nvPr/>
        </p:nvSpPr>
        <p:spPr bwMode="auto">
          <a:xfrm>
            <a:off x="2209800" y="636588"/>
            <a:ext cx="4800600" cy="506412"/>
          </a:xfrm>
          <a:prstGeom prst="rect">
            <a:avLst/>
          </a:prstGeom>
          <a:noFill/>
          <a:ln w="9525">
            <a:noFill/>
            <a:miter lim="800000"/>
            <a:headEnd/>
            <a:tailEnd/>
          </a:ln>
          <a:effectLst/>
        </p:spPr>
        <p:txBody>
          <a:bodyPr anchor="ctr"/>
          <a:lstStyle/>
          <a:p>
            <a:pPr>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方正基于</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TCM</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的安全应用</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(3)</a:t>
            </a:r>
            <a:endPar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endParaRPr>
          </a:p>
        </p:txBody>
      </p:sp>
      <p:pic>
        <p:nvPicPr>
          <p:cNvPr id="6152" name="Picture 2">
            <a:extLst>
              <a:ext uri="{FF2B5EF4-FFF2-40B4-BE49-F238E27FC236}">
                <a16:creationId xmlns:a16="http://schemas.microsoft.com/office/drawing/2014/main" id="{D8D35ED0-E3AF-7029-2079-CFEC09AF35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1" y="228601"/>
            <a:ext cx="166687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1">
            <a:extLst>
              <a:ext uri="{FF2B5EF4-FFF2-40B4-BE49-F238E27FC236}">
                <a16:creationId xmlns:a16="http://schemas.microsoft.com/office/drawing/2014/main" id="{99DEEFF7-4F66-EC91-015D-22CBFD60108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1A24C20A-0121-4F78-81BF-4981FA702D72}" type="slidenum">
              <a:rPr lang="en-US" altLang="zh-CN" sz="1400">
                <a:solidFill>
                  <a:schemeClr val="bg1"/>
                </a:solidFill>
              </a:rPr>
              <a:pPr eaLnBrk="1" hangingPunct="1"/>
              <a:t>42</a:t>
            </a:fld>
            <a:endParaRPr lang="en-US" altLang="zh-CN" sz="1400">
              <a:solidFill>
                <a:schemeClr val="bg1"/>
              </a:solidFill>
            </a:endParaRPr>
          </a:p>
        </p:txBody>
      </p:sp>
      <p:sp>
        <p:nvSpPr>
          <p:cNvPr id="49155" name="Rectangle 6">
            <a:extLst>
              <a:ext uri="{FF2B5EF4-FFF2-40B4-BE49-F238E27FC236}">
                <a16:creationId xmlns:a16="http://schemas.microsoft.com/office/drawing/2014/main" id="{817FE9E8-4D98-A25E-FABC-68A3B9B7E5D4}"/>
              </a:ext>
            </a:extLst>
          </p:cNvPr>
          <p:cNvSpPr txBox="1">
            <a:spLocks noChangeArrowheads="1"/>
          </p:cNvSpPr>
          <p:nvPr/>
        </p:nvSpPr>
        <p:spPr bwMode="auto">
          <a:xfrm>
            <a:off x="1905000" y="1219200"/>
            <a:ext cx="7848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spcBef>
                <a:spcPct val="20000"/>
              </a:spcBef>
            </a:pPr>
            <a:r>
              <a:rPr lang="zh-CN" altLang="en-US" sz="2000" b="1">
                <a:latin typeface="宋体" panose="02010600030101010101" pitchFamily="2" charset="-122"/>
              </a:rPr>
              <a:t>同方</a:t>
            </a:r>
            <a:r>
              <a:rPr lang="en-US" altLang="zh-CN" sz="2000" b="1">
                <a:latin typeface="宋体" panose="02010600030101010101" pitchFamily="2" charset="-122"/>
              </a:rPr>
              <a:t>TST2.0</a:t>
            </a:r>
            <a:r>
              <a:rPr lang="zh-CN" altLang="en-US" sz="2000" b="1">
                <a:latin typeface="宋体" panose="02010600030101010101" pitchFamily="2" charset="-122"/>
              </a:rPr>
              <a:t>安全电脑管理平台：</a:t>
            </a:r>
          </a:p>
          <a:p>
            <a:pPr lvl="1">
              <a:spcBef>
                <a:spcPct val="20000"/>
              </a:spcBef>
              <a:buFont typeface="Arial" panose="020B0604020202020204" pitchFamily="34" charset="0"/>
              <a:buChar char="•"/>
            </a:pPr>
            <a:r>
              <a:rPr lang="zh-CN" altLang="en-US" sz="1600" b="1">
                <a:solidFill>
                  <a:srgbClr val="FF0000"/>
                </a:solidFill>
                <a:latin typeface="Times New Roman" panose="02020603050405020304" pitchFamily="18" charset="0"/>
              </a:rPr>
              <a:t>同方</a:t>
            </a:r>
            <a:r>
              <a:rPr lang="en-US" altLang="zh-CN" sz="1600" b="1">
                <a:solidFill>
                  <a:srgbClr val="FF0000"/>
                </a:solidFill>
                <a:latin typeface="Times New Roman" panose="02020603050405020304" pitchFamily="18" charset="0"/>
              </a:rPr>
              <a:t>TST</a:t>
            </a:r>
            <a:r>
              <a:rPr lang="zh-CN" altLang="en-US" sz="1600" b="1">
                <a:solidFill>
                  <a:srgbClr val="FF0000"/>
                </a:solidFill>
                <a:latin typeface="Times New Roman" panose="02020603050405020304" pitchFamily="18" charset="0"/>
              </a:rPr>
              <a:t>（</a:t>
            </a:r>
            <a:r>
              <a:rPr lang="en-US" altLang="zh-CN" sz="1600" b="1">
                <a:solidFill>
                  <a:srgbClr val="FF0000"/>
                </a:solidFill>
                <a:latin typeface="Times New Roman" panose="02020603050405020304" pitchFamily="18" charset="0"/>
              </a:rPr>
              <a:t>Tong fang Security Technology</a:t>
            </a:r>
            <a:r>
              <a:rPr lang="zh-CN" altLang="en-US" sz="1600" b="1">
                <a:solidFill>
                  <a:srgbClr val="FF0000"/>
                </a:solidFill>
                <a:latin typeface="Times New Roman" panose="02020603050405020304" pitchFamily="18" charset="0"/>
              </a:rPr>
              <a:t>）安全平台是基于</a:t>
            </a:r>
            <a:r>
              <a:rPr lang="en-US" altLang="zh-CN" sz="1600" b="1">
                <a:solidFill>
                  <a:srgbClr val="FF0000"/>
                </a:solidFill>
                <a:latin typeface="Times New Roman" panose="02020603050405020304" pitchFamily="18" charset="0"/>
              </a:rPr>
              <a:t>TCM</a:t>
            </a:r>
            <a:r>
              <a:rPr lang="zh-CN" altLang="en-US" sz="1600" b="1">
                <a:solidFill>
                  <a:srgbClr val="FF0000"/>
                </a:solidFill>
                <a:latin typeface="Times New Roman" panose="02020603050405020304" pitchFamily="18" charset="0"/>
              </a:rPr>
              <a:t>安全芯片针对计算机系统及用户数据进行全方位保护的整体解决方案</a:t>
            </a:r>
            <a:endParaRPr lang="zh-CN" altLang="en-US" sz="2000" b="1">
              <a:solidFill>
                <a:srgbClr val="FF0000"/>
              </a:solidFill>
              <a:latin typeface="宋体" panose="02010600030101010101" pitchFamily="2" charset="-122"/>
            </a:endParaRPr>
          </a:p>
          <a:p>
            <a:pPr>
              <a:spcBef>
                <a:spcPct val="20000"/>
              </a:spcBef>
              <a:buFont typeface="Arial" panose="020B0604020202020204" pitchFamily="34" charset="0"/>
              <a:buChar char="•"/>
            </a:pPr>
            <a:endParaRPr lang="zh-CN" altLang="en-US" sz="2000">
              <a:latin typeface="宋体" panose="02010600030101010101" pitchFamily="2" charset="-122"/>
            </a:endParaRPr>
          </a:p>
          <a:p>
            <a:pPr>
              <a:spcBef>
                <a:spcPct val="20000"/>
              </a:spcBef>
              <a:buFont typeface="Arial" panose="020B0604020202020204" pitchFamily="34" charset="0"/>
              <a:buChar char="•"/>
            </a:pPr>
            <a:endParaRPr lang="zh-CN" altLang="en-US" sz="2000">
              <a:latin typeface="宋体" panose="02010600030101010101" pitchFamily="2" charset="-122"/>
            </a:endParaRPr>
          </a:p>
          <a:p>
            <a:pPr>
              <a:spcBef>
                <a:spcPct val="20000"/>
              </a:spcBef>
              <a:buFont typeface="Arial" panose="020B0604020202020204" pitchFamily="34" charset="0"/>
              <a:buChar char="•"/>
            </a:pPr>
            <a:endParaRPr lang="en-US" altLang="zh-CN" sz="2000" b="1">
              <a:latin typeface="宋体" panose="02010600030101010101" pitchFamily="2" charset="-122"/>
            </a:endParaRPr>
          </a:p>
          <a:p>
            <a:pPr>
              <a:spcBef>
                <a:spcPct val="20000"/>
              </a:spcBef>
              <a:buFont typeface="Arial" panose="020B0604020202020204" pitchFamily="34" charset="0"/>
              <a:buChar char="•"/>
            </a:pPr>
            <a:endParaRPr lang="en-US" altLang="zh-CN" sz="2000" b="1">
              <a:latin typeface="黑体" panose="02010609060101010101" pitchFamily="49" charset="-122"/>
              <a:ea typeface="黑体" panose="02010609060101010101" pitchFamily="49" charset="-122"/>
            </a:endParaRPr>
          </a:p>
        </p:txBody>
      </p:sp>
      <p:sp>
        <p:nvSpPr>
          <p:cNvPr id="49156" name="Rectangle 41">
            <a:extLst>
              <a:ext uri="{FF2B5EF4-FFF2-40B4-BE49-F238E27FC236}">
                <a16:creationId xmlns:a16="http://schemas.microsoft.com/office/drawing/2014/main" id="{FCED99EB-6663-F1E8-4ABB-6DC35B1EB46F}"/>
              </a:ext>
            </a:extLst>
          </p:cNvPr>
          <p:cNvSpPr>
            <a:spLocks noChangeArrowheads="1"/>
          </p:cNvSpPr>
          <p:nvPr/>
        </p:nvSpPr>
        <p:spPr bwMode="auto">
          <a:xfrm>
            <a:off x="1774826" y="3508375"/>
            <a:ext cx="1266825" cy="946150"/>
          </a:xfrm>
          <a:prstGeom prst="rect">
            <a:avLst/>
          </a:prstGeom>
          <a:solidFill>
            <a:schemeClr val="accent1"/>
          </a:solidFill>
          <a:ln w="9525" algn="ctr">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a:latin typeface="Times New Roman" panose="02020603050405020304" pitchFamily="18" charset="0"/>
            </a:endParaRPr>
          </a:p>
        </p:txBody>
      </p:sp>
      <p:sp>
        <p:nvSpPr>
          <p:cNvPr id="49157" name="Rectangle 24">
            <a:extLst>
              <a:ext uri="{FF2B5EF4-FFF2-40B4-BE49-F238E27FC236}">
                <a16:creationId xmlns:a16="http://schemas.microsoft.com/office/drawing/2014/main" id="{DA98C86E-4ACD-B73C-2E69-5E50EC0F6B2B}"/>
              </a:ext>
            </a:extLst>
          </p:cNvPr>
          <p:cNvSpPr>
            <a:spLocks noChangeArrowheads="1"/>
          </p:cNvSpPr>
          <p:nvPr/>
        </p:nvSpPr>
        <p:spPr bwMode="auto">
          <a:xfrm>
            <a:off x="1774826" y="2286001"/>
            <a:ext cx="1266825" cy="817563"/>
          </a:xfrm>
          <a:prstGeom prst="rect">
            <a:avLst/>
          </a:prstGeom>
          <a:solidFill>
            <a:schemeClr val="accent1"/>
          </a:solidFill>
          <a:ln w="9525" algn="ctr">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a:latin typeface="Times New Roman" panose="02020603050405020304" pitchFamily="18" charset="0"/>
            </a:endParaRPr>
          </a:p>
        </p:txBody>
      </p:sp>
      <p:grpSp>
        <p:nvGrpSpPr>
          <p:cNvPr id="49158" name="Group 32">
            <a:extLst>
              <a:ext uri="{FF2B5EF4-FFF2-40B4-BE49-F238E27FC236}">
                <a16:creationId xmlns:a16="http://schemas.microsoft.com/office/drawing/2014/main" id="{4970F811-8582-29D6-1EC4-115F729B6796}"/>
              </a:ext>
            </a:extLst>
          </p:cNvPr>
          <p:cNvGrpSpPr>
            <a:grpSpLocks/>
          </p:cNvGrpSpPr>
          <p:nvPr/>
        </p:nvGrpSpPr>
        <p:grpSpPr bwMode="auto">
          <a:xfrm>
            <a:off x="4440238" y="2300288"/>
            <a:ext cx="1122362" cy="768350"/>
            <a:chOff x="4014" y="2931"/>
            <a:chExt cx="1191" cy="1036"/>
          </a:xfrm>
        </p:grpSpPr>
        <p:sp>
          <p:nvSpPr>
            <p:cNvPr id="49186" name="AutoShape 20">
              <a:extLst>
                <a:ext uri="{FF2B5EF4-FFF2-40B4-BE49-F238E27FC236}">
                  <a16:creationId xmlns:a16="http://schemas.microsoft.com/office/drawing/2014/main" id="{F1C7A997-9F89-E581-F84F-6D6D0E825B2C}"/>
                </a:ext>
              </a:extLst>
            </p:cNvPr>
            <p:cNvSpPr>
              <a:spLocks noChangeArrowheads="1"/>
            </p:cNvSpPr>
            <p:nvPr/>
          </p:nvSpPr>
          <p:spPr bwMode="gray">
            <a:xfrm>
              <a:off x="4014" y="2931"/>
              <a:ext cx="1191" cy="872"/>
            </a:xfrm>
            <a:prstGeom prst="upArrow">
              <a:avLst>
                <a:gd name="adj1" fmla="val 78306"/>
                <a:gd name="adj2" fmla="val 48213"/>
              </a:avLst>
            </a:prstGeom>
            <a:gradFill rotWithShape="1">
              <a:gsLst>
                <a:gs pos="0">
                  <a:srgbClr val="EC823A"/>
                </a:gs>
                <a:gs pos="100000">
                  <a:srgbClr val="003399">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sz="1600">
                <a:latin typeface="宋体" panose="02010600030101010101" pitchFamily="2" charset="-122"/>
              </a:endParaRPr>
            </a:p>
          </p:txBody>
        </p:sp>
        <p:sp>
          <p:nvSpPr>
            <p:cNvPr id="10" name="Text Box 25">
              <a:extLst>
                <a:ext uri="{FF2B5EF4-FFF2-40B4-BE49-F238E27FC236}">
                  <a16:creationId xmlns:a16="http://schemas.microsoft.com/office/drawing/2014/main" id="{0E73085D-1F8E-30E8-C8FC-D882941CBCB0}"/>
                </a:ext>
              </a:extLst>
            </p:cNvPr>
            <p:cNvSpPr txBox="1">
              <a:spLocks noChangeArrowheads="1"/>
            </p:cNvSpPr>
            <p:nvPr/>
          </p:nvSpPr>
          <p:spPr bwMode="gray">
            <a:xfrm>
              <a:off x="4230" y="3179"/>
              <a:ext cx="839" cy="788"/>
            </a:xfrm>
            <a:prstGeom prst="rect">
              <a:avLst/>
            </a:prstGeom>
            <a:noFill/>
            <a:ln w="9525" algn="ctr">
              <a:noFill/>
              <a:miter lim="800000"/>
              <a:headEnd/>
              <a:tailEnd/>
            </a:ln>
            <a:effectLst/>
          </p:spPr>
          <p:txBody>
            <a:bodyPr>
              <a:spAutoFit/>
            </a:bodyPr>
            <a:lstStyle/>
            <a:p>
              <a:pPr algn="ctr" eaLnBrk="0" hangingPunct="0">
                <a:defRPr/>
              </a:pPr>
              <a:r>
                <a:rPr lang="zh-CN" altLang="en-US" sz="1600" b="1" dirty="0">
                  <a:effectLst>
                    <a:outerShdw blurRad="38100" dist="38100" dir="2700000" algn="tl">
                      <a:srgbClr val="000000"/>
                    </a:outerShdw>
                  </a:effectLst>
                  <a:latin typeface="宋体" pitchFamily="2" charset="-122"/>
                  <a:ea typeface="宋体" charset="-122"/>
                </a:rPr>
                <a:t>授权密网</a:t>
              </a:r>
              <a:endParaRPr lang="en-US" altLang="zh-CN" sz="1600" b="1" dirty="0">
                <a:effectLst>
                  <a:outerShdw blurRad="38100" dist="38100" dir="2700000" algn="tl">
                    <a:srgbClr val="000000"/>
                  </a:outerShdw>
                </a:effectLst>
                <a:latin typeface="宋体" pitchFamily="2" charset="-122"/>
                <a:ea typeface="宋体" charset="-122"/>
              </a:endParaRPr>
            </a:p>
          </p:txBody>
        </p:sp>
      </p:grpSp>
      <p:grpSp>
        <p:nvGrpSpPr>
          <p:cNvPr id="49159" name="Group 30">
            <a:extLst>
              <a:ext uri="{FF2B5EF4-FFF2-40B4-BE49-F238E27FC236}">
                <a16:creationId xmlns:a16="http://schemas.microsoft.com/office/drawing/2014/main" id="{595F3F13-C8C9-47B1-9DEA-68D81F47C7DE}"/>
              </a:ext>
            </a:extLst>
          </p:cNvPr>
          <p:cNvGrpSpPr>
            <a:grpSpLocks/>
          </p:cNvGrpSpPr>
          <p:nvPr/>
        </p:nvGrpSpPr>
        <p:grpSpPr bwMode="auto">
          <a:xfrm>
            <a:off x="5735638" y="2298700"/>
            <a:ext cx="1187450" cy="787400"/>
            <a:chOff x="1655" y="2931"/>
            <a:chExt cx="1191" cy="1062"/>
          </a:xfrm>
        </p:grpSpPr>
        <p:sp>
          <p:nvSpPr>
            <p:cNvPr id="49184" name="AutoShape 18">
              <a:extLst>
                <a:ext uri="{FF2B5EF4-FFF2-40B4-BE49-F238E27FC236}">
                  <a16:creationId xmlns:a16="http://schemas.microsoft.com/office/drawing/2014/main" id="{B94C1A0D-AA38-23F3-AAA9-E352B6BEA544}"/>
                </a:ext>
              </a:extLst>
            </p:cNvPr>
            <p:cNvSpPr>
              <a:spLocks noChangeArrowheads="1"/>
            </p:cNvSpPr>
            <p:nvPr/>
          </p:nvSpPr>
          <p:spPr bwMode="gray">
            <a:xfrm>
              <a:off x="1655" y="2931"/>
              <a:ext cx="1191" cy="872"/>
            </a:xfrm>
            <a:prstGeom prst="upArrow">
              <a:avLst>
                <a:gd name="adj1" fmla="val 78306"/>
                <a:gd name="adj2" fmla="val 48213"/>
              </a:avLst>
            </a:prstGeom>
            <a:gradFill rotWithShape="1">
              <a:gsLst>
                <a:gs pos="0">
                  <a:srgbClr val="EC823A"/>
                </a:gs>
                <a:gs pos="100000">
                  <a:srgbClr val="003399">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宋体" panose="02010600030101010101" pitchFamily="2" charset="-122"/>
              </a:endParaRPr>
            </a:p>
          </p:txBody>
        </p:sp>
        <p:sp>
          <p:nvSpPr>
            <p:cNvPr id="13" name="Text Box 26">
              <a:extLst>
                <a:ext uri="{FF2B5EF4-FFF2-40B4-BE49-F238E27FC236}">
                  <a16:creationId xmlns:a16="http://schemas.microsoft.com/office/drawing/2014/main" id="{DB22481D-23D3-0022-BE7B-B57990F61F0E}"/>
                </a:ext>
              </a:extLst>
            </p:cNvPr>
            <p:cNvSpPr txBox="1">
              <a:spLocks noChangeArrowheads="1"/>
            </p:cNvSpPr>
            <p:nvPr/>
          </p:nvSpPr>
          <p:spPr bwMode="gray">
            <a:xfrm>
              <a:off x="1837" y="3205"/>
              <a:ext cx="791" cy="788"/>
            </a:xfrm>
            <a:prstGeom prst="rect">
              <a:avLst/>
            </a:prstGeom>
            <a:noFill/>
            <a:ln w="9525" algn="ctr">
              <a:noFill/>
              <a:miter lim="800000"/>
              <a:headEnd/>
              <a:tailEnd/>
            </a:ln>
            <a:effectLst/>
          </p:spPr>
          <p:txBody>
            <a:bodyPr>
              <a:spAutoFit/>
            </a:bodyPr>
            <a:lstStyle/>
            <a:p>
              <a:pPr algn="ctr" eaLnBrk="0" hangingPunct="0">
                <a:defRPr/>
              </a:pPr>
              <a:r>
                <a:rPr lang="zh-CN" altLang="en-US" sz="1600" b="1" dirty="0">
                  <a:effectLst>
                    <a:outerShdw blurRad="38100" dist="38100" dir="2700000" algn="tl">
                      <a:srgbClr val="000000"/>
                    </a:outerShdw>
                  </a:effectLst>
                  <a:latin typeface="宋体" pitchFamily="2" charset="-122"/>
                  <a:ea typeface="宋体" charset="-122"/>
                </a:rPr>
                <a:t>即时备份</a:t>
              </a:r>
              <a:endParaRPr lang="en-US" altLang="zh-CN" sz="1600" b="1" dirty="0">
                <a:effectLst>
                  <a:outerShdw blurRad="38100" dist="38100" dir="2700000" algn="tl">
                    <a:srgbClr val="000000"/>
                  </a:outerShdw>
                </a:effectLst>
                <a:latin typeface="宋体" pitchFamily="2" charset="-122"/>
                <a:ea typeface="宋体" charset="-122"/>
              </a:endParaRPr>
            </a:p>
          </p:txBody>
        </p:sp>
      </p:grpSp>
      <p:grpSp>
        <p:nvGrpSpPr>
          <p:cNvPr id="49160" name="Group 29">
            <a:extLst>
              <a:ext uri="{FF2B5EF4-FFF2-40B4-BE49-F238E27FC236}">
                <a16:creationId xmlns:a16="http://schemas.microsoft.com/office/drawing/2014/main" id="{B8540DBF-A43E-32F2-3D07-A5165F0FA8AD}"/>
              </a:ext>
            </a:extLst>
          </p:cNvPr>
          <p:cNvGrpSpPr>
            <a:grpSpLocks/>
          </p:cNvGrpSpPr>
          <p:nvPr/>
        </p:nvGrpSpPr>
        <p:grpSpPr bwMode="auto">
          <a:xfrm>
            <a:off x="3143250" y="2298701"/>
            <a:ext cx="1187450" cy="747713"/>
            <a:chOff x="476" y="2931"/>
            <a:chExt cx="1191" cy="1007"/>
          </a:xfrm>
        </p:grpSpPr>
        <p:sp>
          <p:nvSpPr>
            <p:cNvPr id="49182" name="AutoShape 15">
              <a:extLst>
                <a:ext uri="{FF2B5EF4-FFF2-40B4-BE49-F238E27FC236}">
                  <a16:creationId xmlns:a16="http://schemas.microsoft.com/office/drawing/2014/main" id="{A73FCFD6-136E-423F-B2B8-7099102820FF}"/>
                </a:ext>
              </a:extLst>
            </p:cNvPr>
            <p:cNvSpPr>
              <a:spLocks noChangeArrowheads="1"/>
            </p:cNvSpPr>
            <p:nvPr/>
          </p:nvSpPr>
          <p:spPr bwMode="gray">
            <a:xfrm>
              <a:off x="476" y="2931"/>
              <a:ext cx="1191" cy="872"/>
            </a:xfrm>
            <a:prstGeom prst="upArrow">
              <a:avLst>
                <a:gd name="adj1" fmla="val 78306"/>
                <a:gd name="adj2" fmla="val 48213"/>
              </a:avLst>
            </a:prstGeom>
            <a:gradFill rotWithShape="1">
              <a:gsLst>
                <a:gs pos="0">
                  <a:srgbClr val="EC823A"/>
                </a:gs>
                <a:gs pos="100000">
                  <a:srgbClr val="003399">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宋体" panose="02010600030101010101" pitchFamily="2" charset="-122"/>
              </a:endParaRPr>
            </a:p>
          </p:txBody>
        </p:sp>
        <p:sp>
          <p:nvSpPr>
            <p:cNvPr id="16" name="Text Box 16">
              <a:extLst>
                <a:ext uri="{FF2B5EF4-FFF2-40B4-BE49-F238E27FC236}">
                  <a16:creationId xmlns:a16="http://schemas.microsoft.com/office/drawing/2014/main" id="{61443415-72B7-F568-C1E3-AE861C472345}"/>
                </a:ext>
              </a:extLst>
            </p:cNvPr>
            <p:cNvSpPr txBox="1">
              <a:spLocks noChangeArrowheads="1"/>
            </p:cNvSpPr>
            <p:nvPr/>
          </p:nvSpPr>
          <p:spPr bwMode="gray">
            <a:xfrm>
              <a:off x="675" y="3151"/>
              <a:ext cx="764" cy="787"/>
            </a:xfrm>
            <a:prstGeom prst="rect">
              <a:avLst/>
            </a:prstGeom>
            <a:noFill/>
            <a:ln w="9525" algn="ctr">
              <a:noFill/>
              <a:miter lim="800000"/>
              <a:headEnd/>
              <a:tailEnd/>
            </a:ln>
            <a:effectLst/>
          </p:spPr>
          <p:txBody>
            <a:bodyPr>
              <a:spAutoFit/>
            </a:bodyPr>
            <a:lstStyle/>
            <a:p>
              <a:pPr algn="ctr" eaLnBrk="0" hangingPunct="0">
                <a:defRPr/>
              </a:pPr>
              <a:r>
                <a:rPr lang="zh-CN" altLang="en-US" sz="1600" b="1" dirty="0">
                  <a:effectLst>
                    <a:outerShdw blurRad="38100" dist="38100" dir="2700000" algn="tl">
                      <a:srgbClr val="000000"/>
                    </a:outerShdw>
                  </a:effectLst>
                  <a:latin typeface="宋体" pitchFamily="2" charset="-122"/>
                  <a:ea typeface="宋体" charset="-122"/>
                </a:rPr>
                <a:t>个人密盘</a:t>
              </a:r>
              <a:endParaRPr lang="en-US" altLang="zh-CN" sz="1600" b="1" dirty="0">
                <a:effectLst>
                  <a:outerShdw blurRad="38100" dist="38100" dir="2700000" algn="tl">
                    <a:srgbClr val="000000"/>
                  </a:outerShdw>
                </a:effectLst>
                <a:latin typeface="宋体" pitchFamily="2" charset="-122"/>
                <a:ea typeface="宋体" charset="-122"/>
              </a:endParaRPr>
            </a:p>
          </p:txBody>
        </p:sp>
      </p:grpSp>
      <p:grpSp>
        <p:nvGrpSpPr>
          <p:cNvPr id="49161" name="Group 30">
            <a:extLst>
              <a:ext uri="{FF2B5EF4-FFF2-40B4-BE49-F238E27FC236}">
                <a16:creationId xmlns:a16="http://schemas.microsoft.com/office/drawing/2014/main" id="{459759E9-A9DF-BBE5-20DB-8F988CB49A34}"/>
              </a:ext>
            </a:extLst>
          </p:cNvPr>
          <p:cNvGrpSpPr>
            <a:grpSpLocks/>
          </p:cNvGrpSpPr>
          <p:nvPr/>
        </p:nvGrpSpPr>
        <p:grpSpPr bwMode="auto">
          <a:xfrm>
            <a:off x="6997701" y="2286001"/>
            <a:ext cx="1185863" cy="785813"/>
            <a:chOff x="1655" y="2931"/>
            <a:chExt cx="1191" cy="1061"/>
          </a:xfrm>
        </p:grpSpPr>
        <p:sp>
          <p:nvSpPr>
            <p:cNvPr id="49180" name="AutoShape 18">
              <a:extLst>
                <a:ext uri="{FF2B5EF4-FFF2-40B4-BE49-F238E27FC236}">
                  <a16:creationId xmlns:a16="http://schemas.microsoft.com/office/drawing/2014/main" id="{A14E35B8-8778-4C58-0012-09B3EB18C24C}"/>
                </a:ext>
              </a:extLst>
            </p:cNvPr>
            <p:cNvSpPr>
              <a:spLocks noChangeArrowheads="1"/>
            </p:cNvSpPr>
            <p:nvPr/>
          </p:nvSpPr>
          <p:spPr bwMode="gray">
            <a:xfrm>
              <a:off x="1655" y="2931"/>
              <a:ext cx="1191" cy="872"/>
            </a:xfrm>
            <a:prstGeom prst="upArrow">
              <a:avLst>
                <a:gd name="adj1" fmla="val 78306"/>
                <a:gd name="adj2" fmla="val 48213"/>
              </a:avLst>
            </a:prstGeom>
            <a:gradFill rotWithShape="1">
              <a:gsLst>
                <a:gs pos="0">
                  <a:srgbClr val="EC823A"/>
                </a:gs>
                <a:gs pos="100000">
                  <a:srgbClr val="003399">
                    <a:alpha val="0"/>
                  </a:srgb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宋体" panose="02010600030101010101" pitchFamily="2" charset="-122"/>
              </a:endParaRPr>
            </a:p>
          </p:txBody>
        </p:sp>
        <p:sp>
          <p:nvSpPr>
            <p:cNvPr id="19" name="Text Box 26">
              <a:extLst>
                <a:ext uri="{FF2B5EF4-FFF2-40B4-BE49-F238E27FC236}">
                  <a16:creationId xmlns:a16="http://schemas.microsoft.com/office/drawing/2014/main" id="{15446AF6-15B1-43FF-7CB5-BC03AB923002}"/>
                </a:ext>
              </a:extLst>
            </p:cNvPr>
            <p:cNvSpPr txBox="1">
              <a:spLocks noChangeArrowheads="1"/>
            </p:cNvSpPr>
            <p:nvPr/>
          </p:nvSpPr>
          <p:spPr bwMode="gray">
            <a:xfrm>
              <a:off x="1837" y="3203"/>
              <a:ext cx="749" cy="789"/>
            </a:xfrm>
            <a:prstGeom prst="rect">
              <a:avLst/>
            </a:prstGeom>
            <a:noFill/>
            <a:ln w="9525" algn="ctr">
              <a:noFill/>
              <a:miter lim="800000"/>
              <a:headEnd/>
              <a:tailEnd/>
            </a:ln>
            <a:effectLst/>
          </p:spPr>
          <p:txBody>
            <a:bodyPr>
              <a:spAutoFit/>
            </a:bodyPr>
            <a:lstStyle/>
            <a:p>
              <a:pPr algn="ctr" eaLnBrk="0" hangingPunct="0">
                <a:defRPr/>
              </a:pPr>
              <a:r>
                <a:rPr lang="zh-CN" altLang="en-US" sz="1600" b="1" dirty="0">
                  <a:effectLst>
                    <a:outerShdw blurRad="38100" dist="38100" dir="2700000" algn="tl">
                      <a:srgbClr val="000000"/>
                    </a:outerShdw>
                  </a:effectLst>
                  <a:latin typeface="宋体" pitchFamily="2" charset="-122"/>
                  <a:ea typeface="宋体" charset="-122"/>
                </a:rPr>
                <a:t>行为审计</a:t>
              </a:r>
              <a:endParaRPr lang="en-US" altLang="zh-CN" sz="1600" b="1" dirty="0">
                <a:effectLst>
                  <a:outerShdw blurRad="38100" dist="38100" dir="2700000" algn="tl">
                    <a:srgbClr val="000000"/>
                  </a:outerShdw>
                </a:effectLst>
                <a:latin typeface="宋体" pitchFamily="2" charset="-122"/>
                <a:ea typeface="宋体" charset="-122"/>
              </a:endParaRPr>
            </a:p>
          </p:txBody>
        </p:sp>
      </p:grpSp>
      <p:sp>
        <p:nvSpPr>
          <p:cNvPr id="49162" name="Text Box 23">
            <a:extLst>
              <a:ext uri="{FF2B5EF4-FFF2-40B4-BE49-F238E27FC236}">
                <a16:creationId xmlns:a16="http://schemas.microsoft.com/office/drawing/2014/main" id="{A0CBEB56-686D-E95A-AD5C-4ECB6DC1A7DB}"/>
              </a:ext>
            </a:extLst>
          </p:cNvPr>
          <p:cNvSpPr txBox="1">
            <a:spLocks noChangeArrowheads="1"/>
          </p:cNvSpPr>
          <p:nvPr/>
        </p:nvSpPr>
        <p:spPr bwMode="auto">
          <a:xfrm>
            <a:off x="1774826" y="2300288"/>
            <a:ext cx="1266825" cy="70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600" b="1">
                <a:solidFill>
                  <a:srgbClr val="FF0000"/>
                </a:solidFill>
                <a:latin typeface="Times New Roman" panose="02020603050405020304" pitchFamily="18" charset="0"/>
              </a:rPr>
              <a:t>信息安全</a:t>
            </a:r>
          </a:p>
          <a:p>
            <a:pPr algn="ctr" eaLnBrk="1" hangingPunct="1">
              <a:spcBef>
                <a:spcPct val="50000"/>
              </a:spcBef>
            </a:pPr>
            <a:r>
              <a:rPr lang="zh-CN" altLang="en-US" sz="1600" b="1">
                <a:solidFill>
                  <a:srgbClr val="FF0000"/>
                </a:solidFill>
                <a:latin typeface="Times New Roman" panose="02020603050405020304" pitchFamily="18" charset="0"/>
              </a:rPr>
              <a:t>应用软件</a:t>
            </a:r>
          </a:p>
        </p:txBody>
      </p:sp>
      <p:grpSp>
        <p:nvGrpSpPr>
          <p:cNvPr id="49163" name="Group 27">
            <a:extLst>
              <a:ext uri="{FF2B5EF4-FFF2-40B4-BE49-F238E27FC236}">
                <a16:creationId xmlns:a16="http://schemas.microsoft.com/office/drawing/2014/main" id="{457A3BF0-914A-E0B6-989F-110F333ED65A}"/>
              </a:ext>
            </a:extLst>
          </p:cNvPr>
          <p:cNvGrpSpPr>
            <a:grpSpLocks/>
          </p:cNvGrpSpPr>
          <p:nvPr/>
        </p:nvGrpSpPr>
        <p:grpSpPr bwMode="auto">
          <a:xfrm>
            <a:off x="3041651" y="3508376"/>
            <a:ext cx="5286375" cy="1082675"/>
            <a:chOff x="204" y="2115"/>
            <a:chExt cx="2688" cy="2016"/>
          </a:xfrm>
        </p:grpSpPr>
        <p:sp>
          <p:nvSpPr>
            <p:cNvPr id="49178" name="AutoShape 8">
              <a:extLst>
                <a:ext uri="{FF2B5EF4-FFF2-40B4-BE49-F238E27FC236}">
                  <a16:creationId xmlns:a16="http://schemas.microsoft.com/office/drawing/2014/main" id="{64640453-A307-18B6-7EEA-E86867C01DC0}"/>
                </a:ext>
              </a:extLst>
            </p:cNvPr>
            <p:cNvSpPr>
              <a:spLocks noChangeArrowheads="1"/>
            </p:cNvSpPr>
            <p:nvPr/>
          </p:nvSpPr>
          <p:spPr bwMode="gray">
            <a:xfrm>
              <a:off x="204" y="2115"/>
              <a:ext cx="2688" cy="2016"/>
            </a:xfrm>
            <a:prstGeom prst="upArrow">
              <a:avLst>
                <a:gd name="adj1" fmla="val 69639"/>
                <a:gd name="adj2" fmla="val 33931"/>
              </a:avLst>
            </a:prstGeom>
            <a:gradFill rotWithShape="1">
              <a:gsLst>
                <a:gs pos="0">
                  <a:srgbClr val="6FC5E3"/>
                </a:gs>
                <a:gs pos="100000">
                  <a:schemeClr val="bg1">
                    <a:alpha val="0"/>
                  </a:schemeClr>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宋体" panose="02010600030101010101" pitchFamily="2" charset="-122"/>
              </a:endParaRPr>
            </a:p>
          </p:txBody>
        </p:sp>
        <p:sp>
          <p:nvSpPr>
            <p:cNvPr id="23" name="Text Box 10">
              <a:extLst>
                <a:ext uri="{FF2B5EF4-FFF2-40B4-BE49-F238E27FC236}">
                  <a16:creationId xmlns:a16="http://schemas.microsoft.com/office/drawing/2014/main" id="{5EA6A791-B279-C94F-4253-8C2E3D30E726}"/>
                </a:ext>
              </a:extLst>
            </p:cNvPr>
            <p:cNvSpPr txBox="1">
              <a:spLocks noChangeArrowheads="1"/>
            </p:cNvSpPr>
            <p:nvPr/>
          </p:nvSpPr>
          <p:spPr bwMode="gray">
            <a:xfrm>
              <a:off x="975" y="2567"/>
              <a:ext cx="1210" cy="630"/>
            </a:xfrm>
            <a:prstGeom prst="rect">
              <a:avLst/>
            </a:prstGeom>
            <a:noFill/>
            <a:ln w="9525" algn="ctr">
              <a:noFill/>
              <a:miter lim="800000"/>
              <a:headEnd/>
              <a:tailEnd/>
            </a:ln>
            <a:effectLst/>
          </p:spPr>
          <p:txBody>
            <a:bodyPr>
              <a:spAutoFit/>
            </a:bodyPr>
            <a:lstStyle/>
            <a:p>
              <a:pPr algn="ctr" eaLnBrk="0" hangingPunct="0">
                <a:defRPr/>
              </a:pPr>
              <a:r>
                <a:rPr lang="en-US" altLang="zh-CN" sz="1600" b="1" dirty="0">
                  <a:effectLst>
                    <a:outerShdw blurRad="38100" dist="38100" dir="2700000" algn="tl">
                      <a:srgbClr val="C0C0C0"/>
                    </a:outerShdw>
                  </a:effectLst>
                  <a:latin typeface="微软雅黑" pitchFamily="34" charset="-122"/>
                  <a:ea typeface="微软雅黑" pitchFamily="34" charset="-122"/>
                </a:rPr>
                <a:t>TCM</a:t>
              </a:r>
              <a:r>
                <a:rPr lang="zh-CN" altLang="en-US" sz="1600" b="1" dirty="0">
                  <a:effectLst>
                    <a:outerShdw blurRad="38100" dist="38100" dir="2700000" algn="tl">
                      <a:srgbClr val="C0C0C0"/>
                    </a:outerShdw>
                  </a:effectLst>
                  <a:latin typeface="微软雅黑" pitchFamily="34" charset="-122"/>
                  <a:ea typeface="微软雅黑" pitchFamily="34" charset="-122"/>
                </a:rPr>
                <a:t>安全加解密芯片</a:t>
              </a:r>
              <a:endParaRPr lang="en-US" altLang="zh-CN" sz="1600" b="1" dirty="0">
                <a:effectLst>
                  <a:outerShdw blurRad="38100" dist="38100" dir="2700000" algn="tl">
                    <a:srgbClr val="C0C0C0"/>
                  </a:outerShdw>
                </a:effectLst>
                <a:latin typeface="微软雅黑" pitchFamily="34" charset="-122"/>
                <a:ea typeface="微软雅黑" pitchFamily="34" charset="-122"/>
              </a:endParaRPr>
            </a:p>
          </p:txBody>
        </p:sp>
      </p:grpSp>
      <p:sp>
        <p:nvSpPr>
          <p:cNvPr id="49164" name="Rectangle 30">
            <a:extLst>
              <a:ext uri="{FF2B5EF4-FFF2-40B4-BE49-F238E27FC236}">
                <a16:creationId xmlns:a16="http://schemas.microsoft.com/office/drawing/2014/main" id="{9EAC955A-7B7E-03A0-E981-C4A15F60C542}"/>
              </a:ext>
            </a:extLst>
          </p:cNvPr>
          <p:cNvSpPr>
            <a:spLocks noChangeArrowheads="1"/>
          </p:cNvSpPr>
          <p:nvPr/>
        </p:nvSpPr>
        <p:spPr bwMode="auto">
          <a:xfrm>
            <a:off x="1774825" y="3508375"/>
            <a:ext cx="6553200" cy="946150"/>
          </a:xfrm>
          <a:prstGeom prst="rect">
            <a:avLst/>
          </a:prstGeom>
          <a:noFill/>
          <a:ln w="952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a:latin typeface="Times New Roman" panose="02020603050405020304" pitchFamily="18" charset="0"/>
            </a:endParaRPr>
          </a:p>
        </p:txBody>
      </p:sp>
      <p:grpSp>
        <p:nvGrpSpPr>
          <p:cNvPr id="49165" name="Group 37">
            <a:extLst>
              <a:ext uri="{FF2B5EF4-FFF2-40B4-BE49-F238E27FC236}">
                <a16:creationId xmlns:a16="http://schemas.microsoft.com/office/drawing/2014/main" id="{C4734BD6-718B-A55F-82A8-31F5132D3464}"/>
              </a:ext>
            </a:extLst>
          </p:cNvPr>
          <p:cNvGrpSpPr>
            <a:grpSpLocks/>
          </p:cNvGrpSpPr>
          <p:nvPr/>
        </p:nvGrpSpPr>
        <p:grpSpPr bwMode="auto">
          <a:xfrm>
            <a:off x="5448300" y="3143251"/>
            <a:ext cx="431800" cy="314325"/>
            <a:chOff x="884" y="1747"/>
            <a:chExt cx="272" cy="198"/>
          </a:xfrm>
        </p:grpSpPr>
        <p:sp>
          <p:nvSpPr>
            <p:cNvPr id="49176" name="Line 35">
              <a:extLst>
                <a:ext uri="{FF2B5EF4-FFF2-40B4-BE49-F238E27FC236}">
                  <a16:creationId xmlns:a16="http://schemas.microsoft.com/office/drawing/2014/main" id="{C25B344A-1B5A-83BE-5C05-4D5208799C2E}"/>
                </a:ext>
              </a:extLst>
            </p:cNvPr>
            <p:cNvSpPr>
              <a:spLocks noChangeShapeType="1"/>
            </p:cNvSpPr>
            <p:nvPr/>
          </p:nvSpPr>
          <p:spPr bwMode="auto">
            <a:xfrm>
              <a:off x="884" y="1842"/>
              <a:ext cx="272" cy="0"/>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9177" name="Line 36">
              <a:extLst>
                <a:ext uri="{FF2B5EF4-FFF2-40B4-BE49-F238E27FC236}">
                  <a16:creationId xmlns:a16="http://schemas.microsoft.com/office/drawing/2014/main" id="{63B83C72-7DC0-87CC-76CD-88639472F9D8}"/>
                </a:ext>
              </a:extLst>
            </p:cNvPr>
            <p:cNvSpPr>
              <a:spLocks noChangeShapeType="1"/>
            </p:cNvSpPr>
            <p:nvPr/>
          </p:nvSpPr>
          <p:spPr bwMode="auto">
            <a:xfrm>
              <a:off x="1020" y="1747"/>
              <a:ext cx="0" cy="198"/>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9166" name="Rectangle 38">
            <a:extLst>
              <a:ext uri="{FF2B5EF4-FFF2-40B4-BE49-F238E27FC236}">
                <a16:creationId xmlns:a16="http://schemas.microsoft.com/office/drawing/2014/main" id="{0F7CDC6E-98DF-2F55-3397-9E36825253D7}"/>
              </a:ext>
            </a:extLst>
          </p:cNvPr>
          <p:cNvSpPr>
            <a:spLocks noChangeArrowheads="1"/>
          </p:cNvSpPr>
          <p:nvPr/>
        </p:nvSpPr>
        <p:spPr bwMode="auto">
          <a:xfrm>
            <a:off x="1774825" y="2286001"/>
            <a:ext cx="6553200" cy="817563"/>
          </a:xfrm>
          <a:prstGeom prst="rect">
            <a:avLst/>
          </a:prstGeom>
          <a:noFill/>
          <a:ln w="952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a:latin typeface="Times New Roman" panose="02020603050405020304" pitchFamily="18" charset="0"/>
            </a:endParaRPr>
          </a:p>
        </p:txBody>
      </p:sp>
      <p:sp>
        <p:nvSpPr>
          <p:cNvPr id="49167" name="Text Box 39">
            <a:extLst>
              <a:ext uri="{FF2B5EF4-FFF2-40B4-BE49-F238E27FC236}">
                <a16:creationId xmlns:a16="http://schemas.microsoft.com/office/drawing/2014/main" id="{5329B57B-E420-DD99-9126-04CE233F6627}"/>
              </a:ext>
            </a:extLst>
          </p:cNvPr>
          <p:cNvSpPr txBox="1">
            <a:spLocks noChangeArrowheads="1"/>
          </p:cNvSpPr>
          <p:nvPr/>
        </p:nvSpPr>
        <p:spPr bwMode="auto">
          <a:xfrm>
            <a:off x="1774826" y="2300288"/>
            <a:ext cx="1266825" cy="70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600" b="1">
                <a:latin typeface="Times New Roman" panose="02020603050405020304" pitchFamily="18" charset="0"/>
              </a:rPr>
              <a:t>信息安全</a:t>
            </a:r>
          </a:p>
          <a:p>
            <a:pPr algn="ctr" eaLnBrk="1" hangingPunct="1">
              <a:spcBef>
                <a:spcPct val="50000"/>
              </a:spcBef>
            </a:pPr>
            <a:r>
              <a:rPr lang="zh-CN" altLang="en-US" sz="1600" b="1">
                <a:latin typeface="Times New Roman" panose="02020603050405020304" pitchFamily="18" charset="0"/>
              </a:rPr>
              <a:t>应用软件</a:t>
            </a:r>
          </a:p>
        </p:txBody>
      </p:sp>
      <p:sp>
        <p:nvSpPr>
          <p:cNvPr id="49168" name="Text Box 40">
            <a:extLst>
              <a:ext uri="{FF2B5EF4-FFF2-40B4-BE49-F238E27FC236}">
                <a16:creationId xmlns:a16="http://schemas.microsoft.com/office/drawing/2014/main" id="{C6340248-3ED4-C18B-3F9A-8644C8D95430}"/>
              </a:ext>
            </a:extLst>
          </p:cNvPr>
          <p:cNvSpPr txBox="1">
            <a:spLocks noChangeArrowheads="1"/>
          </p:cNvSpPr>
          <p:nvPr/>
        </p:nvSpPr>
        <p:spPr bwMode="auto">
          <a:xfrm>
            <a:off x="1774826" y="3582988"/>
            <a:ext cx="1266825" cy="70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600" b="1">
                <a:latin typeface="Times New Roman" panose="02020603050405020304" pitchFamily="18" charset="0"/>
              </a:rPr>
              <a:t>国产自主</a:t>
            </a:r>
          </a:p>
          <a:p>
            <a:pPr algn="ctr" eaLnBrk="1" hangingPunct="1">
              <a:spcBef>
                <a:spcPct val="50000"/>
              </a:spcBef>
            </a:pPr>
            <a:r>
              <a:rPr lang="zh-CN" altLang="en-US" sz="1600" b="1">
                <a:latin typeface="Times New Roman" panose="02020603050405020304" pitchFamily="18" charset="0"/>
              </a:rPr>
              <a:t>加密芯片</a:t>
            </a:r>
          </a:p>
        </p:txBody>
      </p:sp>
      <p:sp>
        <p:nvSpPr>
          <p:cNvPr id="49169" name="Rectangle 43">
            <a:extLst>
              <a:ext uri="{FF2B5EF4-FFF2-40B4-BE49-F238E27FC236}">
                <a16:creationId xmlns:a16="http://schemas.microsoft.com/office/drawing/2014/main" id="{537D3921-C474-CAE6-4D4E-D3F49C5574CE}"/>
              </a:ext>
            </a:extLst>
          </p:cNvPr>
          <p:cNvSpPr>
            <a:spLocks noChangeArrowheads="1"/>
          </p:cNvSpPr>
          <p:nvPr/>
        </p:nvSpPr>
        <p:spPr bwMode="auto">
          <a:xfrm>
            <a:off x="8328026" y="2286001"/>
            <a:ext cx="2035175" cy="817563"/>
          </a:xfrm>
          <a:prstGeom prst="rect">
            <a:avLst/>
          </a:prstGeom>
          <a:solidFill>
            <a:schemeClr val="accent1"/>
          </a:solidFill>
          <a:ln w="9525" algn="ctr">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a:latin typeface="Times New Roman" panose="02020603050405020304" pitchFamily="18" charset="0"/>
            </a:endParaRPr>
          </a:p>
        </p:txBody>
      </p:sp>
      <p:sp>
        <p:nvSpPr>
          <p:cNvPr id="49170" name="Rectangle 44">
            <a:extLst>
              <a:ext uri="{FF2B5EF4-FFF2-40B4-BE49-F238E27FC236}">
                <a16:creationId xmlns:a16="http://schemas.microsoft.com/office/drawing/2014/main" id="{BF30B6CF-5E48-9BD3-4745-7A8F9A2CEA0E}"/>
              </a:ext>
            </a:extLst>
          </p:cNvPr>
          <p:cNvSpPr>
            <a:spLocks noChangeArrowheads="1"/>
          </p:cNvSpPr>
          <p:nvPr/>
        </p:nvSpPr>
        <p:spPr bwMode="auto">
          <a:xfrm>
            <a:off x="8328026" y="3508375"/>
            <a:ext cx="2035175" cy="946150"/>
          </a:xfrm>
          <a:prstGeom prst="rect">
            <a:avLst/>
          </a:prstGeom>
          <a:solidFill>
            <a:schemeClr val="accent1"/>
          </a:solidFill>
          <a:ln w="9525" algn="ctr">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a:latin typeface="Times New Roman" panose="02020603050405020304" pitchFamily="18" charset="0"/>
            </a:endParaRPr>
          </a:p>
        </p:txBody>
      </p:sp>
      <p:sp>
        <p:nvSpPr>
          <p:cNvPr id="49171" name="Text Box 45">
            <a:extLst>
              <a:ext uri="{FF2B5EF4-FFF2-40B4-BE49-F238E27FC236}">
                <a16:creationId xmlns:a16="http://schemas.microsoft.com/office/drawing/2014/main" id="{73B70ACC-0DAF-CB53-87B6-23786D55CFE0}"/>
              </a:ext>
            </a:extLst>
          </p:cNvPr>
          <p:cNvSpPr txBox="1">
            <a:spLocks noChangeArrowheads="1"/>
          </p:cNvSpPr>
          <p:nvPr/>
        </p:nvSpPr>
        <p:spPr bwMode="auto">
          <a:xfrm>
            <a:off x="8328026" y="2359026"/>
            <a:ext cx="20351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600" b="1">
                <a:latin typeface="Times New Roman" panose="02020603050405020304" pitchFamily="18" charset="0"/>
              </a:rPr>
              <a:t>用户进行数据保护的应用软件</a:t>
            </a:r>
          </a:p>
        </p:txBody>
      </p:sp>
      <p:sp>
        <p:nvSpPr>
          <p:cNvPr id="49172" name="Text Box 46">
            <a:extLst>
              <a:ext uri="{FF2B5EF4-FFF2-40B4-BE49-F238E27FC236}">
                <a16:creationId xmlns:a16="http://schemas.microsoft.com/office/drawing/2014/main" id="{3D7CFFE8-D647-029B-F634-085353D8B0AD}"/>
              </a:ext>
            </a:extLst>
          </p:cNvPr>
          <p:cNvSpPr txBox="1">
            <a:spLocks noChangeArrowheads="1"/>
          </p:cNvSpPr>
          <p:nvPr/>
        </p:nvSpPr>
        <p:spPr bwMode="auto">
          <a:xfrm>
            <a:off x="8328026" y="3705226"/>
            <a:ext cx="20351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1600" b="1">
                <a:latin typeface="Times New Roman" panose="02020603050405020304" pitchFamily="18" charset="0"/>
              </a:rPr>
              <a:t>由硬件来实现数据保护的加密过程</a:t>
            </a:r>
          </a:p>
        </p:txBody>
      </p:sp>
      <p:pic>
        <p:nvPicPr>
          <p:cNvPr id="49173" name="Picture 47" descr="IMG_7142">
            <a:extLst>
              <a:ext uri="{FF2B5EF4-FFF2-40B4-BE49-F238E27FC236}">
                <a16:creationId xmlns:a16="http://schemas.microsoft.com/office/drawing/2014/main" id="{94DB222C-4893-7CB4-73E3-6BB6E71EFF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6600" y="4572000"/>
            <a:ext cx="2743200" cy="196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74" name="Picture 48" descr="TST 登陆界面">
            <a:extLst>
              <a:ext uri="{FF2B5EF4-FFF2-40B4-BE49-F238E27FC236}">
                <a16:creationId xmlns:a16="http://schemas.microsoft.com/office/drawing/2014/main" id="{40FD0D5D-5C7C-8247-60DB-0B6A46F38F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1" y="4572000"/>
            <a:ext cx="3084513" cy="19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标题 1">
            <a:extLst>
              <a:ext uri="{FF2B5EF4-FFF2-40B4-BE49-F238E27FC236}">
                <a16:creationId xmlns:a16="http://schemas.microsoft.com/office/drawing/2014/main" id="{F1415FF4-5F16-EA93-83F1-DE875636B099}"/>
              </a:ext>
            </a:extLst>
          </p:cNvPr>
          <p:cNvSpPr txBox="1">
            <a:spLocks/>
          </p:cNvSpPr>
          <p:nvPr/>
        </p:nvSpPr>
        <p:spPr bwMode="auto">
          <a:xfrm>
            <a:off x="1828800" y="457201"/>
            <a:ext cx="4343400" cy="506413"/>
          </a:xfrm>
          <a:prstGeom prst="rect">
            <a:avLst/>
          </a:prstGeom>
          <a:noFill/>
          <a:ln w="9525">
            <a:noFill/>
            <a:miter lim="800000"/>
            <a:headEnd/>
            <a:tailEnd/>
          </a:ln>
          <a:effectLst/>
        </p:spPr>
        <p:txBody>
          <a:bodyPr anchor="ctr"/>
          <a:lstStyle/>
          <a:p>
            <a:pPr>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同方基于</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TCM</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的安全应用</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(1)</a:t>
            </a:r>
            <a:endPar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1">
            <a:extLst>
              <a:ext uri="{FF2B5EF4-FFF2-40B4-BE49-F238E27FC236}">
                <a16:creationId xmlns:a16="http://schemas.microsoft.com/office/drawing/2014/main" id="{961858D3-69EF-69E0-4FE4-0B4898CEE81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19536CD4-D045-4C28-A3A0-87742DBAD340}" type="slidenum">
              <a:rPr lang="en-US" altLang="zh-CN" sz="1400">
                <a:solidFill>
                  <a:schemeClr val="bg1"/>
                </a:solidFill>
              </a:rPr>
              <a:pPr eaLnBrk="1" hangingPunct="1"/>
              <a:t>43</a:t>
            </a:fld>
            <a:endParaRPr lang="en-US" altLang="zh-CN" sz="1400">
              <a:solidFill>
                <a:schemeClr val="bg1"/>
              </a:solidFill>
            </a:endParaRPr>
          </a:p>
        </p:txBody>
      </p:sp>
      <p:sp>
        <p:nvSpPr>
          <p:cNvPr id="3" name="标题 1">
            <a:extLst>
              <a:ext uri="{FF2B5EF4-FFF2-40B4-BE49-F238E27FC236}">
                <a16:creationId xmlns:a16="http://schemas.microsoft.com/office/drawing/2014/main" id="{F50856F1-EA3C-FDA5-4608-C8402724474C}"/>
              </a:ext>
            </a:extLst>
          </p:cNvPr>
          <p:cNvSpPr txBox="1">
            <a:spLocks/>
          </p:cNvSpPr>
          <p:nvPr/>
        </p:nvSpPr>
        <p:spPr bwMode="auto">
          <a:xfrm>
            <a:off x="1905000" y="381001"/>
            <a:ext cx="4343400" cy="506413"/>
          </a:xfrm>
          <a:prstGeom prst="rect">
            <a:avLst/>
          </a:prstGeom>
          <a:noFill/>
          <a:ln w="9525">
            <a:noFill/>
            <a:miter lim="800000"/>
            <a:headEnd/>
            <a:tailEnd/>
          </a:ln>
          <a:effectLst/>
        </p:spPr>
        <p:txBody>
          <a:bodyPr anchor="ctr"/>
          <a:lstStyle/>
          <a:p>
            <a:pPr>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同方基于</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TCM</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的安全应用</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(2)</a:t>
            </a:r>
            <a:endPar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endParaRPr>
          </a:p>
        </p:txBody>
      </p:sp>
      <p:grpSp>
        <p:nvGrpSpPr>
          <p:cNvPr id="2" name="组合 11">
            <a:extLst>
              <a:ext uri="{FF2B5EF4-FFF2-40B4-BE49-F238E27FC236}">
                <a16:creationId xmlns:a16="http://schemas.microsoft.com/office/drawing/2014/main" id="{EC0D8A63-9070-018A-D113-B4E5DC849206}"/>
              </a:ext>
            </a:extLst>
          </p:cNvPr>
          <p:cNvGrpSpPr>
            <a:grpSpLocks/>
          </p:cNvGrpSpPr>
          <p:nvPr/>
        </p:nvGrpSpPr>
        <p:grpSpPr bwMode="auto">
          <a:xfrm>
            <a:off x="1981200" y="3810000"/>
            <a:ext cx="8458200" cy="1066800"/>
            <a:chOff x="457200" y="3810000"/>
            <a:chExt cx="8458200" cy="1066800"/>
          </a:xfrm>
        </p:grpSpPr>
        <p:sp>
          <p:nvSpPr>
            <p:cNvPr id="50188" name="AutoShape 6">
              <a:extLst>
                <a:ext uri="{FF2B5EF4-FFF2-40B4-BE49-F238E27FC236}">
                  <a16:creationId xmlns:a16="http://schemas.microsoft.com/office/drawing/2014/main" id="{24852AC6-AA88-ABF6-010D-396A7ECF7A50}"/>
                </a:ext>
              </a:extLst>
            </p:cNvPr>
            <p:cNvSpPr>
              <a:spLocks noChangeArrowheads="1"/>
            </p:cNvSpPr>
            <p:nvPr/>
          </p:nvSpPr>
          <p:spPr bwMode="auto">
            <a:xfrm>
              <a:off x="457200" y="3886200"/>
              <a:ext cx="1752600" cy="533400"/>
            </a:xfrm>
            <a:prstGeom prst="roundRect">
              <a:avLst>
                <a:gd name="adj" fmla="val 16667"/>
              </a:avLst>
            </a:prstGeom>
            <a:gradFill rotWithShape="1">
              <a:gsLst>
                <a:gs pos="0">
                  <a:srgbClr val="99FFCC">
                    <a:alpha val="49001"/>
                  </a:srgbClr>
                </a:gs>
                <a:gs pos="100000">
                  <a:srgbClr val="CFFFE7"/>
                </a:gs>
              </a:gsLst>
              <a:lin ang="5400000" scaled="1"/>
            </a:gradFill>
            <a:ln w="38100">
              <a:solidFill>
                <a:srgbClr val="3366FF"/>
              </a:solidFill>
              <a:round/>
              <a:headEnd/>
              <a:tailEnd/>
            </a:ln>
          </p:spPr>
          <p:txBody>
            <a:bodyPr wrap="none" anchor="ctr"/>
            <a:lstStyle>
              <a:lvl1pPr marL="342900" indent="-342900"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marL="0" lvl="2" algn="ctr" eaLnBrk="1" hangingPunct="1"/>
              <a:r>
                <a:rPr kumimoji="1" lang="zh-CN" altLang="en-US" sz="1800" b="1">
                  <a:solidFill>
                    <a:srgbClr val="000000"/>
                  </a:solidFill>
                  <a:latin typeface="微软雅黑" panose="020B0503020204020204" pitchFamily="34" charset="-122"/>
                  <a:ea typeface="微软雅黑" panose="020B0503020204020204" pitchFamily="34" charset="-122"/>
                </a:rPr>
                <a:t>及时备份</a:t>
              </a:r>
            </a:p>
          </p:txBody>
        </p:sp>
        <p:sp>
          <p:nvSpPr>
            <p:cNvPr id="7" name="内容占位符 2">
              <a:extLst>
                <a:ext uri="{FF2B5EF4-FFF2-40B4-BE49-F238E27FC236}">
                  <a16:creationId xmlns:a16="http://schemas.microsoft.com/office/drawing/2014/main" id="{77214BC8-DC6F-7E94-8799-8CFC0FE10410}"/>
                </a:ext>
              </a:extLst>
            </p:cNvPr>
            <p:cNvSpPr txBox="1">
              <a:spLocks noChangeArrowheads="1"/>
            </p:cNvSpPr>
            <p:nvPr/>
          </p:nvSpPr>
          <p:spPr>
            <a:xfrm>
              <a:off x="2438400" y="3810000"/>
              <a:ext cx="6477000" cy="1066800"/>
            </a:xfrm>
            <a:prstGeom prst="rect">
              <a:avLst/>
            </a:prstGeom>
            <a:noFill/>
            <a:ln/>
          </p:spPr>
          <p:txBody>
            <a:bodyPr/>
            <a:lstStyle/>
            <a:p>
              <a:pPr marL="180975" indent="-180975">
                <a:spcBef>
                  <a:spcPct val="20000"/>
                </a:spcBef>
                <a:buClr>
                  <a:srgbClr val="FF0000"/>
                </a:buClr>
                <a:buFont typeface="Wingdings" pitchFamily="2" charset="2"/>
                <a:buChar char="Ø"/>
                <a:defRPr/>
              </a:pPr>
              <a:r>
                <a:rPr lang="zh-CN" altLang="en-US" sz="1400" b="1" kern="0" dirty="0">
                  <a:latin typeface="微软雅黑" pitchFamily="34" charset="-122"/>
                  <a:ea typeface="微软雅黑" pitchFamily="34" charset="-122"/>
                </a:rPr>
                <a:t>即时备份是提供给用户对重要的文件夹进行定时备份的工具，当用户不慎将文件丢失或修改后，可以使用该功能将文件还原</a:t>
              </a:r>
            </a:p>
            <a:p>
              <a:pPr marL="180975" indent="-180975">
                <a:spcBef>
                  <a:spcPct val="20000"/>
                </a:spcBef>
                <a:buClr>
                  <a:srgbClr val="FF0000"/>
                </a:buClr>
                <a:buFont typeface="Wingdings" pitchFamily="2" charset="2"/>
                <a:buChar char="Ø"/>
                <a:defRPr/>
              </a:pPr>
              <a:r>
                <a:rPr lang="zh-CN" altLang="en-US" sz="1400" b="1" kern="0" dirty="0">
                  <a:latin typeface="微软雅黑" pitchFamily="34" charset="-122"/>
                  <a:ea typeface="微软雅黑" pitchFamily="34" charset="-122"/>
                </a:rPr>
                <a:t>采用增量备份的方式，备份规则由用户自行设定，既可以同时备份一个文件夹，也可以单独备份一文件夹中的某些特殊类型文件。</a:t>
              </a:r>
            </a:p>
          </p:txBody>
        </p:sp>
      </p:grpSp>
      <p:grpSp>
        <p:nvGrpSpPr>
          <p:cNvPr id="4" name="组合 12">
            <a:extLst>
              <a:ext uri="{FF2B5EF4-FFF2-40B4-BE49-F238E27FC236}">
                <a16:creationId xmlns:a16="http://schemas.microsoft.com/office/drawing/2014/main" id="{1FFADA1F-864C-9E65-C222-6AE7EE42089F}"/>
              </a:ext>
            </a:extLst>
          </p:cNvPr>
          <p:cNvGrpSpPr>
            <a:grpSpLocks/>
          </p:cNvGrpSpPr>
          <p:nvPr/>
        </p:nvGrpSpPr>
        <p:grpSpPr bwMode="auto">
          <a:xfrm>
            <a:off x="1981200" y="5314950"/>
            <a:ext cx="8458200" cy="781050"/>
            <a:chOff x="457200" y="5314248"/>
            <a:chExt cx="8458200" cy="781752"/>
          </a:xfrm>
        </p:grpSpPr>
        <p:sp>
          <p:nvSpPr>
            <p:cNvPr id="50186" name="AutoShape 6">
              <a:extLst>
                <a:ext uri="{FF2B5EF4-FFF2-40B4-BE49-F238E27FC236}">
                  <a16:creationId xmlns:a16="http://schemas.microsoft.com/office/drawing/2014/main" id="{CDA96D90-4A13-38CF-915F-B057EBA16606}"/>
                </a:ext>
              </a:extLst>
            </p:cNvPr>
            <p:cNvSpPr>
              <a:spLocks noChangeArrowheads="1"/>
            </p:cNvSpPr>
            <p:nvPr/>
          </p:nvSpPr>
          <p:spPr bwMode="auto">
            <a:xfrm>
              <a:off x="457200" y="5390448"/>
              <a:ext cx="1752600" cy="533400"/>
            </a:xfrm>
            <a:prstGeom prst="roundRect">
              <a:avLst>
                <a:gd name="adj" fmla="val 16667"/>
              </a:avLst>
            </a:prstGeom>
            <a:gradFill rotWithShape="1">
              <a:gsLst>
                <a:gs pos="0">
                  <a:srgbClr val="99FFCC">
                    <a:alpha val="49001"/>
                  </a:srgbClr>
                </a:gs>
                <a:gs pos="100000">
                  <a:srgbClr val="CFFFE7"/>
                </a:gs>
              </a:gsLst>
              <a:lin ang="5400000" scaled="1"/>
            </a:gradFill>
            <a:ln w="38100">
              <a:solidFill>
                <a:srgbClr val="3366FF"/>
              </a:solidFill>
              <a:round/>
              <a:headEnd/>
              <a:tailEnd/>
            </a:ln>
          </p:spPr>
          <p:txBody>
            <a:bodyPr wrap="none" anchor="ctr"/>
            <a:lstStyle>
              <a:lvl1pPr marL="342900" indent="-342900"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marL="0" lvl="2" algn="ctr" eaLnBrk="1" hangingPunct="1"/>
              <a:r>
                <a:rPr kumimoji="1" lang="zh-CN" altLang="en-US" sz="1800" b="1">
                  <a:solidFill>
                    <a:srgbClr val="000000"/>
                  </a:solidFill>
                  <a:latin typeface="微软雅黑" panose="020B0503020204020204" pitchFamily="34" charset="-122"/>
                  <a:ea typeface="微软雅黑" panose="020B0503020204020204" pitchFamily="34" charset="-122"/>
                </a:rPr>
                <a:t>指纹关联</a:t>
              </a:r>
            </a:p>
          </p:txBody>
        </p:sp>
        <p:sp>
          <p:nvSpPr>
            <p:cNvPr id="9" name="Text Box 3">
              <a:extLst>
                <a:ext uri="{FF2B5EF4-FFF2-40B4-BE49-F238E27FC236}">
                  <a16:creationId xmlns:a16="http://schemas.microsoft.com/office/drawing/2014/main" id="{EBFCDE2C-19FE-7538-6E53-F2F6C2AEC171}"/>
                </a:ext>
              </a:extLst>
            </p:cNvPr>
            <p:cNvSpPr txBox="1">
              <a:spLocks noChangeArrowheads="1"/>
            </p:cNvSpPr>
            <p:nvPr/>
          </p:nvSpPr>
          <p:spPr bwMode="auto">
            <a:xfrm>
              <a:off x="2514600" y="5314248"/>
              <a:ext cx="6400800" cy="781752"/>
            </a:xfrm>
            <a:prstGeom prst="rect">
              <a:avLst/>
            </a:prstGeom>
            <a:noFill/>
            <a:ln w="9525">
              <a:noFill/>
              <a:miter lim="800000"/>
              <a:headEnd/>
              <a:tailEnd/>
            </a:ln>
          </p:spPr>
          <p:txBody>
            <a:bodyPr>
              <a:spAutoFit/>
            </a:bodyPr>
            <a:lstStyle/>
            <a:p>
              <a:pPr marL="180975" indent="-180975" eaLnBrk="0" hangingPunct="0">
                <a:spcBef>
                  <a:spcPct val="20000"/>
                </a:spcBef>
                <a:buClr>
                  <a:srgbClr val="FF0000"/>
                </a:buClr>
                <a:buFont typeface="Wingdings" pitchFamily="2" charset="2"/>
                <a:buChar char="Ø"/>
                <a:defRPr/>
              </a:pPr>
              <a:r>
                <a:rPr lang="zh-CN" altLang="en-US" sz="1400" b="1" kern="0" dirty="0">
                  <a:latin typeface="微软雅黑" pitchFamily="34" charset="-122"/>
                  <a:ea typeface="微软雅黑" pitchFamily="34" charset="-122"/>
                </a:rPr>
                <a:t>将用户的指纹与某一特定的操作相关联，用户只需要刷一下指纹，便可启动相关联的操作。</a:t>
              </a:r>
            </a:p>
            <a:p>
              <a:pPr marL="180975" indent="-180975" eaLnBrk="0" hangingPunct="0">
                <a:spcBef>
                  <a:spcPct val="20000"/>
                </a:spcBef>
                <a:buClr>
                  <a:srgbClr val="FF0000"/>
                </a:buClr>
                <a:buFont typeface="Wingdings" pitchFamily="2" charset="2"/>
                <a:buChar char="Ø"/>
                <a:defRPr/>
              </a:pPr>
              <a:r>
                <a:rPr lang="en-US" altLang="en-US" sz="1400" b="1" kern="0" dirty="0">
                  <a:latin typeface="微软雅黑" pitchFamily="34" charset="-122"/>
                  <a:ea typeface="微软雅黑" pitchFamily="34" charset="-122"/>
                  <a:sym typeface="Times New Roman" pitchFamily="18" charset="0"/>
                </a:rPr>
                <a:t>TST</a:t>
              </a:r>
              <a:r>
                <a:rPr lang="zh-CN" altLang="en-US" sz="1400" b="1" kern="0" dirty="0">
                  <a:latin typeface="微软雅黑" pitchFamily="34" charset="-122"/>
                  <a:ea typeface="微软雅黑" pitchFamily="34" charset="-122"/>
                </a:rPr>
                <a:t>安全平台可以联以下</a:t>
              </a:r>
              <a:r>
                <a:rPr lang="en-US" altLang="en-US" sz="1400" b="1" kern="0" dirty="0">
                  <a:latin typeface="微软雅黑" pitchFamily="34" charset="-122"/>
                  <a:ea typeface="微软雅黑" pitchFamily="34" charset="-122"/>
                  <a:sym typeface="Times New Roman" pitchFamily="18" charset="0"/>
                </a:rPr>
                <a:t>3</a:t>
              </a:r>
              <a:r>
                <a:rPr lang="zh-CN" altLang="en-US" sz="1400" b="1" kern="0" dirty="0">
                  <a:latin typeface="微软雅黑" pitchFamily="34" charset="-122"/>
                  <a:ea typeface="微软雅黑" pitchFamily="34" charset="-122"/>
                </a:rPr>
                <a:t>种功能</a:t>
              </a:r>
              <a:r>
                <a:rPr lang="en-US" altLang="en-US" sz="1400" b="1" kern="0" dirty="0">
                  <a:latin typeface="微软雅黑" pitchFamily="34" charset="-122"/>
                  <a:ea typeface="微软雅黑" pitchFamily="34" charset="-122"/>
                  <a:sym typeface="Times New Roman" pitchFamily="18" charset="0"/>
                </a:rPr>
                <a:t>:  </a:t>
              </a:r>
              <a:r>
                <a:rPr lang="zh-CN" altLang="en-US" sz="1400" b="1" kern="0" dirty="0">
                  <a:latin typeface="微软雅黑" pitchFamily="34" charset="-122"/>
                  <a:ea typeface="微软雅黑" pitchFamily="34" charset="-122"/>
                </a:rPr>
                <a:t>个人密盘、</a:t>
              </a:r>
              <a:r>
                <a:rPr lang="en-US" altLang="en-US" sz="1400" b="1" kern="0" dirty="0">
                  <a:latin typeface="微软雅黑" pitchFamily="34" charset="-122"/>
                  <a:ea typeface="微软雅黑" pitchFamily="34" charset="-122"/>
                  <a:sym typeface="Times New Roman" pitchFamily="18" charset="0"/>
                </a:rPr>
                <a:t>windows</a:t>
              </a:r>
              <a:r>
                <a:rPr lang="zh-CN" altLang="en-US" sz="1400" b="1" kern="0" dirty="0">
                  <a:latin typeface="微软雅黑" pitchFamily="34" charset="-122"/>
                  <a:ea typeface="微软雅黑" pitchFamily="34" charset="-122"/>
                </a:rPr>
                <a:t>登录和应用程序启动</a:t>
              </a:r>
            </a:p>
          </p:txBody>
        </p:sp>
      </p:grpSp>
      <p:grpSp>
        <p:nvGrpSpPr>
          <p:cNvPr id="6" name="组合 10">
            <a:extLst>
              <a:ext uri="{FF2B5EF4-FFF2-40B4-BE49-F238E27FC236}">
                <a16:creationId xmlns:a16="http://schemas.microsoft.com/office/drawing/2014/main" id="{8A3F2ED7-EB4F-075B-A163-89DC515D3A47}"/>
              </a:ext>
            </a:extLst>
          </p:cNvPr>
          <p:cNvGrpSpPr>
            <a:grpSpLocks/>
          </p:cNvGrpSpPr>
          <p:nvPr/>
        </p:nvGrpSpPr>
        <p:grpSpPr bwMode="auto">
          <a:xfrm>
            <a:off x="1981200" y="1447800"/>
            <a:ext cx="8534400" cy="1905000"/>
            <a:chOff x="457200" y="1447800"/>
            <a:chExt cx="8534400" cy="1905000"/>
          </a:xfrm>
        </p:grpSpPr>
        <p:sp>
          <p:nvSpPr>
            <p:cNvPr id="50183" name="AutoShape 6">
              <a:extLst>
                <a:ext uri="{FF2B5EF4-FFF2-40B4-BE49-F238E27FC236}">
                  <a16:creationId xmlns:a16="http://schemas.microsoft.com/office/drawing/2014/main" id="{6EEEF959-72B8-450C-F9C9-19619B6A5293}"/>
                </a:ext>
              </a:extLst>
            </p:cNvPr>
            <p:cNvSpPr>
              <a:spLocks noChangeArrowheads="1"/>
            </p:cNvSpPr>
            <p:nvPr/>
          </p:nvSpPr>
          <p:spPr bwMode="auto">
            <a:xfrm>
              <a:off x="457200" y="1524000"/>
              <a:ext cx="1752600" cy="533400"/>
            </a:xfrm>
            <a:prstGeom prst="roundRect">
              <a:avLst>
                <a:gd name="adj" fmla="val 16667"/>
              </a:avLst>
            </a:prstGeom>
            <a:gradFill rotWithShape="1">
              <a:gsLst>
                <a:gs pos="0">
                  <a:srgbClr val="99FFCC">
                    <a:alpha val="49001"/>
                  </a:srgbClr>
                </a:gs>
                <a:gs pos="100000">
                  <a:srgbClr val="CFFFE7"/>
                </a:gs>
              </a:gsLst>
              <a:lin ang="5400000" scaled="1"/>
            </a:gradFill>
            <a:ln w="38100">
              <a:solidFill>
                <a:srgbClr val="3366FF"/>
              </a:solidFill>
              <a:round/>
              <a:headEnd/>
              <a:tailEnd/>
            </a:ln>
          </p:spPr>
          <p:txBody>
            <a:bodyPr wrap="none" anchor="ctr"/>
            <a:lstStyle>
              <a:lvl1pPr marL="342900" indent="-342900"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marL="0" lvl="2" algn="ctr" eaLnBrk="1" hangingPunct="1"/>
              <a:r>
                <a:rPr kumimoji="1" lang="zh-CN" altLang="en-US" sz="1800" b="1">
                  <a:solidFill>
                    <a:srgbClr val="000000"/>
                  </a:solidFill>
                  <a:latin typeface="微软雅黑" panose="020B0503020204020204" pitchFamily="34" charset="-122"/>
                  <a:ea typeface="微软雅黑" panose="020B0503020204020204" pitchFamily="34" charset="-122"/>
                  <a:hlinkClick r:id="rId2" action="ppaction://hlinkfile"/>
                </a:rPr>
                <a:t>个人密盘</a:t>
              </a:r>
              <a:endParaRPr kumimoji="1" lang="zh-CN" altLang="en-US" sz="1800" b="1">
                <a:solidFill>
                  <a:srgbClr val="000000"/>
                </a:solidFill>
                <a:latin typeface="微软雅黑" panose="020B0503020204020204" pitchFamily="34" charset="-122"/>
                <a:ea typeface="微软雅黑" panose="020B0503020204020204" pitchFamily="34" charset="-122"/>
              </a:endParaRPr>
            </a:p>
          </p:txBody>
        </p:sp>
        <p:sp>
          <p:nvSpPr>
            <p:cNvPr id="5" name="内容占位符 2">
              <a:extLst>
                <a:ext uri="{FF2B5EF4-FFF2-40B4-BE49-F238E27FC236}">
                  <a16:creationId xmlns:a16="http://schemas.microsoft.com/office/drawing/2014/main" id="{BA995B2D-002E-49AA-2FF8-867EB77A5534}"/>
                </a:ext>
              </a:extLst>
            </p:cNvPr>
            <p:cNvSpPr txBox="1">
              <a:spLocks noChangeArrowheads="1"/>
            </p:cNvSpPr>
            <p:nvPr/>
          </p:nvSpPr>
          <p:spPr>
            <a:xfrm>
              <a:off x="2438400" y="1447800"/>
              <a:ext cx="6553200" cy="1905000"/>
            </a:xfrm>
            <a:prstGeom prst="rect">
              <a:avLst/>
            </a:prstGeom>
            <a:noFill/>
            <a:ln/>
          </p:spPr>
          <p:txBody>
            <a:bodyPr/>
            <a:lstStyle/>
            <a:p>
              <a:pPr marL="180975" indent="-180975">
                <a:spcBef>
                  <a:spcPct val="20000"/>
                </a:spcBef>
                <a:buClr>
                  <a:srgbClr val="FF0000"/>
                </a:buClr>
                <a:buFont typeface="Wingdings" pitchFamily="2" charset="2"/>
                <a:buChar char="Ø"/>
                <a:defRPr/>
              </a:pPr>
              <a:r>
                <a:rPr lang="zh-CN" altLang="en-US" sz="1400" b="1" kern="0" dirty="0">
                  <a:latin typeface="微软雅黑" pitchFamily="34" charset="-122"/>
                  <a:ea typeface="微软雅黑" pitchFamily="34" charset="-122"/>
                </a:rPr>
                <a:t>一个经过特殊加密安全处理的专属磁盘区域，保护用户涉密数据，防止他人非法窃取、黑客攻击，非授权用户进不来、看不懂、拿不走。</a:t>
              </a:r>
            </a:p>
            <a:p>
              <a:pPr marL="180975" indent="-180975">
                <a:spcBef>
                  <a:spcPct val="20000"/>
                </a:spcBef>
                <a:buClr>
                  <a:srgbClr val="FF0000"/>
                </a:buClr>
                <a:buFont typeface="Wingdings" pitchFamily="2" charset="2"/>
                <a:buChar char="Ø"/>
                <a:defRPr/>
              </a:pPr>
              <a:r>
                <a:rPr lang="zh-CN" altLang="en-US" sz="1400" b="1" kern="0" dirty="0">
                  <a:latin typeface="微软雅黑" pitchFamily="34" charset="-122"/>
                  <a:ea typeface="微软雅黑" pitchFamily="34" charset="-122"/>
                </a:rPr>
                <a:t>数据一旦保存到个人密盘中，数据都将会被加密。建立密盘后，用户可直接将文件存储到个人密盘，并可对其进行正常编辑处理等操作。当密盘打开时，若未经您的授权将文件复制出个人密盘，则文件将会为乱码。从而有效的保证了您的个人数据安全。</a:t>
              </a:r>
            </a:p>
            <a:p>
              <a:pPr marL="180975" indent="-180975">
                <a:spcBef>
                  <a:spcPct val="20000"/>
                </a:spcBef>
                <a:buClr>
                  <a:srgbClr val="FF0000"/>
                </a:buClr>
                <a:buFont typeface="Wingdings" pitchFamily="2" charset="2"/>
                <a:buChar char="Ø"/>
                <a:defRPr/>
              </a:pPr>
              <a:r>
                <a:rPr lang="zh-CN" altLang="en-US" sz="1400" b="1" kern="0" dirty="0">
                  <a:latin typeface="微软雅黑" pitchFamily="34" charset="-122"/>
                  <a:ea typeface="微软雅黑" pitchFamily="34" charset="-122"/>
                </a:rPr>
                <a:t>个人密盘是一个虚拟出的磁盘盘符，此磁盘容量，用户可根据其所在实际磁盘分区大小随意设定。</a:t>
              </a:r>
            </a:p>
          </p:txBody>
        </p:sp>
        <p:pic>
          <p:nvPicPr>
            <p:cNvPr id="50185" name="图片 9" descr="t4u8mp4imu6e.jpg">
              <a:extLst>
                <a:ext uri="{FF2B5EF4-FFF2-40B4-BE49-F238E27FC236}">
                  <a16:creationId xmlns:a16="http://schemas.microsoft.com/office/drawing/2014/main" id="{177708DD-C652-C7C1-BBDB-1AC4B82FFF9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133600"/>
              <a:ext cx="14478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灯片编号占位符 1">
            <a:extLst>
              <a:ext uri="{FF2B5EF4-FFF2-40B4-BE49-F238E27FC236}">
                <a16:creationId xmlns:a16="http://schemas.microsoft.com/office/drawing/2014/main" id="{3AA542AD-EDD6-E3F1-9CB7-7EBD267E753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ADAEE4F2-2DF7-4ED8-9128-5065C56607F5}" type="slidenum">
              <a:rPr lang="en-US" altLang="zh-CN" sz="1400">
                <a:solidFill>
                  <a:schemeClr val="bg1"/>
                </a:solidFill>
              </a:rPr>
              <a:pPr eaLnBrk="1" hangingPunct="1"/>
              <a:t>44</a:t>
            </a:fld>
            <a:endParaRPr lang="en-US" altLang="zh-CN" sz="1400">
              <a:solidFill>
                <a:schemeClr val="bg1"/>
              </a:solidFill>
            </a:endParaRPr>
          </a:p>
        </p:txBody>
      </p:sp>
      <p:sp>
        <p:nvSpPr>
          <p:cNvPr id="7172" name="Text Box 4">
            <a:extLst>
              <a:ext uri="{FF2B5EF4-FFF2-40B4-BE49-F238E27FC236}">
                <a16:creationId xmlns:a16="http://schemas.microsoft.com/office/drawing/2014/main" id="{64CFCBA7-5E1E-0867-90C2-A48EF67F918B}"/>
              </a:ext>
            </a:extLst>
          </p:cNvPr>
          <p:cNvSpPr txBox="1">
            <a:spLocks noChangeArrowheads="1"/>
          </p:cNvSpPr>
          <p:nvPr/>
        </p:nvSpPr>
        <p:spPr bwMode="auto">
          <a:xfrm>
            <a:off x="3657600" y="1371601"/>
            <a:ext cx="6172200" cy="874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20000"/>
              </a:spcBef>
              <a:buClr>
                <a:schemeClr val="hlink"/>
              </a:buClr>
              <a:buFont typeface="Wingdings" panose="05000000000000000000" pitchFamily="2" charset="2"/>
              <a:buNone/>
            </a:pPr>
            <a:r>
              <a:rPr lang="zh-CN" altLang="en-US" sz="1800">
                <a:latin typeface="微软雅黑" panose="020B0503020204020204" pitchFamily="34" charset="-122"/>
                <a:ea typeface="微软雅黑" panose="020B0503020204020204" pitchFamily="34" charset="-122"/>
              </a:rPr>
              <a:t>为用户创建一个被加密保护的网络工作域，支持网络办公与移动办公，通过严格的权限控制，有效管控数据传播范围</a:t>
            </a:r>
          </a:p>
        </p:txBody>
      </p:sp>
      <p:grpSp>
        <p:nvGrpSpPr>
          <p:cNvPr id="7173" name="Group 30">
            <a:extLst>
              <a:ext uri="{FF2B5EF4-FFF2-40B4-BE49-F238E27FC236}">
                <a16:creationId xmlns:a16="http://schemas.microsoft.com/office/drawing/2014/main" id="{5E2A05DD-4E01-6DAA-438F-8F3B3B60F7AA}"/>
              </a:ext>
            </a:extLst>
          </p:cNvPr>
          <p:cNvGrpSpPr>
            <a:grpSpLocks/>
          </p:cNvGrpSpPr>
          <p:nvPr/>
        </p:nvGrpSpPr>
        <p:grpSpPr bwMode="auto">
          <a:xfrm>
            <a:off x="2711450" y="2438400"/>
            <a:ext cx="7213600" cy="4191000"/>
            <a:chOff x="1020" y="1389"/>
            <a:chExt cx="3539" cy="2545"/>
          </a:xfrm>
        </p:grpSpPr>
        <p:graphicFrame>
          <p:nvGraphicFramePr>
            <p:cNvPr id="7170" name="Object 5">
              <a:extLst>
                <a:ext uri="{FF2B5EF4-FFF2-40B4-BE49-F238E27FC236}">
                  <a16:creationId xmlns:a16="http://schemas.microsoft.com/office/drawing/2014/main" id="{9517578F-1F5C-840E-F973-761FBA604EA4}"/>
                </a:ext>
              </a:extLst>
            </p:cNvPr>
            <p:cNvGraphicFramePr>
              <a:graphicFrameLocks noChangeAspect="1"/>
            </p:cNvGraphicFramePr>
            <p:nvPr/>
          </p:nvGraphicFramePr>
          <p:xfrm>
            <a:off x="1020" y="1389"/>
            <a:ext cx="3539" cy="2545"/>
          </p:xfrm>
          <a:graphic>
            <a:graphicData uri="http://schemas.openxmlformats.org/presentationml/2006/ole">
              <mc:AlternateContent xmlns:mc="http://schemas.openxmlformats.org/markup-compatibility/2006">
                <mc:Choice xmlns:v="urn:schemas-microsoft-com:vml" Requires="v">
                  <p:oleObj name="Visio" r:id="rId2" imgW="10614862" imgH="7642698" progId="Visio.Drawing.11">
                    <p:embed/>
                  </p:oleObj>
                </mc:Choice>
                <mc:Fallback>
                  <p:oleObj name="Visio" r:id="rId2" imgW="10614862" imgH="7642698" progId="Visio.Drawing.11">
                    <p:embed/>
                    <p:pic>
                      <p:nvPicPr>
                        <p:cNvPr id="7170" name="Object 5">
                          <a:extLst>
                            <a:ext uri="{FF2B5EF4-FFF2-40B4-BE49-F238E27FC236}">
                              <a16:creationId xmlns:a16="http://schemas.microsoft.com/office/drawing/2014/main" id="{9517578F-1F5C-840E-F973-761FBA604E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0" y="1389"/>
                          <a:ext cx="3539" cy="25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7" name="AutoShape 8">
              <a:extLst>
                <a:ext uri="{FF2B5EF4-FFF2-40B4-BE49-F238E27FC236}">
                  <a16:creationId xmlns:a16="http://schemas.microsoft.com/office/drawing/2014/main" id="{14C96F52-F7A2-764D-D044-510A94034DEC}"/>
                </a:ext>
              </a:extLst>
            </p:cNvPr>
            <p:cNvSpPr>
              <a:spLocks noChangeArrowheads="1"/>
            </p:cNvSpPr>
            <p:nvPr/>
          </p:nvSpPr>
          <p:spPr bwMode="auto">
            <a:xfrm>
              <a:off x="1609" y="3457"/>
              <a:ext cx="409" cy="45"/>
            </a:xfrm>
            <a:prstGeom prst="leftArrow">
              <a:avLst>
                <a:gd name="adj1" fmla="val 50000"/>
                <a:gd name="adj2" fmla="val 227222"/>
              </a:avLst>
            </a:prstGeom>
            <a:solidFill>
              <a:schemeClr val="accent1"/>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a:latin typeface="Times New Roman" panose="02020603050405020304" pitchFamily="18" charset="0"/>
              </a:endParaRPr>
            </a:p>
          </p:txBody>
        </p:sp>
        <p:sp>
          <p:nvSpPr>
            <p:cNvPr id="7178" name="AutoShape 9">
              <a:extLst>
                <a:ext uri="{FF2B5EF4-FFF2-40B4-BE49-F238E27FC236}">
                  <a16:creationId xmlns:a16="http://schemas.microsoft.com/office/drawing/2014/main" id="{1A7DAB93-E6B6-0DB9-D7CD-ED5838C8C69D}"/>
                </a:ext>
              </a:extLst>
            </p:cNvPr>
            <p:cNvSpPr>
              <a:spLocks noChangeArrowheads="1"/>
            </p:cNvSpPr>
            <p:nvPr/>
          </p:nvSpPr>
          <p:spPr bwMode="auto">
            <a:xfrm rot="10800000">
              <a:off x="1790" y="1909"/>
              <a:ext cx="500" cy="70"/>
            </a:xfrm>
            <a:prstGeom prst="leftArrow">
              <a:avLst>
                <a:gd name="adj1" fmla="val 50000"/>
                <a:gd name="adj2" fmla="val 276058"/>
              </a:avLst>
            </a:prstGeom>
            <a:solidFill>
              <a:schemeClr val="accent1"/>
            </a:solidFill>
            <a:ln w="9525">
              <a:solidFill>
                <a:schemeClr val="tx1"/>
              </a:solidFill>
              <a:miter lim="800000"/>
              <a:headEnd/>
              <a:tailEnd/>
            </a:ln>
          </p:spPr>
          <p:txBody>
            <a:bodyPr rot="10800000"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a:latin typeface="Times New Roman" panose="02020603050405020304" pitchFamily="18" charset="0"/>
              </a:endParaRPr>
            </a:p>
          </p:txBody>
        </p:sp>
        <p:sp>
          <p:nvSpPr>
            <p:cNvPr id="7179" name="AutoShape 13">
              <a:extLst>
                <a:ext uri="{FF2B5EF4-FFF2-40B4-BE49-F238E27FC236}">
                  <a16:creationId xmlns:a16="http://schemas.microsoft.com/office/drawing/2014/main" id="{829F9FA8-FF1E-3B57-78DD-092AE027BF4B}"/>
                </a:ext>
              </a:extLst>
            </p:cNvPr>
            <p:cNvSpPr>
              <a:spLocks noChangeArrowheads="1"/>
            </p:cNvSpPr>
            <p:nvPr/>
          </p:nvSpPr>
          <p:spPr bwMode="auto">
            <a:xfrm>
              <a:off x="3287" y="1904"/>
              <a:ext cx="500" cy="59"/>
            </a:xfrm>
            <a:prstGeom prst="leftArrow">
              <a:avLst>
                <a:gd name="adj1" fmla="val 50000"/>
                <a:gd name="adj2" fmla="val 279622"/>
              </a:avLst>
            </a:prstGeom>
            <a:solidFill>
              <a:schemeClr val="accent1"/>
            </a:solidFill>
            <a:ln w="9525">
              <a:solidFill>
                <a:schemeClr val="tx1"/>
              </a:solidFill>
              <a:miter lim="800000"/>
              <a:headEnd/>
              <a:tailEnd/>
            </a:ln>
          </p:spPr>
          <p:txBody>
            <a:bodyPr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a:latin typeface="Times New Roman" panose="02020603050405020304" pitchFamily="18" charset="0"/>
              </a:endParaRPr>
            </a:p>
          </p:txBody>
        </p:sp>
        <p:sp>
          <p:nvSpPr>
            <p:cNvPr id="7180" name="AutoShape 14">
              <a:extLst>
                <a:ext uri="{FF2B5EF4-FFF2-40B4-BE49-F238E27FC236}">
                  <a16:creationId xmlns:a16="http://schemas.microsoft.com/office/drawing/2014/main" id="{9889C50C-0545-EEC3-584A-5C8DC9BF59A8}"/>
                </a:ext>
              </a:extLst>
            </p:cNvPr>
            <p:cNvSpPr>
              <a:spLocks noChangeArrowheads="1"/>
            </p:cNvSpPr>
            <p:nvPr/>
          </p:nvSpPr>
          <p:spPr bwMode="auto">
            <a:xfrm rot="-5400000">
              <a:off x="3892" y="3181"/>
              <a:ext cx="364" cy="45"/>
            </a:xfrm>
            <a:prstGeom prst="leftArrow">
              <a:avLst>
                <a:gd name="adj1" fmla="val 50000"/>
                <a:gd name="adj2" fmla="val 202222"/>
              </a:avLst>
            </a:prstGeom>
            <a:solidFill>
              <a:schemeClr val="accent1"/>
            </a:solidFill>
            <a:ln w="9525">
              <a:solidFill>
                <a:schemeClr val="tx1"/>
              </a:solidFill>
              <a:miter lim="800000"/>
              <a:headEnd/>
              <a:tailEnd/>
            </a:ln>
          </p:spPr>
          <p:txBody>
            <a:bodyPr vert="eaVert"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a:latin typeface="Times New Roman" panose="02020603050405020304" pitchFamily="18" charset="0"/>
              </a:endParaRPr>
            </a:p>
          </p:txBody>
        </p:sp>
        <p:sp>
          <p:nvSpPr>
            <p:cNvPr id="7181" name="AutoShape 15">
              <a:extLst>
                <a:ext uri="{FF2B5EF4-FFF2-40B4-BE49-F238E27FC236}">
                  <a16:creationId xmlns:a16="http://schemas.microsoft.com/office/drawing/2014/main" id="{992D2C26-C7CD-05E0-A65D-D45AD6B08C98}"/>
                </a:ext>
              </a:extLst>
            </p:cNvPr>
            <p:cNvSpPr>
              <a:spLocks noChangeArrowheads="1"/>
            </p:cNvSpPr>
            <p:nvPr/>
          </p:nvSpPr>
          <p:spPr bwMode="auto">
            <a:xfrm rot="-5400000">
              <a:off x="1360" y="3208"/>
              <a:ext cx="363" cy="45"/>
            </a:xfrm>
            <a:prstGeom prst="leftArrow">
              <a:avLst>
                <a:gd name="adj1" fmla="val 50000"/>
                <a:gd name="adj2" fmla="val 201667"/>
              </a:avLst>
            </a:prstGeom>
            <a:solidFill>
              <a:schemeClr val="accent1"/>
            </a:solidFill>
            <a:ln w="9525">
              <a:solidFill>
                <a:schemeClr val="tx1"/>
              </a:solidFill>
              <a:miter lim="800000"/>
              <a:headEnd/>
              <a:tailEnd/>
            </a:ln>
          </p:spPr>
          <p:txBody>
            <a:bodyPr vert="eaVert"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a:latin typeface="Times New Roman" panose="02020603050405020304" pitchFamily="18" charset="0"/>
              </a:endParaRPr>
            </a:p>
          </p:txBody>
        </p:sp>
        <p:sp>
          <p:nvSpPr>
            <p:cNvPr id="7182" name="AutoShape 16">
              <a:extLst>
                <a:ext uri="{FF2B5EF4-FFF2-40B4-BE49-F238E27FC236}">
                  <a16:creationId xmlns:a16="http://schemas.microsoft.com/office/drawing/2014/main" id="{F6447A80-5E01-F9AA-1115-152060DD1D05}"/>
                </a:ext>
              </a:extLst>
            </p:cNvPr>
            <p:cNvSpPr>
              <a:spLocks noChangeArrowheads="1"/>
            </p:cNvSpPr>
            <p:nvPr/>
          </p:nvSpPr>
          <p:spPr bwMode="auto">
            <a:xfrm rot="10800000">
              <a:off x="3597" y="3475"/>
              <a:ext cx="409" cy="45"/>
            </a:xfrm>
            <a:prstGeom prst="leftArrow">
              <a:avLst>
                <a:gd name="adj1" fmla="val 50000"/>
                <a:gd name="adj2" fmla="val 227222"/>
              </a:avLst>
            </a:prstGeom>
            <a:solidFill>
              <a:schemeClr val="accent1"/>
            </a:solidFill>
            <a:ln w="9525">
              <a:solidFill>
                <a:schemeClr val="tx1"/>
              </a:solidFill>
              <a:miter lim="800000"/>
              <a:headEnd/>
              <a:tailEnd/>
            </a:ln>
          </p:spPr>
          <p:txBody>
            <a:bodyPr rot="10800000" wrap="none"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00">
                <a:latin typeface="Times New Roman" panose="02020603050405020304" pitchFamily="18" charset="0"/>
              </a:endParaRPr>
            </a:p>
          </p:txBody>
        </p:sp>
        <p:grpSp>
          <p:nvGrpSpPr>
            <p:cNvPr id="7183" name="Group 20">
              <a:extLst>
                <a:ext uri="{FF2B5EF4-FFF2-40B4-BE49-F238E27FC236}">
                  <a16:creationId xmlns:a16="http://schemas.microsoft.com/office/drawing/2014/main" id="{6A0F8E0D-C8F1-A52D-5654-DFEF7E881F4A}"/>
                </a:ext>
              </a:extLst>
            </p:cNvPr>
            <p:cNvGrpSpPr>
              <a:grpSpLocks/>
            </p:cNvGrpSpPr>
            <p:nvPr/>
          </p:nvGrpSpPr>
          <p:grpSpPr bwMode="auto">
            <a:xfrm>
              <a:off x="4006" y="3430"/>
              <a:ext cx="91" cy="91"/>
              <a:chOff x="528" y="3248"/>
              <a:chExt cx="180" cy="91"/>
            </a:xfrm>
          </p:grpSpPr>
          <p:sp>
            <p:nvSpPr>
              <p:cNvPr id="7193" name="Line 21">
                <a:extLst>
                  <a:ext uri="{FF2B5EF4-FFF2-40B4-BE49-F238E27FC236}">
                    <a16:creationId xmlns:a16="http://schemas.microsoft.com/office/drawing/2014/main" id="{1A84E4D6-B03D-1C03-33AC-6449A3C5C71E}"/>
                  </a:ext>
                </a:extLst>
              </p:cNvPr>
              <p:cNvSpPr>
                <a:spLocks noChangeShapeType="1"/>
              </p:cNvSpPr>
              <p:nvPr/>
            </p:nvSpPr>
            <p:spPr bwMode="auto">
              <a:xfrm>
                <a:off x="528" y="3248"/>
                <a:ext cx="180" cy="91"/>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94" name="Line 22">
                <a:extLst>
                  <a:ext uri="{FF2B5EF4-FFF2-40B4-BE49-F238E27FC236}">
                    <a16:creationId xmlns:a16="http://schemas.microsoft.com/office/drawing/2014/main" id="{4D7C9843-0A31-A546-8FEF-0F7A3687FA7B}"/>
                  </a:ext>
                </a:extLst>
              </p:cNvPr>
              <p:cNvSpPr>
                <a:spLocks noChangeShapeType="1"/>
              </p:cNvSpPr>
              <p:nvPr/>
            </p:nvSpPr>
            <p:spPr bwMode="auto">
              <a:xfrm flipV="1">
                <a:off x="528" y="3248"/>
                <a:ext cx="180" cy="91"/>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7184" name="Group 23">
              <a:extLst>
                <a:ext uri="{FF2B5EF4-FFF2-40B4-BE49-F238E27FC236}">
                  <a16:creationId xmlns:a16="http://schemas.microsoft.com/office/drawing/2014/main" id="{BD4CD23B-2B0E-AC02-F567-F7E6E69F174F}"/>
                </a:ext>
              </a:extLst>
            </p:cNvPr>
            <p:cNvGrpSpPr>
              <a:grpSpLocks/>
            </p:cNvGrpSpPr>
            <p:nvPr/>
          </p:nvGrpSpPr>
          <p:grpSpPr bwMode="auto">
            <a:xfrm>
              <a:off x="1472" y="3413"/>
              <a:ext cx="91" cy="91"/>
              <a:chOff x="528" y="3248"/>
              <a:chExt cx="180" cy="91"/>
            </a:xfrm>
          </p:grpSpPr>
          <p:sp>
            <p:nvSpPr>
              <p:cNvPr id="7191" name="Line 24">
                <a:extLst>
                  <a:ext uri="{FF2B5EF4-FFF2-40B4-BE49-F238E27FC236}">
                    <a16:creationId xmlns:a16="http://schemas.microsoft.com/office/drawing/2014/main" id="{5B7D66C0-0CF3-2110-CB52-F36ABAEB10C9}"/>
                  </a:ext>
                </a:extLst>
              </p:cNvPr>
              <p:cNvSpPr>
                <a:spLocks noChangeShapeType="1"/>
              </p:cNvSpPr>
              <p:nvPr/>
            </p:nvSpPr>
            <p:spPr bwMode="auto">
              <a:xfrm>
                <a:off x="528" y="3248"/>
                <a:ext cx="180" cy="91"/>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92" name="Line 25">
                <a:extLst>
                  <a:ext uri="{FF2B5EF4-FFF2-40B4-BE49-F238E27FC236}">
                    <a16:creationId xmlns:a16="http://schemas.microsoft.com/office/drawing/2014/main" id="{8F278397-8D62-712B-9838-35356ADE1F8F}"/>
                  </a:ext>
                </a:extLst>
              </p:cNvPr>
              <p:cNvSpPr>
                <a:spLocks noChangeShapeType="1"/>
              </p:cNvSpPr>
              <p:nvPr/>
            </p:nvSpPr>
            <p:spPr bwMode="auto">
              <a:xfrm flipV="1">
                <a:off x="528" y="3248"/>
                <a:ext cx="180" cy="91"/>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7185" name="Group 28">
              <a:extLst>
                <a:ext uri="{FF2B5EF4-FFF2-40B4-BE49-F238E27FC236}">
                  <a16:creationId xmlns:a16="http://schemas.microsoft.com/office/drawing/2014/main" id="{AE39C4C1-E4D7-D121-85A2-740B3C3103FC}"/>
                </a:ext>
              </a:extLst>
            </p:cNvPr>
            <p:cNvGrpSpPr>
              <a:grpSpLocks/>
            </p:cNvGrpSpPr>
            <p:nvPr/>
          </p:nvGrpSpPr>
          <p:grpSpPr bwMode="auto">
            <a:xfrm rot="-1829602">
              <a:off x="1364" y="1861"/>
              <a:ext cx="247" cy="60"/>
              <a:chOff x="250" y="2614"/>
              <a:chExt cx="317" cy="544"/>
            </a:xfrm>
          </p:grpSpPr>
          <p:sp>
            <p:nvSpPr>
              <p:cNvPr id="7189" name="Line 26">
                <a:extLst>
                  <a:ext uri="{FF2B5EF4-FFF2-40B4-BE49-F238E27FC236}">
                    <a16:creationId xmlns:a16="http://schemas.microsoft.com/office/drawing/2014/main" id="{14AB0AF6-ED18-A160-6D53-62773AC83A22}"/>
                  </a:ext>
                </a:extLst>
              </p:cNvPr>
              <p:cNvSpPr>
                <a:spLocks noChangeShapeType="1"/>
              </p:cNvSpPr>
              <p:nvPr/>
            </p:nvSpPr>
            <p:spPr bwMode="auto">
              <a:xfrm>
                <a:off x="250" y="2614"/>
                <a:ext cx="45" cy="544"/>
              </a:xfrm>
              <a:prstGeom prst="line">
                <a:avLst/>
              </a:prstGeom>
              <a:noFill/>
              <a:ln w="57150">
                <a:solidFill>
                  <a:srgbClr val="00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90" name="Line 27">
                <a:extLst>
                  <a:ext uri="{FF2B5EF4-FFF2-40B4-BE49-F238E27FC236}">
                    <a16:creationId xmlns:a16="http://schemas.microsoft.com/office/drawing/2014/main" id="{4A20595D-D423-93D4-D136-7D5E43E7A9DD}"/>
                  </a:ext>
                </a:extLst>
              </p:cNvPr>
              <p:cNvSpPr>
                <a:spLocks noChangeShapeType="1"/>
              </p:cNvSpPr>
              <p:nvPr/>
            </p:nvSpPr>
            <p:spPr bwMode="auto">
              <a:xfrm flipV="1">
                <a:off x="289" y="3113"/>
                <a:ext cx="278" cy="45"/>
              </a:xfrm>
              <a:prstGeom prst="line">
                <a:avLst/>
              </a:prstGeom>
              <a:noFill/>
              <a:ln w="57150">
                <a:solidFill>
                  <a:srgbClr val="00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7186" name="Group 29">
              <a:extLst>
                <a:ext uri="{FF2B5EF4-FFF2-40B4-BE49-F238E27FC236}">
                  <a16:creationId xmlns:a16="http://schemas.microsoft.com/office/drawing/2014/main" id="{C69CD569-22B2-F90D-2819-60837A3EDAD2}"/>
                </a:ext>
              </a:extLst>
            </p:cNvPr>
            <p:cNvGrpSpPr>
              <a:grpSpLocks/>
            </p:cNvGrpSpPr>
            <p:nvPr/>
          </p:nvGrpSpPr>
          <p:grpSpPr bwMode="auto">
            <a:xfrm rot="-1829602">
              <a:off x="3949" y="1783"/>
              <a:ext cx="247" cy="60"/>
              <a:chOff x="250" y="2614"/>
              <a:chExt cx="317" cy="544"/>
            </a:xfrm>
          </p:grpSpPr>
          <p:sp>
            <p:nvSpPr>
              <p:cNvPr id="7187" name="Line 30">
                <a:extLst>
                  <a:ext uri="{FF2B5EF4-FFF2-40B4-BE49-F238E27FC236}">
                    <a16:creationId xmlns:a16="http://schemas.microsoft.com/office/drawing/2014/main" id="{3AC253B0-C1C4-4640-E0FF-0BAF1476A124}"/>
                  </a:ext>
                </a:extLst>
              </p:cNvPr>
              <p:cNvSpPr>
                <a:spLocks noChangeShapeType="1"/>
              </p:cNvSpPr>
              <p:nvPr/>
            </p:nvSpPr>
            <p:spPr bwMode="auto">
              <a:xfrm>
                <a:off x="250" y="2614"/>
                <a:ext cx="45" cy="544"/>
              </a:xfrm>
              <a:prstGeom prst="line">
                <a:avLst/>
              </a:prstGeom>
              <a:noFill/>
              <a:ln w="57150">
                <a:solidFill>
                  <a:srgbClr val="00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88" name="Line 31">
                <a:extLst>
                  <a:ext uri="{FF2B5EF4-FFF2-40B4-BE49-F238E27FC236}">
                    <a16:creationId xmlns:a16="http://schemas.microsoft.com/office/drawing/2014/main" id="{8FA2CD2A-072F-F69F-7A8B-24488527F635}"/>
                  </a:ext>
                </a:extLst>
              </p:cNvPr>
              <p:cNvSpPr>
                <a:spLocks noChangeShapeType="1"/>
              </p:cNvSpPr>
              <p:nvPr/>
            </p:nvSpPr>
            <p:spPr bwMode="auto">
              <a:xfrm flipV="1">
                <a:off x="289" y="3113"/>
                <a:ext cx="278" cy="45"/>
              </a:xfrm>
              <a:prstGeom prst="line">
                <a:avLst/>
              </a:prstGeom>
              <a:noFill/>
              <a:ln w="57150">
                <a:solidFill>
                  <a:srgbClr val="00FF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26" name="标题 1">
            <a:extLst>
              <a:ext uri="{FF2B5EF4-FFF2-40B4-BE49-F238E27FC236}">
                <a16:creationId xmlns:a16="http://schemas.microsoft.com/office/drawing/2014/main" id="{5AB085A6-A1B6-3856-24E4-F4BE4B17C5F5}"/>
              </a:ext>
            </a:extLst>
          </p:cNvPr>
          <p:cNvSpPr txBox="1">
            <a:spLocks/>
          </p:cNvSpPr>
          <p:nvPr/>
        </p:nvSpPr>
        <p:spPr bwMode="auto">
          <a:xfrm>
            <a:off x="1905000" y="381001"/>
            <a:ext cx="4419600" cy="506413"/>
          </a:xfrm>
          <a:prstGeom prst="rect">
            <a:avLst/>
          </a:prstGeom>
          <a:noFill/>
          <a:ln w="9525">
            <a:noFill/>
            <a:miter lim="800000"/>
            <a:headEnd/>
            <a:tailEnd/>
          </a:ln>
          <a:effectLst/>
        </p:spPr>
        <p:txBody>
          <a:bodyPr anchor="ctr"/>
          <a:lstStyle/>
          <a:p>
            <a:pPr>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同方基于</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TCM</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的安全应用</a:t>
            </a: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(3)</a:t>
            </a:r>
            <a:endPar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endParaRPr>
          </a:p>
        </p:txBody>
      </p:sp>
      <p:sp>
        <p:nvSpPr>
          <p:cNvPr id="7175" name="AutoShape 6">
            <a:extLst>
              <a:ext uri="{FF2B5EF4-FFF2-40B4-BE49-F238E27FC236}">
                <a16:creationId xmlns:a16="http://schemas.microsoft.com/office/drawing/2014/main" id="{359218B2-F285-E412-9E58-4C01CDBFB825}"/>
              </a:ext>
            </a:extLst>
          </p:cNvPr>
          <p:cNvSpPr>
            <a:spLocks noChangeArrowheads="1"/>
          </p:cNvSpPr>
          <p:nvPr/>
        </p:nvSpPr>
        <p:spPr bwMode="auto">
          <a:xfrm>
            <a:off x="1600200" y="1524000"/>
            <a:ext cx="1752600" cy="533400"/>
          </a:xfrm>
          <a:prstGeom prst="roundRect">
            <a:avLst>
              <a:gd name="adj" fmla="val 16667"/>
            </a:avLst>
          </a:prstGeom>
          <a:gradFill rotWithShape="1">
            <a:gsLst>
              <a:gs pos="0">
                <a:srgbClr val="99FFCC">
                  <a:alpha val="49001"/>
                </a:srgbClr>
              </a:gs>
              <a:gs pos="100000">
                <a:srgbClr val="CFFFE7"/>
              </a:gs>
            </a:gsLst>
            <a:lin ang="5400000" scaled="1"/>
          </a:gradFill>
          <a:ln w="38100">
            <a:solidFill>
              <a:srgbClr val="3366FF"/>
            </a:solidFill>
            <a:round/>
            <a:headEnd/>
            <a:tailEnd/>
          </a:ln>
        </p:spPr>
        <p:txBody>
          <a:bodyPr wrap="none" anchor="ctr"/>
          <a:lstStyle>
            <a:lvl1pPr marL="342900" indent="-342900"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marL="0" lvl="2" algn="ctr" eaLnBrk="1" hangingPunct="1"/>
            <a:r>
              <a:rPr kumimoji="1" lang="zh-CN" altLang="en-US" sz="1800" b="1">
                <a:solidFill>
                  <a:srgbClr val="000000"/>
                </a:solidFill>
                <a:latin typeface="微软雅黑" panose="020B0503020204020204" pitchFamily="34" charset="-122"/>
                <a:ea typeface="微软雅黑" panose="020B0503020204020204" pitchFamily="34" charset="-122"/>
              </a:rPr>
              <a:t>授权密网</a:t>
            </a:r>
          </a:p>
        </p:txBody>
      </p:sp>
      <p:pic>
        <p:nvPicPr>
          <p:cNvPr id="7176" name="图片 2" descr="8m9pap8kk0n8.jpg">
            <a:extLst>
              <a:ext uri="{FF2B5EF4-FFF2-40B4-BE49-F238E27FC236}">
                <a16:creationId xmlns:a16="http://schemas.microsoft.com/office/drawing/2014/main" id="{866E3015-D4F0-3C64-2926-451F7D81209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2133600"/>
            <a:ext cx="1143000" cy="1176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4">
            <a:extLst>
              <a:ext uri="{FF2B5EF4-FFF2-40B4-BE49-F238E27FC236}">
                <a16:creationId xmlns:a16="http://schemas.microsoft.com/office/drawing/2014/main" id="{52B5E088-2C4A-4328-62D3-BAAB2C6E7CD4}"/>
              </a:ext>
            </a:extLst>
          </p:cNvPr>
          <p:cNvSpPr txBox="1">
            <a:spLocks noChangeArrowheads="1"/>
          </p:cNvSpPr>
          <p:nvPr/>
        </p:nvSpPr>
        <p:spPr bwMode="auto">
          <a:xfrm>
            <a:off x="1905000" y="1752600"/>
            <a:ext cx="3505200" cy="3151188"/>
          </a:xfrm>
          <a:prstGeom prst="rect">
            <a:avLst/>
          </a:prstGeom>
          <a:noFill/>
          <a:ln w="9525">
            <a:solidFill>
              <a:schemeClr val="tx1"/>
            </a:solidFill>
            <a:prstDash val="lgDashDot"/>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357188" indent="-357188"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ct val="20000"/>
              </a:spcBef>
              <a:buClr>
                <a:srgbClr val="000066"/>
              </a:buClr>
              <a:buSzPct val="120000"/>
              <a:buFont typeface="Wingdings" panose="05000000000000000000" pitchFamily="2" charset="2"/>
              <a:buChar char="Ø"/>
            </a:pPr>
            <a:r>
              <a:rPr lang="zh-CN" altLang="en-US" sz="1600" b="1">
                <a:latin typeface="微软雅黑" panose="020B0503020204020204" pitchFamily="34" charset="-122"/>
                <a:ea typeface="微软雅黑" panose="020B0503020204020204" pitchFamily="34" charset="-122"/>
              </a:rPr>
              <a:t>专用安全操作系统，内核加密引擎，高强度非对称数据加密算法</a:t>
            </a:r>
          </a:p>
          <a:p>
            <a:pPr eaLnBrk="1" hangingPunct="1">
              <a:lnSpc>
                <a:spcPct val="150000"/>
              </a:lnSpc>
              <a:spcBef>
                <a:spcPct val="20000"/>
              </a:spcBef>
              <a:buClr>
                <a:srgbClr val="000066"/>
              </a:buClr>
              <a:buSzPct val="120000"/>
              <a:buFont typeface="Wingdings" panose="05000000000000000000" pitchFamily="2" charset="2"/>
              <a:buChar char="Ø"/>
            </a:pPr>
            <a:r>
              <a:rPr lang="zh-CN" altLang="en-US" sz="1600" b="1">
                <a:latin typeface="微软雅黑" panose="020B0503020204020204" pitchFamily="34" charset="-122"/>
                <a:ea typeface="微软雅黑" panose="020B0503020204020204" pitchFamily="34" charset="-122"/>
              </a:rPr>
              <a:t>基于证书和智能卡的身份认证、密钥管理、数据加密及安全传输机制</a:t>
            </a:r>
          </a:p>
          <a:p>
            <a:pPr eaLnBrk="1" hangingPunct="1">
              <a:lnSpc>
                <a:spcPct val="150000"/>
              </a:lnSpc>
              <a:spcBef>
                <a:spcPct val="20000"/>
              </a:spcBef>
              <a:buClr>
                <a:srgbClr val="000066"/>
              </a:buClr>
              <a:buSzPct val="120000"/>
              <a:buFont typeface="Wingdings" panose="05000000000000000000" pitchFamily="2" charset="2"/>
              <a:buChar char="Ø"/>
            </a:pPr>
            <a:r>
              <a:rPr lang="zh-CN" altLang="en-US" sz="1600" b="1">
                <a:latin typeface="微软雅黑" panose="020B0503020204020204" pitchFamily="34" charset="-122"/>
                <a:ea typeface="微软雅黑" panose="020B0503020204020204" pitchFamily="34" charset="-122"/>
              </a:rPr>
              <a:t>数据加密共享和隐藏，细粒度的访问控制，安全的密钥备份管理</a:t>
            </a:r>
          </a:p>
          <a:p>
            <a:pPr eaLnBrk="1" hangingPunct="1">
              <a:lnSpc>
                <a:spcPct val="150000"/>
              </a:lnSpc>
              <a:spcBef>
                <a:spcPct val="20000"/>
              </a:spcBef>
              <a:buClr>
                <a:srgbClr val="000066"/>
              </a:buClr>
              <a:buSzPct val="120000"/>
              <a:buFont typeface="Wingdings" panose="05000000000000000000" pitchFamily="2" charset="2"/>
              <a:buChar char="Ø"/>
            </a:pPr>
            <a:r>
              <a:rPr lang="zh-CN" altLang="en-US" sz="1600" b="1">
                <a:solidFill>
                  <a:srgbClr val="FF0000"/>
                </a:solidFill>
                <a:latin typeface="微软雅黑" panose="020B0503020204020204" pitchFamily="34" charset="-122"/>
                <a:ea typeface="微软雅黑" panose="020B0503020204020204" pitchFamily="34" charset="-122"/>
              </a:rPr>
              <a:t>支持基于</a:t>
            </a:r>
            <a:r>
              <a:rPr lang="en-US" altLang="zh-CN" sz="1600" b="1">
                <a:solidFill>
                  <a:srgbClr val="FF0000"/>
                </a:solidFill>
                <a:latin typeface="微软雅黑" panose="020B0503020204020204" pitchFamily="34" charset="-122"/>
                <a:ea typeface="微软雅黑" panose="020B0503020204020204" pitchFamily="34" charset="-122"/>
              </a:rPr>
              <a:t>TCM</a:t>
            </a:r>
            <a:r>
              <a:rPr lang="zh-CN" altLang="en-US" sz="1600" b="1">
                <a:solidFill>
                  <a:srgbClr val="FF0000"/>
                </a:solidFill>
                <a:latin typeface="微软雅黑" panose="020B0503020204020204" pitchFamily="34" charset="-122"/>
                <a:ea typeface="微软雅黑" panose="020B0503020204020204" pitchFamily="34" charset="-122"/>
              </a:rPr>
              <a:t>的密钥管理</a:t>
            </a:r>
          </a:p>
        </p:txBody>
      </p:sp>
      <p:sp>
        <p:nvSpPr>
          <p:cNvPr id="51203" name="Rectangle 6">
            <a:extLst>
              <a:ext uri="{FF2B5EF4-FFF2-40B4-BE49-F238E27FC236}">
                <a16:creationId xmlns:a16="http://schemas.microsoft.com/office/drawing/2014/main" id="{B7107233-819C-470C-474D-8F3F112DDF01}"/>
              </a:ext>
            </a:extLst>
          </p:cNvPr>
          <p:cNvSpPr>
            <a:spLocks noChangeArrowheads="1"/>
          </p:cNvSpPr>
          <p:nvPr/>
        </p:nvSpPr>
        <p:spPr bwMode="auto">
          <a:xfrm>
            <a:off x="3733800" y="457200"/>
            <a:ext cx="3429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latin typeface="黑体" panose="02010609060101010101" pitchFamily="49" charset="-122"/>
                <a:ea typeface="黑体" panose="02010609060101010101" pitchFamily="49" charset="-122"/>
              </a:rPr>
              <a:t>麒麟天机安全存储系统</a:t>
            </a:r>
          </a:p>
        </p:txBody>
      </p:sp>
      <p:pic>
        <p:nvPicPr>
          <p:cNvPr id="51204" name="Picture 12" descr="112244">
            <a:extLst>
              <a:ext uri="{FF2B5EF4-FFF2-40B4-BE49-F238E27FC236}">
                <a16:creationId xmlns:a16="http://schemas.microsoft.com/office/drawing/2014/main" id="{E7B57D1E-84F7-94F6-623E-EDDE803593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00" y="1524000"/>
            <a:ext cx="40386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8">
            <a:extLst>
              <a:ext uri="{FF2B5EF4-FFF2-40B4-BE49-F238E27FC236}">
                <a16:creationId xmlns:a16="http://schemas.microsoft.com/office/drawing/2014/main" id="{7D16F124-B0FD-53CC-3CEA-879C40967354}"/>
              </a:ext>
            </a:extLst>
          </p:cNvPr>
          <p:cNvSpPr>
            <a:spLocks noGrp="1" noChangeArrowheads="1"/>
          </p:cNvSpPr>
          <p:nvPr>
            <p:ph type="title"/>
          </p:nvPr>
        </p:nvSpPr>
        <p:spPr>
          <a:xfrm>
            <a:off x="1981200" y="304800"/>
            <a:ext cx="1981200" cy="838200"/>
          </a:xfrm>
        </p:spPr>
        <p:txBody>
          <a:bodyPr/>
          <a:lstStyle/>
          <a:p>
            <a:pPr eaLnBrk="1" hangingPunct="1">
              <a:defRPr/>
            </a:pPr>
            <a:r>
              <a:rPr kumimoji="1" lang="en-US" altLang="zh-CN" dirty="0">
                <a:solidFill>
                  <a:srgbClr val="000066"/>
                </a:solidFill>
                <a:effectLst>
                  <a:outerShdw blurRad="38100" dist="38100" dir="2700000" algn="tl">
                    <a:srgbClr val="C0C0C0"/>
                  </a:outerShdw>
                </a:effectLst>
                <a:latin typeface="黑体" pitchFamily="2" charset="-122"/>
                <a:cs typeface="Arial" charset="0"/>
              </a:rPr>
              <a:t>TCM</a:t>
            </a:r>
            <a:r>
              <a:rPr kumimoji="1" lang="zh-CN" altLang="en-US" dirty="0">
                <a:solidFill>
                  <a:srgbClr val="000066"/>
                </a:solidFill>
                <a:effectLst>
                  <a:outerShdw blurRad="38100" dist="38100" dir="2700000" algn="tl">
                    <a:srgbClr val="C0C0C0"/>
                  </a:outerShdw>
                </a:effectLst>
                <a:latin typeface="黑体" pitchFamily="2" charset="-122"/>
                <a:cs typeface="Arial" charset="0"/>
              </a:rPr>
              <a:t>应用</a:t>
            </a:r>
            <a:r>
              <a:rPr kumimoji="1" lang="en-US" altLang="zh-CN" dirty="0">
                <a:solidFill>
                  <a:srgbClr val="000066"/>
                </a:solidFill>
                <a:effectLst>
                  <a:outerShdw blurRad="38100" dist="38100" dir="2700000" algn="tl">
                    <a:srgbClr val="C0C0C0"/>
                  </a:outerShdw>
                </a:effectLst>
                <a:latin typeface="黑体" pitchFamily="2" charset="-122"/>
                <a:cs typeface="Arial" charset="0"/>
              </a:rPr>
              <a:t>--</a:t>
            </a:r>
            <a:endParaRPr kumimoji="1" lang="zh-CN" altLang="en-US" dirty="0">
              <a:solidFill>
                <a:srgbClr val="000066"/>
              </a:solidFill>
              <a:effectLst>
                <a:outerShdw blurRad="38100" dist="38100" dir="2700000" algn="tl">
                  <a:srgbClr val="C0C0C0"/>
                </a:outerShdw>
              </a:effectLst>
              <a:latin typeface="黑体" pitchFamily="2" charset="-122"/>
              <a:cs typeface="Arial" charset="0"/>
            </a:endParaRPr>
          </a:p>
        </p:txBody>
      </p:sp>
      <p:sp>
        <p:nvSpPr>
          <p:cNvPr id="51206" name="灯片编号占位符 1">
            <a:extLst>
              <a:ext uri="{FF2B5EF4-FFF2-40B4-BE49-F238E27FC236}">
                <a16:creationId xmlns:a16="http://schemas.microsoft.com/office/drawing/2014/main" id="{C0849FA6-4DEF-299B-218B-454431EB6B0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E66DCE72-EEDE-4675-BC6B-C4B60AB0EABC}" type="slidenum">
              <a:rPr lang="en-US" altLang="zh-CN" sz="1400">
                <a:solidFill>
                  <a:schemeClr val="bg1"/>
                </a:solidFill>
              </a:rPr>
              <a:pPr eaLnBrk="1" hangingPunct="1"/>
              <a:t>45</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0">
            <a:extLst>
              <a:ext uri="{FF2B5EF4-FFF2-40B4-BE49-F238E27FC236}">
                <a16:creationId xmlns:a16="http://schemas.microsoft.com/office/drawing/2014/main" id="{A8428016-55DD-2C39-ECC0-B2CA0A8BAA80}"/>
              </a:ext>
            </a:extLst>
          </p:cNvPr>
          <p:cNvGrpSpPr>
            <a:grpSpLocks/>
          </p:cNvGrpSpPr>
          <p:nvPr/>
        </p:nvGrpSpPr>
        <p:grpSpPr bwMode="auto">
          <a:xfrm>
            <a:off x="1752600" y="1371600"/>
            <a:ext cx="4249738" cy="5029200"/>
            <a:chOff x="228600" y="1371600"/>
            <a:chExt cx="4249737" cy="5029200"/>
          </a:xfrm>
        </p:grpSpPr>
        <p:sp>
          <p:nvSpPr>
            <p:cNvPr id="56322" name="Rectangle 2">
              <a:extLst>
                <a:ext uri="{FF2B5EF4-FFF2-40B4-BE49-F238E27FC236}">
                  <a16:creationId xmlns:a16="http://schemas.microsoft.com/office/drawing/2014/main" id="{29B6DC0E-366C-BE26-B627-80C39893A6BD}"/>
                </a:ext>
              </a:extLst>
            </p:cNvPr>
            <p:cNvSpPr>
              <a:spLocks noChangeArrowheads="1"/>
            </p:cNvSpPr>
            <p:nvPr/>
          </p:nvSpPr>
          <p:spPr bwMode="auto">
            <a:xfrm>
              <a:off x="250825" y="1371600"/>
              <a:ext cx="4176712" cy="5029200"/>
            </a:xfrm>
            <a:prstGeom prst="rect">
              <a:avLst/>
            </a:prstGeom>
            <a:solidFill>
              <a:srgbClr val="CCFFFF"/>
            </a:solidFill>
            <a:ln w="9525" algn="ctr">
              <a:solidFill>
                <a:schemeClr val="tx1"/>
              </a:solidFill>
              <a:miter lim="800000"/>
              <a:headEnd/>
              <a:tailEnd/>
            </a:ln>
            <a:effectLst>
              <a:outerShdw dist="107763" dir="18900000" algn="ctr" rotWithShape="0">
                <a:schemeClr val="accent2">
                  <a:alpha val="50000"/>
                </a:schemeClr>
              </a:outerShdw>
            </a:effectLst>
          </p:spPr>
          <p:txBody>
            <a:bodyPr wrap="none" anchor="ctr"/>
            <a:lstStyle/>
            <a:p>
              <a:pPr>
                <a:defRPr/>
              </a:pPr>
              <a:endParaRPr lang="zh-CN" altLang="en-US">
                <a:latin typeface="Arial" charset="0"/>
              </a:endParaRPr>
            </a:p>
          </p:txBody>
        </p:sp>
        <p:graphicFrame>
          <p:nvGraphicFramePr>
            <p:cNvPr id="8194" name="Object 2">
              <a:extLst>
                <a:ext uri="{FF2B5EF4-FFF2-40B4-BE49-F238E27FC236}">
                  <a16:creationId xmlns:a16="http://schemas.microsoft.com/office/drawing/2014/main" id="{DE49F048-1882-4EB6-923E-F060031E16A5}"/>
                </a:ext>
              </a:extLst>
            </p:cNvPr>
            <p:cNvGraphicFramePr>
              <a:graphicFrameLocks noChangeAspect="1"/>
            </p:cNvGraphicFramePr>
            <p:nvPr/>
          </p:nvGraphicFramePr>
          <p:xfrm>
            <a:off x="685800" y="2151063"/>
            <a:ext cx="3352800" cy="3259137"/>
          </p:xfrm>
          <a:graphic>
            <a:graphicData uri="http://schemas.openxmlformats.org/presentationml/2006/ole">
              <mc:AlternateContent xmlns:mc="http://schemas.openxmlformats.org/markup-compatibility/2006">
                <mc:Choice xmlns:v="urn:schemas-microsoft-com:vml" Requires="v">
                  <p:oleObj r:id="rId2" imgW="7432548" imgH="8854643" progId="">
                    <p:embed/>
                  </p:oleObj>
                </mc:Choice>
                <mc:Fallback>
                  <p:oleObj r:id="rId2" imgW="7432548" imgH="8854643" progId="">
                    <p:embed/>
                    <p:pic>
                      <p:nvPicPr>
                        <p:cNvPr id="8194" name="Object 2">
                          <a:extLst>
                            <a:ext uri="{FF2B5EF4-FFF2-40B4-BE49-F238E27FC236}">
                              <a16:creationId xmlns:a16="http://schemas.microsoft.com/office/drawing/2014/main" id="{DE49F048-1882-4EB6-923E-F060031E16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151063"/>
                          <a:ext cx="3352800" cy="3259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04" name="Text Box 5">
              <a:extLst>
                <a:ext uri="{FF2B5EF4-FFF2-40B4-BE49-F238E27FC236}">
                  <a16:creationId xmlns:a16="http://schemas.microsoft.com/office/drawing/2014/main" id="{F5DC385E-8ECC-2A44-B267-241ADCEA9F44}"/>
                </a:ext>
              </a:extLst>
            </p:cNvPr>
            <p:cNvSpPr txBox="1">
              <a:spLocks noChangeArrowheads="1"/>
            </p:cNvSpPr>
            <p:nvPr/>
          </p:nvSpPr>
          <p:spPr bwMode="auto">
            <a:xfrm>
              <a:off x="609600" y="1504890"/>
              <a:ext cx="3505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rIns="5400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a:latin typeface="微软雅黑" panose="020B0503020204020204" pitchFamily="34" charset="-122"/>
                  <a:ea typeface="微软雅黑" panose="020B0503020204020204" pitchFamily="34" charset="-122"/>
                </a:rPr>
                <a:t>中天一维</a:t>
              </a:r>
              <a:r>
                <a:rPr lang="en-US" altLang="zh-CN" sz="2000" b="1">
                  <a:latin typeface="微软雅黑" panose="020B0503020204020204" pitchFamily="34" charset="-122"/>
                  <a:ea typeface="微软雅黑" panose="020B0503020204020204" pitchFamily="34" charset="-122"/>
                </a:rPr>
                <a:t>TCM</a:t>
              </a:r>
              <a:r>
                <a:rPr lang="zh-CN" altLang="en-US" sz="2000" b="1">
                  <a:latin typeface="微软雅黑" panose="020B0503020204020204" pitchFamily="34" charset="-122"/>
                  <a:ea typeface="微软雅黑" panose="020B0503020204020204" pitchFamily="34" charset="-122"/>
                </a:rPr>
                <a:t>与指纹融合应用</a:t>
              </a:r>
            </a:p>
          </p:txBody>
        </p:sp>
        <p:sp>
          <p:nvSpPr>
            <p:cNvPr id="8205" name="Text Box 6">
              <a:extLst>
                <a:ext uri="{FF2B5EF4-FFF2-40B4-BE49-F238E27FC236}">
                  <a16:creationId xmlns:a16="http://schemas.microsoft.com/office/drawing/2014/main" id="{3250B56E-C5FC-CDF9-ED15-40112E25FE7C}"/>
                </a:ext>
              </a:extLst>
            </p:cNvPr>
            <p:cNvSpPr txBox="1">
              <a:spLocks noChangeArrowheads="1"/>
            </p:cNvSpPr>
            <p:nvPr/>
          </p:nvSpPr>
          <p:spPr bwMode="auto">
            <a:xfrm>
              <a:off x="228600" y="5519738"/>
              <a:ext cx="4249737" cy="630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4625" indent="-174625"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20000"/>
                </a:spcBef>
                <a:buClr>
                  <a:srgbClr val="FF0000"/>
                </a:buClr>
                <a:buFont typeface="Wingdings" panose="05000000000000000000" pitchFamily="2" charset="2"/>
                <a:buChar char="Ø"/>
              </a:pPr>
              <a:r>
                <a:rPr lang="zh-CN" altLang="en-US" sz="1400" b="1">
                  <a:latin typeface="微软雅黑" panose="020B0503020204020204" pitchFamily="34" charset="-122"/>
                  <a:ea typeface="微软雅黑" panose="020B0503020204020204" pitchFamily="34" charset="-122"/>
                </a:rPr>
                <a:t>操作系统</a:t>
              </a:r>
              <a:r>
                <a:rPr lang="en-US" altLang="zh-CN" sz="1400" b="1">
                  <a:latin typeface="微软雅黑" panose="020B0503020204020204" pitchFamily="34" charset="-122"/>
                  <a:ea typeface="微软雅黑" panose="020B0503020204020204" pitchFamily="34" charset="-122"/>
                </a:rPr>
                <a:t>/</a:t>
              </a:r>
              <a:r>
                <a:rPr lang="zh-CN" altLang="en-US" sz="1400" b="1">
                  <a:latin typeface="微软雅黑" panose="020B0503020204020204" pitchFamily="34" charset="-122"/>
                  <a:ea typeface="微软雅黑" panose="020B0503020204020204" pitchFamily="34" charset="-122"/>
                </a:rPr>
                <a:t>关键应用指纹安全登录</a:t>
              </a:r>
            </a:p>
            <a:p>
              <a:pPr eaLnBrk="1" hangingPunct="1">
                <a:lnSpc>
                  <a:spcPct val="120000"/>
                </a:lnSpc>
                <a:spcBef>
                  <a:spcPct val="20000"/>
                </a:spcBef>
                <a:buClr>
                  <a:srgbClr val="FF0000"/>
                </a:buClr>
                <a:buFont typeface="Wingdings" panose="05000000000000000000" pitchFamily="2" charset="2"/>
                <a:buChar char="Ø"/>
              </a:pPr>
              <a:r>
                <a:rPr lang="zh-CN" altLang="en-US" sz="1400" b="1">
                  <a:latin typeface="微软雅黑" panose="020B0503020204020204" pitchFamily="34" charset="-122"/>
                  <a:ea typeface="微软雅黑" panose="020B0503020204020204" pitchFamily="34" charset="-122"/>
                </a:rPr>
                <a:t>可信指纹移动存储数据保护和数据安全传递</a:t>
              </a:r>
            </a:p>
          </p:txBody>
        </p:sp>
      </p:grpSp>
      <p:sp>
        <p:nvSpPr>
          <p:cNvPr id="56327" name="Rectangle 7">
            <a:extLst>
              <a:ext uri="{FF2B5EF4-FFF2-40B4-BE49-F238E27FC236}">
                <a16:creationId xmlns:a16="http://schemas.microsoft.com/office/drawing/2014/main" id="{528D88B2-0C1C-1AD8-E021-D8F708F0F5AD}"/>
              </a:ext>
            </a:extLst>
          </p:cNvPr>
          <p:cNvSpPr>
            <a:spLocks noChangeArrowheads="1"/>
          </p:cNvSpPr>
          <p:nvPr/>
        </p:nvSpPr>
        <p:spPr bwMode="auto">
          <a:xfrm>
            <a:off x="6248401" y="1370013"/>
            <a:ext cx="4195763" cy="5027612"/>
          </a:xfrm>
          <a:prstGeom prst="rect">
            <a:avLst/>
          </a:prstGeom>
          <a:solidFill>
            <a:srgbClr val="CCFFFF"/>
          </a:solidFill>
          <a:ln w="9525" algn="ctr">
            <a:solidFill>
              <a:schemeClr val="tx1"/>
            </a:solidFill>
            <a:miter lim="800000"/>
            <a:headEnd/>
            <a:tailEnd/>
          </a:ln>
          <a:effectLst>
            <a:outerShdw dist="107763" dir="18900000" algn="ctr" rotWithShape="0">
              <a:schemeClr val="accent2">
                <a:alpha val="50000"/>
              </a:schemeClr>
            </a:outerShdw>
          </a:effectLst>
        </p:spPr>
        <p:txBody>
          <a:bodyPr wrap="none" anchor="ctr"/>
          <a:lstStyle/>
          <a:p>
            <a:pPr>
              <a:defRPr/>
            </a:pPr>
            <a:endParaRPr lang="zh-CN" altLang="en-US">
              <a:latin typeface="Arial" charset="0"/>
            </a:endParaRPr>
          </a:p>
        </p:txBody>
      </p:sp>
      <p:sp>
        <p:nvSpPr>
          <p:cNvPr id="4103" name="Text Box 8">
            <a:extLst>
              <a:ext uri="{FF2B5EF4-FFF2-40B4-BE49-F238E27FC236}">
                <a16:creationId xmlns:a16="http://schemas.microsoft.com/office/drawing/2014/main" id="{F197A54F-0673-3E02-CFD1-5526D31CC8B3}"/>
              </a:ext>
            </a:extLst>
          </p:cNvPr>
          <p:cNvSpPr txBox="1">
            <a:spLocks noChangeArrowheads="1"/>
          </p:cNvSpPr>
          <p:nvPr/>
        </p:nvSpPr>
        <p:spPr bwMode="auto">
          <a:xfrm>
            <a:off x="6781800" y="1504950"/>
            <a:ext cx="3048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rIns="5400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a:latin typeface="微软雅黑" panose="020B0503020204020204" pitchFamily="34" charset="-122"/>
                <a:ea typeface="微软雅黑" panose="020B0503020204020204" pitchFamily="34" charset="-122"/>
              </a:rPr>
              <a:t>北信源安全终端管理系统</a:t>
            </a:r>
          </a:p>
        </p:txBody>
      </p:sp>
      <p:pic>
        <p:nvPicPr>
          <p:cNvPr id="4104" name="Picture 10" descr="1234">
            <a:extLst>
              <a:ext uri="{FF2B5EF4-FFF2-40B4-BE49-F238E27FC236}">
                <a16:creationId xmlns:a16="http://schemas.microsoft.com/office/drawing/2014/main" id="{CEF3674C-93E6-EEA4-559E-D5C5D6C88D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9400" y="2185988"/>
            <a:ext cx="3429000" cy="316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5" name="Text Box 11">
            <a:extLst>
              <a:ext uri="{FF2B5EF4-FFF2-40B4-BE49-F238E27FC236}">
                <a16:creationId xmlns:a16="http://schemas.microsoft.com/office/drawing/2014/main" id="{ACA64C98-0178-E337-42F6-87B0A1D55CDA}"/>
              </a:ext>
            </a:extLst>
          </p:cNvPr>
          <p:cNvSpPr txBox="1">
            <a:spLocks noChangeArrowheads="1"/>
          </p:cNvSpPr>
          <p:nvPr/>
        </p:nvSpPr>
        <p:spPr bwMode="auto">
          <a:xfrm>
            <a:off x="6324600" y="5486401"/>
            <a:ext cx="39624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4625" indent="-174625"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20000"/>
              </a:spcBef>
              <a:buClr>
                <a:srgbClr val="FF0000"/>
              </a:buClr>
              <a:buFont typeface="Wingdings" panose="05000000000000000000" pitchFamily="2" charset="2"/>
              <a:buChar char="Ø"/>
            </a:pPr>
            <a:r>
              <a:rPr lang="zh-CN" altLang="en-US" sz="1400" b="1">
                <a:latin typeface="微软雅黑" panose="020B0503020204020204" pitchFamily="34" charset="-122"/>
                <a:ea typeface="微软雅黑" panose="020B0503020204020204" pitchFamily="34" charset="-122"/>
              </a:rPr>
              <a:t>结合</a:t>
            </a:r>
            <a:r>
              <a:rPr lang="en-US" altLang="zh-CN" sz="1400" b="1">
                <a:latin typeface="微软雅黑" panose="020B0503020204020204" pitchFamily="34" charset="-122"/>
                <a:ea typeface="微软雅黑" panose="020B0503020204020204" pitchFamily="34" charset="-122"/>
              </a:rPr>
              <a:t>TCM</a:t>
            </a:r>
            <a:r>
              <a:rPr lang="zh-CN" altLang="en-US" sz="1400" b="1">
                <a:latin typeface="微软雅黑" panose="020B0503020204020204" pitchFamily="34" charset="-122"/>
                <a:ea typeface="微软雅黑" panose="020B0503020204020204" pitchFamily="34" charset="-122"/>
              </a:rPr>
              <a:t>实现终端系统的接入控制、补丁分发、移动介质管理等安全功能</a:t>
            </a:r>
          </a:p>
        </p:txBody>
      </p:sp>
      <p:sp>
        <p:nvSpPr>
          <p:cNvPr id="13" name="Rectangle 8">
            <a:extLst>
              <a:ext uri="{FF2B5EF4-FFF2-40B4-BE49-F238E27FC236}">
                <a16:creationId xmlns:a16="http://schemas.microsoft.com/office/drawing/2014/main" id="{5C7F98B2-6760-10D5-406E-7E0A6781B8AC}"/>
              </a:ext>
            </a:extLst>
          </p:cNvPr>
          <p:cNvSpPr>
            <a:spLocks noGrp="1" noChangeArrowheads="1"/>
          </p:cNvSpPr>
          <p:nvPr>
            <p:ph type="title"/>
          </p:nvPr>
        </p:nvSpPr>
        <p:spPr>
          <a:xfrm>
            <a:off x="1981200" y="381000"/>
            <a:ext cx="1905000" cy="609600"/>
          </a:xfrm>
        </p:spPr>
        <p:txBody>
          <a:bodyPr/>
          <a:lstStyle/>
          <a:p>
            <a:pPr eaLnBrk="1" hangingPunct="1">
              <a:defRPr/>
            </a:pPr>
            <a:r>
              <a:rPr kumimoji="1" lang="en-US" altLang="zh-CN" dirty="0">
                <a:solidFill>
                  <a:srgbClr val="000066"/>
                </a:solidFill>
                <a:effectLst>
                  <a:outerShdw blurRad="38100" dist="38100" dir="2700000" algn="tl">
                    <a:srgbClr val="C0C0C0"/>
                  </a:outerShdw>
                </a:effectLst>
                <a:latin typeface="黑体" pitchFamily="2" charset="-122"/>
                <a:cs typeface="Arial" charset="0"/>
              </a:rPr>
              <a:t>TCM</a:t>
            </a:r>
            <a:r>
              <a:rPr kumimoji="1" lang="zh-CN" altLang="en-US" dirty="0">
                <a:solidFill>
                  <a:srgbClr val="000066"/>
                </a:solidFill>
                <a:effectLst>
                  <a:outerShdw blurRad="38100" dist="38100" dir="2700000" algn="tl">
                    <a:srgbClr val="C0C0C0"/>
                  </a:outerShdw>
                </a:effectLst>
                <a:latin typeface="黑体" pitchFamily="2" charset="-122"/>
                <a:cs typeface="Arial" charset="0"/>
              </a:rPr>
              <a:t>应用</a:t>
            </a:r>
            <a:r>
              <a:rPr kumimoji="1" lang="en-US" altLang="zh-CN" dirty="0">
                <a:solidFill>
                  <a:srgbClr val="000066"/>
                </a:solidFill>
                <a:effectLst>
                  <a:outerShdw blurRad="38100" dist="38100" dir="2700000" algn="tl">
                    <a:srgbClr val="C0C0C0"/>
                  </a:outerShdw>
                </a:effectLst>
                <a:latin typeface="黑体" pitchFamily="2" charset="-122"/>
                <a:cs typeface="Arial" charset="0"/>
              </a:rPr>
              <a:t>--</a:t>
            </a:r>
            <a:endParaRPr kumimoji="1" lang="zh-CN" altLang="en-US" dirty="0">
              <a:solidFill>
                <a:srgbClr val="000066"/>
              </a:solidFill>
              <a:effectLst>
                <a:outerShdw blurRad="38100" dist="38100" dir="2700000" algn="tl">
                  <a:srgbClr val="C0C0C0"/>
                </a:outerShdw>
              </a:effectLst>
              <a:latin typeface="黑体" pitchFamily="2" charset="-122"/>
              <a:cs typeface="Arial" charset="0"/>
            </a:endParaRPr>
          </a:p>
        </p:txBody>
      </p:sp>
      <p:sp>
        <p:nvSpPr>
          <p:cNvPr id="8201" name="Rectangle 6">
            <a:extLst>
              <a:ext uri="{FF2B5EF4-FFF2-40B4-BE49-F238E27FC236}">
                <a16:creationId xmlns:a16="http://schemas.microsoft.com/office/drawing/2014/main" id="{E52BC898-25AC-B13E-84FD-A027E10FA77A}"/>
              </a:ext>
            </a:extLst>
          </p:cNvPr>
          <p:cNvSpPr>
            <a:spLocks noChangeArrowheads="1"/>
          </p:cNvSpPr>
          <p:nvPr/>
        </p:nvSpPr>
        <p:spPr bwMode="auto">
          <a:xfrm>
            <a:off x="3733800" y="485775"/>
            <a:ext cx="2286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latin typeface="微软雅黑" panose="020B0503020204020204" pitchFamily="34" charset="-122"/>
                <a:ea typeface="微软雅黑" panose="020B0503020204020204" pitchFamily="34" charset="-122"/>
              </a:rPr>
              <a:t>终端桌面安全应用</a:t>
            </a:r>
          </a:p>
        </p:txBody>
      </p:sp>
      <p:sp>
        <p:nvSpPr>
          <p:cNvPr id="8202" name="灯片编号占位符 1">
            <a:extLst>
              <a:ext uri="{FF2B5EF4-FFF2-40B4-BE49-F238E27FC236}">
                <a16:creationId xmlns:a16="http://schemas.microsoft.com/office/drawing/2014/main" id="{5EB4FD02-EA89-ED54-89D6-E2A9851A493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C79AC320-BC2D-472F-A0D5-C503832E7E59}" type="slidenum">
              <a:rPr lang="en-US" altLang="zh-CN" sz="1400">
                <a:solidFill>
                  <a:schemeClr val="bg1"/>
                </a:solidFill>
              </a:rPr>
              <a:pPr eaLnBrk="1" hangingPunct="1"/>
              <a:t>46</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6327"/>
                                        </p:tgtEl>
                                        <p:attrNameLst>
                                          <p:attrName>style.visibility</p:attrName>
                                        </p:attrNameLst>
                                      </p:cBhvr>
                                      <p:to>
                                        <p:strVal val="visible"/>
                                      </p:to>
                                    </p:set>
                                    <p:animEffect transition="in" filter="blinds(horizontal)">
                                      <p:cBhvr>
                                        <p:cTn id="12" dur="500"/>
                                        <p:tgtEl>
                                          <p:spTgt spid="56327"/>
                                        </p:tgtEl>
                                      </p:cBhvr>
                                    </p:animEffect>
                                  </p:childTnLst>
                                </p:cTn>
                              </p:par>
                              <p:par>
                                <p:cTn id="13" presetID="3" presetClass="entr" presetSubtype="10" fill="hold" nodeType="withEffect">
                                  <p:stCondLst>
                                    <p:cond delay="0"/>
                                  </p:stCondLst>
                                  <p:childTnLst>
                                    <p:set>
                                      <p:cBhvr>
                                        <p:cTn id="14" dur="1" fill="hold">
                                          <p:stCondLst>
                                            <p:cond delay="0"/>
                                          </p:stCondLst>
                                        </p:cTn>
                                        <p:tgtEl>
                                          <p:spTgt spid="4103"/>
                                        </p:tgtEl>
                                        <p:attrNameLst>
                                          <p:attrName>style.visibility</p:attrName>
                                        </p:attrNameLst>
                                      </p:cBhvr>
                                      <p:to>
                                        <p:strVal val="visible"/>
                                      </p:to>
                                    </p:set>
                                    <p:animEffect transition="in" filter="blinds(horizontal)">
                                      <p:cBhvr>
                                        <p:cTn id="15" dur="500"/>
                                        <p:tgtEl>
                                          <p:spTgt spid="4103"/>
                                        </p:tgtEl>
                                      </p:cBhvr>
                                    </p:animEffect>
                                  </p:childTnLst>
                                </p:cTn>
                              </p:par>
                              <p:par>
                                <p:cTn id="16" presetID="3" presetClass="entr" presetSubtype="10" fill="hold" nodeType="withEffect">
                                  <p:stCondLst>
                                    <p:cond delay="0"/>
                                  </p:stCondLst>
                                  <p:childTnLst>
                                    <p:set>
                                      <p:cBhvr>
                                        <p:cTn id="17" dur="1" fill="hold">
                                          <p:stCondLst>
                                            <p:cond delay="0"/>
                                          </p:stCondLst>
                                        </p:cTn>
                                        <p:tgtEl>
                                          <p:spTgt spid="4104"/>
                                        </p:tgtEl>
                                        <p:attrNameLst>
                                          <p:attrName>style.visibility</p:attrName>
                                        </p:attrNameLst>
                                      </p:cBhvr>
                                      <p:to>
                                        <p:strVal val="visible"/>
                                      </p:to>
                                    </p:set>
                                    <p:animEffect transition="in" filter="blinds(horizontal)">
                                      <p:cBhvr>
                                        <p:cTn id="18" dur="500"/>
                                        <p:tgtEl>
                                          <p:spTgt spid="4104"/>
                                        </p:tgtEl>
                                      </p:cBhvr>
                                    </p:animEffect>
                                  </p:childTnLst>
                                </p:cTn>
                              </p:par>
                              <p:par>
                                <p:cTn id="19" presetID="3" presetClass="entr" presetSubtype="10" fill="hold" nodeType="withEffect">
                                  <p:stCondLst>
                                    <p:cond delay="0"/>
                                  </p:stCondLst>
                                  <p:childTnLst>
                                    <p:set>
                                      <p:cBhvr>
                                        <p:cTn id="20" dur="1" fill="hold">
                                          <p:stCondLst>
                                            <p:cond delay="0"/>
                                          </p:stCondLst>
                                        </p:cTn>
                                        <p:tgtEl>
                                          <p:spTgt spid="4105"/>
                                        </p:tgtEl>
                                        <p:attrNameLst>
                                          <p:attrName>style.visibility</p:attrName>
                                        </p:attrNameLst>
                                      </p:cBhvr>
                                      <p:to>
                                        <p:strVal val="visible"/>
                                      </p:to>
                                    </p:set>
                                    <p:animEffect transition="in" filter="blinds(horizontal)">
                                      <p:cBhvr>
                                        <p:cTn id="21" dur="500"/>
                                        <p:tgtEl>
                                          <p:spTgt spid="4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7" grpId="0" animBg="1"/>
      <p:bldP spid="4103" grpId="0"/>
      <p:bldP spid="410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1">
            <a:extLst>
              <a:ext uri="{FF2B5EF4-FFF2-40B4-BE49-F238E27FC236}">
                <a16:creationId xmlns:a16="http://schemas.microsoft.com/office/drawing/2014/main" id="{CE33D844-9377-CE8A-7D0D-A8F996A3160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E6F4C122-6D61-49E5-A52F-4DB4256E1429}" type="slidenum">
              <a:rPr lang="en-US" altLang="zh-CN" sz="1400">
                <a:solidFill>
                  <a:schemeClr val="bg1"/>
                </a:solidFill>
              </a:rPr>
              <a:pPr eaLnBrk="1" hangingPunct="1"/>
              <a:t>47</a:t>
            </a:fld>
            <a:endParaRPr lang="en-US" altLang="zh-CN" sz="1400">
              <a:solidFill>
                <a:schemeClr val="bg1"/>
              </a:solidFill>
            </a:endParaRPr>
          </a:p>
        </p:txBody>
      </p:sp>
      <p:grpSp>
        <p:nvGrpSpPr>
          <p:cNvPr id="52227" name="Group 2">
            <a:extLst>
              <a:ext uri="{FF2B5EF4-FFF2-40B4-BE49-F238E27FC236}">
                <a16:creationId xmlns:a16="http://schemas.microsoft.com/office/drawing/2014/main" id="{844D6429-3CE6-9B8A-AED8-0174729B2E75}"/>
              </a:ext>
            </a:extLst>
          </p:cNvPr>
          <p:cNvGrpSpPr>
            <a:grpSpLocks/>
          </p:cNvGrpSpPr>
          <p:nvPr/>
        </p:nvGrpSpPr>
        <p:grpSpPr bwMode="auto">
          <a:xfrm>
            <a:off x="1981200" y="1828800"/>
            <a:ext cx="8382000" cy="4267200"/>
            <a:chOff x="158" y="981"/>
            <a:chExt cx="5511" cy="3106"/>
          </a:xfrm>
        </p:grpSpPr>
        <p:sp>
          <p:nvSpPr>
            <p:cNvPr id="4" name="Rectangle 3">
              <a:extLst>
                <a:ext uri="{FF2B5EF4-FFF2-40B4-BE49-F238E27FC236}">
                  <a16:creationId xmlns:a16="http://schemas.microsoft.com/office/drawing/2014/main" id="{D31410EF-FCBC-4D3D-811F-D5B4ABA8DAFB}"/>
                </a:ext>
              </a:extLst>
            </p:cNvPr>
            <p:cNvSpPr>
              <a:spLocks noChangeArrowheads="1"/>
            </p:cNvSpPr>
            <p:nvPr/>
          </p:nvSpPr>
          <p:spPr bwMode="auto">
            <a:xfrm>
              <a:off x="158" y="981"/>
              <a:ext cx="5511" cy="3106"/>
            </a:xfrm>
            <a:prstGeom prst="rect">
              <a:avLst/>
            </a:prstGeom>
            <a:solidFill>
              <a:srgbClr val="CCFFFF"/>
            </a:solidFill>
            <a:ln w="9525">
              <a:solidFill>
                <a:schemeClr val="tx1"/>
              </a:solidFill>
              <a:miter lim="800000"/>
              <a:headEnd/>
              <a:tailEnd/>
            </a:ln>
            <a:effectLst>
              <a:outerShdw dist="107763" dir="18900000" algn="ctr" rotWithShape="0">
                <a:srgbClr val="000099">
                  <a:alpha val="50000"/>
                </a:srgbClr>
              </a:outerShdw>
            </a:effectLst>
          </p:spPr>
          <p:txBody>
            <a:bodyPr wrap="none" anchor="ctr"/>
            <a:lstStyle/>
            <a:p>
              <a:pPr>
                <a:defRPr/>
              </a:pPr>
              <a:endParaRPr lang="zh-CN" altLang="en-US" sz="1400">
                <a:latin typeface="Arial" charset="0"/>
              </a:endParaRPr>
            </a:p>
          </p:txBody>
        </p:sp>
        <p:grpSp>
          <p:nvGrpSpPr>
            <p:cNvPr id="52231" name="Group 4">
              <a:extLst>
                <a:ext uri="{FF2B5EF4-FFF2-40B4-BE49-F238E27FC236}">
                  <a16:creationId xmlns:a16="http://schemas.microsoft.com/office/drawing/2014/main" id="{CEC3CFA9-2E00-50EF-C40C-9D346866D4EB}"/>
                </a:ext>
              </a:extLst>
            </p:cNvPr>
            <p:cNvGrpSpPr>
              <a:grpSpLocks/>
            </p:cNvGrpSpPr>
            <p:nvPr/>
          </p:nvGrpSpPr>
          <p:grpSpPr bwMode="auto">
            <a:xfrm>
              <a:off x="204" y="1097"/>
              <a:ext cx="5421" cy="2741"/>
              <a:chOff x="204" y="981"/>
              <a:chExt cx="5421" cy="2741"/>
            </a:xfrm>
          </p:grpSpPr>
          <p:sp>
            <p:nvSpPr>
              <p:cNvPr id="6" name="矩形 3">
                <a:extLst>
                  <a:ext uri="{FF2B5EF4-FFF2-40B4-BE49-F238E27FC236}">
                    <a16:creationId xmlns:a16="http://schemas.microsoft.com/office/drawing/2014/main" id="{8A761797-B17A-141C-3758-AC2FF48C32C0}"/>
                  </a:ext>
                </a:extLst>
              </p:cNvPr>
              <p:cNvSpPr/>
              <p:nvPr/>
            </p:nvSpPr>
            <p:spPr>
              <a:xfrm>
                <a:off x="204" y="2036"/>
                <a:ext cx="818" cy="32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400" b="1">
                    <a:solidFill>
                      <a:schemeClr val="tx1"/>
                    </a:solidFill>
                    <a:latin typeface="Calibri" pitchFamily="34" charset="0"/>
                  </a:rPr>
                  <a:t>登录控制</a:t>
                </a:r>
              </a:p>
            </p:txBody>
          </p:sp>
          <p:sp>
            <p:nvSpPr>
              <p:cNvPr id="7" name="矩形 6">
                <a:extLst>
                  <a:ext uri="{FF2B5EF4-FFF2-40B4-BE49-F238E27FC236}">
                    <a16:creationId xmlns:a16="http://schemas.microsoft.com/office/drawing/2014/main" id="{B3B81689-4F9D-4BD7-5AF8-1550D5593A2F}"/>
                  </a:ext>
                </a:extLst>
              </p:cNvPr>
              <p:cNvSpPr/>
              <p:nvPr/>
            </p:nvSpPr>
            <p:spPr>
              <a:xfrm>
                <a:off x="2339" y="2036"/>
                <a:ext cx="858" cy="32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400" b="1">
                    <a:solidFill>
                      <a:schemeClr val="tx1"/>
                    </a:solidFill>
                    <a:latin typeface="Calibri" pitchFamily="34" charset="0"/>
                  </a:rPr>
                  <a:t>数据加密</a:t>
                </a:r>
              </a:p>
            </p:txBody>
          </p:sp>
          <p:sp>
            <p:nvSpPr>
              <p:cNvPr id="8" name="矩形 7">
                <a:extLst>
                  <a:ext uri="{FF2B5EF4-FFF2-40B4-BE49-F238E27FC236}">
                    <a16:creationId xmlns:a16="http://schemas.microsoft.com/office/drawing/2014/main" id="{E5FC3F97-F892-D49B-FD35-B15199683D4A}"/>
                  </a:ext>
                </a:extLst>
              </p:cNvPr>
              <p:cNvSpPr/>
              <p:nvPr/>
            </p:nvSpPr>
            <p:spPr>
              <a:xfrm>
                <a:off x="4604" y="2036"/>
                <a:ext cx="1021" cy="320"/>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400" b="1" dirty="0">
                    <a:solidFill>
                      <a:schemeClr val="tx1"/>
                    </a:solidFill>
                    <a:latin typeface="Calibri" pitchFamily="34" charset="0"/>
                  </a:rPr>
                  <a:t>木马和病毒主动防御</a:t>
                </a:r>
              </a:p>
            </p:txBody>
          </p:sp>
          <p:sp>
            <p:nvSpPr>
              <p:cNvPr id="52235" name="矩形 6">
                <a:extLst>
                  <a:ext uri="{FF2B5EF4-FFF2-40B4-BE49-F238E27FC236}">
                    <a16:creationId xmlns:a16="http://schemas.microsoft.com/office/drawing/2014/main" id="{3D850F8C-1601-939C-3224-1C770503E3FE}"/>
                  </a:ext>
                </a:extLst>
              </p:cNvPr>
              <p:cNvSpPr>
                <a:spLocks noChangeArrowheads="1"/>
              </p:cNvSpPr>
              <p:nvPr/>
            </p:nvSpPr>
            <p:spPr bwMode="auto">
              <a:xfrm>
                <a:off x="4604" y="1646"/>
                <a:ext cx="1021" cy="299"/>
              </a:xfrm>
              <a:prstGeom prst="rect">
                <a:avLst/>
              </a:prstGeom>
              <a:solidFill>
                <a:schemeClr val="accent1"/>
              </a:solidFill>
              <a:ln w="25400" algn="ctr">
                <a:solidFill>
                  <a:srgbClr val="385D8A"/>
                </a:solidFill>
                <a:miter lim="800000"/>
                <a:headEnd/>
                <a:tailEnd/>
              </a:ln>
            </p:spPr>
            <p:txBody>
              <a:bodyPr lIns="18000" rIns="18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latin typeface="Calibri" panose="020F0502020204030204" pitchFamily="34" charset="0"/>
                  </a:rPr>
                  <a:t>资源控制白名单</a:t>
                </a:r>
              </a:p>
            </p:txBody>
          </p:sp>
          <p:sp>
            <p:nvSpPr>
              <p:cNvPr id="52236" name="矩形 7">
                <a:extLst>
                  <a:ext uri="{FF2B5EF4-FFF2-40B4-BE49-F238E27FC236}">
                    <a16:creationId xmlns:a16="http://schemas.microsoft.com/office/drawing/2014/main" id="{0A3B29EB-CC03-A672-E3CA-412C009E5AD0}"/>
                  </a:ext>
                </a:extLst>
              </p:cNvPr>
              <p:cNvSpPr>
                <a:spLocks noChangeArrowheads="1"/>
              </p:cNvSpPr>
              <p:nvPr/>
            </p:nvSpPr>
            <p:spPr bwMode="auto">
              <a:xfrm>
                <a:off x="1157" y="2036"/>
                <a:ext cx="1134" cy="316"/>
              </a:xfrm>
              <a:prstGeom prst="rect">
                <a:avLst/>
              </a:prstGeom>
              <a:solidFill>
                <a:schemeClr val="accent1"/>
              </a:solidFill>
              <a:ln w="25400" algn="ctr">
                <a:solidFill>
                  <a:srgbClr val="385D8A"/>
                </a:solidFill>
                <a:miter lim="800000"/>
                <a:headEnd/>
                <a:tailEnd/>
              </a:ln>
            </p:spPr>
            <p:txBody>
              <a:bodyPr lIns="18000" rIns="18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latin typeface="Calibri" panose="020F0502020204030204" pitchFamily="34" charset="0"/>
                  </a:rPr>
                  <a:t>系统外设控制</a:t>
                </a:r>
              </a:p>
            </p:txBody>
          </p:sp>
          <p:sp>
            <p:nvSpPr>
              <p:cNvPr id="52237" name="矩形 8">
                <a:extLst>
                  <a:ext uri="{FF2B5EF4-FFF2-40B4-BE49-F238E27FC236}">
                    <a16:creationId xmlns:a16="http://schemas.microsoft.com/office/drawing/2014/main" id="{C74C267D-3788-6B67-D9CD-3146FB35FBBC}"/>
                  </a:ext>
                </a:extLst>
              </p:cNvPr>
              <p:cNvSpPr>
                <a:spLocks noChangeArrowheads="1"/>
              </p:cNvSpPr>
              <p:nvPr/>
            </p:nvSpPr>
            <p:spPr bwMode="auto">
              <a:xfrm>
                <a:off x="1157" y="1624"/>
                <a:ext cx="1134" cy="321"/>
              </a:xfrm>
              <a:prstGeom prst="rect">
                <a:avLst/>
              </a:prstGeom>
              <a:solidFill>
                <a:schemeClr val="accent1"/>
              </a:solidFill>
              <a:ln w="25400" algn="ctr">
                <a:solidFill>
                  <a:srgbClr val="385D8A"/>
                </a:solidFill>
                <a:miter lim="800000"/>
                <a:headEnd/>
                <a:tailEnd/>
              </a:ln>
            </p:spPr>
            <p:txBody>
              <a:bodyPr lIns="18000" rIns="18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latin typeface="Calibri" panose="020F0502020204030204" pitchFamily="34" charset="0"/>
                  </a:rPr>
                  <a:t>计算机接口控制</a:t>
                </a:r>
              </a:p>
            </p:txBody>
          </p:sp>
          <p:sp>
            <p:nvSpPr>
              <p:cNvPr id="52238" name="矩形 9">
                <a:extLst>
                  <a:ext uri="{FF2B5EF4-FFF2-40B4-BE49-F238E27FC236}">
                    <a16:creationId xmlns:a16="http://schemas.microsoft.com/office/drawing/2014/main" id="{E470E4E4-E4CF-492F-22FC-315B11F16F64}"/>
                  </a:ext>
                </a:extLst>
              </p:cNvPr>
              <p:cNvSpPr>
                <a:spLocks noChangeArrowheads="1"/>
              </p:cNvSpPr>
              <p:nvPr/>
            </p:nvSpPr>
            <p:spPr bwMode="auto">
              <a:xfrm>
                <a:off x="1157" y="981"/>
                <a:ext cx="1134" cy="284"/>
              </a:xfrm>
              <a:prstGeom prst="rect">
                <a:avLst/>
              </a:prstGeom>
              <a:solidFill>
                <a:schemeClr val="accent1"/>
              </a:solidFill>
              <a:ln w="25400" algn="ctr">
                <a:solidFill>
                  <a:srgbClr val="385D8A"/>
                </a:solidFill>
                <a:miter lim="800000"/>
                <a:headEnd/>
                <a:tailEnd/>
              </a:ln>
            </p:spPr>
            <p:txBody>
              <a:bodyPr lIns="18000" rIns="18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latin typeface="Calibri" panose="020F0502020204030204" pitchFamily="34" charset="0"/>
                  </a:rPr>
                  <a:t>用户行为审计</a:t>
                </a:r>
              </a:p>
            </p:txBody>
          </p:sp>
          <p:sp>
            <p:nvSpPr>
              <p:cNvPr id="13" name="矩形 12">
                <a:extLst>
                  <a:ext uri="{FF2B5EF4-FFF2-40B4-BE49-F238E27FC236}">
                    <a16:creationId xmlns:a16="http://schemas.microsoft.com/office/drawing/2014/main" id="{97B68C5B-C3ED-D3F2-696B-F2F8BA2A0B4A}"/>
                  </a:ext>
                </a:extLst>
              </p:cNvPr>
              <p:cNvSpPr/>
              <p:nvPr/>
            </p:nvSpPr>
            <p:spPr>
              <a:xfrm>
                <a:off x="1520" y="3443"/>
                <a:ext cx="1224" cy="2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b="1">
                    <a:solidFill>
                      <a:schemeClr val="tx1"/>
                    </a:solidFill>
                    <a:latin typeface="Calibri" pitchFamily="34" charset="0"/>
                  </a:rPr>
                  <a:t>USBKEY(</a:t>
                </a:r>
                <a:r>
                  <a:rPr lang="zh-CN" altLang="en-US" sz="1400" b="1">
                    <a:solidFill>
                      <a:schemeClr val="tx1"/>
                    </a:solidFill>
                    <a:latin typeface="Calibri" pitchFamily="34" charset="0"/>
                  </a:rPr>
                  <a:t>证书</a:t>
                </a:r>
                <a:r>
                  <a:rPr lang="en-US" altLang="zh-CN" sz="1400" b="1">
                    <a:solidFill>
                      <a:schemeClr val="tx1"/>
                    </a:solidFill>
                    <a:latin typeface="Calibri" pitchFamily="34" charset="0"/>
                  </a:rPr>
                  <a:t>)</a:t>
                </a:r>
              </a:p>
            </p:txBody>
          </p:sp>
          <p:sp>
            <p:nvSpPr>
              <p:cNvPr id="14" name="矩形 13">
                <a:extLst>
                  <a:ext uri="{FF2B5EF4-FFF2-40B4-BE49-F238E27FC236}">
                    <a16:creationId xmlns:a16="http://schemas.microsoft.com/office/drawing/2014/main" id="{B71D9DCB-128C-AF4F-9DD1-23E044FDA7ED}"/>
                  </a:ext>
                </a:extLst>
              </p:cNvPr>
              <p:cNvSpPr/>
              <p:nvPr/>
            </p:nvSpPr>
            <p:spPr>
              <a:xfrm>
                <a:off x="3154" y="3443"/>
                <a:ext cx="989" cy="2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400" b="1">
                    <a:solidFill>
                      <a:schemeClr val="tx1"/>
                    </a:solidFill>
                    <a:latin typeface="Calibri" pitchFamily="34" charset="0"/>
                  </a:rPr>
                  <a:t>TCM</a:t>
                </a:r>
              </a:p>
            </p:txBody>
          </p:sp>
          <p:sp>
            <p:nvSpPr>
              <p:cNvPr id="15" name="矩形 14">
                <a:extLst>
                  <a:ext uri="{FF2B5EF4-FFF2-40B4-BE49-F238E27FC236}">
                    <a16:creationId xmlns:a16="http://schemas.microsoft.com/office/drawing/2014/main" id="{4BF3020D-1035-7E72-FE8E-3FCB96DCE7CE}"/>
                  </a:ext>
                </a:extLst>
              </p:cNvPr>
              <p:cNvSpPr/>
              <p:nvPr/>
            </p:nvSpPr>
            <p:spPr>
              <a:xfrm>
                <a:off x="4604" y="1312"/>
                <a:ext cx="999" cy="2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400" b="1">
                    <a:solidFill>
                      <a:schemeClr val="tx1"/>
                    </a:solidFill>
                    <a:latin typeface="Calibri" pitchFamily="34" charset="0"/>
                  </a:rPr>
                  <a:t>刻录控制</a:t>
                </a:r>
              </a:p>
            </p:txBody>
          </p:sp>
          <p:sp>
            <p:nvSpPr>
              <p:cNvPr id="52242" name="矩形 13">
                <a:extLst>
                  <a:ext uri="{FF2B5EF4-FFF2-40B4-BE49-F238E27FC236}">
                    <a16:creationId xmlns:a16="http://schemas.microsoft.com/office/drawing/2014/main" id="{AF51758B-2319-D567-6F92-CE068AFD030B}"/>
                  </a:ext>
                </a:extLst>
              </p:cNvPr>
              <p:cNvSpPr>
                <a:spLocks noChangeArrowheads="1"/>
              </p:cNvSpPr>
              <p:nvPr/>
            </p:nvSpPr>
            <p:spPr bwMode="auto">
              <a:xfrm>
                <a:off x="1157" y="1310"/>
                <a:ext cx="1134" cy="272"/>
              </a:xfrm>
              <a:prstGeom prst="rect">
                <a:avLst/>
              </a:prstGeom>
              <a:solidFill>
                <a:schemeClr val="accent1"/>
              </a:solidFill>
              <a:ln w="25400" algn="ctr">
                <a:solidFill>
                  <a:srgbClr val="385D8A"/>
                </a:solidFill>
                <a:miter lim="800000"/>
                <a:headEnd/>
                <a:tailEnd/>
              </a:ln>
            </p:spPr>
            <p:txBody>
              <a:bodyPr lIns="54000" rIns="54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latin typeface="Calibri" panose="020F0502020204030204" pitchFamily="34" charset="0"/>
                  </a:rPr>
                  <a:t>移动介质控制</a:t>
                </a:r>
              </a:p>
            </p:txBody>
          </p:sp>
          <p:sp>
            <p:nvSpPr>
              <p:cNvPr id="52243" name="矩形 14">
                <a:extLst>
                  <a:ext uri="{FF2B5EF4-FFF2-40B4-BE49-F238E27FC236}">
                    <a16:creationId xmlns:a16="http://schemas.microsoft.com/office/drawing/2014/main" id="{4A29E503-6FBA-7F6D-87ED-33E175E446FF}"/>
                  </a:ext>
                </a:extLst>
              </p:cNvPr>
              <p:cNvSpPr>
                <a:spLocks noChangeArrowheads="1"/>
              </p:cNvSpPr>
              <p:nvPr/>
            </p:nvSpPr>
            <p:spPr bwMode="auto">
              <a:xfrm>
                <a:off x="3289" y="2036"/>
                <a:ext cx="1224" cy="316"/>
              </a:xfrm>
              <a:prstGeom prst="rect">
                <a:avLst/>
              </a:prstGeom>
              <a:solidFill>
                <a:srgbClr val="00B050"/>
              </a:solidFill>
              <a:ln w="25400" algn="ctr">
                <a:solidFill>
                  <a:srgbClr val="385D8A"/>
                </a:solidFill>
                <a:miter lim="800000"/>
                <a:headEnd/>
                <a:tailEnd/>
              </a:ln>
            </p:spPr>
            <p:txBody>
              <a:bodyPr lIns="18000" rIns="18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latin typeface="Calibri" panose="020F0502020204030204" pitchFamily="34" charset="0"/>
                  </a:rPr>
                  <a:t>网络接入控制</a:t>
                </a:r>
              </a:p>
            </p:txBody>
          </p:sp>
          <p:sp>
            <p:nvSpPr>
              <p:cNvPr id="18" name="矩形 17">
                <a:extLst>
                  <a:ext uri="{FF2B5EF4-FFF2-40B4-BE49-F238E27FC236}">
                    <a16:creationId xmlns:a16="http://schemas.microsoft.com/office/drawing/2014/main" id="{9374E072-95D8-97ED-68D9-EB52D61E5810}"/>
                  </a:ext>
                </a:extLst>
              </p:cNvPr>
              <p:cNvSpPr/>
              <p:nvPr/>
            </p:nvSpPr>
            <p:spPr>
              <a:xfrm>
                <a:off x="702" y="2852"/>
                <a:ext cx="1498" cy="3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400" b="1">
                    <a:solidFill>
                      <a:schemeClr val="tx1"/>
                    </a:solidFill>
                    <a:latin typeface="Calibri" pitchFamily="34" charset="0"/>
                  </a:rPr>
                  <a:t>内核层文件过滤驱动</a:t>
                </a:r>
              </a:p>
            </p:txBody>
          </p:sp>
          <p:sp>
            <p:nvSpPr>
              <p:cNvPr id="19" name="矩形 18">
                <a:extLst>
                  <a:ext uri="{FF2B5EF4-FFF2-40B4-BE49-F238E27FC236}">
                    <a16:creationId xmlns:a16="http://schemas.microsoft.com/office/drawing/2014/main" id="{2C20F6B1-C4B3-9640-7831-463AEAE9CC2E}"/>
                  </a:ext>
                </a:extLst>
              </p:cNvPr>
              <p:cNvSpPr/>
              <p:nvPr/>
            </p:nvSpPr>
            <p:spPr>
              <a:xfrm>
                <a:off x="2339" y="2852"/>
                <a:ext cx="1220" cy="3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400" b="1">
                    <a:solidFill>
                      <a:schemeClr val="tx1"/>
                    </a:solidFill>
                    <a:latin typeface="Calibri" pitchFamily="34" charset="0"/>
                  </a:rPr>
                  <a:t>内核层过滤驱动</a:t>
                </a:r>
              </a:p>
            </p:txBody>
          </p:sp>
          <p:sp>
            <p:nvSpPr>
              <p:cNvPr id="20" name="矩形 19">
                <a:extLst>
                  <a:ext uri="{FF2B5EF4-FFF2-40B4-BE49-F238E27FC236}">
                    <a16:creationId xmlns:a16="http://schemas.microsoft.com/office/drawing/2014/main" id="{E99E4D66-4A6D-D381-7C12-C0A695CCDFF6}"/>
                  </a:ext>
                </a:extLst>
              </p:cNvPr>
              <p:cNvSpPr/>
              <p:nvPr/>
            </p:nvSpPr>
            <p:spPr>
              <a:xfrm>
                <a:off x="3871" y="2852"/>
                <a:ext cx="1238" cy="2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400" b="1">
                    <a:solidFill>
                      <a:schemeClr val="tx1"/>
                    </a:solidFill>
                    <a:latin typeface="Calibri" pitchFamily="34" charset="0"/>
                  </a:rPr>
                  <a:t>内核层</a:t>
                </a:r>
                <a:r>
                  <a:rPr lang="en-US" altLang="zh-CN" sz="1400" b="1">
                    <a:solidFill>
                      <a:schemeClr val="tx1"/>
                    </a:solidFill>
                    <a:latin typeface="Calibri" pitchFamily="34" charset="0"/>
                  </a:rPr>
                  <a:t>HOOK</a:t>
                </a:r>
              </a:p>
            </p:txBody>
          </p:sp>
          <p:sp>
            <p:nvSpPr>
              <p:cNvPr id="52247" name="矩形 18">
                <a:extLst>
                  <a:ext uri="{FF2B5EF4-FFF2-40B4-BE49-F238E27FC236}">
                    <a16:creationId xmlns:a16="http://schemas.microsoft.com/office/drawing/2014/main" id="{CB68540F-237A-BF94-70B0-92765F2BAF31}"/>
                  </a:ext>
                </a:extLst>
              </p:cNvPr>
              <p:cNvSpPr>
                <a:spLocks noChangeArrowheads="1"/>
              </p:cNvSpPr>
              <p:nvPr/>
            </p:nvSpPr>
            <p:spPr bwMode="auto">
              <a:xfrm>
                <a:off x="204" y="1624"/>
                <a:ext cx="817" cy="321"/>
              </a:xfrm>
              <a:prstGeom prst="rect">
                <a:avLst/>
              </a:prstGeom>
              <a:solidFill>
                <a:schemeClr val="accent1"/>
              </a:solidFill>
              <a:ln w="25400" algn="ctr">
                <a:solidFill>
                  <a:srgbClr val="385D8A"/>
                </a:solidFill>
                <a:miter lim="800000"/>
                <a:headEnd/>
                <a:tailEnd/>
              </a:ln>
            </p:spPr>
            <p:txBody>
              <a:bodyPr lIns="18000" rIns="18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latin typeface="Calibri" panose="020F0502020204030204" pitchFamily="34" charset="0"/>
                  </a:rPr>
                  <a:t>安全模式控制</a:t>
                </a:r>
              </a:p>
            </p:txBody>
          </p:sp>
          <p:sp>
            <p:nvSpPr>
              <p:cNvPr id="22" name="矩形 21">
                <a:extLst>
                  <a:ext uri="{FF2B5EF4-FFF2-40B4-BE49-F238E27FC236}">
                    <a16:creationId xmlns:a16="http://schemas.microsoft.com/office/drawing/2014/main" id="{42FD08C1-88B0-EB9E-34AA-D11EFA8B327B}"/>
                  </a:ext>
                </a:extLst>
              </p:cNvPr>
              <p:cNvSpPr/>
              <p:nvPr/>
            </p:nvSpPr>
            <p:spPr>
              <a:xfrm>
                <a:off x="2339" y="1624"/>
                <a:ext cx="858" cy="321"/>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400" b="1">
                    <a:solidFill>
                      <a:schemeClr val="tx1"/>
                    </a:solidFill>
                    <a:latin typeface="Calibri" pitchFamily="34" charset="0"/>
                  </a:rPr>
                  <a:t>存储加密</a:t>
                </a:r>
              </a:p>
            </p:txBody>
          </p:sp>
          <p:sp>
            <p:nvSpPr>
              <p:cNvPr id="52249" name="矩形 20">
                <a:extLst>
                  <a:ext uri="{FF2B5EF4-FFF2-40B4-BE49-F238E27FC236}">
                    <a16:creationId xmlns:a16="http://schemas.microsoft.com/office/drawing/2014/main" id="{84D55972-22E6-13C0-3998-2F6834D61C26}"/>
                  </a:ext>
                </a:extLst>
              </p:cNvPr>
              <p:cNvSpPr>
                <a:spLocks noChangeArrowheads="1"/>
              </p:cNvSpPr>
              <p:nvPr/>
            </p:nvSpPr>
            <p:spPr bwMode="auto">
              <a:xfrm>
                <a:off x="2336" y="981"/>
                <a:ext cx="862" cy="283"/>
              </a:xfrm>
              <a:prstGeom prst="rect">
                <a:avLst/>
              </a:prstGeom>
              <a:solidFill>
                <a:schemeClr val="accent1"/>
              </a:solidFill>
              <a:ln w="25400" algn="ctr">
                <a:solidFill>
                  <a:srgbClr val="385D8A"/>
                </a:solidFill>
                <a:miter lim="800000"/>
                <a:headEnd/>
                <a:tailEnd/>
              </a:ln>
            </p:spPr>
            <p:txBody>
              <a:bodyPr lIns="18000" rIns="18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latin typeface="Calibri" panose="020F0502020204030204" pitchFamily="34" charset="0"/>
                  </a:rPr>
                  <a:t>文件交换加密</a:t>
                </a:r>
              </a:p>
            </p:txBody>
          </p:sp>
          <p:sp>
            <p:nvSpPr>
              <p:cNvPr id="52250" name="矩形 21">
                <a:extLst>
                  <a:ext uri="{FF2B5EF4-FFF2-40B4-BE49-F238E27FC236}">
                    <a16:creationId xmlns:a16="http://schemas.microsoft.com/office/drawing/2014/main" id="{6D559C94-E37C-D373-2F74-1926588B8738}"/>
                  </a:ext>
                </a:extLst>
              </p:cNvPr>
              <p:cNvSpPr>
                <a:spLocks noChangeArrowheads="1"/>
              </p:cNvSpPr>
              <p:nvPr/>
            </p:nvSpPr>
            <p:spPr bwMode="auto">
              <a:xfrm>
                <a:off x="3289" y="1624"/>
                <a:ext cx="1224" cy="321"/>
              </a:xfrm>
              <a:prstGeom prst="rect">
                <a:avLst/>
              </a:prstGeom>
              <a:solidFill>
                <a:schemeClr val="accent1"/>
              </a:solidFill>
              <a:ln w="25400" algn="ctr">
                <a:solidFill>
                  <a:srgbClr val="385D8A"/>
                </a:solidFill>
                <a:miter lim="800000"/>
                <a:headEnd/>
                <a:tailEnd/>
              </a:ln>
            </p:spPr>
            <p:txBody>
              <a:bodyPr lIns="18000" rIns="18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latin typeface="Calibri" panose="020F0502020204030204" pitchFamily="34" charset="0"/>
                  </a:rPr>
                  <a:t>终端状态检测与修复</a:t>
                </a:r>
              </a:p>
            </p:txBody>
          </p:sp>
          <p:cxnSp>
            <p:nvCxnSpPr>
              <p:cNvPr id="52251" name="形状 23">
                <a:extLst>
                  <a:ext uri="{FF2B5EF4-FFF2-40B4-BE49-F238E27FC236}">
                    <a16:creationId xmlns:a16="http://schemas.microsoft.com/office/drawing/2014/main" id="{A89ACD9E-F71F-F804-ECE5-DB7144CF9F51}"/>
                  </a:ext>
                </a:extLst>
              </p:cNvPr>
              <p:cNvCxnSpPr>
                <a:cxnSpLocks noChangeShapeType="1"/>
                <a:endCxn id="13" idx="1"/>
              </p:cNvCxnSpPr>
              <p:nvPr/>
            </p:nvCxnSpPr>
            <p:spPr bwMode="auto">
              <a:xfrm rot="16200000" flipH="1">
                <a:off x="454" y="2519"/>
                <a:ext cx="1218" cy="899"/>
              </a:xfrm>
              <a:prstGeom prst="bentConnector2">
                <a:avLst/>
              </a:prstGeom>
              <a:noFill/>
              <a:ln w="9525" algn="ctr">
                <a:solidFill>
                  <a:srgbClr val="4A7EBB"/>
                </a:solidFill>
                <a:miter lim="800000"/>
                <a:headEnd type="arrow" w="med" len="med"/>
                <a:tailEnd type="arrow" w="med" len="med"/>
              </a:ln>
              <a:extLst>
                <a:ext uri="{909E8E84-426E-40DD-AFC4-6F175D3DCCD1}">
                  <a14:hiddenFill xmlns:a14="http://schemas.microsoft.com/office/drawing/2010/main">
                    <a:noFill/>
                  </a14:hiddenFill>
                </a:ext>
              </a:extLst>
            </p:spPr>
          </p:cxnSp>
          <p:cxnSp>
            <p:nvCxnSpPr>
              <p:cNvPr id="52252" name="肘形连接符 25">
                <a:extLst>
                  <a:ext uri="{FF2B5EF4-FFF2-40B4-BE49-F238E27FC236}">
                    <a16:creationId xmlns:a16="http://schemas.microsoft.com/office/drawing/2014/main" id="{CBAA23A6-D19A-AB97-0EDA-3DEC5625C6D6}"/>
                  </a:ext>
                </a:extLst>
              </p:cNvPr>
              <p:cNvCxnSpPr>
                <a:cxnSpLocks noChangeShapeType="1"/>
                <a:stCxn id="14" idx="0"/>
                <a:endCxn id="52243" idx="2"/>
              </p:cNvCxnSpPr>
              <p:nvPr/>
            </p:nvCxnSpPr>
            <p:spPr bwMode="auto">
              <a:xfrm rot="-5400000">
                <a:off x="3238" y="2770"/>
                <a:ext cx="1074" cy="253"/>
              </a:xfrm>
              <a:prstGeom prst="bentConnector3">
                <a:avLst>
                  <a:gd name="adj1" fmla="val 77000"/>
                </a:avLst>
              </a:prstGeom>
              <a:noFill/>
              <a:ln w="9525" algn="ctr">
                <a:solidFill>
                  <a:srgbClr val="4A7EBB"/>
                </a:solidFill>
                <a:miter lim="800000"/>
                <a:headEnd type="arrow" w="med" len="med"/>
                <a:tailEnd type="arrow" w="med" len="med"/>
              </a:ln>
              <a:extLst>
                <a:ext uri="{909E8E84-426E-40DD-AFC4-6F175D3DCCD1}">
                  <a14:hiddenFill xmlns:a14="http://schemas.microsoft.com/office/drawing/2010/main">
                    <a:noFill/>
                  </a14:hiddenFill>
                </a:ext>
              </a:extLst>
            </p:spPr>
          </p:cxnSp>
          <p:cxnSp>
            <p:nvCxnSpPr>
              <p:cNvPr id="52253" name="肘形连接符 31">
                <a:extLst>
                  <a:ext uri="{FF2B5EF4-FFF2-40B4-BE49-F238E27FC236}">
                    <a16:creationId xmlns:a16="http://schemas.microsoft.com/office/drawing/2014/main" id="{6FDE54F7-197E-8CDF-6F13-141478DE218C}"/>
                  </a:ext>
                </a:extLst>
              </p:cNvPr>
              <p:cNvCxnSpPr>
                <a:cxnSpLocks noChangeShapeType="1"/>
                <a:endCxn id="18" idx="0"/>
              </p:cNvCxnSpPr>
              <p:nvPr/>
            </p:nvCxnSpPr>
            <p:spPr bwMode="auto">
              <a:xfrm rot="16200000" flipH="1">
                <a:off x="791" y="2182"/>
                <a:ext cx="484" cy="839"/>
              </a:xfrm>
              <a:prstGeom prst="bentConnector3">
                <a:avLst>
                  <a:gd name="adj1" fmla="val 50000"/>
                </a:avLst>
              </a:prstGeom>
              <a:noFill/>
              <a:ln w="9525" algn="ctr">
                <a:solidFill>
                  <a:srgbClr val="4A7EBB"/>
                </a:solidFill>
                <a:miter lim="800000"/>
                <a:headEnd type="arrow" w="med" len="med"/>
                <a:tailEnd type="arrow" w="med" len="med"/>
              </a:ln>
              <a:extLst>
                <a:ext uri="{909E8E84-426E-40DD-AFC4-6F175D3DCCD1}">
                  <a14:hiddenFill xmlns:a14="http://schemas.microsoft.com/office/drawing/2010/main">
                    <a:noFill/>
                  </a14:hiddenFill>
                </a:ext>
              </a:extLst>
            </p:spPr>
          </p:cxnSp>
          <p:cxnSp>
            <p:nvCxnSpPr>
              <p:cNvPr id="52254" name="肘形连接符 33">
                <a:extLst>
                  <a:ext uri="{FF2B5EF4-FFF2-40B4-BE49-F238E27FC236}">
                    <a16:creationId xmlns:a16="http://schemas.microsoft.com/office/drawing/2014/main" id="{632A2150-929C-45F4-C84F-A0BF36783D58}"/>
                  </a:ext>
                </a:extLst>
              </p:cNvPr>
              <p:cNvCxnSpPr>
                <a:cxnSpLocks noChangeShapeType="1"/>
                <a:stCxn id="52236" idx="2"/>
                <a:endCxn id="19" idx="0"/>
              </p:cNvCxnSpPr>
              <p:nvPr/>
            </p:nvCxnSpPr>
            <p:spPr bwMode="auto">
              <a:xfrm rot="16200000" flipH="1">
                <a:off x="2096" y="1988"/>
                <a:ext cx="484" cy="1227"/>
              </a:xfrm>
              <a:prstGeom prst="bentConnector3">
                <a:avLst>
                  <a:gd name="adj1" fmla="val 50000"/>
                </a:avLst>
              </a:prstGeom>
              <a:noFill/>
              <a:ln w="9525" algn="ctr">
                <a:solidFill>
                  <a:srgbClr val="4A7EBB"/>
                </a:solidFill>
                <a:miter lim="800000"/>
                <a:headEnd type="arrow" w="med" len="med"/>
                <a:tailEnd type="arrow" w="med" len="med"/>
              </a:ln>
              <a:extLst>
                <a:ext uri="{909E8E84-426E-40DD-AFC4-6F175D3DCCD1}">
                  <a14:hiddenFill xmlns:a14="http://schemas.microsoft.com/office/drawing/2010/main">
                    <a:noFill/>
                  </a14:hiddenFill>
                </a:ext>
              </a:extLst>
            </p:spPr>
          </p:cxnSp>
          <p:cxnSp>
            <p:nvCxnSpPr>
              <p:cNvPr id="52255" name="肘形连接符 35">
                <a:extLst>
                  <a:ext uri="{FF2B5EF4-FFF2-40B4-BE49-F238E27FC236}">
                    <a16:creationId xmlns:a16="http://schemas.microsoft.com/office/drawing/2014/main" id="{94BC81F5-DF6E-68F9-1741-841D0DECE680}"/>
                  </a:ext>
                </a:extLst>
              </p:cNvPr>
              <p:cNvCxnSpPr>
                <a:cxnSpLocks noChangeShapeType="1"/>
                <a:stCxn id="52236" idx="2"/>
                <a:endCxn id="20" idx="0"/>
              </p:cNvCxnSpPr>
              <p:nvPr/>
            </p:nvCxnSpPr>
            <p:spPr bwMode="auto">
              <a:xfrm rot="16200000" flipH="1">
                <a:off x="2864" y="1220"/>
                <a:ext cx="484" cy="2763"/>
              </a:xfrm>
              <a:prstGeom prst="bentConnector3">
                <a:avLst>
                  <a:gd name="adj1" fmla="val 50000"/>
                </a:avLst>
              </a:prstGeom>
              <a:noFill/>
              <a:ln w="9525" algn="ctr">
                <a:solidFill>
                  <a:srgbClr val="4A7EBB"/>
                </a:solidFill>
                <a:miter lim="800000"/>
                <a:headEnd type="arrow" w="med" len="med"/>
                <a:tailEnd type="arrow" w="med" len="med"/>
              </a:ln>
              <a:extLst>
                <a:ext uri="{909E8E84-426E-40DD-AFC4-6F175D3DCCD1}">
                  <a14:hiddenFill xmlns:a14="http://schemas.microsoft.com/office/drawing/2010/main">
                    <a:noFill/>
                  </a14:hiddenFill>
                </a:ext>
              </a:extLst>
            </p:spPr>
          </p:cxnSp>
          <p:cxnSp>
            <p:nvCxnSpPr>
              <p:cNvPr id="52256" name="肘形连接符 38">
                <a:extLst>
                  <a:ext uri="{FF2B5EF4-FFF2-40B4-BE49-F238E27FC236}">
                    <a16:creationId xmlns:a16="http://schemas.microsoft.com/office/drawing/2014/main" id="{3BABC4BB-1BBD-DDF2-936F-CC3B678BF358}"/>
                  </a:ext>
                </a:extLst>
              </p:cNvPr>
              <p:cNvCxnSpPr>
                <a:cxnSpLocks noChangeShapeType="1"/>
                <a:stCxn id="20" idx="0"/>
                <a:endCxn id="8" idx="2"/>
              </p:cNvCxnSpPr>
              <p:nvPr/>
            </p:nvCxnSpPr>
            <p:spPr bwMode="auto">
              <a:xfrm rot="-5400000">
                <a:off x="4559" y="2288"/>
                <a:ext cx="484" cy="628"/>
              </a:xfrm>
              <a:prstGeom prst="bentConnector3">
                <a:avLst>
                  <a:gd name="adj1" fmla="val 50000"/>
                </a:avLst>
              </a:prstGeom>
              <a:noFill/>
              <a:ln w="9525" algn="ctr">
                <a:solidFill>
                  <a:srgbClr val="4A7EBB"/>
                </a:solidFill>
                <a:miter lim="800000"/>
                <a:headEnd type="arrow" w="med" len="med"/>
                <a:tailEnd type="arrow" w="med" len="med"/>
              </a:ln>
              <a:extLst>
                <a:ext uri="{909E8E84-426E-40DD-AFC4-6F175D3DCCD1}">
                  <a14:hiddenFill xmlns:a14="http://schemas.microsoft.com/office/drawing/2010/main">
                    <a:noFill/>
                  </a14:hiddenFill>
                </a:ext>
              </a:extLst>
            </p:spPr>
          </p:cxnSp>
          <p:cxnSp>
            <p:nvCxnSpPr>
              <p:cNvPr id="52257" name="肘形连接符 40">
                <a:extLst>
                  <a:ext uri="{FF2B5EF4-FFF2-40B4-BE49-F238E27FC236}">
                    <a16:creationId xmlns:a16="http://schemas.microsoft.com/office/drawing/2014/main" id="{DC9B1081-E8C1-88C8-0C79-2CC34753DDFA}"/>
                  </a:ext>
                </a:extLst>
              </p:cNvPr>
              <p:cNvCxnSpPr>
                <a:cxnSpLocks noChangeShapeType="1"/>
                <a:stCxn id="18" idx="2"/>
                <a:endCxn id="13" idx="0"/>
              </p:cNvCxnSpPr>
              <p:nvPr/>
            </p:nvCxnSpPr>
            <p:spPr bwMode="auto">
              <a:xfrm rot="16200000" flipH="1">
                <a:off x="1660" y="2962"/>
                <a:ext cx="264" cy="680"/>
              </a:xfrm>
              <a:prstGeom prst="bentConnector3">
                <a:avLst>
                  <a:gd name="adj1" fmla="val 50000"/>
                </a:avLst>
              </a:prstGeom>
              <a:noFill/>
              <a:ln w="9525" algn="ctr">
                <a:solidFill>
                  <a:srgbClr val="4A7EBB"/>
                </a:solidFill>
                <a:miter lim="800000"/>
                <a:headEnd type="arrow" w="med" len="med"/>
                <a:tailEnd type="arrow" w="med" len="med"/>
              </a:ln>
              <a:extLst>
                <a:ext uri="{909E8E84-426E-40DD-AFC4-6F175D3DCCD1}">
                  <a14:hiddenFill xmlns:a14="http://schemas.microsoft.com/office/drawing/2010/main">
                    <a:noFill/>
                  </a14:hiddenFill>
                </a:ext>
              </a:extLst>
            </p:spPr>
          </p:cxnSp>
          <p:cxnSp>
            <p:nvCxnSpPr>
              <p:cNvPr id="52258" name="肘形连接符 42">
                <a:extLst>
                  <a:ext uri="{FF2B5EF4-FFF2-40B4-BE49-F238E27FC236}">
                    <a16:creationId xmlns:a16="http://schemas.microsoft.com/office/drawing/2014/main" id="{5CEF1059-C4C4-A496-C5A9-BBB3F3E740D7}"/>
                  </a:ext>
                </a:extLst>
              </p:cNvPr>
              <p:cNvCxnSpPr>
                <a:cxnSpLocks noChangeShapeType="1"/>
                <a:stCxn id="19" idx="2"/>
                <a:endCxn id="13" idx="0"/>
              </p:cNvCxnSpPr>
              <p:nvPr/>
            </p:nvCxnSpPr>
            <p:spPr bwMode="auto">
              <a:xfrm rot="5400000">
                <a:off x="2410" y="2892"/>
                <a:ext cx="264" cy="819"/>
              </a:xfrm>
              <a:prstGeom prst="bentConnector3">
                <a:avLst>
                  <a:gd name="adj1" fmla="val 50000"/>
                </a:avLst>
              </a:prstGeom>
              <a:noFill/>
              <a:ln w="9525" algn="ctr">
                <a:solidFill>
                  <a:srgbClr val="4A7EBB"/>
                </a:solidFill>
                <a:miter lim="800000"/>
                <a:headEnd type="arrow" w="med" len="med"/>
                <a:tailEnd type="arrow" w="med" len="med"/>
              </a:ln>
              <a:extLst>
                <a:ext uri="{909E8E84-426E-40DD-AFC4-6F175D3DCCD1}">
                  <a14:hiddenFill xmlns:a14="http://schemas.microsoft.com/office/drawing/2010/main">
                    <a:noFill/>
                  </a14:hiddenFill>
                </a:ext>
              </a:extLst>
            </p:spPr>
          </p:cxnSp>
          <p:cxnSp>
            <p:nvCxnSpPr>
              <p:cNvPr id="52259" name="肘形连接符 44">
                <a:extLst>
                  <a:ext uri="{FF2B5EF4-FFF2-40B4-BE49-F238E27FC236}">
                    <a16:creationId xmlns:a16="http://schemas.microsoft.com/office/drawing/2014/main" id="{26324D5C-33BF-8027-4A63-3AC07864D353}"/>
                  </a:ext>
                </a:extLst>
              </p:cNvPr>
              <p:cNvCxnSpPr>
                <a:cxnSpLocks noChangeShapeType="1"/>
                <a:stCxn id="14" idx="2"/>
              </p:cNvCxnSpPr>
              <p:nvPr/>
            </p:nvCxnSpPr>
            <p:spPr bwMode="auto">
              <a:xfrm rot="16200000" flipV="1">
                <a:off x="1450" y="1523"/>
                <a:ext cx="1362" cy="3035"/>
              </a:xfrm>
              <a:prstGeom prst="bentConnector3">
                <a:avLst>
                  <a:gd name="adj1" fmla="val -9986"/>
                </a:avLst>
              </a:prstGeom>
              <a:noFill/>
              <a:ln w="9525" algn="ctr">
                <a:solidFill>
                  <a:srgbClr val="4A7EBB"/>
                </a:solidFill>
                <a:miter lim="800000"/>
                <a:headEnd type="arrow" w="med" len="med"/>
                <a:tailEnd type="arrow" w="med" len="med"/>
              </a:ln>
              <a:extLst>
                <a:ext uri="{909E8E84-426E-40DD-AFC4-6F175D3DCCD1}">
                  <a14:hiddenFill xmlns:a14="http://schemas.microsoft.com/office/drawing/2010/main">
                    <a:noFill/>
                  </a14:hiddenFill>
                </a:ext>
              </a:extLst>
            </p:spPr>
          </p:cxnSp>
          <p:cxnSp>
            <p:nvCxnSpPr>
              <p:cNvPr id="52260" name="肘形连接符 47">
                <a:extLst>
                  <a:ext uri="{FF2B5EF4-FFF2-40B4-BE49-F238E27FC236}">
                    <a16:creationId xmlns:a16="http://schemas.microsoft.com/office/drawing/2014/main" id="{CC2C2767-2A48-7184-B7E9-ADAAD224C23A}"/>
                  </a:ext>
                </a:extLst>
              </p:cNvPr>
              <p:cNvCxnSpPr>
                <a:cxnSpLocks noChangeShapeType="1"/>
                <a:stCxn id="7" idx="2"/>
                <a:endCxn id="20" idx="0"/>
              </p:cNvCxnSpPr>
              <p:nvPr/>
            </p:nvCxnSpPr>
            <p:spPr bwMode="auto">
              <a:xfrm rot="16200000" flipH="1">
                <a:off x="3386" y="1743"/>
                <a:ext cx="484" cy="1718"/>
              </a:xfrm>
              <a:prstGeom prst="bentConnector3">
                <a:avLst>
                  <a:gd name="adj1" fmla="val 50000"/>
                </a:avLst>
              </a:prstGeom>
              <a:noFill/>
              <a:ln w="9525" algn="ctr">
                <a:solidFill>
                  <a:srgbClr val="4A7EBB"/>
                </a:solidFill>
                <a:miter lim="800000"/>
                <a:headEnd type="arrow" w="med" len="med"/>
                <a:tailEnd type="arrow" w="med" len="med"/>
              </a:ln>
              <a:extLst>
                <a:ext uri="{909E8E84-426E-40DD-AFC4-6F175D3DCCD1}">
                  <a14:hiddenFill xmlns:a14="http://schemas.microsoft.com/office/drawing/2010/main">
                    <a:noFill/>
                  </a14:hiddenFill>
                </a:ext>
              </a:extLst>
            </p:spPr>
          </p:cxnSp>
        </p:grpSp>
      </p:grpSp>
      <p:sp>
        <p:nvSpPr>
          <p:cNvPr id="52228" name="Text Box 34">
            <a:extLst>
              <a:ext uri="{FF2B5EF4-FFF2-40B4-BE49-F238E27FC236}">
                <a16:creationId xmlns:a16="http://schemas.microsoft.com/office/drawing/2014/main" id="{7A89EDA6-4492-DC9A-4865-2C40B2505505}"/>
              </a:ext>
            </a:extLst>
          </p:cNvPr>
          <p:cNvSpPr txBox="1">
            <a:spLocks noChangeArrowheads="1"/>
          </p:cNvSpPr>
          <p:nvPr/>
        </p:nvSpPr>
        <p:spPr bwMode="auto">
          <a:xfrm>
            <a:off x="2514601" y="1219200"/>
            <a:ext cx="69135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rIns="54000">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latin typeface="微软雅黑" panose="020B0503020204020204" pitchFamily="34" charset="-122"/>
                <a:ea typeface="微软雅黑" panose="020B0503020204020204" pitchFamily="34" charset="-122"/>
              </a:rPr>
              <a:t>卫士通基于</a:t>
            </a:r>
            <a:r>
              <a:rPr lang="en-US" altLang="zh-CN" sz="2000" b="1">
                <a:latin typeface="微软雅黑" panose="020B0503020204020204" pitchFamily="34" charset="-122"/>
                <a:ea typeface="微软雅黑" panose="020B0503020204020204" pitchFamily="34" charset="-122"/>
              </a:rPr>
              <a:t>TCM</a:t>
            </a:r>
            <a:r>
              <a:rPr lang="zh-CN" altLang="en-US" sz="2000" b="1">
                <a:latin typeface="微软雅黑" panose="020B0503020204020204" pitchFamily="34" charset="-122"/>
                <a:ea typeface="微软雅黑" panose="020B0503020204020204" pitchFamily="34" charset="-122"/>
              </a:rPr>
              <a:t>和</a:t>
            </a:r>
            <a:r>
              <a:rPr lang="en-US" altLang="zh-CN" sz="2000" b="1">
                <a:latin typeface="微软雅黑" panose="020B0503020204020204" pitchFamily="34" charset="-122"/>
                <a:ea typeface="微软雅黑" panose="020B0503020204020204" pitchFamily="34" charset="-122"/>
              </a:rPr>
              <a:t>USBKey</a:t>
            </a:r>
            <a:r>
              <a:rPr lang="zh-CN" altLang="en-US" sz="2000" b="1">
                <a:latin typeface="微软雅黑" panose="020B0503020204020204" pitchFamily="34" charset="-122"/>
                <a:ea typeface="微软雅黑" panose="020B0503020204020204" pitchFamily="34" charset="-122"/>
              </a:rPr>
              <a:t>的操作系统安全防护系统</a:t>
            </a:r>
          </a:p>
        </p:txBody>
      </p:sp>
      <p:sp>
        <p:nvSpPr>
          <p:cNvPr id="37" name="Rectangle 8">
            <a:extLst>
              <a:ext uri="{FF2B5EF4-FFF2-40B4-BE49-F238E27FC236}">
                <a16:creationId xmlns:a16="http://schemas.microsoft.com/office/drawing/2014/main" id="{B83F9D64-0B06-1D86-7A05-BD85148FD827}"/>
              </a:ext>
            </a:extLst>
          </p:cNvPr>
          <p:cNvSpPr txBox="1">
            <a:spLocks noChangeArrowheads="1"/>
          </p:cNvSpPr>
          <p:nvPr/>
        </p:nvSpPr>
        <p:spPr>
          <a:xfrm>
            <a:off x="1981200" y="457200"/>
            <a:ext cx="1524000" cy="609600"/>
          </a:xfrm>
          <a:prstGeom prst="rect">
            <a:avLst/>
          </a:prstGeom>
        </p:spPr>
        <p:txBody>
          <a:bodyPr/>
          <a:lstStyle/>
          <a:p>
            <a:pPr>
              <a:defRPr/>
            </a:pPr>
            <a:r>
              <a:rPr kumimoji="1" lang="en-US" altLang="zh-CN" sz="2800" b="1">
                <a:solidFill>
                  <a:srgbClr val="000066"/>
                </a:solidFill>
                <a:effectLst>
                  <a:outerShdw blurRad="38100" dist="38100" dir="2700000" algn="tl">
                    <a:srgbClr val="C0C0C0"/>
                  </a:outerShdw>
                </a:effectLst>
                <a:latin typeface="黑体" pitchFamily="2" charset="-122"/>
                <a:ea typeface="黑体" pitchFamily="2" charset="-122"/>
                <a:cs typeface="Arial" charset="0"/>
              </a:rPr>
              <a:t>TCM</a:t>
            </a:r>
            <a:r>
              <a:rPr kumimoji="1" lang="zh-CN" altLang="en-US" sz="2800" b="1">
                <a:solidFill>
                  <a:srgbClr val="000066"/>
                </a:solidFill>
                <a:effectLst>
                  <a:outerShdw blurRad="38100" dist="38100" dir="2700000" algn="tl">
                    <a:srgbClr val="C0C0C0"/>
                  </a:outerShdw>
                </a:effectLst>
                <a:latin typeface="黑体" pitchFamily="2" charset="-122"/>
                <a:ea typeface="黑体" pitchFamily="2" charset="-122"/>
                <a:cs typeface="Arial" charset="0"/>
              </a:rPr>
              <a:t>应用</a:t>
            </a:r>
            <a:endPar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3">
            <a:extLst>
              <a:ext uri="{FF2B5EF4-FFF2-40B4-BE49-F238E27FC236}">
                <a16:creationId xmlns:a16="http://schemas.microsoft.com/office/drawing/2014/main" id="{DBB58E27-853E-E0FD-AB56-58088AA7F765}"/>
              </a:ext>
            </a:extLst>
          </p:cNvPr>
          <p:cNvSpPr>
            <a:spLocks noChangeArrowheads="1"/>
          </p:cNvSpPr>
          <p:nvPr/>
        </p:nvSpPr>
        <p:spPr bwMode="auto">
          <a:xfrm>
            <a:off x="2362200" y="1219200"/>
            <a:ext cx="2895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zh-CN" altLang="en-US" sz="2000" b="1">
                <a:latin typeface="微软雅黑" panose="020B0503020204020204" pitchFamily="34" charset="-122"/>
                <a:ea typeface="微软雅黑" panose="020B0503020204020204" pitchFamily="34" charset="-122"/>
              </a:rPr>
              <a:t>银联电子支付示范应用 </a:t>
            </a:r>
          </a:p>
        </p:txBody>
      </p:sp>
      <p:sp>
        <p:nvSpPr>
          <p:cNvPr id="9221" name="Rectangle 4">
            <a:extLst>
              <a:ext uri="{FF2B5EF4-FFF2-40B4-BE49-F238E27FC236}">
                <a16:creationId xmlns:a16="http://schemas.microsoft.com/office/drawing/2014/main" id="{921B9C45-C386-492D-FCAB-AD1501A2A923}"/>
              </a:ext>
            </a:extLst>
          </p:cNvPr>
          <p:cNvSpPr>
            <a:spLocks noChangeArrowheads="1"/>
          </p:cNvSpPr>
          <p:nvPr/>
        </p:nvSpPr>
        <p:spPr bwMode="auto">
          <a:xfrm>
            <a:off x="1524001" y="1944916"/>
            <a:ext cx="18473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222" name="Rectangle 6">
            <a:extLst>
              <a:ext uri="{FF2B5EF4-FFF2-40B4-BE49-F238E27FC236}">
                <a16:creationId xmlns:a16="http://schemas.microsoft.com/office/drawing/2014/main" id="{E4C5D37B-D4AF-A897-817F-CDEF5AB33BE7}"/>
              </a:ext>
            </a:extLst>
          </p:cNvPr>
          <p:cNvSpPr>
            <a:spLocks noChangeArrowheads="1"/>
          </p:cNvSpPr>
          <p:nvPr/>
        </p:nvSpPr>
        <p:spPr bwMode="auto">
          <a:xfrm>
            <a:off x="1524001" y="2297341"/>
            <a:ext cx="18473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pic>
        <p:nvPicPr>
          <p:cNvPr id="9223" name="Picture 8" descr="IMG_0769">
            <a:extLst>
              <a:ext uri="{FF2B5EF4-FFF2-40B4-BE49-F238E27FC236}">
                <a16:creationId xmlns:a16="http://schemas.microsoft.com/office/drawing/2014/main" id="{C6EB3090-4875-5F24-9D01-8961F3898A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2800" y="1371600"/>
            <a:ext cx="26670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218" name="Object 2">
            <a:extLst>
              <a:ext uri="{FF2B5EF4-FFF2-40B4-BE49-F238E27FC236}">
                <a16:creationId xmlns:a16="http://schemas.microsoft.com/office/drawing/2014/main" id="{5479B2A0-A973-C439-930B-DF34B2DAEDBC}"/>
              </a:ext>
            </a:extLst>
          </p:cNvPr>
          <p:cNvGraphicFramePr>
            <a:graphicFrameLocks noChangeAspect="1"/>
          </p:cNvGraphicFramePr>
          <p:nvPr/>
        </p:nvGraphicFramePr>
        <p:xfrm>
          <a:off x="6759576" y="3276600"/>
          <a:ext cx="3679825" cy="3276600"/>
        </p:xfrm>
        <a:graphic>
          <a:graphicData uri="http://schemas.openxmlformats.org/presentationml/2006/ole">
            <mc:AlternateContent xmlns:mc="http://schemas.openxmlformats.org/markup-compatibility/2006">
              <mc:Choice xmlns:v="urn:schemas-microsoft-com:vml" Requires="v">
                <p:oleObj r:id="rId3" imgW="6610653" imgH="3912411" progId="">
                  <p:embed/>
                </p:oleObj>
              </mc:Choice>
              <mc:Fallback>
                <p:oleObj r:id="rId3" imgW="6610653" imgH="3912411" progId="">
                  <p:embed/>
                  <p:pic>
                    <p:nvPicPr>
                      <p:cNvPr id="9218" name="Object 2">
                        <a:extLst>
                          <a:ext uri="{FF2B5EF4-FFF2-40B4-BE49-F238E27FC236}">
                            <a16:creationId xmlns:a16="http://schemas.microsoft.com/office/drawing/2014/main" id="{5479B2A0-A973-C439-930B-DF34B2DAED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9576" y="3276600"/>
                        <a:ext cx="3679825" cy="3276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219" name="Object 3">
            <a:extLst>
              <a:ext uri="{FF2B5EF4-FFF2-40B4-BE49-F238E27FC236}">
                <a16:creationId xmlns:a16="http://schemas.microsoft.com/office/drawing/2014/main" id="{2DA01153-221F-B718-02D0-1FA3D07FCA80}"/>
              </a:ext>
            </a:extLst>
          </p:cNvPr>
          <p:cNvGraphicFramePr>
            <a:graphicFrameLocks noChangeAspect="1"/>
          </p:cNvGraphicFramePr>
          <p:nvPr/>
        </p:nvGraphicFramePr>
        <p:xfrm>
          <a:off x="1905000" y="3886200"/>
          <a:ext cx="4419600" cy="2514600"/>
        </p:xfrm>
        <a:graphic>
          <a:graphicData uri="http://schemas.openxmlformats.org/presentationml/2006/ole">
            <mc:AlternateContent xmlns:mc="http://schemas.openxmlformats.org/markup-compatibility/2006">
              <mc:Choice xmlns:v="urn:schemas-microsoft-com:vml" Requires="v">
                <p:oleObj r:id="rId5" imgW="5770970" imgH="2710774" progId="">
                  <p:embed/>
                </p:oleObj>
              </mc:Choice>
              <mc:Fallback>
                <p:oleObj r:id="rId5" imgW="5770970" imgH="2710774" progId="">
                  <p:embed/>
                  <p:pic>
                    <p:nvPicPr>
                      <p:cNvPr id="9219" name="Object 3">
                        <a:extLst>
                          <a:ext uri="{FF2B5EF4-FFF2-40B4-BE49-F238E27FC236}">
                            <a16:creationId xmlns:a16="http://schemas.microsoft.com/office/drawing/2014/main" id="{2DA01153-221F-B718-02D0-1FA3D07FCA8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3886200"/>
                        <a:ext cx="4419600" cy="2514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24" name="Rectangle 12">
            <a:extLst>
              <a:ext uri="{FF2B5EF4-FFF2-40B4-BE49-F238E27FC236}">
                <a16:creationId xmlns:a16="http://schemas.microsoft.com/office/drawing/2014/main" id="{787CE717-EA37-6725-0661-D533A37C8774}"/>
              </a:ext>
            </a:extLst>
          </p:cNvPr>
          <p:cNvSpPr>
            <a:spLocks noChangeArrowheads="1"/>
          </p:cNvSpPr>
          <p:nvPr/>
        </p:nvSpPr>
        <p:spPr bwMode="auto">
          <a:xfrm>
            <a:off x="1828800" y="1828801"/>
            <a:ext cx="4724400" cy="1839913"/>
          </a:xfrm>
          <a:prstGeom prst="rect">
            <a:avLst/>
          </a:prstGeom>
          <a:noFill/>
          <a:ln w="9525">
            <a:solidFill>
              <a:schemeClr val="tx1"/>
            </a:solidFill>
            <a:prstDash val="lgDashDotDot"/>
            <a:miter lim="800000"/>
            <a:headEnd/>
            <a:tailEnd/>
          </a:ln>
          <a:extLst>
            <a:ext uri="{909E8E84-426E-40DD-AFC4-6F175D3DCCD1}">
              <a14:hiddenFill xmlns:a14="http://schemas.microsoft.com/office/drawing/2010/main">
                <a:solidFill>
                  <a:srgbClr val="FFFFFF"/>
                </a:solidFill>
              </a14:hiddenFill>
            </a:ext>
          </a:extLst>
        </p:spPr>
        <p:txBody>
          <a:bodyPr lIns="72000" rIns="72000" anchor="ct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lnSpc>
                <a:spcPct val="120000"/>
              </a:lnSpc>
              <a:spcBef>
                <a:spcPct val="20000"/>
              </a:spcBef>
            </a:pPr>
            <a:r>
              <a:rPr lang="en-US" altLang="zh-CN" sz="2000" b="1">
                <a:latin typeface="黑体" panose="02010609060101010101" pitchFamily="49" charset="-122"/>
                <a:ea typeface="黑体" panose="02010609060101010101" pitchFamily="49" charset="-122"/>
              </a:rPr>
              <a:t>  </a:t>
            </a:r>
            <a:r>
              <a:rPr lang="zh-CN" altLang="en-US" sz="1600" b="1">
                <a:latin typeface="微软雅黑" panose="020B0503020204020204" pitchFamily="34" charset="-122"/>
                <a:ea typeface="微软雅黑" panose="020B0503020204020204" pitchFamily="34" charset="-122"/>
              </a:rPr>
              <a:t>可信支付终端</a:t>
            </a:r>
          </a:p>
          <a:p>
            <a:pPr eaLnBrk="1" hangingPunct="1">
              <a:lnSpc>
                <a:spcPct val="120000"/>
              </a:lnSpc>
              <a:spcBef>
                <a:spcPct val="20000"/>
              </a:spcBef>
            </a:pPr>
            <a:r>
              <a:rPr lang="zh-CN" altLang="en-US" sz="1400" b="1">
                <a:latin typeface="微软雅黑" panose="020B0503020204020204" pitchFamily="34" charset="-122"/>
                <a:ea typeface="微软雅黑" panose="020B0503020204020204" pitchFamily="34" charset="-122"/>
              </a:rPr>
              <a:t>    在系统终端嵌入</a:t>
            </a:r>
            <a:r>
              <a:rPr lang="en-US" altLang="zh-CN" sz="1400" b="1">
                <a:latin typeface="微软雅黑" panose="020B0503020204020204" pitchFamily="34" charset="-122"/>
                <a:ea typeface="微软雅黑" panose="020B0503020204020204" pitchFamily="34" charset="-122"/>
              </a:rPr>
              <a:t>TCM</a:t>
            </a:r>
            <a:r>
              <a:rPr lang="zh-CN" altLang="en-US" sz="1400" b="1">
                <a:latin typeface="微软雅黑" panose="020B0503020204020204" pitchFamily="34" charset="-122"/>
                <a:ea typeface="微软雅黑" panose="020B0503020204020204" pitchFamily="34" charset="-122"/>
              </a:rPr>
              <a:t>，经过与后台终端设备完成认证后，支持用户使用银联卡完成网上支付、账户查询等功能。遵循用户传统的刷卡支付习惯，同时利用</a:t>
            </a:r>
            <a:r>
              <a:rPr lang="en-US" altLang="zh-CN" sz="1400" b="1">
                <a:latin typeface="微软雅黑" panose="020B0503020204020204" pitchFamily="34" charset="-122"/>
                <a:ea typeface="微软雅黑" panose="020B0503020204020204" pitchFamily="34" charset="-122"/>
              </a:rPr>
              <a:t>TCM</a:t>
            </a:r>
            <a:r>
              <a:rPr lang="zh-CN" altLang="en-US" sz="1400" b="1">
                <a:latin typeface="微软雅黑" panose="020B0503020204020204" pitchFamily="34" charset="-122"/>
                <a:ea typeface="微软雅黑" panose="020B0503020204020204" pitchFamily="34" charset="-122"/>
              </a:rPr>
              <a:t>保证支付过程安全可信。</a:t>
            </a:r>
          </a:p>
          <a:p>
            <a:pPr eaLnBrk="1" hangingPunct="1">
              <a:lnSpc>
                <a:spcPct val="120000"/>
              </a:lnSpc>
              <a:spcBef>
                <a:spcPct val="20000"/>
              </a:spcBef>
            </a:pPr>
            <a:r>
              <a:rPr lang="zh-CN" altLang="en-US" sz="1400" b="1">
                <a:latin typeface="微软雅黑" panose="020B0503020204020204" pitchFamily="34" charset="-122"/>
                <a:ea typeface="微软雅黑" panose="020B0503020204020204" pitchFamily="34" charset="-122"/>
              </a:rPr>
              <a:t>    系统在</a:t>
            </a:r>
            <a:r>
              <a:rPr lang="en-US" altLang="zh-CN" sz="1400" b="1">
                <a:latin typeface="微软雅黑" panose="020B0503020204020204" pitchFamily="34" charset="-122"/>
                <a:ea typeface="微软雅黑" panose="020B0503020204020204" pitchFamily="34" charset="-122"/>
              </a:rPr>
              <a:t>08</a:t>
            </a:r>
            <a:r>
              <a:rPr lang="zh-CN" altLang="en-US" sz="1400" b="1">
                <a:latin typeface="微软雅黑" panose="020B0503020204020204" pitchFamily="34" charset="-122"/>
                <a:ea typeface="微软雅黑" panose="020B0503020204020204" pitchFamily="34" charset="-122"/>
              </a:rPr>
              <a:t>年度“金融电子展”亮相后，获得强力关注。</a:t>
            </a:r>
          </a:p>
        </p:txBody>
      </p:sp>
      <p:sp>
        <p:nvSpPr>
          <p:cNvPr id="11" name="Rectangle 8">
            <a:extLst>
              <a:ext uri="{FF2B5EF4-FFF2-40B4-BE49-F238E27FC236}">
                <a16:creationId xmlns:a16="http://schemas.microsoft.com/office/drawing/2014/main" id="{B555B934-1998-6C7A-6B09-AAB24DF489B0}"/>
              </a:ext>
            </a:extLst>
          </p:cNvPr>
          <p:cNvSpPr>
            <a:spLocks noGrp="1" noChangeArrowheads="1"/>
          </p:cNvSpPr>
          <p:nvPr>
            <p:ph type="title"/>
          </p:nvPr>
        </p:nvSpPr>
        <p:spPr>
          <a:xfrm>
            <a:off x="1905000" y="381000"/>
            <a:ext cx="2438400" cy="609600"/>
          </a:xfrm>
        </p:spPr>
        <p:txBody>
          <a:bodyPr/>
          <a:lstStyle/>
          <a:p>
            <a:pPr eaLnBrk="1" hangingPunct="1">
              <a:defRPr/>
            </a:pPr>
            <a:r>
              <a:rPr kumimoji="1" lang="zh-CN" altLang="en-US" dirty="0">
                <a:solidFill>
                  <a:srgbClr val="000066"/>
                </a:solidFill>
                <a:effectLst>
                  <a:outerShdw blurRad="38100" dist="38100" dir="2700000" algn="tl">
                    <a:srgbClr val="C0C0C0"/>
                  </a:outerShdw>
                </a:effectLst>
                <a:latin typeface="黑体" pitchFamily="2" charset="-122"/>
                <a:cs typeface="Arial" charset="0"/>
              </a:rPr>
              <a:t>电子支付应用</a:t>
            </a:r>
          </a:p>
        </p:txBody>
      </p:sp>
      <p:sp>
        <p:nvSpPr>
          <p:cNvPr id="9226" name="灯片编号占位符 1">
            <a:extLst>
              <a:ext uri="{FF2B5EF4-FFF2-40B4-BE49-F238E27FC236}">
                <a16:creationId xmlns:a16="http://schemas.microsoft.com/office/drawing/2014/main" id="{120ED95C-5971-DC6D-9D36-48909E25EBA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9C4B543B-1F45-4B8B-9F5E-BB0C007B3CE9}" type="slidenum">
              <a:rPr lang="en-US" altLang="zh-CN" sz="1400">
                <a:solidFill>
                  <a:schemeClr val="bg1"/>
                </a:solidFill>
              </a:rPr>
              <a:pPr eaLnBrk="1" hangingPunct="1"/>
              <a:t>48</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矩形 3">
            <a:extLst>
              <a:ext uri="{FF2B5EF4-FFF2-40B4-BE49-F238E27FC236}">
                <a16:creationId xmlns:a16="http://schemas.microsoft.com/office/drawing/2014/main" id="{7A030298-A696-676E-3533-157F0F645B7D}"/>
              </a:ext>
            </a:extLst>
          </p:cNvPr>
          <p:cNvSpPr>
            <a:spLocks noChangeArrowheads="1"/>
          </p:cNvSpPr>
          <p:nvPr/>
        </p:nvSpPr>
        <p:spPr bwMode="auto">
          <a:xfrm>
            <a:off x="1981201" y="1371600"/>
            <a:ext cx="32623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zh-CN" altLang="zh-CN" sz="2000" b="1">
                <a:latin typeface="微软雅黑" panose="020B0503020204020204" pitchFamily="34" charset="-122"/>
                <a:ea typeface="微软雅黑" panose="020B0503020204020204" pitchFamily="34" charset="-122"/>
              </a:rPr>
              <a:t>铁路电子支付平台可信终端</a:t>
            </a:r>
            <a:endParaRPr lang="zh-CN" altLang="en-US" sz="2000" b="1">
              <a:latin typeface="微软雅黑" panose="020B0503020204020204" pitchFamily="34" charset="-122"/>
              <a:ea typeface="微软雅黑" panose="020B0503020204020204" pitchFamily="34" charset="-122"/>
            </a:endParaRPr>
          </a:p>
        </p:txBody>
      </p:sp>
      <p:pic>
        <p:nvPicPr>
          <p:cNvPr id="53251" name="Picture 2">
            <a:extLst>
              <a:ext uri="{FF2B5EF4-FFF2-40B4-BE49-F238E27FC236}">
                <a16:creationId xmlns:a16="http://schemas.microsoft.com/office/drawing/2014/main" id="{E6FD1EBB-5ED0-7E80-FB4F-5F29DF7C91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9383"/>
          <a:stretch>
            <a:fillRect/>
          </a:stretch>
        </p:blipFill>
        <p:spPr bwMode="auto">
          <a:xfrm>
            <a:off x="2286000" y="1981200"/>
            <a:ext cx="25908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2" name="Rectangle 5">
            <a:extLst>
              <a:ext uri="{FF2B5EF4-FFF2-40B4-BE49-F238E27FC236}">
                <a16:creationId xmlns:a16="http://schemas.microsoft.com/office/drawing/2014/main" id="{5D11A443-9E86-7F7F-A6C4-499FF8E217BE}"/>
              </a:ext>
            </a:extLst>
          </p:cNvPr>
          <p:cNvSpPr>
            <a:spLocks noChangeArrowheads="1"/>
          </p:cNvSpPr>
          <p:nvPr/>
        </p:nvSpPr>
        <p:spPr bwMode="auto">
          <a:xfrm>
            <a:off x="1676400" y="5429458"/>
            <a:ext cx="3886200" cy="377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1400" b="1">
                <a:latin typeface="微软雅黑" panose="020B0503020204020204" pitchFamily="34" charset="-122"/>
                <a:ea typeface="微软雅黑" panose="020B0503020204020204" pitchFamily="34" charset="-122"/>
                <a:cs typeface="Times New Roman" panose="02020603050405020304" pitchFamily="18" charset="0"/>
              </a:rPr>
              <a:t>安全架构：</a:t>
            </a:r>
            <a:r>
              <a:rPr lang="en-US" altLang="zh-CN" sz="1400" b="1">
                <a:latin typeface="微软雅黑" panose="020B0503020204020204" pitchFamily="34" charset="-122"/>
                <a:ea typeface="微软雅黑" panose="020B0503020204020204" pitchFamily="34" charset="-122"/>
                <a:cs typeface="Times New Roman" panose="02020603050405020304" pitchFamily="18" charset="0"/>
              </a:rPr>
              <a:t>TCM</a:t>
            </a:r>
            <a:r>
              <a:rPr lang="zh-CN" altLang="en-US" sz="1400" b="1">
                <a:latin typeface="微软雅黑" panose="020B0503020204020204" pitchFamily="34" charset="-122"/>
                <a:ea typeface="微软雅黑" panose="020B0503020204020204" pitchFamily="34" charset="-122"/>
                <a:cs typeface="Times New Roman" panose="02020603050405020304" pitchFamily="18" charset="0"/>
              </a:rPr>
              <a:t>可信计算平台 </a:t>
            </a:r>
            <a:r>
              <a:rPr lang="en-US" altLang="zh-CN" sz="1400" b="1">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400" b="1">
                <a:latin typeface="微软雅黑" panose="020B0503020204020204" pitchFamily="34" charset="-122"/>
                <a:ea typeface="微软雅黑" panose="020B0503020204020204" pitchFamily="34" charset="-122"/>
                <a:cs typeface="Times New Roman" panose="02020603050405020304" pitchFamily="18" charset="0"/>
              </a:rPr>
              <a:t>安全操作系统</a:t>
            </a:r>
          </a:p>
        </p:txBody>
      </p:sp>
      <p:sp>
        <p:nvSpPr>
          <p:cNvPr id="53253" name="Rectangle 5">
            <a:extLst>
              <a:ext uri="{FF2B5EF4-FFF2-40B4-BE49-F238E27FC236}">
                <a16:creationId xmlns:a16="http://schemas.microsoft.com/office/drawing/2014/main" id="{E6A500F2-971D-2ED4-B383-73453779A087}"/>
              </a:ext>
            </a:extLst>
          </p:cNvPr>
          <p:cNvSpPr>
            <a:spLocks noChangeArrowheads="1"/>
          </p:cNvSpPr>
          <p:nvPr/>
        </p:nvSpPr>
        <p:spPr bwMode="auto">
          <a:xfrm>
            <a:off x="6629400" y="1143001"/>
            <a:ext cx="2971800"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1800" b="1">
                <a:solidFill>
                  <a:srgbClr val="002060"/>
                </a:solidFill>
                <a:latin typeface="华文新魏" panose="02010800040101010101" pitchFamily="2" charset="-122"/>
                <a:ea typeface="华文新魏" panose="02010800040101010101" pitchFamily="2" charset="-122"/>
              </a:rPr>
              <a:t>瞄准国家等保</a:t>
            </a:r>
            <a:r>
              <a:rPr lang="en-US" altLang="zh-CN" sz="1800" b="1">
                <a:solidFill>
                  <a:srgbClr val="002060"/>
                </a:solidFill>
                <a:latin typeface="华文新魏" panose="02010800040101010101" pitchFamily="2" charset="-122"/>
                <a:ea typeface="华文新魏" panose="02010800040101010101" pitchFamily="2" charset="-122"/>
              </a:rPr>
              <a:t>4</a:t>
            </a:r>
            <a:r>
              <a:rPr lang="zh-CN" altLang="en-US" sz="1800" b="1">
                <a:solidFill>
                  <a:srgbClr val="002060"/>
                </a:solidFill>
                <a:latin typeface="华文新魏" panose="02010800040101010101" pitchFamily="2" charset="-122"/>
                <a:ea typeface="华文新魏" panose="02010800040101010101" pitchFamily="2" charset="-122"/>
              </a:rPr>
              <a:t>级安全要求</a:t>
            </a:r>
          </a:p>
        </p:txBody>
      </p:sp>
      <p:sp>
        <p:nvSpPr>
          <p:cNvPr id="10" name="矩形 9">
            <a:extLst>
              <a:ext uri="{FF2B5EF4-FFF2-40B4-BE49-F238E27FC236}">
                <a16:creationId xmlns:a16="http://schemas.microsoft.com/office/drawing/2014/main" id="{78F8AF05-E2BE-D9C6-D12C-5D93813645CB}"/>
              </a:ext>
            </a:extLst>
          </p:cNvPr>
          <p:cNvSpPr/>
          <p:nvPr/>
        </p:nvSpPr>
        <p:spPr>
          <a:xfrm>
            <a:off x="1905000" y="457201"/>
            <a:ext cx="3276600" cy="523875"/>
          </a:xfrm>
          <a:prstGeom prst="rect">
            <a:avLst/>
          </a:prstGeom>
        </p:spPr>
        <p:txBody>
          <a:bodyPr>
            <a:spAutoFit/>
          </a:bodyPr>
          <a:lstStyle/>
          <a:p>
            <a:pPr>
              <a:defRPr/>
            </a:pPr>
            <a:r>
              <a:rPr kumimoji="1" lang="en-US" altLang="zh-CN"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TCM</a:t>
            </a: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应用方案</a:t>
            </a:r>
          </a:p>
        </p:txBody>
      </p:sp>
      <p:sp>
        <p:nvSpPr>
          <p:cNvPr id="234502" name="Rectangle 6">
            <a:extLst>
              <a:ext uri="{FF2B5EF4-FFF2-40B4-BE49-F238E27FC236}">
                <a16:creationId xmlns:a16="http://schemas.microsoft.com/office/drawing/2014/main" id="{3087C540-8C7F-6CE0-699D-35ADEDA3787F}"/>
              </a:ext>
            </a:extLst>
          </p:cNvPr>
          <p:cNvSpPr>
            <a:spLocks noChangeArrowheads="1"/>
          </p:cNvSpPr>
          <p:nvPr/>
        </p:nvSpPr>
        <p:spPr bwMode="auto">
          <a:xfrm>
            <a:off x="5562600" y="1073429"/>
            <a:ext cx="4953000" cy="5293757"/>
          </a:xfrm>
          <a:prstGeom prst="rect">
            <a:avLst/>
          </a:prstGeom>
          <a:noFill/>
          <a:ln w="9525">
            <a:noFill/>
            <a:miter lim="800000"/>
            <a:headEnd/>
            <a:tailEnd/>
          </a:ln>
          <a:effectLst/>
        </p:spPr>
        <p:txBody>
          <a:bodyPr anchor="ctr">
            <a:spAutoFit/>
          </a:bodyPr>
          <a:lstStyle/>
          <a:p>
            <a:pPr>
              <a:defRPr/>
            </a:pPr>
            <a:r>
              <a:rPr lang="zh-CN" altLang="en-US" sz="1400" b="1" dirty="0">
                <a:latin typeface="微软雅黑" pitchFamily="34" charset="-122"/>
                <a:ea typeface="微软雅黑" pitchFamily="34" charset="-122"/>
                <a:cs typeface="Times New Roman" pitchFamily="18" charset="0"/>
              </a:rPr>
              <a:t>功能规格</a:t>
            </a:r>
            <a:endParaRPr lang="en-US" altLang="zh-CN" sz="1400" b="1" dirty="0">
              <a:latin typeface="微软雅黑" pitchFamily="34" charset="-122"/>
              <a:ea typeface="微软雅黑" pitchFamily="34" charset="-122"/>
              <a:cs typeface="Times New Roman" pitchFamily="18" charset="0"/>
            </a:endParaRPr>
          </a:p>
          <a:p>
            <a:pPr>
              <a:defRPr/>
            </a:pPr>
            <a:endParaRPr lang="zh-CN" altLang="en-US" b="1" dirty="0">
              <a:latin typeface="微软雅黑" pitchFamily="34" charset="-122"/>
              <a:ea typeface="微软雅黑" pitchFamily="34" charset="-122"/>
              <a:cs typeface="Times New Roman" pitchFamily="18" charset="0"/>
            </a:endParaRPr>
          </a:p>
          <a:p>
            <a:pPr indent="133350" eaLnBrk="0" hangingPunct="0">
              <a:buClr>
                <a:srgbClr val="FF0000"/>
              </a:buClr>
              <a:buFont typeface="Wingdings" pitchFamily="2" charset="2"/>
              <a:buChar char="l"/>
              <a:defRPr/>
            </a:pPr>
            <a:r>
              <a:rPr lang="zh-CN" altLang="en-US" sz="1400" b="1" dirty="0">
                <a:solidFill>
                  <a:srgbClr val="002060"/>
                </a:solidFill>
                <a:latin typeface="微软雅黑" pitchFamily="34" charset="-122"/>
                <a:ea typeface="微软雅黑" pitchFamily="34" charset="-122"/>
                <a:cs typeface="Times New Roman" pitchFamily="18" charset="0"/>
              </a:rPr>
              <a:t>可信引导系统</a:t>
            </a:r>
            <a:endParaRPr lang="zh-CN" altLang="en-US" sz="1400" dirty="0">
              <a:solidFill>
                <a:srgbClr val="002060"/>
              </a:solidFill>
              <a:latin typeface="微软雅黑" pitchFamily="34" charset="-122"/>
              <a:ea typeface="微软雅黑" pitchFamily="34" charset="-122"/>
            </a:endParaRPr>
          </a:p>
          <a:p>
            <a:pPr marL="176213" eaLnBrk="0" hangingPunct="0">
              <a:defRPr/>
            </a:pPr>
            <a:r>
              <a:rPr lang="zh-CN" altLang="en-US" sz="1100" b="1" dirty="0">
                <a:latin typeface="微软雅黑" pitchFamily="34" charset="-122"/>
                <a:ea typeface="微软雅黑" pitchFamily="34" charset="-122"/>
                <a:cs typeface="Times New Roman" pitchFamily="18" charset="0"/>
              </a:rPr>
              <a:t>其功能主要是在系统启动时，构建系统引导程序到</a:t>
            </a:r>
            <a:r>
              <a:rPr lang="en-US" altLang="zh-CN" sz="1100" b="1" dirty="0">
                <a:latin typeface="微软雅黑" pitchFamily="34" charset="-122"/>
                <a:ea typeface="微软雅黑" pitchFamily="34" charset="-122"/>
                <a:cs typeface="Times New Roman" pitchFamily="18" charset="0"/>
              </a:rPr>
              <a:t>OS</a:t>
            </a:r>
            <a:r>
              <a:rPr lang="zh-CN" altLang="en-US" sz="1100" b="1" dirty="0">
                <a:latin typeface="微软雅黑" pitchFamily="34" charset="-122"/>
                <a:ea typeface="微软雅黑" pitchFamily="34" charset="-122"/>
                <a:cs typeface="Times New Roman" pitchFamily="18" charset="0"/>
              </a:rPr>
              <a:t>的信任链，需满足如下要求：</a:t>
            </a:r>
            <a:endParaRPr lang="zh-CN" altLang="en-US" sz="1100" b="1" dirty="0">
              <a:latin typeface="微软雅黑" pitchFamily="34" charset="-122"/>
              <a:ea typeface="微软雅黑" pitchFamily="34" charset="-122"/>
            </a:endParaRPr>
          </a:p>
          <a:p>
            <a:pPr marL="271463" indent="-90488" eaLnBrk="0" hangingPunct="0">
              <a:buFont typeface="Wingdings" pitchFamily="2" charset="2"/>
              <a:buChar char="ü"/>
              <a:defRPr/>
            </a:pPr>
            <a:r>
              <a:rPr lang="zh-CN" altLang="en-US" sz="1100" b="1" dirty="0">
                <a:latin typeface="微软雅黑" pitchFamily="34" charset="-122"/>
                <a:ea typeface="微软雅黑" pitchFamily="34" charset="-122"/>
                <a:cs typeface="Times New Roman" pitchFamily="18" charset="0"/>
              </a:rPr>
              <a:t> 在</a:t>
            </a:r>
            <a:r>
              <a:rPr lang="en-US" altLang="zh-CN" sz="1100" b="1" dirty="0">
                <a:latin typeface="微软雅黑" pitchFamily="34" charset="-122"/>
                <a:ea typeface="微软雅黑" pitchFamily="34" charset="-122"/>
                <a:cs typeface="Times New Roman" pitchFamily="18" charset="0"/>
              </a:rPr>
              <a:t>OS</a:t>
            </a:r>
            <a:r>
              <a:rPr lang="zh-CN" altLang="en-US" sz="1100" b="1" dirty="0">
                <a:latin typeface="微软雅黑" pitchFamily="34" charset="-122"/>
                <a:ea typeface="微软雅黑" pitchFamily="34" charset="-122"/>
                <a:cs typeface="Times New Roman" pitchFamily="18" charset="0"/>
              </a:rPr>
              <a:t>未启动前，度量和验证关键系统文件的完整性；</a:t>
            </a:r>
            <a:endParaRPr lang="zh-CN" altLang="en-US" sz="1100" b="1" dirty="0">
              <a:latin typeface="微软雅黑" pitchFamily="34" charset="-122"/>
              <a:ea typeface="微软雅黑" pitchFamily="34" charset="-122"/>
            </a:endParaRPr>
          </a:p>
          <a:p>
            <a:pPr marL="271463" indent="-90488" eaLnBrk="0" hangingPunct="0">
              <a:buFont typeface="Wingdings" pitchFamily="2" charset="2"/>
              <a:buChar char="ü"/>
              <a:defRPr/>
            </a:pPr>
            <a:r>
              <a:rPr lang="zh-CN" altLang="en-US" sz="1100" b="1" dirty="0">
                <a:latin typeface="微软雅黑" pitchFamily="34" charset="-122"/>
                <a:ea typeface="微软雅黑" pitchFamily="34" charset="-122"/>
                <a:cs typeface="Times New Roman" pitchFamily="18" charset="0"/>
              </a:rPr>
              <a:t> 报告系统可信启动链的结果，验证系统启动链；</a:t>
            </a:r>
            <a:endParaRPr lang="zh-CN" altLang="en-US" sz="1100" b="1" dirty="0">
              <a:latin typeface="微软雅黑" pitchFamily="34" charset="-122"/>
              <a:ea typeface="微软雅黑" pitchFamily="34" charset="-122"/>
            </a:endParaRPr>
          </a:p>
          <a:p>
            <a:pPr marL="271463" indent="-90488" eaLnBrk="0" hangingPunct="0">
              <a:buFont typeface="Wingdings" pitchFamily="2" charset="2"/>
              <a:buChar char="ü"/>
              <a:defRPr/>
            </a:pPr>
            <a:r>
              <a:rPr lang="zh-CN" altLang="en-US" sz="1100" b="1" dirty="0">
                <a:latin typeface="微软雅黑" pitchFamily="34" charset="-122"/>
                <a:ea typeface="微软雅黑" pitchFamily="34" charset="-122"/>
                <a:cs typeface="Times New Roman" pitchFamily="18" charset="0"/>
              </a:rPr>
              <a:t> 在系统环境下能够配置可信引导参数，包括启动阶段需要度量的系统文件配置，启动方式的定义</a:t>
            </a:r>
            <a:r>
              <a:rPr lang="en-US" altLang="zh-CN" sz="1100" b="1" dirty="0">
                <a:latin typeface="微软雅黑" pitchFamily="34" charset="-122"/>
                <a:ea typeface="微软雅黑" pitchFamily="34" charset="-122"/>
                <a:cs typeface="Times New Roman" pitchFamily="18" charset="0"/>
              </a:rPr>
              <a:t>(</a:t>
            </a:r>
            <a:r>
              <a:rPr lang="zh-CN" altLang="en-US" sz="1100" b="1" dirty="0">
                <a:latin typeface="微软雅黑" pitchFamily="34" charset="-122"/>
                <a:ea typeface="微软雅黑" pitchFamily="34" charset="-122"/>
                <a:cs typeface="Times New Roman" pitchFamily="18" charset="0"/>
              </a:rPr>
              <a:t>认证启动方式</a:t>
            </a:r>
            <a:r>
              <a:rPr lang="en-US" altLang="zh-CN" sz="1100" b="1" dirty="0">
                <a:latin typeface="微软雅黑" pitchFamily="34" charset="-122"/>
                <a:ea typeface="微软雅黑" pitchFamily="34" charset="-122"/>
                <a:cs typeface="Times New Roman" pitchFamily="18" charset="0"/>
              </a:rPr>
              <a:t>/</a:t>
            </a:r>
            <a:r>
              <a:rPr lang="zh-CN" altLang="en-US" sz="1100" b="1" dirty="0">
                <a:latin typeface="微软雅黑" pitchFamily="34" charset="-122"/>
                <a:ea typeface="微软雅黑" pitchFamily="34" charset="-122"/>
                <a:cs typeface="Times New Roman" pitchFamily="18" charset="0"/>
              </a:rPr>
              <a:t>安全启动方式</a:t>
            </a:r>
            <a:r>
              <a:rPr lang="en-US" altLang="zh-CN" sz="1100" b="1" dirty="0">
                <a:latin typeface="微软雅黑" pitchFamily="34" charset="-122"/>
                <a:ea typeface="微软雅黑" pitchFamily="34" charset="-122"/>
                <a:cs typeface="Times New Roman" pitchFamily="18" charset="0"/>
              </a:rPr>
              <a:t>)</a:t>
            </a:r>
            <a:endParaRPr lang="zh-CN" altLang="en-US" sz="1100" b="1" dirty="0">
              <a:latin typeface="微软雅黑" pitchFamily="34" charset="-122"/>
              <a:ea typeface="微软雅黑" pitchFamily="34" charset="-122"/>
            </a:endParaRPr>
          </a:p>
          <a:p>
            <a:pPr marL="271463" indent="-90488" eaLnBrk="0" hangingPunct="0">
              <a:buFont typeface="Wingdings" pitchFamily="2" charset="2"/>
              <a:buChar char="ü"/>
              <a:defRPr/>
            </a:pPr>
            <a:r>
              <a:rPr lang="zh-CN" altLang="en-US" sz="1100" b="1" dirty="0">
                <a:latin typeface="微软雅黑" pitchFamily="34" charset="-122"/>
                <a:ea typeface="微软雅黑" pitchFamily="34" charset="-122"/>
                <a:cs typeface="Times New Roman" pitchFamily="18" charset="0"/>
              </a:rPr>
              <a:t> 当</a:t>
            </a:r>
            <a:r>
              <a:rPr lang="en-US" altLang="zh-CN" sz="1100" b="1" dirty="0">
                <a:latin typeface="微软雅黑" pitchFamily="34" charset="-122"/>
                <a:ea typeface="微软雅黑" pitchFamily="34" charset="-122"/>
                <a:cs typeface="Times New Roman" pitchFamily="18" charset="0"/>
              </a:rPr>
              <a:t>OS</a:t>
            </a:r>
            <a:r>
              <a:rPr lang="zh-CN" altLang="en-US" sz="1100" b="1" dirty="0">
                <a:latin typeface="微软雅黑" pitchFamily="34" charset="-122"/>
                <a:ea typeface="微软雅黑" pitchFamily="34" charset="-122"/>
                <a:cs typeface="Times New Roman" pitchFamily="18" charset="0"/>
              </a:rPr>
              <a:t>内核文件损坏或被篡改，能够基于备份的系统内核进行恢复。</a:t>
            </a:r>
            <a:endParaRPr lang="en-US" altLang="zh-CN" sz="1100" b="1" dirty="0">
              <a:latin typeface="微软雅黑" pitchFamily="34" charset="-122"/>
              <a:ea typeface="微软雅黑" pitchFamily="34" charset="-122"/>
              <a:cs typeface="Times New Roman" pitchFamily="18" charset="0"/>
            </a:endParaRPr>
          </a:p>
          <a:p>
            <a:pPr indent="133350" eaLnBrk="0" hangingPunct="0">
              <a:defRPr/>
            </a:pPr>
            <a:endParaRPr lang="zh-CN" altLang="en-US" b="1" dirty="0"/>
          </a:p>
          <a:p>
            <a:pPr indent="133350" eaLnBrk="0" hangingPunct="0">
              <a:buClr>
                <a:srgbClr val="FF0000"/>
              </a:buClr>
              <a:buFont typeface="Wingdings" pitchFamily="2" charset="2"/>
              <a:buChar char="l"/>
              <a:defRPr/>
            </a:pPr>
            <a:r>
              <a:rPr lang="zh-CN" altLang="en-US" sz="1400" b="1" dirty="0">
                <a:solidFill>
                  <a:srgbClr val="002060"/>
                </a:solidFill>
                <a:latin typeface="微软雅黑" pitchFamily="34" charset="-122"/>
                <a:ea typeface="微软雅黑" pitchFamily="34" charset="-122"/>
                <a:cs typeface="Times New Roman" pitchFamily="18" charset="0"/>
              </a:rPr>
              <a:t>安全操作系统</a:t>
            </a:r>
          </a:p>
          <a:p>
            <a:pPr marL="271463" indent="-90488" eaLnBrk="0" hangingPunct="0">
              <a:defRPr/>
            </a:pPr>
            <a:r>
              <a:rPr lang="zh-CN" altLang="en-US" sz="1100" b="1" dirty="0">
                <a:latin typeface="微软雅黑" pitchFamily="34" charset="-122"/>
                <a:ea typeface="微软雅黑" pitchFamily="34" charset="-122"/>
                <a:cs typeface="Times New Roman" pitchFamily="18" charset="0"/>
              </a:rPr>
              <a:t>采用银河麒麟安全操作系统，</a:t>
            </a:r>
            <a:r>
              <a:rPr lang="en-US" altLang="zh-CN" sz="1100" b="1" dirty="0">
                <a:latin typeface="微软雅黑" pitchFamily="34" charset="-122"/>
                <a:ea typeface="微软雅黑" pitchFamily="34" charset="-122"/>
                <a:cs typeface="Times New Roman" pitchFamily="18" charset="0"/>
              </a:rPr>
              <a:t>4</a:t>
            </a:r>
            <a:r>
              <a:rPr lang="zh-CN" altLang="en-US" sz="1100" b="1" dirty="0">
                <a:latin typeface="微软雅黑" pitchFamily="34" charset="-122"/>
                <a:ea typeface="微软雅黑" pitchFamily="34" charset="-122"/>
                <a:cs typeface="Times New Roman" pitchFamily="18" charset="0"/>
              </a:rPr>
              <a:t>级</a:t>
            </a:r>
            <a:endParaRPr lang="en-US" altLang="zh-CN" sz="1100" b="1" dirty="0">
              <a:latin typeface="微软雅黑" pitchFamily="34" charset="-122"/>
              <a:ea typeface="微软雅黑" pitchFamily="34" charset="-122"/>
              <a:cs typeface="Times New Roman" pitchFamily="18" charset="0"/>
            </a:endParaRPr>
          </a:p>
          <a:p>
            <a:pPr indent="133350" eaLnBrk="0" hangingPunct="0">
              <a:defRPr/>
            </a:pPr>
            <a:endParaRPr lang="en-US" altLang="zh-CN" sz="1200" b="1" dirty="0">
              <a:latin typeface="Times New Roman" pitchFamily="18" charset="0"/>
              <a:cs typeface="Times New Roman" pitchFamily="18" charset="0"/>
            </a:endParaRPr>
          </a:p>
          <a:p>
            <a:pPr indent="133350" eaLnBrk="0" hangingPunct="0">
              <a:buClr>
                <a:srgbClr val="FF0000"/>
              </a:buClr>
              <a:buFont typeface="Wingdings" pitchFamily="2" charset="2"/>
              <a:buChar char="l"/>
              <a:defRPr/>
            </a:pPr>
            <a:r>
              <a:rPr lang="zh-CN" altLang="en-US" sz="1400" b="1" dirty="0">
                <a:solidFill>
                  <a:srgbClr val="002060"/>
                </a:solidFill>
                <a:latin typeface="微软雅黑" pitchFamily="34" charset="-122"/>
                <a:ea typeface="微软雅黑" pitchFamily="34" charset="-122"/>
                <a:cs typeface="Times New Roman" pitchFamily="18" charset="0"/>
              </a:rPr>
              <a:t>信任链系统</a:t>
            </a:r>
          </a:p>
          <a:p>
            <a:pPr indent="133350" eaLnBrk="0" hangingPunct="0">
              <a:defRPr/>
            </a:pPr>
            <a:r>
              <a:rPr lang="zh-CN" altLang="en-US" sz="1000" dirty="0">
                <a:latin typeface="Times New Roman" pitchFamily="18" charset="0"/>
                <a:cs typeface="Times New Roman" pitchFamily="18" charset="0"/>
              </a:rPr>
              <a:t>  </a:t>
            </a:r>
            <a:r>
              <a:rPr lang="zh-CN" altLang="en-US" sz="1100" b="1" dirty="0">
                <a:latin typeface="微软雅黑" pitchFamily="34" charset="-122"/>
                <a:ea typeface="微软雅黑" pitchFamily="34" charset="-122"/>
                <a:cs typeface="Times New Roman" pitchFamily="18" charset="0"/>
              </a:rPr>
              <a:t>完成</a:t>
            </a:r>
            <a:r>
              <a:rPr lang="en-US" altLang="zh-CN" sz="1100" b="1" dirty="0">
                <a:latin typeface="微软雅黑" pitchFamily="34" charset="-122"/>
                <a:ea typeface="微软雅黑" pitchFamily="34" charset="-122"/>
                <a:cs typeface="Times New Roman" pitchFamily="18" charset="0"/>
              </a:rPr>
              <a:t>OS</a:t>
            </a:r>
            <a:r>
              <a:rPr lang="zh-CN" altLang="en-US" sz="1100" b="1" dirty="0">
                <a:latin typeface="微软雅黑" pitchFamily="34" charset="-122"/>
                <a:ea typeface="微软雅黑" pitchFamily="34" charset="-122"/>
                <a:cs typeface="Times New Roman" pitchFamily="18" charset="0"/>
              </a:rPr>
              <a:t>启动后系统运行环境完整性状态的收集，需提供如下功能：</a:t>
            </a:r>
          </a:p>
          <a:p>
            <a:pPr marL="271463" indent="-90488" eaLnBrk="0" hangingPunct="0">
              <a:defRPr/>
            </a:pPr>
            <a:r>
              <a:rPr lang="en-US" altLang="zh-CN" sz="1100" b="1" dirty="0">
                <a:latin typeface="微软雅黑" pitchFamily="34" charset="-122"/>
                <a:ea typeface="微软雅黑" pitchFamily="34" charset="-122"/>
                <a:cs typeface="Times New Roman" pitchFamily="18" charset="0"/>
              </a:rPr>
              <a:t>1) </a:t>
            </a:r>
            <a:r>
              <a:rPr lang="zh-CN" altLang="en-US" sz="1100" b="1" dirty="0">
                <a:latin typeface="微软雅黑" pitchFamily="34" charset="-122"/>
                <a:ea typeface="微软雅黑" pitchFamily="34" charset="-122"/>
                <a:cs typeface="Times New Roman" pitchFamily="18" charset="0"/>
              </a:rPr>
              <a:t>系统内存度量：对系统运行过程中载入内存的可执行文件进行度量，为用户提供度量列表查询功能，并在</a:t>
            </a:r>
            <a:r>
              <a:rPr lang="en-US" altLang="zh-CN" sz="1100" b="1" dirty="0">
                <a:latin typeface="微软雅黑" pitchFamily="34" charset="-122"/>
                <a:ea typeface="微软雅黑" pitchFamily="34" charset="-122"/>
                <a:cs typeface="Times New Roman" pitchFamily="18" charset="0"/>
              </a:rPr>
              <a:t>TCM</a:t>
            </a:r>
            <a:r>
              <a:rPr lang="zh-CN" altLang="en-US" sz="1100" b="1" dirty="0">
                <a:latin typeface="微软雅黑" pitchFamily="34" charset="-122"/>
                <a:ea typeface="微软雅黑" pitchFamily="34" charset="-122"/>
                <a:cs typeface="Times New Roman" pitchFamily="18" charset="0"/>
              </a:rPr>
              <a:t>芯片中储存度量列表的哈希值。</a:t>
            </a:r>
          </a:p>
          <a:p>
            <a:pPr marL="271463" indent="-90488" eaLnBrk="0" hangingPunct="0">
              <a:defRPr/>
            </a:pPr>
            <a:r>
              <a:rPr lang="en-US" altLang="zh-CN" sz="1100" b="1" dirty="0">
                <a:latin typeface="微软雅黑" pitchFamily="34" charset="-122"/>
                <a:ea typeface="微软雅黑" pitchFamily="34" charset="-122"/>
                <a:cs typeface="Times New Roman" pitchFamily="18" charset="0"/>
              </a:rPr>
              <a:t>2) </a:t>
            </a:r>
            <a:r>
              <a:rPr lang="zh-CN" altLang="en-US" sz="1100" b="1" dirty="0">
                <a:latin typeface="微软雅黑" pitchFamily="34" charset="-122"/>
                <a:ea typeface="微软雅黑" pitchFamily="34" charset="-122"/>
                <a:cs typeface="Times New Roman" pitchFamily="18" charset="0"/>
              </a:rPr>
              <a:t>组件度量：完成对于组件以及组件所处环境的完整性状态度量，可以根据应用程序发来的度量请求，对特定组件进行度量。</a:t>
            </a:r>
          </a:p>
          <a:p>
            <a:pPr marL="271463" indent="-90488" eaLnBrk="0" hangingPunct="0">
              <a:defRPr/>
            </a:pPr>
            <a:r>
              <a:rPr lang="en-US" altLang="zh-CN" sz="1100" b="1" dirty="0">
                <a:latin typeface="微软雅黑" pitchFamily="34" charset="-122"/>
                <a:ea typeface="微软雅黑" pitchFamily="34" charset="-122"/>
                <a:cs typeface="Times New Roman" pitchFamily="18" charset="0"/>
              </a:rPr>
              <a:t>3) </a:t>
            </a:r>
            <a:r>
              <a:rPr lang="zh-CN" altLang="en-US" sz="1100" b="1" dirty="0">
                <a:latin typeface="微软雅黑" pitchFamily="34" charset="-122"/>
                <a:ea typeface="微软雅黑" pitchFamily="34" charset="-122"/>
                <a:cs typeface="Times New Roman" pitchFamily="18" charset="0"/>
              </a:rPr>
              <a:t>远程证明：包括系统环境远程证明以及组件远程证明。系统环境远程证明完成系统内存中可执行内容的远程证明。组件远程证明根据验证方需求，为验证方提供单个组件状态的远程证明。</a:t>
            </a:r>
            <a:endParaRPr lang="en-US" altLang="zh-CN" sz="1100" b="1" dirty="0">
              <a:latin typeface="微软雅黑" pitchFamily="34" charset="-122"/>
              <a:ea typeface="微软雅黑" pitchFamily="34" charset="-122"/>
              <a:cs typeface="Times New Roman" pitchFamily="18" charset="0"/>
            </a:endParaRPr>
          </a:p>
          <a:p>
            <a:pPr marL="271463" indent="-90488" eaLnBrk="0" hangingPunct="0">
              <a:defRPr/>
            </a:pPr>
            <a:endParaRPr lang="zh-CN" altLang="en-US" sz="1100" b="1" dirty="0">
              <a:latin typeface="微软雅黑" pitchFamily="34" charset="-122"/>
              <a:ea typeface="微软雅黑" pitchFamily="34" charset="-122"/>
              <a:cs typeface="Times New Roman" pitchFamily="18" charset="0"/>
            </a:endParaRPr>
          </a:p>
          <a:p>
            <a:pPr indent="133350" eaLnBrk="0" hangingPunct="0">
              <a:buClr>
                <a:srgbClr val="FF0000"/>
              </a:buClr>
              <a:buFont typeface="Wingdings" pitchFamily="2" charset="2"/>
              <a:buChar char="l"/>
              <a:defRPr/>
            </a:pPr>
            <a:r>
              <a:rPr lang="zh-CN" altLang="en-US" sz="1400" b="1" dirty="0">
                <a:solidFill>
                  <a:srgbClr val="002060"/>
                </a:solidFill>
                <a:latin typeface="微软雅黑" pitchFamily="34" charset="-122"/>
                <a:ea typeface="微软雅黑" pitchFamily="34" charset="-122"/>
                <a:cs typeface="Times New Roman" pitchFamily="18" charset="0"/>
              </a:rPr>
              <a:t>敏感信息存储服务</a:t>
            </a:r>
          </a:p>
          <a:p>
            <a:pPr marL="180975" eaLnBrk="0" hangingPunct="0">
              <a:defRPr/>
            </a:pPr>
            <a:r>
              <a:rPr lang="zh-CN" altLang="en-US" sz="1100" b="1" dirty="0">
                <a:latin typeface="微软雅黑" pitchFamily="34" charset="-122"/>
                <a:ea typeface="微软雅黑" pitchFamily="34" charset="-122"/>
                <a:cs typeface="Times New Roman" pitchFamily="18" charset="0"/>
              </a:rPr>
              <a:t>本功能基于</a:t>
            </a:r>
            <a:r>
              <a:rPr lang="en-US" altLang="zh-CN" sz="1100" b="1" dirty="0">
                <a:latin typeface="微软雅黑" pitchFamily="34" charset="-122"/>
                <a:ea typeface="微软雅黑" pitchFamily="34" charset="-122"/>
                <a:cs typeface="Times New Roman" pitchFamily="18" charset="0"/>
              </a:rPr>
              <a:t>TCM</a:t>
            </a:r>
            <a:r>
              <a:rPr lang="zh-CN" altLang="en-US" sz="1100" b="1" dirty="0">
                <a:latin typeface="微软雅黑" pitchFamily="34" charset="-122"/>
                <a:ea typeface="微软雅黑" pitchFamily="34" charset="-122"/>
                <a:cs typeface="Times New Roman" pitchFamily="18" charset="0"/>
              </a:rPr>
              <a:t>可信存储根，可实现密钥管理、平台数据安全保护功能，并为系统提供相应密码服务，确保机密数据不被非法访问、窃取、篡改、冒用。 </a:t>
            </a:r>
          </a:p>
        </p:txBody>
      </p:sp>
      <p:sp>
        <p:nvSpPr>
          <p:cNvPr id="53256" name="灯片编号占位符 1">
            <a:extLst>
              <a:ext uri="{FF2B5EF4-FFF2-40B4-BE49-F238E27FC236}">
                <a16:creationId xmlns:a16="http://schemas.microsoft.com/office/drawing/2014/main" id="{24249999-E202-DD6D-A6F6-AA65ACF1358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9C4425A3-3C47-4CAC-90D6-7485D58D62E9}" type="slidenum">
              <a:rPr lang="en-US" altLang="zh-CN" sz="1400">
                <a:solidFill>
                  <a:schemeClr val="bg1"/>
                </a:solidFill>
              </a:rPr>
              <a:pPr eaLnBrk="1" hangingPunct="1"/>
              <a:t>49</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0FD227D2-2A37-0A13-E896-C4D280CFA6CA}"/>
              </a:ext>
            </a:extLst>
          </p:cNvPr>
          <p:cNvSpPr>
            <a:spLocks noGrp="1" noChangeArrowheads="1"/>
          </p:cNvSpPr>
          <p:nvPr>
            <p:ph type="title"/>
          </p:nvPr>
        </p:nvSpPr>
        <p:spPr>
          <a:xfrm>
            <a:off x="1981200" y="304801"/>
            <a:ext cx="3276600" cy="639763"/>
          </a:xfrm>
        </p:spPr>
        <p:txBody>
          <a:bodyPr/>
          <a:lstStyle/>
          <a:p>
            <a:pPr eaLnBrk="1" hangingPunct="1">
              <a:defRPr/>
            </a:pPr>
            <a:r>
              <a:rPr kumimoji="1" lang="zh-CN" altLang="en-US" dirty="0">
                <a:solidFill>
                  <a:srgbClr val="000066"/>
                </a:solidFill>
                <a:effectLst>
                  <a:outerShdw blurRad="38100" dist="38100" dir="2700000" algn="tl">
                    <a:srgbClr val="C0C0C0"/>
                  </a:outerShdw>
                </a:effectLst>
                <a:latin typeface="黑体" pitchFamily="2" charset="-122"/>
                <a:cs typeface="Arial" charset="0"/>
              </a:rPr>
              <a:t>可信网络接入应用</a:t>
            </a:r>
          </a:p>
        </p:txBody>
      </p:sp>
      <p:pic>
        <p:nvPicPr>
          <p:cNvPr id="54275" name="Picture 4">
            <a:extLst>
              <a:ext uri="{FF2B5EF4-FFF2-40B4-BE49-F238E27FC236}">
                <a16:creationId xmlns:a16="http://schemas.microsoft.com/office/drawing/2014/main" id="{2E1CD2B6-CC26-A900-F1C2-9BAAE2774E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8213" y="1295401"/>
            <a:ext cx="7848600" cy="506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6" name="灯片编号占位符 1">
            <a:extLst>
              <a:ext uri="{FF2B5EF4-FFF2-40B4-BE49-F238E27FC236}">
                <a16:creationId xmlns:a16="http://schemas.microsoft.com/office/drawing/2014/main" id="{27A04114-5417-1412-1290-5C603AE0243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511964CA-3003-4773-8314-6D5264767BF0}" type="slidenum">
              <a:rPr lang="en-US" altLang="zh-CN" sz="1400">
                <a:solidFill>
                  <a:schemeClr val="bg1"/>
                </a:solidFill>
              </a:rPr>
              <a:pPr eaLnBrk="1" hangingPunct="1"/>
              <a:t>50</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ACD8E024-EEFB-DC70-1C6A-3F29157DA346}"/>
              </a:ext>
            </a:extLst>
          </p:cNvPr>
          <p:cNvSpPr>
            <a:spLocks noGrp="1" noChangeArrowheads="1"/>
          </p:cNvSpPr>
          <p:nvPr>
            <p:ph type="title"/>
          </p:nvPr>
        </p:nvSpPr>
        <p:spPr>
          <a:xfrm>
            <a:off x="1981200" y="381000"/>
            <a:ext cx="8229600" cy="1066800"/>
          </a:xfrm>
        </p:spPr>
        <p:txBody>
          <a:bodyPr/>
          <a:lstStyle/>
          <a:p>
            <a:pPr eaLnBrk="1" hangingPunct="1"/>
            <a:r>
              <a:rPr lang="zh-CN" altLang="en-US" sz="4000">
                <a:solidFill>
                  <a:srgbClr val="002060"/>
                </a:solidFill>
              </a:rPr>
              <a:t>内容提纲</a:t>
            </a:r>
          </a:p>
        </p:txBody>
      </p:sp>
      <p:sp>
        <p:nvSpPr>
          <p:cNvPr id="52227" name="Rectangle 3">
            <a:extLst>
              <a:ext uri="{FF2B5EF4-FFF2-40B4-BE49-F238E27FC236}">
                <a16:creationId xmlns:a16="http://schemas.microsoft.com/office/drawing/2014/main" id="{64BC0E11-74A9-9CC6-9E04-7189E0B5299F}"/>
              </a:ext>
            </a:extLst>
          </p:cNvPr>
          <p:cNvSpPr>
            <a:spLocks noGrp="1" noChangeArrowheads="1"/>
          </p:cNvSpPr>
          <p:nvPr>
            <p:ph type="body" idx="1"/>
          </p:nvPr>
        </p:nvSpPr>
        <p:spPr>
          <a:xfrm>
            <a:off x="2743200" y="1828800"/>
            <a:ext cx="5715000" cy="3276600"/>
          </a:xfrm>
        </p:spPr>
        <p:txBody>
          <a:bodyPr/>
          <a:lstStyle/>
          <a:p>
            <a:pPr marL="446088" lvl="1" indent="-357188">
              <a:lnSpc>
                <a:spcPct val="80000"/>
              </a:lnSpc>
              <a:buClr>
                <a:schemeClr val="bg2">
                  <a:lumMod val="50000"/>
                </a:schemeClr>
              </a:buClr>
              <a:buSzPct val="70000"/>
              <a:buFont typeface="Wingdings" pitchFamily="2" charset="2"/>
              <a:buChar char="l"/>
              <a:defRPr/>
            </a:pPr>
            <a:r>
              <a:rPr lang="zh-CN" altLang="en-US" b="1" dirty="0">
                <a:solidFill>
                  <a:schemeClr val="bg1">
                    <a:lumMod val="95000"/>
                  </a:schemeClr>
                </a:solidFill>
                <a:latin typeface="+mn-ea"/>
              </a:rPr>
              <a:t>可信计算概念与技术原理</a:t>
            </a:r>
            <a:endParaRPr lang="en-US" altLang="zh-CN" b="1" dirty="0">
              <a:solidFill>
                <a:schemeClr val="bg1">
                  <a:lumMod val="95000"/>
                </a:schemeClr>
              </a:solidFill>
              <a:latin typeface="+mn-ea"/>
            </a:endParaRPr>
          </a:p>
          <a:p>
            <a:pPr marL="446088" lvl="1" indent="-357188">
              <a:lnSpc>
                <a:spcPct val="80000"/>
              </a:lnSpc>
              <a:buClr>
                <a:schemeClr val="bg2">
                  <a:lumMod val="50000"/>
                </a:schemeClr>
              </a:buClr>
              <a:buSzPct val="70000"/>
              <a:buFont typeface="Wingdings" pitchFamily="2" charset="2"/>
              <a:buChar char="l"/>
              <a:defRPr/>
            </a:pPr>
            <a:endParaRPr lang="zh-CN" altLang="en-US" dirty="0">
              <a:solidFill>
                <a:srgbClr val="002060"/>
              </a:solidFill>
            </a:endParaRPr>
          </a:p>
          <a:p>
            <a:pPr marL="446088" lvl="1" indent="-357188">
              <a:lnSpc>
                <a:spcPct val="80000"/>
              </a:lnSpc>
              <a:buClr>
                <a:schemeClr val="bg2">
                  <a:lumMod val="50000"/>
                </a:schemeClr>
              </a:buClr>
              <a:buSzPct val="70000"/>
              <a:buFont typeface="Wingdings" pitchFamily="2" charset="2"/>
              <a:buChar char="l"/>
              <a:defRPr/>
            </a:pPr>
            <a:r>
              <a:rPr lang="zh-CN" altLang="en-US" b="1" dirty="0">
                <a:solidFill>
                  <a:schemeClr val="bg1">
                    <a:lumMod val="95000"/>
                  </a:schemeClr>
                </a:solidFill>
                <a:latin typeface="+mn-ea"/>
              </a:rPr>
              <a:t>自主可信计算标准体系</a:t>
            </a:r>
            <a:endParaRPr lang="en-US" altLang="zh-CN" b="1" dirty="0">
              <a:solidFill>
                <a:schemeClr val="bg1">
                  <a:lumMod val="95000"/>
                </a:schemeClr>
              </a:solidFill>
              <a:latin typeface="+mn-ea"/>
            </a:endParaRPr>
          </a:p>
          <a:p>
            <a:pPr marL="446088" lvl="1" indent="-357188">
              <a:lnSpc>
                <a:spcPct val="80000"/>
              </a:lnSpc>
              <a:buClr>
                <a:schemeClr val="bg2">
                  <a:lumMod val="50000"/>
                </a:schemeClr>
              </a:buClr>
              <a:buSzPct val="70000"/>
              <a:buFont typeface="Wingdings" pitchFamily="2" charset="2"/>
              <a:buChar char="l"/>
              <a:defRPr/>
            </a:pPr>
            <a:endParaRPr lang="en-US" altLang="zh-CN" b="1" dirty="0">
              <a:solidFill>
                <a:srgbClr val="002060"/>
              </a:solidFill>
            </a:endParaRPr>
          </a:p>
          <a:p>
            <a:pPr marL="446088" lvl="1" indent="-357188">
              <a:lnSpc>
                <a:spcPct val="80000"/>
              </a:lnSpc>
              <a:buClr>
                <a:schemeClr val="bg2">
                  <a:lumMod val="50000"/>
                </a:schemeClr>
              </a:buClr>
              <a:buSzPct val="70000"/>
              <a:buFont typeface="Wingdings" pitchFamily="2" charset="2"/>
              <a:buChar char="l"/>
              <a:defRPr/>
            </a:pPr>
            <a:r>
              <a:rPr lang="zh-CN" altLang="en-US" b="1" dirty="0">
                <a:solidFill>
                  <a:schemeClr val="bg1">
                    <a:lumMod val="95000"/>
                  </a:schemeClr>
                </a:solidFill>
                <a:latin typeface="+mn-ea"/>
              </a:rPr>
              <a:t>可信计算产业与应用</a:t>
            </a:r>
            <a:endParaRPr lang="en-US" altLang="zh-CN" b="1" dirty="0">
              <a:solidFill>
                <a:schemeClr val="bg1">
                  <a:lumMod val="95000"/>
                </a:schemeClr>
              </a:solidFill>
              <a:latin typeface="+mn-ea"/>
            </a:endParaRPr>
          </a:p>
          <a:p>
            <a:pPr marL="446088" lvl="1" indent="-357188">
              <a:lnSpc>
                <a:spcPct val="80000"/>
              </a:lnSpc>
              <a:buClr>
                <a:schemeClr val="bg2">
                  <a:lumMod val="50000"/>
                </a:schemeClr>
              </a:buClr>
              <a:buSzPct val="70000"/>
              <a:buFont typeface="Wingdings" pitchFamily="2" charset="2"/>
              <a:buChar char="l"/>
              <a:defRPr/>
            </a:pPr>
            <a:endParaRPr lang="en-US" altLang="zh-CN" b="1" dirty="0">
              <a:solidFill>
                <a:srgbClr val="002060"/>
              </a:solidFill>
              <a:latin typeface="+mn-ea"/>
            </a:endParaRPr>
          </a:p>
          <a:p>
            <a:pPr marL="446088" lvl="1" indent="-357188">
              <a:lnSpc>
                <a:spcPct val="80000"/>
              </a:lnSpc>
              <a:buClr>
                <a:schemeClr val="bg2">
                  <a:lumMod val="50000"/>
                </a:schemeClr>
              </a:buClr>
              <a:buSzPct val="70000"/>
              <a:buFont typeface="Wingdings" pitchFamily="2" charset="2"/>
              <a:buChar char="l"/>
              <a:defRPr/>
            </a:pPr>
            <a:r>
              <a:rPr lang="zh-CN" altLang="en-US" b="1" dirty="0">
                <a:solidFill>
                  <a:srgbClr val="002060"/>
                </a:solidFill>
                <a:latin typeface="+mn-ea"/>
              </a:rPr>
              <a:t>自主可信计算产业未来发展</a:t>
            </a:r>
            <a:endParaRPr lang="en-US" altLang="zh-CN" b="1" dirty="0">
              <a:solidFill>
                <a:srgbClr val="002060"/>
              </a:solidFill>
              <a:latin typeface="+mn-ea"/>
            </a:endParaRPr>
          </a:p>
          <a:p>
            <a:pPr marL="446088" lvl="1" indent="-357188">
              <a:lnSpc>
                <a:spcPct val="80000"/>
              </a:lnSpc>
              <a:buClr>
                <a:schemeClr val="bg2">
                  <a:lumMod val="50000"/>
                </a:schemeClr>
              </a:buClr>
              <a:buSzPct val="70000"/>
              <a:buNone/>
              <a:defRPr/>
            </a:pPr>
            <a:endParaRPr lang="en-US" altLang="zh-CN" b="1" dirty="0">
              <a:solidFill>
                <a:srgbClr val="002060"/>
              </a:solidFill>
              <a:latin typeface="+mn-ea"/>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FF9AE1E1-B60A-470A-F5B9-6F9679C9D9F8}"/>
              </a:ext>
            </a:extLst>
          </p:cNvPr>
          <p:cNvSpPr txBox="1">
            <a:spLocks noChangeArrowheads="1"/>
          </p:cNvSpPr>
          <p:nvPr/>
        </p:nvSpPr>
        <p:spPr>
          <a:xfrm>
            <a:off x="1676400" y="2057400"/>
            <a:ext cx="1828800" cy="1447800"/>
          </a:xfrm>
          <a:prstGeom prst="rect">
            <a:avLst/>
          </a:prstGeom>
        </p:spPr>
        <p:txBody>
          <a:bodyPr/>
          <a:lstStyle/>
          <a:p>
            <a:pPr>
              <a:defRPr/>
            </a:pPr>
            <a:r>
              <a:rPr lang="zh-CN" altLang="en-US" sz="2000" b="1" kern="0" dirty="0">
                <a:latin typeface="华文新魏" pitchFamily="2" charset="-122"/>
                <a:ea typeface="华文新魏" pitchFamily="2" charset="-122"/>
                <a:cs typeface="+mj-cs"/>
              </a:rPr>
              <a:t>依托自主密码技术，建立完整的自主可信计算技术体系</a:t>
            </a:r>
          </a:p>
        </p:txBody>
      </p:sp>
      <p:sp>
        <p:nvSpPr>
          <p:cNvPr id="56323" name="Rectangle 65">
            <a:extLst>
              <a:ext uri="{FF2B5EF4-FFF2-40B4-BE49-F238E27FC236}">
                <a16:creationId xmlns:a16="http://schemas.microsoft.com/office/drawing/2014/main" id="{7B86E16D-4C04-6C27-E34D-53E0C4B49159}"/>
              </a:ext>
            </a:extLst>
          </p:cNvPr>
          <p:cNvSpPr>
            <a:spLocks noChangeArrowheads="1"/>
          </p:cNvSpPr>
          <p:nvPr/>
        </p:nvSpPr>
        <p:spPr bwMode="auto">
          <a:xfrm>
            <a:off x="1524001" y="-107722"/>
            <a:ext cx="18473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2" name="组合 70">
            <a:extLst>
              <a:ext uri="{FF2B5EF4-FFF2-40B4-BE49-F238E27FC236}">
                <a16:creationId xmlns:a16="http://schemas.microsoft.com/office/drawing/2014/main" id="{357D170E-A1BB-D0B4-E50A-446A1EA1C7C6}"/>
              </a:ext>
            </a:extLst>
          </p:cNvPr>
          <p:cNvGrpSpPr>
            <a:grpSpLocks/>
          </p:cNvGrpSpPr>
          <p:nvPr/>
        </p:nvGrpSpPr>
        <p:grpSpPr bwMode="auto">
          <a:xfrm>
            <a:off x="4900614" y="5757864"/>
            <a:ext cx="4929187" cy="947737"/>
            <a:chOff x="3147848" y="5681670"/>
            <a:chExt cx="4929352" cy="947731"/>
          </a:xfrm>
        </p:grpSpPr>
        <p:sp>
          <p:nvSpPr>
            <p:cNvPr id="56385" name="AutoShape 59">
              <a:extLst>
                <a:ext uri="{FF2B5EF4-FFF2-40B4-BE49-F238E27FC236}">
                  <a16:creationId xmlns:a16="http://schemas.microsoft.com/office/drawing/2014/main" id="{6DFFB737-AB36-D2F5-D14E-636F32C9A696}"/>
                </a:ext>
              </a:extLst>
            </p:cNvPr>
            <p:cNvSpPr>
              <a:spLocks noChangeArrowheads="1"/>
            </p:cNvSpPr>
            <p:nvPr/>
          </p:nvSpPr>
          <p:spPr bwMode="auto">
            <a:xfrm>
              <a:off x="3147848" y="5681670"/>
              <a:ext cx="4929352" cy="947731"/>
            </a:xfrm>
            <a:prstGeom prst="roundRect">
              <a:avLst>
                <a:gd name="adj" fmla="val 16667"/>
              </a:avLst>
            </a:prstGeom>
            <a:solidFill>
              <a:srgbClr val="FFFFFF"/>
            </a:solidFill>
            <a:ln w="9525">
              <a:solidFill>
                <a:srgbClr val="000000"/>
              </a:solidFill>
              <a:round/>
              <a:headEnd/>
              <a:tailEnd/>
            </a:ln>
          </p:spPr>
          <p:txBody>
            <a:bodyPr lIns="72000" tIns="0" rIns="72000" b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zh-CN" altLang="en-US" sz="1200" b="1">
                  <a:latin typeface="Times New Roman" panose="02020603050405020304" pitchFamily="18" charset="0"/>
                  <a:cs typeface="Times New Roman" panose="02020603050405020304" pitchFamily="18" charset="0"/>
                </a:rPr>
                <a:t>可信密码模块</a:t>
              </a:r>
              <a:r>
                <a:rPr lang="en-US" altLang="zh-CN" sz="1200" b="1">
                  <a:latin typeface="Times New Roman" panose="02020603050405020304" pitchFamily="18" charset="0"/>
                  <a:cs typeface="Times New Roman" panose="02020603050405020304" pitchFamily="18" charset="0"/>
                </a:rPr>
                <a:t>TCM</a:t>
              </a:r>
              <a:endParaRPr lang="en-US" altLang="zh-CN" sz="1200"/>
            </a:p>
          </p:txBody>
        </p:sp>
        <p:sp>
          <p:nvSpPr>
            <p:cNvPr id="56386" name="Rectangle 58">
              <a:extLst>
                <a:ext uri="{FF2B5EF4-FFF2-40B4-BE49-F238E27FC236}">
                  <a16:creationId xmlns:a16="http://schemas.microsoft.com/office/drawing/2014/main" id="{2214E66F-9966-1CF9-85F8-53F415CF7E9F}"/>
                </a:ext>
              </a:extLst>
            </p:cNvPr>
            <p:cNvSpPr>
              <a:spLocks noChangeArrowheads="1"/>
            </p:cNvSpPr>
            <p:nvPr/>
          </p:nvSpPr>
          <p:spPr bwMode="auto">
            <a:xfrm>
              <a:off x="3590684" y="6316168"/>
              <a:ext cx="1177859" cy="232917"/>
            </a:xfrm>
            <a:prstGeom prst="rect">
              <a:avLst/>
            </a:prstGeom>
            <a:solidFill>
              <a:srgbClr val="FDE9D9"/>
            </a:solidFill>
            <a:ln w="9525">
              <a:solidFill>
                <a:srgbClr val="000000"/>
              </a:solidFill>
              <a:miter lim="800000"/>
              <a:headEnd/>
              <a:tailEnd/>
            </a:ln>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a:latin typeface="Times New Roman" panose="02020603050405020304" pitchFamily="18" charset="0"/>
                  <a:cs typeface="Times New Roman" panose="02020603050405020304" pitchFamily="18" charset="0"/>
                </a:rPr>
                <a:t>TCM-PC</a:t>
              </a:r>
              <a:endParaRPr lang="en-US" altLang="zh-CN" sz="1200" b="1"/>
            </a:p>
          </p:txBody>
        </p:sp>
        <p:sp>
          <p:nvSpPr>
            <p:cNvPr id="56387" name="Rectangle 48">
              <a:extLst>
                <a:ext uri="{FF2B5EF4-FFF2-40B4-BE49-F238E27FC236}">
                  <a16:creationId xmlns:a16="http://schemas.microsoft.com/office/drawing/2014/main" id="{518B4C79-C296-B01D-03AA-61151C8E9809}"/>
                </a:ext>
              </a:extLst>
            </p:cNvPr>
            <p:cNvSpPr>
              <a:spLocks noChangeArrowheads="1"/>
            </p:cNvSpPr>
            <p:nvPr/>
          </p:nvSpPr>
          <p:spPr bwMode="auto">
            <a:xfrm>
              <a:off x="4997669" y="6316168"/>
              <a:ext cx="1177859" cy="232917"/>
            </a:xfrm>
            <a:prstGeom prst="rect">
              <a:avLst/>
            </a:prstGeom>
            <a:solidFill>
              <a:srgbClr val="FBD4B4"/>
            </a:solidFill>
            <a:ln w="9525">
              <a:solidFill>
                <a:srgbClr val="000000"/>
              </a:solidFill>
              <a:miter lim="800000"/>
              <a:headEnd/>
              <a:tailEnd/>
            </a:ln>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a:latin typeface="Times New Roman" panose="02020603050405020304" pitchFamily="18" charset="0"/>
                  <a:cs typeface="Times New Roman" panose="02020603050405020304" pitchFamily="18" charset="0"/>
                </a:rPr>
                <a:t>TCM-Sever</a:t>
              </a:r>
              <a:endParaRPr lang="en-US" altLang="zh-CN" sz="1200" b="1"/>
            </a:p>
          </p:txBody>
        </p:sp>
        <p:sp>
          <p:nvSpPr>
            <p:cNvPr id="56388" name="Rectangle 47">
              <a:extLst>
                <a:ext uri="{FF2B5EF4-FFF2-40B4-BE49-F238E27FC236}">
                  <a16:creationId xmlns:a16="http://schemas.microsoft.com/office/drawing/2014/main" id="{14322C2C-C2E9-7F1E-425C-9BFA5C132957}"/>
                </a:ext>
              </a:extLst>
            </p:cNvPr>
            <p:cNvSpPr>
              <a:spLocks noChangeArrowheads="1"/>
            </p:cNvSpPr>
            <p:nvPr/>
          </p:nvSpPr>
          <p:spPr bwMode="auto">
            <a:xfrm>
              <a:off x="6394844" y="6308136"/>
              <a:ext cx="1072756" cy="232917"/>
            </a:xfrm>
            <a:prstGeom prst="rect">
              <a:avLst/>
            </a:prstGeom>
            <a:solidFill>
              <a:srgbClr val="FABF8F"/>
            </a:solidFill>
            <a:ln w="9525">
              <a:solidFill>
                <a:srgbClr val="000000"/>
              </a:solidFill>
              <a:miter lim="800000"/>
              <a:headEnd/>
              <a:tailEnd/>
            </a:ln>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a:latin typeface="Times New Roman" panose="02020603050405020304" pitchFamily="18" charset="0"/>
                  <a:cs typeface="Times New Roman" panose="02020603050405020304" pitchFamily="18" charset="0"/>
                </a:rPr>
                <a:t>TCM-Mobile</a:t>
              </a:r>
              <a:endParaRPr lang="en-US" altLang="zh-CN" sz="1200" b="1"/>
            </a:p>
          </p:txBody>
        </p:sp>
        <p:sp>
          <p:nvSpPr>
            <p:cNvPr id="56389" name="Rectangle 46">
              <a:extLst>
                <a:ext uri="{FF2B5EF4-FFF2-40B4-BE49-F238E27FC236}">
                  <a16:creationId xmlns:a16="http://schemas.microsoft.com/office/drawing/2014/main" id="{FBB82D6A-5DEB-E50D-02AC-1CFB6DF01B44}"/>
                </a:ext>
              </a:extLst>
            </p:cNvPr>
            <p:cNvSpPr>
              <a:spLocks noChangeArrowheads="1"/>
            </p:cNvSpPr>
            <p:nvPr/>
          </p:nvSpPr>
          <p:spPr bwMode="auto">
            <a:xfrm>
              <a:off x="3590684" y="5930650"/>
              <a:ext cx="1177859" cy="232917"/>
            </a:xfrm>
            <a:prstGeom prst="rect">
              <a:avLst/>
            </a:prstGeom>
            <a:solidFill>
              <a:srgbClr val="FDE9D9"/>
            </a:solidFill>
            <a:ln w="9525">
              <a:solidFill>
                <a:srgbClr val="000000"/>
              </a:solidFill>
              <a:miter lim="800000"/>
              <a:headEnd/>
              <a:tailEnd/>
            </a:ln>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a:latin typeface="Times New Roman" panose="02020603050405020304" pitchFamily="18" charset="0"/>
                  <a:cs typeface="Times New Roman" panose="02020603050405020304" pitchFamily="18" charset="0"/>
                </a:rPr>
                <a:t>TSM-PC</a:t>
              </a:r>
              <a:endParaRPr lang="en-US" altLang="zh-CN" sz="1200" b="1"/>
            </a:p>
          </p:txBody>
        </p:sp>
        <p:cxnSp>
          <p:nvCxnSpPr>
            <p:cNvPr id="56390" name="AutoShape 45">
              <a:extLst>
                <a:ext uri="{FF2B5EF4-FFF2-40B4-BE49-F238E27FC236}">
                  <a16:creationId xmlns:a16="http://schemas.microsoft.com/office/drawing/2014/main" id="{432B753F-DF59-FB4D-F099-6A1AEACF43B0}"/>
                </a:ext>
              </a:extLst>
            </p:cNvPr>
            <p:cNvCxnSpPr>
              <a:cxnSpLocks noChangeShapeType="1"/>
            </p:cNvCxnSpPr>
            <p:nvPr/>
          </p:nvCxnSpPr>
          <p:spPr bwMode="auto">
            <a:xfrm>
              <a:off x="4186270" y="6155535"/>
              <a:ext cx="0" cy="178837"/>
            </a:xfrm>
            <a:prstGeom prst="straightConnector1">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sp>
          <p:nvSpPr>
            <p:cNvPr id="56391" name="Rectangle 44">
              <a:extLst>
                <a:ext uri="{FF2B5EF4-FFF2-40B4-BE49-F238E27FC236}">
                  <a16:creationId xmlns:a16="http://schemas.microsoft.com/office/drawing/2014/main" id="{EF4292AF-8DC7-03AC-91F7-3D5E8EE1F6D1}"/>
                </a:ext>
              </a:extLst>
            </p:cNvPr>
            <p:cNvSpPr>
              <a:spLocks noChangeArrowheads="1"/>
            </p:cNvSpPr>
            <p:nvPr/>
          </p:nvSpPr>
          <p:spPr bwMode="auto">
            <a:xfrm>
              <a:off x="4997669" y="5930650"/>
              <a:ext cx="1177859" cy="232917"/>
            </a:xfrm>
            <a:prstGeom prst="rect">
              <a:avLst/>
            </a:prstGeom>
            <a:solidFill>
              <a:srgbClr val="FBD4B4"/>
            </a:solidFill>
            <a:ln w="9525">
              <a:solidFill>
                <a:srgbClr val="000000"/>
              </a:solidFill>
              <a:miter lim="800000"/>
              <a:headEnd/>
              <a:tailEnd/>
            </a:ln>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a:latin typeface="Times New Roman" panose="02020603050405020304" pitchFamily="18" charset="0"/>
                  <a:cs typeface="Times New Roman" panose="02020603050405020304" pitchFamily="18" charset="0"/>
                </a:rPr>
                <a:t>TSM-Sever</a:t>
              </a:r>
              <a:endParaRPr lang="en-US" altLang="zh-CN" sz="1200" b="1"/>
            </a:p>
          </p:txBody>
        </p:sp>
        <p:sp>
          <p:nvSpPr>
            <p:cNvPr id="56392" name="Rectangle 43">
              <a:extLst>
                <a:ext uri="{FF2B5EF4-FFF2-40B4-BE49-F238E27FC236}">
                  <a16:creationId xmlns:a16="http://schemas.microsoft.com/office/drawing/2014/main" id="{4B5DF965-D252-CBF7-1E5C-C09E4FE3E9C0}"/>
                </a:ext>
              </a:extLst>
            </p:cNvPr>
            <p:cNvSpPr>
              <a:spLocks noChangeArrowheads="1"/>
            </p:cNvSpPr>
            <p:nvPr/>
          </p:nvSpPr>
          <p:spPr bwMode="auto">
            <a:xfrm>
              <a:off x="6394844" y="5922618"/>
              <a:ext cx="1072756" cy="232917"/>
            </a:xfrm>
            <a:prstGeom prst="rect">
              <a:avLst/>
            </a:prstGeom>
            <a:solidFill>
              <a:srgbClr val="FABF8F"/>
            </a:solidFill>
            <a:ln w="9525">
              <a:solidFill>
                <a:srgbClr val="000000"/>
              </a:solidFill>
              <a:miter lim="800000"/>
              <a:headEnd/>
              <a:tailEnd/>
            </a:ln>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a:latin typeface="Times New Roman" panose="02020603050405020304" pitchFamily="18" charset="0"/>
                  <a:cs typeface="Times New Roman" panose="02020603050405020304" pitchFamily="18" charset="0"/>
                </a:rPr>
                <a:t>TSM-Mobile</a:t>
              </a:r>
              <a:endParaRPr lang="en-US" altLang="zh-CN" sz="1200" b="1"/>
            </a:p>
          </p:txBody>
        </p:sp>
        <p:cxnSp>
          <p:nvCxnSpPr>
            <p:cNvPr id="56393" name="AutoShape 42">
              <a:extLst>
                <a:ext uri="{FF2B5EF4-FFF2-40B4-BE49-F238E27FC236}">
                  <a16:creationId xmlns:a16="http://schemas.microsoft.com/office/drawing/2014/main" id="{6F586001-111B-308D-C8A1-40317789269B}"/>
                </a:ext>
              </a:extLst>
            </p:cNvPr>
            <p:cNvCxnSpPr>
              <a:cxnSpLocks noChangeShapeType="1"/>
            </p:cNvCxnSpPr>
            <p:nvPr/>
          </p:nvCxnSpPr>
          <p:spPr bwMode="auto">
            <a:xfrm>
              <a:off x="5586248" y="6155535"/>
              <a:ext cx="0" cy="178837"/>
            </a:xfrm>
            <a:prstGeom prst="straightConnector1">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56394" name="AutoShape 41">
              <a:extLst>
                <a:ext uri="{FF2B5EF4-FFF2-40B4-BE49-F238E27FC236}">
                  <a16:creationId xmlns:a16="http://schemas.microsoft.com/office/drawing/2014/main" id="{B118150A-E750-7FBD-E0F3-EEE88A9E4305}"/>
                </a:ext>
              </a:extLst>
            </p:cNvPr>
            <p:cNvCxnSpPr>
              <a:cxnSpLocks noChangeShapeType="1"/>
            </p:cNvCxnSpPr>
            <p:nvPr/>
          </p:nvCxnSpPr>
          <p:spPr bwMode="auto">
            <a:xfrm>
              <a:off x="6889531" y="6147504"/>
              <a:ext cx="0" cy="178837"/>
            </a:xfrm>
            <a:prstGeom prst="straightConnector1">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grpSp>
      <p:grpSp>
        <p:nvGrpSpPr>
          <p:cNvPr id="3" name="组合 74">
            <a:extLst>
              <a:ext uri="{FF2B5EF4-FFF2-40B4-BE49-F238E27FC236}">
                <a16:creationId xmlns:a16="http://schemas.microsoft.com/office/drawing/2014/main" id="{DDE8A6A4-D32D-F786-8DD5-2ED71B63D33C}"/>
              </a:ext>
            </a:extLst>
          </p:cNvPr>
          <p:cNvGrpSpPr>
            <a:grpSpLocks/>
          </p:cNvGrpSpPr>
          <p:nvPr/>
        </p:nvGrpSpPr>
        <p:grpSpPr bwMode="auto">
          <a:xfrm>
            <a:off x="3733801" y="1377950"/>
            <a:ext cx="1166813" cy="5327650"/>
            <a:chOff x="1981200" y="1301223"/>
            <a:chExt cx="1166648" cy="5328178"/>
          </a:xfrm>
        </p:grpSpPr>
        <p:sp>
          <p:nvSpPr>
            <p:cNvPr id="56377" name="AutoShape 35">
              <a:extLst>
                <a:ext uri="{FF2B5EF4-FFF2-40B4-BE49-F238E27FC236}">
                  <a16:creationId xmlns:a16="http://schemas.microsoft.com/office/drawing/2014/main" id="{B9A31B75-55C2-A803-7C0B-E0A7B0F7DF59}"/>
                </a:ext>
              </a:extLst>
            </p:cNvPr>
            <p:cNvSpPr>
              <a:spLocks noChangeArrowheads="1"/>
            </p:cNvSpPr>
            <p:nvPr/>
          </p:nvSpPr>
          <p:spPr bwMode="auto">
            <a:xfrm>
              <a:off x="1981200" y="1301223"/>
              <a:ext cx="977462" cy="5328178"/>
            </a:xfrm>
            <a:prstGeom prst="roundRect">
              <a:avLst>
                <a:gd name="adj" fmla="val 16667"/>
              </a:avLst>
            </a:prstGeom>
            <a:solidFill>
              <a:srgbClr val="FFFFFF"/>
            </a:solidFill>
            <a:ln w="9525">
              <a:solidFill>
                <a:srgbClr val="000000"/>
              </a:solidFill>
              <a:round/>
              <a:headEnd/>
              <a:tailEnd/>
            </a:ln>
          </p:spPr>
          <p:txBody>
            <a:bodyPr lIns="0" r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latin typeface="Times New Roman" panose="02020603050405020304" pitchFamily="18" charset="0"/>
                  <a:cs typeface="Times New Roman" panose="02020603050405020304" pitchFamily="18" charset="0"/>
                </a:rPr>
                <a:t>检测平台</a:t>
              </a:r>
              <a:endParaRPr lang="zh-CN" altLang="en-US" sz="1400"/>
            </a:p>
          </p:txBody>
        </p:sp>
        <p:cxnSp>
          <p:nvCxnSpPr>
            <p:cNvPr id="56378" name="AutoShape 34">
              <a:extLst>
                <a:ext uri="{FF2B5EF4-FFF2-40B4-BE49-F238E27FC236}">
                  <a16:creationId xmlns:a16="http://schemas.microsoft.com/office/drawing/2014/main" id="{0B5955AC-C88A-FCB6-8870-3610865A1C9A}"/>
                </a:ext>
              </a:extLst>
            </p:cNvPr>
            <p:cNvCxnSpPr>
              <a:cxnSpLocks noChangeShapeType="1"/>
            </p:cNvCxnSpPr>
            <p:nvPr/>
          </p:nvCxnSpPr>
          <p:spPr bwMode="auto">
            <a:xfrm>
              <a:off x="2958662" y="6147504"/>
              <a:ext cx="189186"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6379" name="AutoShape 33">
              <a:extLst>
                <a:ext uri="{FF2B5EF4-FFF2-40B4-BE49-F238E27FC236}">
                  <a16:creationId xmlns:a16="http://schemas.microsoft.com/office/drawing/2014/main" id="{C194489A-821F-E7D7-385B-52A3D096955C}"/>
                </a:ext>
              </a:extLst>
            </p:cNvPr>
            <p:cNvCxnSpPr>
              <a:cxnSpLocks noChangeShapeType="1"/>
            </p:cNvCxnSpPr>
            <p:nvPr/>
          </p:nvCxnSpPr>
          <p:spPr bwMode="auto">
            <a:xfrm>
              <a:off x="2958662" y="4372515"/>
              <a:ext cx="189186"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6380" name="AutoShape 32">
              <a:extLst>
                <a:ext uri="{FF2B5EF4-FFF2-40B4-BE49-F238E27FC236}">
                  <a16:creationId xmlns:a16="http://schemas.microsoft.com/office/drawing/2014/main" id="{8013B5C8-9B98-D7BD-E5A9-741F0AC2A1CD}"/>
                </a:ext>
              </a:extLst>
            </p:cNvPr>
            <p:cNvCxnSpPr>
              <a:cxnSpLocks noChangeShapeType="1"/>
            </p:cNvCxnSpPr>
            <p:nvPr/>
          </p:nvCxnSpPr>
          <p:spPr bwMode="auto">
            <a:xfrm>
              <a:off x="2958662" y="2301963"/>
              <a:ext cx="189186"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56381" name="Rectangle 31">
              <a:extLst>
                <a:ext uri="{FF2B5EF4-FFF2-40B4-BE49-F238E27FC236}">
                  <a16:creationId xmlns:a16="http://schemas.microsoft.com/office/drawing/2014/main" id="{81AB5A22-C450-0868-B1DA-A51F261FE65A}"/>
                </a:ext>
              </a:extLst>
            </p:cNvPr>
            <p:cNvSpPr>
              <a:spLocks noChangeArrowheads="1"/>
            </p:cNvSpPr>
            <p:nvPr/>
          </p:nvSpPr>
          <p:spPr bwMode="auto">
            <a:xfrm>
              <a:off x="2117834" y="5779655"/>
              <a:ext cx="704193" cy="771036"/>
            </a:xfrm>
            <a:prstGeom prst="rect">
              <a:avLst/>
            </a:prstGeom>
            <a:solidFill>
              <a:srgbClr val="BFBFBF"/>
            </a:solidFill>
            <a:ln w="9525">
              <a:solidFill>
                <a:srgbClr val="000000"/>
              </a:solidFill>
              <a:miter lim="800000"/>
              <a:headEnd/>
              <a:tailEn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Times New Roman" panose="02020603050405020304" pitchFamily="18" charset="0"/>
                  <a:cs typeface="Times New Roman" panose="02020603050405020304" pitchFamily="18" charset="0"/>
                </a:rPr>
                <a:t>模块</a:t>
              </a:r>
            </a:p>
            <a:p>
              <a:pPr algn="ctr"/>
              <a:r>
                <a:rPr lang="zh-CN" altLang="en-US" sz="1200" b="1">
                  <a:latin typeface="Times New Roman" panose="02020603050405020304" pitchFamily="18" charset="0"/>
                  <a:cs typeface="Times New Roman" panose="02020603050405020304" pitchFamily="18" charset="0"/>
                </a:rPr>
                <a:t>检测</a:t>
              </a:r>
            </a:p>
          </p:txBody>
        </p:sp>
        <p:sp>
          <p:nvSpPr>
            <p:cNvPr id="56382" name="Rectangle 30">
              <a:extLst>
                <a:ext uri="{FF2B5EF4-FFF2-40B4-BE49-F238E27FC236}">
                  <a16:creationId xmlns:a16="http://schemas.microsoft.com/office/drawing/2014/main" id="{A6148AC5-4DAF-C8A8-20DD-09CEC40EA03F}"/>
                </a:ext>
              </a:extLst>
            </p:cNvPr>
            <p:cNvSpPr>
              <a:spLocks noChangeArrowheads="1"/>
            </p:cNvSpPr>
            <p:nvPr/>
          </p:nvSpPr>
          <p:spPr bwMode="auto">
            <a:xfrm>
              <a:off x="2117834" y="4420705"/>
              <a:ext cx="704193" cy="859384"/>
            </a:xfrm>
            <a:prstGeom prst="rect">
              <a:avLst/>
            </a:prstGeom>
            <a:solidFill>
              <a:srgbClr val="BFBFBF"/>
            </a:solidFill>
            <a:ln w="9525">
              <a:solidFill>
                <a:srgbClr val="000000"/>
              </a:solidFill>
              <a:miter lim="800000"/>
              <a:headEnd/>
              <a:tailEn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Times New Roman" panose="02020603050405020304" pitchFamily="18" charset="0"/>
                  <a:cs typeface="Times New Roman" panose="02020603050405020304" pitchFamily="18" charset="0"/>
                </a:rPr>
                <a:t>平台</a:t>
              </a:r>
            </a:p>
            <a:p>
              <a:pPr algn="ctr"/>
              <a:r>
                <a:rPr lang="zh-CN" altLang="en-US" sz="1200" b="1">
                  <a:latin typeface="Times New Roman" panose="02020603050405020304" pitchFamily="18" charset="0"/>
                  <a:cs typeface="Times New Roman" panose="02020603050405020304" pitchFamily="18" charset="0"/>
                </a:rPr>
                <a:t>检测</a:t>
              </a:r>
            </a:p>
          </p:txBody>
        </p:sp>
        <p:sp>
          <p:nvSpPr>
            <p:cNvPr id="56383" name="Rectangle 29">
              <a:extLst>
                <a:ext uri="{FF2B5EF4-FFF2-40B4-BE49-F238E27FC236}">
                  <a16:creationId xmlns:a16="http://schemas.microsoft.com/office/drawing/2014/main" id="{8EE80C45-94A8-D6CB-8E45-B2027C5CD632}"/>
                </a:ext>
              </a:extLst>
            </p:cNvPr>
            <p:cNvSpPr>
              <a:spLocks noChangeArrowheads="1"/>
            </p:cNvSpPr>
            <p:nvPr/>
          </p:nvSpPr>
          <p:spPr bwMode="auto">
            <a:xfrm>
              <a:off x="2117834" y="3400689"/>
              <a:ext cx="704193" cy="859384"/>
            </a:xfrm>
            <a:prstGeom prst="rect">
              <a:avLst/>
            </a:prstGeom>
            <a:solidFill>
              <a:srgbClr val="BFBFBF"/>
            </a:solidFill>
            <a:ln w="9525">
              <a:solidFill>
                <a:srgbClr val="000000"/>
              </a:solidFill>
              <a:miter lim="800000"/>
              <a:headEnd/>
              <a:tailEn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Times New Roman" panose="02020603050405020304" pitchFamily="18" charset="0"/>
                  <a:cs typeface="Times New Roman" panose="02020603050405020304" pitchFamily="18" charset="0"/>
                </a:rPr>
                <a:t>支撑</a:t>
              </a:r>
            </a:p>
            <a:p>
              <a:pPr algn="ctr"/>
              <a:r>
                <a:rPr lang="zh-CN" altLang="en-US" sz="1200" b="1">
                  <a:latin typeface="Times New Roman" panose="02020603050405020304" pitchFamily="18" charset="0"/>
                  <a:cs typeface="Times New Roman" panose="02020603050405020304" pitchFamily="18" charset="0"/>
                </a:rPr>
                <a:t>服务</a:t>
              </a:r>
            </a:p>
            <a:p>
              <a:pPr algn="ctr"/>
              <a:r>
                <a:rPr lang="zh-CN" altLang="en-US" sz="1200" b="1">
                  <a:latin typeface="Times New Roman" panose="02020603050405020304" pitchFamily="18" charset="0"/>
                  <a:cs typeface="Times New Roman" panose="02020603050405020304" pitchFamily="18" charset="0"/>
                </a:rPr>
                <a:t>检测</a:t>
              </a:r>
            </a:p>
          </p:txBody>
        </p:sp>
        <p:sp>
          <p:nvSpPr>
            <p:cNvPr id="56384" name="Rectangle 28">
              <a:extLst>
                <a:ext uri="{FF2B5EF4-FFF2-40B4-BE49-F238E27FC236}">
                  <a16:creationId xmlns:a16="http://schemas.microsoft.com/office/drawing/2014/main" id="{2F55850C-0A64-5D50-7F40-985670977420}"/>
                </a:ext>
              </a:extLst>
            </p:cNvPr>
            <p:cNvSpPr>
              <a:spLocks noChangeArrowheads="1"/>
            </p:cNvSpPr>
            <p:nvPr/>
          </p:nvSpPr>
          <p:spPr bwMode="auto">
            <a:xfrm>
              <a:off x="2117834" y="1771876"/>
              <a:ext cx="704193" cy="987889"/>
            </a:xfrm>
            <a:prstGeom prst="rect">
              <a:avLst/>
            </a:prstGeom>
            <a:solidFill>
              <a:srgbClr val="BFBFBF"/>
            </a:solidFill>
            <a:ln w="9525">
              <a:solidFill>
                <a:srgbClr val="000000"/>
              </a:solidFill>
              <a:miter lim="800000"/>
              <a:headEnd/>
              <a:tailEn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Times New Roman" panose="02020603050405020304" pitchFamily="18" charset="0"/>
                  <a:cs typeface="Times New Roman" panose="02020603050405020304" pitchFamily="18" charset="0"/>
                </a:rPr>
                <a:t>应用</a:t>
              </a:r>
              <a:endParaRPr lang="zh-CN" altLang="en-US" sz="1200" b="1"/>
            </a:p>
            <a:p>
              <a:pPr algn="ctr"/>
              <a:r>
                <a:rPr lang="zh-CN" altLang="en-US" sz="1200" b="1">
                  <a:latin typeface="Times New Roman" panose="02020603050405020304" pitchFamily="18" charset="0"/>
                  <a:cs typeface="Times New Roman" panose="02020603050405020304" pitchFamily="18" charset="0"/>
                </a:rPr>
                <a:t>检测</a:t>
              </a:r>
              <a:endParaRPr lang="zh-CN" altLang="en-US" sz="1200" b="1"/>
            </a:p>
          </p:txBody>
        </p:sp>
      </p:grpSp>
      <p:grpSp>
        <p:nvGrpSpPr>
          <p:cNvPr id="5" name="组合 72">
            <a:extLst>
              <a:ext uri="{FF2B5EF4-FFF2-40B4-BE49-F238E27FC236}">
                <a16:creationId xmlns:a16="http://schemas.microsoft.com/office/drawing/2014/main" id="{F5DAE854-C7CE-9BA3-08A1-DAC8927A76F5}"/>
              </a:ext>
            </a:extLst>
          </p:cNvPr>
          <p:cNvGrpSpPr>
            <a:grpSpLocks/>
          </p:cNvGrpSpPr>
          <p:nvPr/>
        </p:nvGrpSpPr>
        <p:grpSpPr bwMode="auto">
          <a:xfrm>
            <a:off x="7832726" y="3090863"/>
            <a:ext cx="1985963" cy="2667000"/>
            <a:chOff x="6080234" y="3015171"/>
            <a:chExt cx="1986455" cy="2666498"/>
          </a:xfrm>
        </p:grpSpPr>
        <p:sp>
          <p:nvSpPr>
            <p:cNvPr id="56370" name="AutoShape 60">
              <a:extLst>
                <a:ext uri="{FF2B5EF4-FFF2-40B4-BE49-F238E27FC236}">
                  <a16:creationId xmlns:a16="http://schemas.microsoft.com/office/drawing/2014/main" id="{B0D9D465-980F-2E73-A026-368A713315AB}"/>
                </a:ext>
              </a:extLst>
            </p:cNvPr>
            <p:cNvSpPr>
              <a:spLocks noChangeArrowheads="1"/>
            </p:cNvSpPr>
            <p:nvPr/>
          </p:nvSpPr>
          <p:spPr bwMode="auto">
            <a:xfrm>
              <a:off x="6080234" y="3015171"/>
              <a:ext cx="1986455" cy="2449645"/>
            </a:xfrm>
            <a:prstGeom prst="roundRect">
              <a:avLst>
                <a:gd name="adj" fmla="val 8810"/>
              </a:avLst>
            </a:prstGeom>
            <a:solidFill>
              <a:srgbClr val="FFFFFF"/>
            </a:solidFill>
            <a:ln w="9525">
              <a:solidFill>
                <a:srgbClr val="000000"/>
              </a:solidFill>
              <a:round/>
              <a:headEnd/>
              <a:tailEnd/>
            </a:ln>
          </p:spPr>
          <p:txBody>
            <a:bodyPr lIns="54000" tIns="10800" rIns="54000" bIns="1080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Times New Roman" panose="02020603050405020304" pitchFamily="18" charset="0"/>
                  <a:cs typeface="Times New Roman" panose="02020603050405020304" pitchFamily="18" charset="0"/>
                </a:rPr>
                <a:t>可信计算基础设施</a:t>
              </a:r>
              <a:endParaRPr lang="zh-CN" altLang="en-US" sz="1200"/>
            </a:p>
          </p:txBody>
        </p:sp>
        <p:cxnSp>
          <p:nvCxnSpPr>
            <p:cNvPr id="56371" name="AutoShape 40">
              <a:extLst>
                <a:ext uri="{FF2B5EF4-FFF2-40B4-BE49-F238E27FC236}">
                  <a16:creationId xmlns:a16="http://schemas.microsoft.com/office/drawing/2014/main" id="{EE6FE02F-D1EA-6B13-7231-E0F3C6424109}"/>
                </a:ext>
              </a:extLst>
            </p:cNvPr>
            <p:cNvCxnSpPr>
              <a:cxnSpLocks noChangeShapeType="1"/>
            </p:cNvCxnSpPr>
            <p:nvPr/>
          </p:nvCxnSpPr>
          <p:spPr bwMode="auto">
            <a:xfrm flipV="1">
              <a:off x="7141779" y="5472847"/>
              <a:ext cx="0" cy="208822"/>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56372" name="Rectangle 39">
              <a:extLst>
                <a:ext uri="{FF2B5EF4-FFF2-40B4-BE49-F238E27FC236}">
                  <a16:creationId xmlns:a16="http://schemas.microsoft.com/office/drawing/2014/main" id="{F7755A32-EC18-8AD2-DEE1-7300A3C0FA14}"/>
                </a:ext>
              </a:extLst>
            </p:cNvPr>
            <p:cNvSpPr>
              <a:spLocks noChangeArrowheads="1"/>
            </p:cNvSpPr>
            <p:nvPr/>
          </p:nvSpPr>
          <p:spPr bwMode="auto">
            <a:xfrm>
              <a:off x="6290441" y="4984525"/>
              <a:ext cx="1597572" cy="329296"/>
            </a:xfrm>
            <a:prstGeom prst="rect">
              <a:avLst/>
            </a:prstGeom>
            <a:solidFill>
              <a:srgbClr val="EAF1DD"/>
            </a:solidFill>
            <a:ln w="15875">
              <a:solidFill>
                <a:srgbClr val="000000"/>
              </a:solidFill>
              <a:miter lim="800000"/>
              <a:headEnd/>
              <a:tailEnd/>
            </a:ln>
          </p:spPr>
          <p:txBody>
            <a:bodyPr tIns="8280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Times New Roman" panose="02020603050405020304" pitchFamily="18" charset="0"/>
                  <a:cs typeface="Times New Roman" panose="02020603050405020304" pitchFamily="18" charset="0"/>
                </a:rPr>
                <a:t>可信证书服务</a:t>
              </a:r>
              <a:endParaRPr lang="zh-CN" altLang="en-US" sz="1200" b="1"/>
            </a:p>
          </p:txBody>
        </p:sp>
        <p:sp>
          <p:nvSpPr>
            <p:cNvPr id="56373" name="Rectangle 38">
              <a:extLst>
                <a:ext uri="{FF2B5EF4-FFF2-40B4-BE49-F238E27FC236}">
                  <a16:creationId xmlns:a16="http://schemas.microsoft.com/office/drawing/2014/main" id="{8BF3BEC5-E379-89D7-42A6-FC7B64F49F05}"/>
                </a:ext>
              </a:extLst>
            </p:cNvPr>
            <p:cNvSpPr>
              <a:spLocks noChangeArrowheads="1"/>
            </p:cNvSpPr>
            <p:nvPr/>
          </p:nvSpPr>
          <p:spPr bwMode="auto">
            <a:xfrm>
              <a:off x="6290441" y="4574912"/>
              <a:ext cx="1597572" cy="313233"/>
            </a:xfrm>
            <a:prstGeom prst="rect">
              <a:avLst/>
            </a:prstGeom>
            <a:solidFill>
              <a:srgbClr val="EAF1DD"/>
            </a:solidFill>
            <a:ln w="15875">
              <a:solidFill>
                <a:srgbClr val="000000"/>
              </a:solidFill>
              <a:miter lim="800000"/>
              <a:headEnd/>
              <a:tailEnd/>
            </a:ln>
          </p:spPr>
          <p:txBody>
            <a:bodyPr tIns="8280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Times New Roman" panose="02020603050405020304" pitchFamily="18" charset="0"/>
                  <a:cs typeface="Times New Roman" panose="02020603050405020304" pitchFamily="18" charset="0"/>
                </a:rPr>
                <a:t>信任</a:t>
              </a:r>
              <a:r>
                <a:rPr lang="en-US" altLang="zh-CN" sz="1200" b="1">
                  <a:latin typeface="Times New Roman" panose="02020603050405020304" pitchFamily="18" charset="0"/>
                  <a:cs typeface="Times New Roman" panose="02020603050405020304" pitchFamily="18" charset="0"/>
                </a:rPr>
                <a:t>(</a:t>
              </a:r>
              <a:r>
                <a:rPr lang="zh-CN" altLang="en-US" sz="1200" b="1">
                  <a:latin typeface="Times New Roman" panose="02020603050405020304" pitchFamily="18" charset="0"/>
                  <a:cs typeface="Times New Roman" panose="02020603050405020304" pitchFamily="18" charset="0"/>
                </a:rPr>
                <a:t>完整性</a:t>
              </a:r>
              <a:r>
                <a:rPr lang="en-US" altLang="zh-CN" sz="1200" b="1">
                  <a:latin typeface="Times New Roman" panose="02020603050405020304" pitchFamily="18" charset="0"/>
                  <a:cs typeface="Times New Roman" panose="02020603050405020304" pitchFamily="18" charset="0"/>
                </a:rPr>
                <a:t>)</a:t>
              </a:r>
              <a:r>
                <a:rPr lang="zh-CN" altLang="en-US" sz="1200" b="1">
                  <a:latin typeface="Times New Roman" panose="02020603050405020304" pitchFamily="18" charset="0"/>
                  <a:cs typeface="Times New Roman" panose="02020603050405020304" pitchFamily="18" charset="0"/>
                </a:rPr>
                <a:t>服务</a:t>
              </a:r>
              <a:endParaRPr lang="zh-CN" altLang="en-US" sz="1200" b="1"/>
            </a:p>
          </p:txBody>
        </p:sp>
        <p:sp>
          <p:nvSpPr>
            <p:cNvPr id="56374" name="Rectangle 37">
              <a:extLst>
                <a:ext uri="{FF2B5EF4-FFF2-40B4-BE49-F238E27FC236}">
                  <a16:creationId xmlns:a16="http://schemas.microsoft.com/office/drawing/2014/main" id="{5762E4BE-9922-BB6E-72D1-F8FCC730DCEF}"/>
                </a:ext>
              </a:extLst>
            </p:cNvPr>
            <p:cNvSpPr>
              <a:spLocks noChangeArrowheads="1"/>
            </p:cNvSpPr>
            <p:nvPr/>
          </p:nvSpPr>
          <p:spPr bwMode="auto">
            <a:xfrm>
              <a:off x="6290441" y="4162087"/>
              <a:ext cx="1597572" cy="322871"/>
            </a:xfrm>
            <a:prstGeom prst="rect">
              <a:avLst/>
            </a:prstGeom>
            <a:solidFill>
              <a:srgbClr val="EAF1DD"/>
            </a:solidFill>
            <a:ln w="15875">
              <a:solidFill>
                <a:srgbClr val="000000"/>
              </a:solidFill>
              <a:miter lim="800000"/>
              <a:headEnd/>
              <a:tailEnd/>
            </a:ln>
          </p:spPr>
          <p:txBody>
            <a:bodyPr tIns="8280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Times New Roman" panose="02020603050405020304" pitchFamily="18" charset="0"/>
                  <a:cs typeface="Times New Roman" panose="02020603050405020304" pitchFamily="18" charset="0"/>
                </a:rPr>
                <a:t>可信网络接入</a:t>
              </a:r>
              <a:endParaRPr lang="zh-CN" altLang="en-US" sz="1200" b="1"/>
            </a:p>
          </p:txBody>
        </p:sp>
        <p:sp>
          <p:nvSpPr>
            <p:cNvPr id="56375" name="Rectangle 36">
              <a:extLst>
                <a:ext uri="{FF2B5EF4-FFF2-40B4-BE49-F238E27FC236}">
                  <a16:creationId xmlns:a16="http://schemas.microsoft.com/office/drawing/2014/main" id="{F66171FF-D6CD-825D-9657-E5988E73B92B}"/>
                </a:ext>
              </a:extLst>
            </p:cNvPr>
            <p:cNvSpPr>
              <a:spLocks noChangeArrowheads="1"/>
            </p:cNvSpPr>
            <p:nvPr/>
          </p:nvSpPr>
          <p:spPr bwMode="auto">
            <a:xfrm>
              <a:off x="6290441" y="3729986"/>
              <a:ext cx="1597572" cy="343753"/>
            </a:xfrm>
            <a:prstGeom prst="rect">
              <a:avLst/>
            </a:prstGeom>
            <a:solidFill>
              <a:srgbClr val="EAF1DD"/>
            </a:solidFill>
            <a:ln w="15875">
              <a:solidFill>
                <a:srgbClr val="000000"/>
              </a:solidFill>
              <a:miter lim="800000"/>
              <a:headEnd/>
              <a:tailEnd/>
            </a:ln>
          </p:spPr>
          <p:txBody>
            <a:bodyPr tIns="8280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Times New Roman" panose="02020603050405020304" pitchFamily="18" charset="0"/>
                  <a:cs typeface="Times New Roman" panose="02020603050405020304" pitchFamily="18" charset="0"/>
                </a:rPr>
                <a:t>可信平台管理服务</a:t>
              </a:r>
              <a:endParaRPr lang="zh-CN" altLang="en-US" sz="1200" b="1"/>
            </a:p>
          </p:txBody>
        </p:sp>
        <p:sp>
          <p:nvSpPr>
            <p:cNvPr id="56376" name="Rectangle 27">
              <a:extLst>
                <a:ext uri="{FF2B5EF4-FFF2-40B4-BE49-F238E27FC236}">
                  <a16:creationId xmlns:a16="http://schemas.microsoft.com/office/drawing/2014/main" id="{E9567A03-DC3D-6E0C-A75E-996376110963}"/>
                </a:ext>
              </a:extLst>
            </p:cNvPr>
            <p:cNvSpPr>
              <a:spLocks noChangeArrowheads="1"/>
            </p:cNvSpPr>
            <p:nvPr/>
          </p:nvSpPr>
          <p:spPr bwMode="auto">
            <a:xfrm>
              <a:off x="6290441" y="3312341"/>
              <a:ext cx="1597572" cy="343753"/>
            </a:xfrm>
            <a:prstGeom prst="rect">
              <a:avLst/>
            </a:prstGeom>
            <a:solidFill>
              <a:srgbClr val="EAF1DD"/>
            </a:solidFill>
            <a:ln w="15875">
              <a:solidFill>
                <a:srgbClr val="000000"/>
              </a:solidFill>
              <a:miter lim="800000"/>
              <a:headEnd/>
              <a:tailEnd/>
            </a:ln>
          </p:spPr>
          <p:txBody>
            <a:bodyPr tIns="8280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Times New Roman" panose="02020603050405020304" pitchFamily="18" charset="0"/>
                  <a:cs typeface="Times New Roman" panose="02020603050405020304" pitchFamily="18" charset="0"/>
                </a:rPr>
                <a:t>密钥管理服务</a:t>
              </a:r>
              <a:endParaRPr lang="zh-CN" altLang="en-US" sz="1200" b="1"/>
            </a:p>
          </p:txBody>
        </p:sp>
      </p:grpSp>
      <p:grpSp>
        <p:nvGrpSpPr>
          <p:cNvPr id="6" name="组合 71">
            <a:extLst>
              <a:ext uri="{FF2B5EF4-FFF2-40B4-BE49-F238E27FC236}">
                <a16:creationId xmlns:a16="http://schemas.microsoft.com/office/drawing/2014/main" id="{B32A78B4-F329-0F11-2CBF-28D4A5B45F62}"/>
              </a:ext>
            </a:extLst>
          </p:cNvPr>
          <p:cNvGrpSpPr>
            <a:grpSpLocks/>
          </p:cNvGrpSpPr>
          <p:nvPr/>
        </p:nvGrpSpPr>
        <p:grpSpPr bwMode="auto">
          <a:xfrm>
            <a:off x="4900614" y="3090863"/>
            <a:ext cx="2816225" cy="2659062"/>
            <a:chOff x="3147848" y="3015171"/>
            <a:chExt cx="2816772" cy="2658467"/>
          </a:xfrm>
        </p:grpSpPr>
        <p:sp>
          <p:nvSpPr>
            <p:cNvPr id="56351" name="AutoShape 62">
              <a:extLst>
                <a:ext uri="{FF2B5EF4-FFF2-40B4-BE49-F238E27FC236}">
                  <a16:creationId xmlns:a16="http://schemas.microsoft.com/office/drawing/2014/main" id="{7C1B7913-A1A9-6F69-420C-13A1EFC8ABC5}"/>
                </a:ext>
              </a:extLst>
            </p:cNvPr>
            <p:cNvSpPr>
              <a:spLocks noChangeArrowheads="1"/>
            </p:cNvSpPr>
            <p:nvPr/>
          </p:nvSpPr>
          <p:spPr bwMode="auto">
            <a:xfrm>
              <a:off x="3147848" y="3015171"/>
              <a:ext cx="2816772" cy="2457676"/>
            </a:xfrm>
            <a:prstGeom prst="roundRect">
              <a:avLst>
                <a:gd name="adj" fmla="val 10769"/>
              </a:avLst>
            </a:prstGeom>
            <a:solidFill>
              <a:srgbClr val="FFFFFF"/>
            </a:solidFill>
            <a:ln w="9525">
              <a:solidFill>
                <a:srgbClr val="000000"/>
              </a:solidFill>
              <a:round/>
              <a:headEnd/>
              <a:tailEnd/>
            </a:ln>
          </p:spPr>
          <p:txBody>
            <a:bodyPr lIns="36000" tIns="0" rIns="36000" bIns="1080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Times New Roman" panose="02020603050405020304" pitchFamily="18" charset="0"/>
                  <a:cs typeface="Times New Roman" panose="02020603050405020304" pitchFamily="18" charset="0"/>
                </a:rPr>
                <a:t>可信计算平台</a:t>
              </a:r>
              <a:endParaRPr lang="zh-CN" altLang="en-US" sz="1200"/>
            </a:p>
          </p:txBody>
        </p:sp>
        <p:cxnSp>
          <p:nvCxnSpPr>
            <p:cNvPr id="56352" name="AutoShape 61">
              <a:extLst>
                <a:ext uri="{FF2B5EF4-FFF2-40B4-BE49-F238E27FC236}">
                  <a16:creationId xmlns:a16="http://schemas.microsoft.com/office/drawing/2014/main" id="{40A01684-B481-71F2-9034-07F1E43D37BF}"/>
                </a:ext>
              </a:extLst>
            </p:cNvPr>
            <p:cNvCxnSpPr>
              <a:cxnSpLocks noChangeShapeType="1"/>
            </p:cNvCxnSpPr>
            <p:nvPr/>
          </p:nvCxnSpPr>
          <p:spPr bwMode="auto">
            <a:xfrm flipV="1">
              <a:off x="4156141" y="5464816"/>
              <a:ext cx="701" cy="208822"/>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56353" name="Rectangle 57">
              <a:extLst>
                <a:ext uri="{FF2B5EF4-FFF2-40B4-BE49-F238E27FC236}">
                  <a16:creationId xmlns:a16="http://schemas.microsoft.com/office/drawing/2014/main" id="{6CDA95F1-77D2-B7CA-DFC2-7F5EB6387086}"/>
                </a:ext>
              </a:extLst>
            </p:cNvPr>
            <p:cNvSpPr>
              <a:spLocks noChangeArrowheads="1"/>
            </p:cNvSpPr>
            <p:nvPr/>
          </p:nvSpPr>
          <p:spPr bwMode="auto">
            <a:xfrm>
              <a:off x="3400097" y="4750001"/>
              <a:ext cx="1589164" cy="674121"/>
            </a:xfrm>
            <a:prstGeom prst="rect">
              <a:avLst/>
            </a:prstGeom>
            <a:solidFill>
              <a:srgbClr val="FDE9D9"/>
            </a:solidFill>
            <a:ln w="15875">
              <a:solidFill>
                <a:srgbClr val="000000"/>
              </a:solidFill>
              <a:miter lim="800000"/>
              <a:headEnd/>
              <a:tailEnd/>
            </a:ln>
          </p:spPr>
          <p:txBody>
            <a:bodyPr t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100" b="1">
                  <a:latin typeface="Times New Roman" panose="02020603050405020304" pitchFamily="18" charset="0"/>
                  <a:cs typeface="Times New Roman" panose="02020603050405020304" pitchFamily="18" charset="0"/>
                </a:rPr>
                <a:t>PC</a:t>
              </a:r>
              <a:r>
                <a:rPr lang="zh-CN" altLang="en-US" sz="1100" b="1">
                  <a:latin typeface="Times New Roman" panose="02020603050405020304" pitchFamily="18" charset="0"/>
                  <a:cs typeface="Times New Roman" panose="02020603050405020304" pitchFamily="18" charset="0"/>
                </a:rPr>
                <a:t>平台</a:t>
              </a:r>
              <a:endParaRPr lang="zh-CN" altLang="en-US" sz="1100" b="1"/>
            </a:p>
          </p:txBody>
        </p:sp>
        <p:sp>
          <p:nvSpPr>
            <p:cNvPr id="56354" name="Rectangle 56">
              <a:extLst>
                <a:ext uri="{FF2B5EF4-FFF2-40B4-BE49-F238E27FC236}">
                  <a16:creationId xmlns:a16="http://schemas.microsoft.com/office/drawing/2014/main" id="{46F9C2EF-B795-D7F0-4575-06A4B5EB248B}"/>
                </a:ext>
              </a:extLst>
            </p:cNvPr>
            <p:cNvSpPr>
              <a:spLocks noChangeArrowheads="1"/>
            </p:cNvSpPr>
            <p:nvPr/>
          </p:nvSpPr>
          <p:spPr bwMode="auto">
            <a:xfrm>
              <a:off x="3400097" y="3986997"/>
              <a:ext cx="1589164" cy="713208"/>
            </a:xfrm>
            <a:prstGeom prst="rect">
              <a:avLst/>
            </a:prstGeom>
            <a:solidFill>
              <a:srgbClr val="FBD4B4"/>
            </a:solidFill>
            <a:ln w="15875">
              <a:solidFill>
                <a:srgbClr val="000000"/>
              </a:solidFill>
              <a:miter lim="800000"/>
              <a:headEnd/>
              <a:tailEnd/>
            </a:ln>
          </p:spPr>
          <p:txBody>
            <a:bodyPr t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zh-CN" altLang="en-US" sz="1100" b="1">
                  <a:latin typeface="Times New Roman" panose="02020603050405020304" pitchFamily="18" charset="0"/>
                  <a:cs typeface="Times New Roman" panose="02020603050405020304" pitchFamily="18" charset="0"/>
                </a:rPr>
                <a:t>服务器平台</a:t>
              </a:r>
              <a:endParaRPr lang="zh-CN" altLang="en-US" sz="1100" b="1"/>
            </a:p>
          </p:txBody>
        </p:sp>
        <p:sp>
          <p:nvSpPr>
            <p:cNvPr id="56355" name="Rectangle 55">
              <a:extLst>
                <a:ext uri="{FF2B5EF4-FFF2-40B4-BE49-F238E27FC236}">
                  <a16:creationId xmlns:a16="http://schemas.microsoft.com/office/drawing/2014/main" id="{2BDE1517-FD96-D7B4-9569-2DBA98140F5B}"/>
                </a:ext>
              </a:extLst>
            </p:cNvPr>
            <p:cNvSpPr>
              <a:spLocks noChangeArrowheads="1"/>
            </p:cNvSpPr>
            <p:nvPr/>
          </p:nvSpPr>
          <p:spPr bwMode="auto">
            <a:xfrm>
              <a:off x="3400097" y="3272183"/>
              <a:ext cx="1589164" cy="680011"/>
            </a:xfrm>
            <a:prstGeom prst="rect">
              <a:avLst/>
            </a:prstGeom>
            <a:solidFill>
              <a:srgbClr val="FABF8F"/>
            </a:solidFill>
            <a:ln w="15875">
              <a:solidFill>
                <a:srgbClr val="000000"/>
              </a:solidFill>
              <a:miter lim="800000"/>
              <a:headEnd/>
              <a:tailEnd/>
            </a:ln>
          </p:spPr>
          <p:txBody>
            <a:bodyPr t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zh-CN" altLang="en-US" sz="1100" b="1">
                  <a:latin typeface="Times New Roman" panose="02020603050405020304" pitchFamily="18" charset="0"/>
                  <a:cs typeface="Times New Roman" panose="02020603050405020304" pitchFamily="18" charset="0"/>
                </a:rPr>
                <a:t>手机平台</a:t>
              </a:r>
              <a:endParaRPr lang="zh-CN" altLang="en-US" sz="1100" b="1"/>
            </a:p>
          </p:txBody>
        </p:sp>
        <p:sp>
          <p:nvSpPr>
            <p:cNvPr id="56356" name="Rectangle 54">
              <a:extLst>
                <a:ext uri="{FF2B5EF4-FFF2-40B4-BE49-F238E27FC236}">
                  <a16:creationId xmlns:a16="http://schemas.microsoft.com/office/drawing/2014/main" id="{6C46B2F3-759D-9913-9F6F-0D2555FDC188}"/>
                </a:ext>
              </a:extLst>
            </p:cNvPr>
            <p:cNvSpPr>
              <a:spLocks noChangeArrowheads="1"/>
            </p:cNvSpPr>
            <p:nvPr/>
          </p:nvSpPr>
          <p:spPr bwMode="auto">
            <a:xfrm>
              <a:off x="3767959" y="5239930"/>
              <a:ext cx="1093076" cy="152601"/>
            </a:xfrm>
            <a:prstGeom prst="rect">
              <a:avLst/>
            </a:prstGeom>
            <a:solidFill>
              <a:srgbClr val="FFFFFF"/>
            </a:solidFill>
            <a:ln w="9525">
              <a:solidFill>
                <a:srgbClr val="000000"/>
              </a:solidFill>
              <a:miter lim="800000"/>
              <a:headEnd/>
              <a:tailEnd/>
            </a:ln>
          </p:spPr>
          <p:txBody>
            <a:bodyPr lIns="18000" tIns="0" rIns="18000" b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b="1">
                  <a:latin typeface="Times New Roman" panose="02020603050405020304" pitchFamily="18" charset="0"/>
                  <a:cs typeface="Times New Roman" panose="02020603050405020304" pitchFamily="18" charset="0"/>
                </a:rPr>
                <a:t>TBB</a:t>
              </a:r>
              <a:r>
                <a:rPr lang="zh-CN" altLang="en-US" sz="1000" b="1">
                  <a:latin typeface="Times New Roman" panose="02020603050405020304" pitchFamily="18" charset="0"/>
                  <a:cs typeface="Times New Roman" panose="02020603050405020304" pitchFamily="18" charset="0"/>
                </a:rPr>
                <a:t>与可信</a:t>
              </a:r>
              <a:r>
                <a:rPr lang="en-US" altLang="zh-CN" sz="1000" b="1">
                  <a:latin typeface="Times New Roman" panose="02020603050405020304" pitchFamily="18" charset="0"/>
                  <a:cs typeface="Times New Roman" panose="02020603050405020304" pitchFamily="18" charset="0"/>
                </a:rPr>
                <a:t>BIOS</a:t>
              </a:r>
              <a:endParaRPr lang="en-US" altLang="zh-CN" sz="1000" b="1"/>
            </a:p>
          </p:txBody>
        </p:sp>
        <p:sp>
          <p:nvSpPr>
            <p:cNvPr id="56357" name="Rectangle 53">
              <a:extLst>
                <a:ext uri="{FF2B5EF4-FFF2-40B4-BE49-F238E27FC236}">
                  <a16:creationId xmlns:a16="http://schemas.microsoft.com/office/drawing/2014/main" id="{F5B6C336-E9CA-BAA7-E009-99F1F2F0D5B7}"/>
                </a:ext>
              </a:extLst>
            </p:cNvPr>
            <p:cNvSpPr>
              <a:spLocks noChangeArrowheads="1"/>
            </p:cNvSpPr>
            <p:nvPr/>
          </p:nvSpPr>
          <p:spPr bwMode="auto">
            <a:xfrm>
              <a:off x="3767959" y="5071266"/>
              <a:ext cx="1093076" cy="152601"/>
            </a:xfrm>
            <a:prstGeom prst="rect">
              <a:avLst/>
            </a:prstGeom>
            <a:solidFill>
              <a:srgbClr val="FFFFFF"/>
            </a:solidFill>
            <a:ln w="9525">
              <a:solidFill>
                <a:srgbClr val="000000"/>
              </a:solidFill>
              <a:miter lim="800000"/>
              <a:headEnd/>
              <a:tailEnd/>
            </a:ln>
          </p:spPr>
          <p:txBody>
            <a:bodyPr lIns="18000" tIns="0" rIns="18000" b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latin typeface="Times New Roman" panose="02020603050405020304" pitchFamily="18" charset="0"/>
                  <a:cs typeface="Times New Roman" panose="02020603050405020304" pitchFamily="18" charset="0"/>
                </a:rPr>
                <a:t>信任链</a:t>
              </a:r>
              <a:endParaRPr lang="zh-CN" altLang="en-US" sz="1000" b="1"/>
            </a:p>
          </p:txBody>
        </p:sp>
        <p:sp>
          <p:nvSpPr>
            <p:cNvPr id="56358" name="Rectangle 52">
              <a:extLst>
                <a:ext uri="{FF2B5EF4-FFF2-40B4-BE49-F238E27FC236}">
                  <a16:creationId xmlns:a16="http://schemas.microsoft.com/office/drawing/2014/main" id="{B459202E-0845-2E13-9D3B-39FD9352D84C}"/>
                </a:ext>
              </a:extLst>
            </p:cNvPr>
            <p:cNvSpPr>
              <a:spLocks noChangeArrowheads="1"/>
            </p:cNvSpPr>
            <p:nvPr/>
          </p:nvSpPr>
          <p:spPr bwMode="auto">
            <a:xfrm>
              <a:off x="3767959" y="4517084"/>
              <a:ext cx="1093076" cy="152601"/>
            </a:xfrm>
            <a:prstGeom prst="rect">
              <a:avLst/>
            </a:prstGeom>
            <a:solidFill>
              <a:srgbClr val="FFFFFF"/>
            </a:solidFill>
            <a:ln w="9525">
              <a:solidFill>
                <a:srgbClr val="000000"/>
              </a:solidFill>
              <a:miter lim="800000"/>
              <a:headEnd/>
              <a:tailEnd/>
            </a:ln>
          </p:spPr>
          <p:txBody>
            <a:bodyPr lIns="18000" tIns="0" rIns="18000" b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b="1">
                  <a:latin typeface="Times New Roman" panose="02020603050405020304" pitchFamily="18" charset="0"/>
                  <a:cs typeface="Times New Roman" panose="02020603050405020304" pitchFamily="18" charset="0"/>
                </a:rPr>
                <a:t>TBB</a:t>
              </a:r>
              <a:r>
                <a:rPr lang="zh-CN" altLang="en-US" sz="1000" b="1">
                  <a:latin typeface="Times New Roman" panose="02020603050405020304" pitchFamily="18" charset="0"/>
                  <a:cs typeface="Times New Roman" panose="02020603050405020304" pitchFamily="18" charset="0"/>
                </a:rPr>
                <a:t>与可信</a:t>
              </a:r>
              <a:r>
                <a:rPr lang="en-US" altLang="zh-CN" sz="1000" b="1">
                  <a:latin typeface="Times New Roman" panose="02020603050405020304" pitchFamily="18" charset="0"/>
                  <a:cs typeface="Times New Roman" panose="02020603050405020304" pitchFamily="18" charset="0"/>
                </a:rPr>
                <a:t>BIOS</a:t>
              </a:r>
              <a:endParaRPr lang="en-US" altLang="zh-CN" sz="1000" b="1"/>
            </a:p>
          </p:txBody>
        </p:sp>
        <p:sp>
          <p:nvSpPr>
            <p:cNvPr id="56359" name="Rectangle 51">
              <a:extLst>
                <a:ext uri="{FF2B5EF4-FFF2-40B4-BE49-F238E27FC236}">
                  <a16:creationId xmlns:a16="http://schemas.microsoft.com/office/drawing/2014/main" id="{D9E08AC4-712F-821E-2C05-76C805C4622B}"/>
                </a:ext>
              </a:extLst>
            </p:cNvPr>
            <p:cNvSpPr>
              <a:spLocks noChangeArrowheads="1"/>
            </p:cNvSpPr>
            <p:nvPr/>
          </p:nvSpPr>
          <p:spPr bwMode="auto">
            <a:xfrm>
              <a:off x="3767959" y="4332357"/>
              <a:ext cx="1093076" cy="152601"/>
            </a:xfrm>
            <a:prstGeom prst="rect">
              <a:avLst/>
            </a:prstGeom>
            <a:solidFill>
              <a:srgbClr val="FFFFFF"/>
            </a:solidFill>
            <a:ln w="9525">
              <a:solidFill>
                <a:srgbClr val="000000"/>
              </a:solidFill>
              <a:miter lim="800000"/>
              <a:headEnd/>
              <a:tailEnd/>
            </a:ln>
          </p:spPr>
          <p:txBody>
            <a:bodyPr lIns="18000" tIns="0" rIns="18000" b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latin typeface="Times New Roman" panose="02020603050405020304" pitchFamily="18" charset="0"/>
                  <a:cs typeface="Times New Roman" panose="02020603050405020304" pitchFamily="18" charset="0"/>
                </a:rPr>
                <a:t>信任链</a:t>
              </a:r>
              <a:endParaRPr lang="zh-CN" altLang="en-US" sz="1000" b="1"/>
            </a:p>
          </p:txBody>
        </p:sp>
        <p:sp>
          <p:nvSpPr>
            <p:cNvPr id="56360" name="Rectangle 50">
              <a:extLst>
                <a:ext uri="{FF2B5EF4-FFF2-40B4-BE49-F238E27FC236}">
                  <a16:creationId xmlns:a16="http://schemas.microsoft.com/office/drawing/2014/main" id="{5BCA0AAD-0424-3BB5-A71C-10FBD77E924A}"/>
                </a:ext>
              </a:extLst>
            </p:cNvPr>
            <p:cNvSpPr>
              <a:spLocks noChangeArrowheads="1"/>
            </p:cNvSpPr>
            <p:nvPr/>
          </p:nvSpPr>
          <p:spPr bwMode="auto">
            <a:xfrm>
              <a:off x="3746938" y="3778175"/>
              <a:ext cx="1093076" cy="152601"/>
            </a:xfrm>
            <a:prstGeom prst="rect">
              <a:avLst/>
            </a:prstGeom>
            <a:solidFill>
              <a:srgbClr val="FFFFFF"/>
            </a:solidFill>
            <a:ln w="9525">
              <a:solidFill>
                <a:srgbClr val="000000"/>
              </a:solidFill>
              <a:miter lim="800000"/>
              <a:headEnd/>
              <a:tailEnd/>
            </a:ln>
          </p:spPr>
          <p:txBody>
            <a:bodyPr lIns="18000" tIns="0" rIns="18000" b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b="1">
                  <a:latin typeface="Times New Roman" panose="02020603050405020304" pitchFamily="18" charset="0"/>
                  <a:cs typeface="Times New Roman" panose="02020603050405020304" pitchFamily="18" charset="0"/>
                </a:rPr>
                <a:t>TBB</a:t>
              </a:r>
              <a:r>
                <a:rPr lang="zh-CN" altLang="en-US" sz="1000" b="1">
                  <a:latin typeface="Times New Roman" panose="02020603050405020304" pitchFamily="18" charset="0"/>
                  <a:cs typeface="Times New Roman" panose="02020603050405020304" pitchFamily="18" charset="0"/>
                </a:rPr>
                <a:t>与可信</a:t>
              </a:r>
              <a:r>
                <a:rPr lang="en-US" altLang="zh-CN" sz="1000" b="1">
                  <a:latin typeface="Times New Roman" panose="02020603050405020304" pitchFamily="18" charset="0"/>
                  <a:cs typeface="Times New Roman" panose="02020603050405020304" pitchFamily="18" charset="0"/>
                </a:rPr>
                <a:t>BIOS</a:t>
              </a:r>
              <a:endParaRPr lang="en-US" altLang="zh-CN" sz="1000" b="1"/>
            </a:p>
          </p:txBody>
        </p:sp>
        <p:sp>
          <p:nvSpPr>
            <p:cNvPr id="56361" name="Rectangle 49">
              <a:extLst>
                <a:ext uri="{FF2B5EF4-FFF2-40B4-BE49-F238E27FC236}">
                  <a16:creationId xmlns:a16="http://schemas.microsoft.com/office/drawing/2014/main" id="{85A8A51E-D2B4-3433-1A08-63678DA3AC0C}"/>
                </a:ext>
              </a:extLst>
            </p:cNvPr>
            <p:cNvSpPr>
              <a:spLocks noChangeArrowheads="1"/>
            </p:cNvSpPr>
            <p:nvPr/>
          </p:nvSpPr>
          <p:spPr bwMode="auto">
            <a:xfrm>
              <a:off x="3746938" y="3609511"/>
              <a:ext cx="1093076" cy="152601"/>
            </a:xfrm>
            <a:prstGeom prst="rect">
              <a:avLst/>
            </a:prstGeom>
            <a:solidFill>
              <a:srgbClr val="FFFFFF"/>
            </a:solidFill>
            <a:ln w="9525">
              <a:solidFill>
                <a:srgbClr val="000000"/>
              </a:solidFill>
              <a:miter lim="800000"/>
              <a:headEnd/>
              <a:tailEnd/>
            </a:ln>
          </p:spPr>
          <p:txBody>
            <a:bodyPr lIns="18000" tIns="0" rIns="18000" b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latin typeface="Times New Roman" panose="02020603050405020304" pitchFamily="18" charset="0"/>
                  <a:cs typeface="Times New Roman" panose="02020603050405020304" pitchFamily="18" charset="0"/>
                </a:rPr>
                <a:t>信任链</a:t>
              </a:r>
              <a:endParaRPr lang="zh-CN" altLang="en-US" sz="1000" b="1"/>
            </a:p>
          </p:txBody>
        </p:sp>
        <p:sp>
          <p:nvSpPr>
            <p:cNvPr id="56362" name="Rectangle 24">
              <a:extLst>
                <a:ext uri="{FF2B5EF4-FFF2-40B4-BE49-F238E27FC236}">
                  <a16:creationId xmlns:a16="http://schemas.microsoft.com/office/drawing/2014/main" id="{D027FEFE-1AD1-A5BE-4185-67AD7DE69996}"/>
                </a:ext>
              </a:extLst>
            </p:cNvPr>
            <p:cNvSpPr>
              <a:spLocks noChangeArrowheads="1"/>
            </p:cNvSpPr>
            <p:nvPr/>
          </p:nvSpPr>
          <p:spPr bwMode="auto">
            <a:xfrm>
              <a:off x="3767959" y="4896177"/>
              <a:ext cx="1093076" cy="152601"/>
            </a:xfrm>
            <a:prstGeom prst="rect">
              <a:avLst/>
            </a:prstGeom>
            <a:solidFill>
              <a:srgbClr val="FFFFFF"/>
            </a:solidFill>
            <a:ln w="9525">
              <a:solidFill>
                <a:srgbClr val="000000"/>
              </a:solidFill>
              <a:miter lim="800000"/>
              <a:headEnd/>
              <a:tailEnd/>
            </a:ln>
          </p:spPr>
          <p:txBody>
            <a:bodyPr lIns="18000" tIns="0" rIns="18000" b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latin typeface="Times New Roman" panose="02020603050405020304" pitchFamily="18" charset="0"/>
                  <a:cs typeface="Times New Roman" panose="02020603050405020304" pitchFamily="18" charset="0"/>
                </a:rPr>
                <a:t>可信</a:t>
              </a:r>
              <a:r>
                <a:rPr lang="en-US" altLang="zh-CN" sz="1000" b="1">
                  <a:latin typeface="Times New Roman" panose="02020603050405020304" pitchFamily="18" charset="0"/>
                  <a:cs typeface="Times New Roman" panose="02020603050405020304" pitchFamily="18" charset="0"/>
                </a:rPr>
                <a:t>OS</a:t>
              </a:r>
              <a:endParaRPr lang="en-US" altLang="zh-CN" sz="1000" b="1"/>
            </a:p>
          </p:txBody>
        </p:sp>
        <p:sp>
          <p:nvSpPr>
            <p:cNvPr id="56363" name="Rectangle 23">
              <a:extLst>
                <a:ext uri="{FF2B5EF4-FFF2-40B4-BE49-F238E27FC236}">
                  <a16:creationId xmlns:a16="http://schemas.microsoft.com/office/drawing/2014/main" id="{61030BF3-B2DD-B585-6F18-42FCABCF632E}"/>
                </a:ext>
              </a:extLst>
            </p:cNvPr>
            <p:cNvSpPr>
              <a:spLocks noChangeArrowheads="1"/>
            </p:cNvSpPr>
            <p:nvPr/>
          </p:nvSpPr>
          <p:spPr bwMode="auto">
            <a:xfrm>
              <a:off x="3767959" y="4146024"/>
              <a:ext cx="1093076" cy="152601"/>
            </a:xfrm>
            <a:prstGeom prst="rect">
              <a:avLst/>
            </a:prstGeom>
            <a:solidFill>
              <a:srgbClr val="FFFFFF"/>
            </a:solidFill>
            <a:ln w="9525">
              <a:solidFill>
                <a:srgbClr val="000000"/>
              </a:solidFill>
              <a:miter lim="800000"/>
              <a:headEnd/>
              <a:tailEnd/>
            </a:ln>
          </p:spPr>
          <p:txBody>
            <a:bodyPr lIns="18000" tIns="0" rIns="18000" b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latin typeface="Times New Roman" panose="02020603050405020304" pitchFamily="18" charset="0"/>
                  <a:cs typeface="Times New Roman" panose="02020603050405020304" pitchFamily="18" charset="0"/>
                </a:rPr>
                <a:t>可信</a:t>
              </a:r>
              <a:r>
                <a:rPr lang="en-US" altLang="zh-CN" sz="1000" b="1">
                  <a:latin typeface="Times New Roman" panose="02020603050405020304" pitchFamily="18" charset="0"/>
                  <a:cs typeface="Times New Roman" panose="02020603050405020304" pitchFamily="18" charset="0"/>
                </a:rPr>
                <a:t>OS</a:t>
              </a:r>
              <a:endParaRPr lang="en-US" altLang="zh-CN" sz="1000" b="1"/>
            </a:p>
          </p:txBody>
        </p:sp>
        <p:sp>
          <p:nvSpPr>
            <p:cNvPr id="56364" name="Rectangle 22">
              <a:extLst>
                <a:ext uri="{FF2B5EF4-FFF2-40B4-BE49-F238E27FC236}">
                  <a16:creationId xmlns:a16="http://schemas.microsoft.com/office/drawing/2014/main" id="{863C7B7F-F700-950B-8F86-30A755B30540}"/>
                </a:ext>
              </a:extLst>
            </p:cNvPr>
            <p:cNvSpPr>
              <a:spLocks noChangeArrowheads="1"/>
            </p:cNvSpPr>
            <p:nvPr/>
          </p:nvSpPr>
          <p:spPr bwMode="auto">
            <a:xfrm>
              <a:off x="3746938" y="3432815"/>
              <a:ext cx="1093076" cy="152601"/>
            </a:xfrm>
            <a:prstGeom prst="rect">
              <a:avLst/>
            </a:prstGeom>
            <a:solidFill>
              <a:srgbClr val="FFFFFF"/>
            </a:solidFill>
            <a:ln w="9525">
              <a:solidFill>
                <a:srgbClr val="000000"/>
              </a:solidFill>
              <a:miter lim="800000"/>
              <a:headEnd/>
              <a:tailEnd/>
            </a:ln>
          </p:spPr>
          <p:txBody>
            <a:bodyPr lIns="18000" tIns="0" rIns="18000" b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000" b="1">
                  <a:latin typeface="Times New Roman" panose="02020603050405020304" pitchFamily="18" charset="0"/>
                  <a:cs typeface="Times New Roman" panose="02020603050405020304" pitchFamily="18" charset="0"/>
                </a:rPr>
                <a:t>可信</a:t>
              </a:r>
              <a:r>
                <a:rPr lang="en-US" altLang="zh-CN" sz="1000" b="1">
                  <a:latin typeface="Times New Roman" panose="02020603050405020304" pitchFamily="18" charset="0"/>
                  <a:cs typeface="Times New Roman" panose="02020603050405020304" pitchFamily="18" charset="0"/>
                </a:rPr>
                <a:t>OS</a:t>
              </a:r>
              <a:endParaRPr lang="en-US" altLang="zh-CN" sz="1000" b="1"/>
            </a:p>
          </p:txBody>
        </p:sp>
        <p:sp>
          <p:nvSpPr>
            <p:cNvPr id="56365" name="Rectangle 19">
              <a:extLst>
                <a:ext uri="{FF2B5EF4-FFF2-40B4-BE49-F238E27FC236}">
                  <a16:creationId xmlns:a16="http://schemas.microsoft.com/office/drawing/2014/main" id="{C22EBBB6-1435-896E-1B94-7BC92D5F004A}"/>
                </a:ext>
              </a:extLst>
            </p:cNvPr>
            <p:cNvSpPr>
              <a:spLocks noChangeArrowheads="1"/>
            </p:cNvSpPr>
            <p:nvPr/>
          </p:nvSpPr>
          <p:spPr bwMode="auto">
            <a:xfrm>
              <a:off x="5123793" y="3768537"/>
              <a:ext cx="693683" cy="1623994"/>
            </a:xfrm>
            <a:prstGeom prst="rect">
              <a:avLst/>
            </a:prstGeom>
            <a:solidFill>
              <a:srgbClr val="EAF1DD"/>
            </a:solidFill>
            <a:ln w="15875">
              <a:solidFill>
                <a:srgbClr val="000000"/>
              </a:solidFill>
              <a:miter lim="800000"/>
              <a:headEnd/>
              <a:tailEnd/>
            </a:ln>
          </p:spPr>
          <p:txBody>
            <a:bodyPr lIns="0" tIns="262800" r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100" b="1">
                  <a:latin typeface="Times New Roman" panose="02020603050405020304" pitchFamily="18" charset="0"/>
                  <a:cs typeface="Times New Roman" panose="02020603050405020304" pitchFamily="18" charset="0"/>
                </a:rPr>
                <a:t>可信</a:t>
              </a:r>
              <a:endParaRPr lang="zh-CN" altLang="en-US" sz="1100" b="1"/>
            </a:p>
            <a:p>
              <a:pPr algn="ctr"/>
              <a:r>
                <a:rPr lang="zh-CN" altLang="en-US" sz="1100" b="1">
                  <a:latin typeface="Times New Roman" panose="02020603050405020304" pitchFamily="18" charset="0"/>
                  <a:cs typeface="Times New Roman" panose="02020603050405020304" pitchFamily="18" charset="0"/>
                </a:rPr>
                <a:t>外设</a:t>
              </a:r>
              <a:endParaRPr lang="zh-CN" altLang="en-US" sz="1100" b="1"/>
            </a:p>
          </p:txBody>
        </p:sp>
        <p:cxnSp>
          <p:nvCxnSpPr>
            <p:cNvPr id="56366" name="AutoShape 18">
              <a:extLst>
                <a:ext uri="{FF2B5EF4-FFF2-40B4-BE49-F238E27FC236}">
                  <a16:creationId xmlns:a16="http://schemas.microsoft.com/office/drawing/2014/main" id="{8DD21923-50D2-1CDC-B9BD-810BAB7E2DDD}"/>
                </a:ext>
              </a:extLst>
            </p:cNvPr>
            <p:cNvCxnSpPr>
              <a:cxnSpLocks noChangeShapeType="1"/>
            </p:cNvCxnSpPr>
            <p:nvPr/>
          </p:nvCxnSpPr>
          <p:spPr bwMode="auto">
            <a:xfrm flipH="1">
              <a:off x="4976648" y="5008620"/>
              <a:ext cx="136634"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6367" name="AutoShape 17">
              <a:extLst>
                <a:ext uri="{FF2B5EF4-FFF2-40B4-BE49-F238E27FC236}">
                  <a16:creationId xmlns:a16="http://schemas.microsoft.com/office/drawing/2014/main" id="{4698DB58-618B-7231-394B-BB5472557B64}"/>
                </a:ext>
              </a:extLst>
            </p:cNvPr>
            <p:cNvCxnSpPr>
              <a:cxnSpLocks noChangeShapeType="1"/>
            </p:cNvCxnSpPr>
            <p:nvPr/>
          </p:nvCxnSpPr>
          <p:spPr bwMode="auto">
            <a:xfrm flipH="1">
              <a:off x="4976648" y="4419099"/>
              <a:ext cx="136634"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6368" name="AutoShape 16">
              <a:extLst>
                <a:ext uri="{FF2B5EF4-FFF2-40B4-BE49-F238E27FC236}">
                  <a16:creationId xmlns:a16="http://schemas.microsoft.com/office/drawing/2014/main" id="{7C8737F8-0A19-339A-9820-D97CCE561F0B}"/>
                </a:ext>
              </a:extLst>
            </p:cNvPr>
            <p:cNvCxnSpPr>
              <a:cxnSpLocks noChangeShapeType="1"/>
            </p:cNvCxnSpPr>
            <p:nvPr/>
          </p:nvCxnSpPr>
          <p:spPr bwMode="auto">
            <a:xfrm flipH="1">
              <a:off x="4976648" y="3840822"/>
              <a:ext cx="136634"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56369" name="Rectangle 12">
              <a:extLst>
                <a:ext uri="{FF2B5EF4-FFF2-40B4-BE49-F238E27FC236}">
                  <a16:creationId xmlns:a16="http://schemas.microsoft.com/office/drawing/2014/main" id="{52062E20-28FC-CD7F-D8DD-074CD5015766}"/>
                </a:ext>
              </a:extLst>
            </p:cNvPr>
            <p:cNvSpPr>
              <a:spLocks noChangeArrowheads="1"/>
            </p:cNvSpPr>
            <p:nvPr/>
          </p:nvSpPr>
          <p:spPr bwMode="auto">
            <a:xfrm>
              <a:off x="5113283" y="3272183"/>
              <a:ext cx="704193" cy="449771"/>
            </a:xfrm>
            <a:prstGeom prst="rect">
              <a:avLst/>
            </a:prstGeom>
            <a:solidFill>
              <a:srgbClr val="B2A1C7"/>
            </a:solidFill>
            <a:ln w="15875">
              <a:solidFill>
                <a:srgbClr val="000000"/>
              </a:solidFill>
              <a:miter lim="800000"/>
              <a:headEnd/>
              <a:tailEnd/>
            </a:ln>
          </p:spPr>
          <p:txBody>
            <a:bodyPr lIns="0" tIns="46800" rIns="0" bIns="10800"/>
            <a:lstStyle>
              <a:lvl1pPr indent="66675"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100" b="1">
                  <a:latin typeface="Times New Roman" panose="02020603050405020304" pitchFamily="18" charset="0"/>
                  <a:cs typeface="Times New Roman" panose="02020603050405020304" pitchFamily="18" charset="0"/>
                </a:rPr>
                <a:t>可信嵌入式系统</a:t>
              </a:r>
              <a:endParaRPr lang="zh-CN" altLang="en-US" sz="1100" b="1"/>
            </a:p>
          </p:txBody>
        </p:sp>
      </p:grpSp>
      <p:grpSp>
        <p:nvGrpSpPr>
          <p:cNvPr id="7" name="组合 73">
            <a:extLst>
              <a:ext uri="{FF2B5EF4-FFF2-40B4-BE49-F238E27FC236}">
                <a16:creationId xmlns:a16="http://schemas.microsoft.com/office/drawing/2014/main" id="{E983CAC5-C489-8DAB-7998-9EA6875F49E6}"/>
              </a:ext>
            </a:extLst>
          </p:cNvPr>
          <p:cNvGrpSpPr>
            <a:grpSpLocks/>
          </p:cNvGrpSpPr>
          <p:nvPr/>
        </p:nvGrpSpPr>
        <p:grpSpPr bwMode="auto">
          <a:xfrm>
            <a:off x="4900614" y="1582739"/>
            <a:ext cx="4929187" cy="1508125"/>
            <a:chOff x="3147848" y="1506833"/>
            <a:chExt cx="4929352" cy="1508338"/>
          </a:xfrm>
        </p:grpSpPr>
        <p:sp>
          <p:nvSpPr>
            <p:cNvPr id="56337" name="AutoShape 64">
              <a:extLst>
                <a:ext uri="{FF2B5EF4-FFF2-40B4-BE49-F238E27FC236}">
                  <a16:creationId xmlns:a16="http://schemas.microsoft.com/office/drawing/2014/main" id="{37FB7655-F9AD-906B-435A-8E447AD41137}"/>
                </a:ext>
              </a:extLst>
            </p:cNvPr>
            <p:cNvSpPr>
              <a:spLocks noChangeArrowheads="1"/>
            </p:cNvSpPr>
            <p:nvPr/>
          </p:nvSpPr>
          <p:spPr bwMode="auto">
            <a:xfrm>
              <a:off x="3147848" y="1506833"/>
              <a:ext cx="4929352" cy="1301123"/>
            </a:xfrm>
            <a:prstGeom prst="roundRect">
              <a:avLst>
                <a:gd name="adj" fmla="val 12384"/>
              </a:avLst>
            </a:prstGeom>
            <a:solidFill>
              <a:srgbClr val="FFFFFF"/>
            </a:solidFill>
            <a:ln w="9525">
              <a:solidFill>
                <a:srgbClr val="000000"/>
              </a:solidFill>
              <a:round/>
              <a:headEnd/>
              <a:tailEnd/>
            </a:ln>
          </p:spPr>
          <p:txBody>
            <a:bodyPr t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latin typeface="Times New Roman" panose="02020603050405020304" pitchFamily="18" charset="0"/>
                  <a:cs typeface="Times New Roman" panose="02020603050405020304" pitchFamily="18" charset="0"/>
                </a:rPr>
                <a:t>可信应用</a:t>
              </a:r>
              <a:endParaRPr lang="zh-CN" altLang="en-US" sz="1400"/>
            </a:p>
          </p:txBody>
        </p:sp>
        <p:sp>
          <p:nvSpPr>
            <p:cNvPr id="56338" name="Rectangle 63">
              <a:extLst>
                <a:ext uri="{FF2B5EF4-FFF2-40B4-BE49-F238E27FC236}">
                  <a16:creationId xmlns:a16="http://schemas.microsoft.com/office/drawing/2014/main" id="{E56D3C80-8262-EB6B-2C8A-B4249F9E6A84}"/>
                </a:ext>
              </a:extLst>
            </p:cNvPr>
            <p:cNvSpPr>
              <a:spLocks noChangeArrowheads="1"/>
            </p:cNvSpPr>
            <p:nvPr/>
          </p:nvSpPr>
          <p:spPr bwMode="auto">
            <a:xfrm>
              <a:off x="3200400" y="2358184"/>
              <a:ext cx="4813738" cy="401581"/>
            </a:xfrm>
            <a:prstGeom prst="rect">
              <a:avLst/>
            </a:prstGeom>
            <a:noFill/>
            <a:ln w="9525">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lIns="0" rIns="0" bIns="10800"/>
            <a:lstStyle>
              <a:lvl1pPr indent="66675"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zh-CN" altLang="en-US" sz="1100" b="1">
                  <a:latin typeface="Times New Roman" panose="02020603050405020304" pitchFamily="18" charset="0"/>
                  <a:cs typeface="Times New Roman" panose="02020603050405020304" pitchFamily="18" charset="0"/>
                </a:rPr>
                <a:t>基础</a:t>
              </a:r>
              <a:endParaRPr lang="zh-CN" altLang="en-US" sz="1100" b="1"/>
            </a:p>
            <a:p>
              <a:r>
                <a:rPr lang="zh-CN" altLang="en-US" sz="1100" b="1">
                  <a:latin typeface="Times New Roman" panose="02020603050405020304" pitchFamily="18" charset="0"/>
                  <a:cs typeface="Times New Roman" panose="02020603050405020304" pitchFamily="18" charset="0"/>
                </a:rPr>
                <a:t>应用</a:t>
              </a:r>
              <a:endParaRPr lang="zh-CN" altLang="en-US" sz="1100" b="1"/>
            </a:p>
          </p:txBody>
        </p:sp>
        <p:cxnSp>
          <p:nvCxnSpPr>
            <p:cNvPr id="56339" name="AutoShape 26">
              <a:extLst>
                <a:ext uri="{FF2B5EF4-FFF2-40B4-BE49-F238E27FC236}">
                  <a16:creationId xmlns:a16="http://schemas.microsoft.com/office/drawing/2014/main" id="{892B51D1-D317-AEF1-F477-C8C0D95077BB}"/>
                </a:ext>
              </a:extLst>
            </p:cNvPr>
            <p:cNvCxnSpPr>
              <a:cxnSpLocks noChangeShapeType="1"/>
            </p:cNvCxnSpPr>
            <p:nvPr/>
          </p:nvCxnSpPr>
          <p:spPr bwMode="auto">
            <a:xfrm flipV="1">
              <a:off x="4240223" y="2806349"/>
              <a:ext cx="701" cy="208822"/>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6340" name="AutoShape 25">
              <a:extLst>
                <a:ext uri="{FF2B5EF4-FFF2-40B4-BE49-F238E27FC236}">
                  <a16:creationId xmlns:a16="http://schemas.microsoft.com/office/drawing/2014/main" id="{C61B47AD-99DE-2351-6FAA-387EAE91179F}"/>
                </a:ext>
              </a:extLst>
            </p:cNvPr>
            <p:cNvCxnSpPr>
              <a:cxnSpLocks noChangeShapeType="1"/>
            </p:cNvCxnSpPr>
            <p:nvPr/>
          </p:nvCxnSpPr>
          <p:spPr bwMode="auto">
            <a:xfrm flipV="1">
              <a:off x="7005145" y="2806349"/>
              <a:ext cx="701" cy="208822"/>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56341" name="Rectangle 21">
              <a:extLst>
                <a:ext uri="{FF2B5EF4-FFF2-40B4-BE49-F238E27FC236}">
                  <a16:creationId xmlns:a16="http://schemas.microsoft.com/office/drawing/2014/main" id="{AEA2457F-B27A-8935-07CC-4302C38DE19E}"/>
                </a:ext>
              </a:extLst>
            </p:cNvPr>
            <p:cNvSpPr>
              <a:spLocks noChangeArrowheads="1"/>
            </p:cNvSpPr>
            <p:nvPr/>
          </p:nvSpPr>
          <p:spPr bwMode="auto">
            <a:xfrm>
              <a:off x="3746237" y="2444926"/>
              <a:ext cx="957142" cy="257012"/>
            </a:xfrm>
            <a:prstGeom prst="rect">
              <a:avLst/>
            </a:prstGeom>
            <a:solidFill>
              <a:srgbClr val="F2DBDB"/>
            </a:solidFill>
            <a:ln w="15875">
              <a:solidFill>
                <a:srgbClr val="000000"/>
              </a:solidFill>
              <a:miter lim="800000"/>
              <a:headEnd/>
              <a:tailEnd/>
            </a:ln>
          </p:spPr>
          <p:txBody>
            <a:bodyPr lIns="0" r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100" b="1">
                  <a:latin typeface="Times New Roman" panose="02020603050405020304" pitchFamily="18" charset="0"/>
                  <a:cs typeface="Times New Roman" panose="02020603050405020304" pitchFamily="18" charset="0"/>
                </a:rPr>
                <a:t>可信存储</a:t>
              </a:r>
              <a:endParaRPr lang="zh-CN" altLang="en-US" sz="1100" b="1"/>
            </a:p>
          </p:txBody>
        </p:sp>
        <p:sp>
          <p:nvSpPr>
            <p:cNvPr id="56342" name="Rectangle 20">
              <a:extLst>
                <a:ext uri="{FF2B5EF4-FFF2-40B4-BE49-F238E27FC236}">
                  <a16:creationId xmlns:a16="http://schemas.microsoft.com/office/drawing/2014/main" id="{C78094C7-2E00-7031-6FB1-BA836D048817}"/>
                </a:ext>
              </a:extLst>
            </p:cNvPr>
            <p:cNvSpPr>
              <a:spLocks noChangeArrowheads="1"/>
            </p:cNvSpPr>
            <p:nvPr/>
          </p:nvSpPr>
          <p:spPr bwMode="auto">
            <a:xfrm>
              <a:off x="7015655" y="2446532"/>
              <a:ext cx="956441" cy="257012"/>
            </a:xfrm>
            <a:prstGeom prst="rect">
              <a:avLst/>
            </a:prstGeom>
            <a:solidFill>
              <a:srgbClr val="F2DBDB"/>
            </a:solidFill>
            <a:ln w="15875">
              <a:solidFill>
                <a:srgbClr val="000000"/>
              </a:solidFill>
              <a:miter lim="800000"/>
              <a:headEnd/>
              <a:tailEnd/>
            </a:ln>
          </p:spPr>
          <p:txBody>
            <a:bodyPr lIns="18000" rIns="1800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100" b="1">
                  <a:latin typeface="Times New Roman" panose="02020603050405020304" pitchFamily="18" charset="0"/>
                  <a:cs typeface="Times New Roman" panose="02020603050405020304" pitchFamily="18" charset="0"/>
                </a:rPr>
                <a:t>平台安全管理</a:t>
              </a:r>
              <a:endParaRPr lang="zh-CN" altLang="en-US" sz="1100" b="1"/>
            </a:p>
          </p:txBody>
        </p:sp>
        <p:sp>
          <p:nvSpPr>
            <p:cNvPr id="56343" name="Rectangle 11">
              <a:extLst>
                <a:ext uri="{FF2B5EF4-FFF2-40B4-BE49-F238E27FC236}">
                  <a16:creationId xmlns:a16="http://schemas.microsoft.com/office/drawing/2014/main" id="{ADE59764-E59A-E550-C08B-5F4C2AC98DDB}"/>
                </a:ext>
              </a:extLst>
            </p:cNvPr>
            <p:cNvSpPr>
              <a:spLocks noChangeArrowheads="1"/>
            </p:cNvSpPr>
            <p:nvPr/>
          </p:nvSpPr>
          <p:spPr bwMode="auto">
            <a:xfrm>
              <a:off x="4766441" y="2444926"/>
              <a:ext cx="1250731" cy="257012"/>
            </a:xfrm>
            <a:prstGeom prst="rect">
              <a:avLst/>
            </a:prstGeom>
            <a:solidFill>
              <a:srgbClr val="F2DBDB"/>
            </a:solidFill>
            <a:ln w="15875">
              <a:solidFill>
                <a:srgbClr val="000000"/>
              </a:solidFill>
              <a:miter lim="800000"/>
              <a:headEnd/>
              <a:tailEnd/>
            </a:ln>
          </p:spPr>
          <p:txBody>
            <a:bodyPr lIns="18000" rIns="1800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100" b="1">
                  <a:latin typeface="Times New Roman" panose="02020603050405020304" pitchFamily="18" charset="0"/>
                  <a:cs typeface="Times New Roman" panose="02020603050405020304" pitchFamily="18" charset="0"/>
                </a:rPr>
                <a:t>可信平台身份管理</a:t>
              </a:r>
              <a:endParaRPr lang="zh-CN" altLang="en-US" sz="1100" b="1"/>
            </a:p>
          </p:txBody>
        </p:sp>
        <p:sp>
          <p:nvSpPr>
            <p:cNvPr id="56344" name="Rectangle 10">
              <a:extLst>
                <a:ext uri="{FF2B5EF4-FFF2-40B4-BE49-F238E27FC236}">
                  <a16:creationId xmlns:a16="http://schemas.microsoft.com/office/drawing/2014/main" id="{BB40ACC7-7743-979D-6E7A-011987CF97D4}"/>
                </a:ext>
              </a:extLst>
            </p:cNvPr>
            <p:cNvSpPr>
              <a:spLocks noChangeArrowheads="1"/>
            </p:cNvSpPr>
            <p:nvPr/>
          </p:nvSpPr>
          <p:spPr bwMode="auto">
            <a:xfrm>
              <a:off x="6122977" y="2444926"/>
              <a:ext cx="819106" cy="257012"/>
            </a:xfrm>
            <a:prstGeom prst="rect">
              <a:avLst/>
            </a:prstGeom>
            <a:solidFill>
              <a:srgbClr val="F2DBDB"/>
            </a:solidFill>
            <a:ln w="15875">
              <a:solidFill>
                <a:srgbClr val="000000"/>
              </a:solidFill>
              <a:miter lim="800000"/>
              <a:headEnd/>
              <a:tailEnd/>
            </a:ln>
          </p:spPr>
          <p:txBody>
            <a:bodyPr lIns="18000" rIns="1800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100" b="1">
                  <a:latin typeface="Times New Roman" panose="02020603050405020304" pitchFamily="18" charset="0"/>
                  <a:cs typeface="Times New Roman" panose="02020603050405020304" pitchFamily="18" charset="0"/>
                </a:rPr>
                <a:t>密钥管理</a:t>
              </a:r>
              <a:endParaRPr lang="zh-CN" altLang="en-US" sz="1100" b="1"/>
            </a:p>
          </p:txBody>
        </p:sp>
        <p:sp>
          <p:nvSpPr>
            <p:cNvPr id="56345" name="Rectangle 9">
              <a:extLst>
                <a:ext uri="{FF2B5EF4-FFF2-40B4-BE49-F238E27FC236}">
                  <a16:creationId xmlns:a16="http://schemas.microsoft.com/office/drawing/2014/main" id="{CD9377FF-BFFF-77F9-2E12-B6DB0B4F277F}"/>
                </a:ext>
              </a:extLst>
            </p:cNvPr>
            <p:cNvSpPr>
              <a:spLocks noChangeArrowheads="1"/>
            </p:cNvSpPr>
            <p:nvPr/>
          </p:nvSpPr>
          <p:spPr bwMode="auto">
            <a:xfrm>
              <a:off x="3200400" y="1771876"/>
              <a:ext cx="4813738" cy="546150"/>
            </a:xfrm>
            <a:prstGeom prst="rect">
              <a:avLst/>
            </a:prstGeom>
            <a:noFill/>
            <a:ln w="9525">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lIns="0" tIns="82800" rIns="0" bIns="10800"/>
            <a:lstStyle>
              <a:lvl1pPr indent="66675"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zh-CN" altLang="en-US" sz="1100" b="1">
                  <a:latin typeface="Times New Roman" panose="02020603050405020304" pitchFamily="18" charset="0"/>
                  <a:cs typeface="Times New Roman" panose="02020603050405020304" pitchFamily="18" charset="0"/>
                </a:rPr>
                <a:t>行业</a:t>
              </a:r>
              <a:endParaRPr lang="zh-CN" altLang="en-US" sz="1100" b="1"/>
            </a:p>
            <a:p>
              <a:r>
                <a:rPr lang="zh-CN" altLang="en-US" sz="1100" b="1">
                  <a:latin typeface="Times New Roman" panose="02020603050405020304" pitchFamily="18" charset="0"/>
                  <a:cs typeface="Times New Roman" panose="02020603050405020304" pitchFamily="18" charset="0"/>
                </a:rPr>
                <a:t>应用</a:t>
              </a:r>
              <a:endParaRPr lang="zh-CN" altLang="en-US" sz="1100" b="1"/>
            </a:p>
          </p:txBody>
        </p:sp>
        <p:sp>
          <p:nvSpPr>
            <p:cNvPr id="56346" name="Rectangle 8">
              <a:extLst>
                <a:ext uri="{FF2B5EF4-FFF2-40B4-BE49-F238E27FC236}">
                  <a16:creationId xmlns:a16="http://schemas.microsoft.com/office/drawing/2014/main" id="{D5738C27-2595-6E16-98F5-5519BD628F41}"/>
                </a:ext>
              </a:extLst>
            </p:cNvPr>
            <p:cNvSpPr>
              <a:spLocks noChangeArrowheads="1"/>
            </p:cNvSpPr>
            <p:nvPr/>
          </p:nvSpPr>
          <p:spPr bwMode="auto">
            <a:xfrm>
              <a:off x="3758149" y="1844161"/>
              <a:ext cx="714003" cy="417644"/>
            </a:xfrm>
            <a:prstGeom prst="rect">
              <a:avLst/>
            </a:prstGeom>
            <a:solidFill>
              <a:srgbClr val="F2DBDB"/>
            </a:solidFill>
            <a:ln w="15875">
              <a:solidFill>
                <a:srgbClr val="000000"/>
              </a:solidFill>
              <a:miter lim="800000"/>
              <a:headEnd/>
              <a:tailEnd/>
            </a:ln>
          </p:spPr>
          <p:txBody>
            <a:bodyPr lIns="18000" rIns="1800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100" b="1">
                  <a:latin typeface="Times New Roman" panose="02020603050405020304" pitchFamily="18" charset="0"/>
                  <a:cs typeface="Times New Roman" panose="02020603050405020304" pitchFamily="18" charset="0"/>
                </a:rPr>
                <a:t>电子政务应用</a:t>
              </a:r>
              <a:endParaRPr lang="zh-CN" altLang="en-US" sz="1100" b="1"/>
            </a:p>
          </p:txBody>
        </p:sp>
        <p:sp>
          <p:nvSpPr>
            <p:cNvPr id="56347" name="Rectangle 7">
              <a:extLst>
                <a:ext uri="{FF2B5EF4-FFF2-40B4-BE49-F238E27FC236}">
                  <a16:creationId xmlns:a16="http://schemas.microsoft.com/office/drawing/2014/main" id="{72E651BC-485E-73B3-C316-B00EA964D33D}"/>
                </a:ext>
              </a:extLst>
            </p:cNvPr>
            <p:cNvSpPr>
              <a:spLocks noChangeArrowheads="1"/>
            </p:cNvSpPr>
            <p:nvPr/>
          </p:nvSpPr>
          <p:spPr bwMode="auto">
            <a:xfrm>
              <a:off x="4619297" y="1844161"/>
              <a:ext cx="714703" cy="417644"/>
            </a:xfrm>
            <a:prstGeom prst="rect">
              <a:avLst/>
            </a:prstGeom>
            <a:solidFill>
              <a:srgbClr val="F2DBDB"/>
            </a:solidFill>
            <a:ln w="15875">
              <a:solidFill>
                <a:srgbClr val="000000"/>
              </a:solidFill>
              <a:miter lim="800000"/>
              <a:headEnd/>
              <a:tailEnd/>
            </a:ln>
          </p:spPr>
          <p:txBody>
            <a:bodyPr lIns="18000" rIns="1800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100" b="1">
                  <a:latin typeface="Times New Roman" panose="02020603050405020304" pitchFamily="18" charset="0"/>
                  <a:cs typeface="Times New Roman" panose="02020603050405020304" pitchFamily="18" charset="0"/>
                </a:rPr>
                <a:t>电子支付应用</a:t>
              </a:r>
              <a:endParaRPr lang="zh-CN" altLang="en-US" sz="1100" b="1"/>
            </a:p>
          </p:txBody>
        </p:sp>
        <p:sp>
          <p:nvSpPr>
            <p:cNvPr id="56348" name="Rectangle 6">
              <a:extLst>
                <a:ext uri="{FF2B5EF4-FFF2-40B4-BE49-F238E27FC236}">
                  <a16:creationId xmlns:a16="http://schemas.microsoft.com/office/drawing/2014/main" id="{37BFF1CF-ADAC-3D13-7016-FB00DF8EACB6}"/>
                </a:ext>
              </a:extLst>
            </p:cNvPr>
            <p:cNvSpPr>
              <a:spLocks noChangeArrowheads="1"/>
            </p:cNvSpPr>
            <p:nvPr/>
          </p:nvSpPr>
          <p:spPr bwMode="auto">
            <a:xfrm>
              <a:off x="6312163" y="1844161"/>
              <a:ext cx="851338" cy="409613"/>
            </a:xfrm>
            <a:prstGeom prst="rect">
              <a:avLst/>
            </a:prstGeom>
            <a:solidFill>
              <a:srgbClr val="F2DBDB"/>
            </a:solidFill>
            <a:ln w="15875">
              <a:solidFill>
                <a:srgbClr val="000000"/>
              </a:solidFill>
              <a:miter lim="800000"/>
              <a:headEnd/>
              <a:tailEnd/>
            </a:ln>
          </p:spPr>
          <p:txBody>
            <a:bodyPr lIns="18000" rIns="1800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100" b="1">
                  <a:latin typeface="Times New Roman" panose="02020603050405020304" pitchFamily="18" charset="0"/>
                  <a:cs typeface="Times New Roman" panose="02020603050405020304" pitchFamily="18" charset="0"/>
                </a:rPr>
                <a:t>文档分发与管理</a:t>
              </a:r>
              <a:r>
                <a:rPr lang="en-US" altLang="zh-CN" sz="1100" b="1">
                  <a:latin typeface="Times New Roman" panose="02020603050405020304" pitchFamily="18" charset="0"/>
                  <a:cs typeface="Times New Roman" panose="02020603050405020304" pitchFamily="18" charset="0"/>
                </a:rPr>
                <a:t>(DRM)</a:t>
              </a:r>
              <a:endParaRPr lang="en-US" altLang="zh-CN" sz="1100" b="1"/>
            </a:p>
          </p:txBody>
        </p:sp>
        <p:sp>
          <p:nvSpPr>
            <p:cNvPr id="56349" name="Rectangle 5">
              <a:extLst>
                <a:ext uri="{FF2B5EF4-FFF2-40B4-BE49-F238E27FC236}">
                  <a16:creationId xmlns:a16="http://schemas.microsoft.com/office/drawing/2014/main" id="{B7ECEDE9-4B36-1F56-8B5F-B735491DB24B}"/>
                </a:ext>
              </a:extLst>
            </p:cNvPr>
            <p:cNvSpPr>
              <a:spLocks noChangeArrowheads="1"/>
            </p:cNvSpPr>
            <p:nvPr/>
          </p:nvSpPr>
          <p:spPr bwMode="auto">
            <a:xfrm>
              <a:off x="5514077" y="1852192"/>
              <a:ext cx="692281" cy="409613"/>
            </a:xfrm>
            <a:prstGeom prst="rect">
              <a:avLst/>
            </a:prstGeom>
            <a:solidFill>
              <a:srgbClr val="F2DBDB"/>
            </a:solidFill>
            <a:ln w="15875">
              <a:solidFill>
                <a:srgbClr val="000000"/>
              </a:solidFill>
              <a:miter lim="800000"/>
              <a:headEnd/>
              <a:tailEnd/>
            </a:ln>
          </p:spPr>
          <p:txBody>
            <a:bodyPr lIns="18000" rIns="1800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100" b="1">
                  <a:latin typeface="Times New Roman" panose="02020603050405020304" pitchFamily="18" charset="0"/>
                  <a:cs typeface="Times New Roman" panose="02020603050405020304" pitchFamily="18" charset="0"/>
                </a:rPr>
                <a:t>企业业务应用</a:t>
              </a:r>
              <a:endParaRPr lang="zh-CN" altLang="en-US" sz="1100" b="1"/>
            </a:p>
          </p:txBody>
        </p:sp>
        <p:sp>
          <p:nvSpPr>
            <p:cNvPr id="56350" name="Rectangle 4">
              <a:extLst>
                <a:ext uri="{FF2B5EF4-FFF2-40B4-BE49-F238E27FC236}">
                  <a16:creationId xmlns:a16="http://schemas.microsoft.com/office/drawing/2014/main" id="{59A3D02B-ED62-4C79-FDAB-AFFECB2D813C}"/>
                </a:ext>
              </a:extLst>
            </p:cNvPr>
            <p:cNvSpPr>
              <a:spLocks noChangeArrowheads="1"/>
            </p:cNvSpPr>
            <p:nvPr/>
          </p:nvSpPr>
          <p:spPr bwMode="auto">
            <a:xfrm>
              <a:off x="7258794" y="1852192"/>
              <a:ext cx="692281" cy="409613"/>
            </a:xfrm>
            <a:prstGeom prst="rect">
              <a:avLst/>
            </a:prstGeom>
            <a:solidFill>
              <a:srgbClr val="F2DBDB"/>
            </a:solidFill>
            <a:ln w="15875">
              <a:solidFill>
                <a:srgbClr val="000000"/>
              </a:solidFill>
              <a:miter lim="800000"/>
              <a:headEnd/>
              <a:tailEnd/>
            </a:ln>
          </p:spPr>
          <p:txBody>
            <a:bodyPr lIns="18000" rIns="1800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100" b="1">
                  <a:cs typeface="Times New Roman" panose="02020603050405020304" pitchFamily="18" charset="0"/>
                </a:rPr>
                <a:t>…</a:t>
              </a:r>
              <a:endParaRPr lang="en-US" altLang="zh-CN" sz="1100" b="1"/>
            </a:p>
          </p:txBody>
        </p:sp>
      </p:grpSp>
      <p:grpSp>
        <p:nvGrpSpPr>
          <p:cNvPr id="8" name="组合 75">
            <a:extLst>
              <a:ext uri="{FF2B5EF4-FFF2-40B4-BE49-F238E27FC236}">
                <a16:creationId xmlns:a16="http://schemas.microsoft.com/office/drawing/2014/main" id="{5D8E1AC0-F96A-4B45-0611-DBDBCC8DED25}"/>
              </a:ext>
            </a:extLst>
          </p:cNvPr>
          <p:cNvGrpSpPr>
            <a:grpSpLocks/>
          </p:cNvGrpSpPr>
          <p:nvPr/>
        </p:nvGrpSpPr>
        <p:grpSpPr bwMode="auto">
          <a:xfrm>
            <a:off x="4900614" y="609601"/>
            <a:ext cx="4865687" cy="976313"/>
            <a:chOff x="3147848" y="533400"/>
            <a:chExt cx="4866290" cy="976645"/>
          </a:xfrm>
        </p:grpSpPr>
        <p:sp>
          <p:nvSpPr>
            <p:cNvPr id="56332" name="AutoShape 15">
              <a:extLst>
                <a:ext uri="{FF2B5EF4-FFF2-40B4-BE49-F238E27FC236}">
                  <a16:creationId xmlns:a16="http://schemas.microsoft.com/office/drawing/2014/main" id="{8A871868-D42E-4742-0A46-A6C52C159F1B}"/>
                </a:ext>
              </a:extLst>
            </p:cNvPr>
            <p:cNvSpPr>
              <a:spLocks noChangeArrowheads="1"/>
            </p:cNvSpPr>
            <p:nvPr/>
          </p:nvSpPr>
          <p:spPr bwMode="auto">
            <a:xfrm>
              <a:off x="3147848" y="533400"/>
              <a:ext cx="4866290" cy="767823"/>
            </a:xfrm>
            <a:prstGeom prst="roundRect">
              <a:avLst>
                <a:gd name="adj" fmla="val 16667"/>
              </a:avLst>
            </a:prstGeom>
            <a:solidFill>
              <a:srgbClr val="FFFFFF"/>
            </a:solidFill>
            <a:ln w="9525">
              <a:solidFill>
                <a:srgbClr val="000000"/>
              </a:solidFill>
              <a:round/>
              <a:headEnd/>
              <a:tailEnd/>
            </a:ln>
          </p:spPr>
          <p:txBody>
            <a:bodyPr tIns="36000" bIns="3600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400" b="1">
                  <a:latin typeface="Times New Roman" panose="02020603050405020304" pitchFamily="18" charset="0"/>
                  <a:cs typeface="Times New Roman" panose="02020603050405020304" pitchFamily="18" charset="0"/>
                </a:rPr>
                <a:t>新一代安全互联网</a:t>
              </a:r>
              <a:endParaRPr lang="zh-CN" altLang="en-US" sz="1400"/>
            </a:p>
          </p:txBody>
        </p:sp>
        <p:sp>
          <p:nvSpPr>
            <p:cNvPr id="56333" name="AutoShape 14">
              <a:extLst>
                <a:ext uri="{FF2B5EF4-FFF2-40B4-BE49-F238E27FC236}">
                  <a16:creationId xmlns:a16="http://schemas.microsoft.com/office/drawing/2014/main" id="{43959DBB-99FB-69F8-899B-47B4BB7B2A1D}"/>
                </a:ext>
              </a:extLst>
            </p:cNvPr>
            <p:cNvSpPr>
              <a:spLocks noChangeArrowheads="1"/>
            </p:cNvSpPr>
            <p:nvPr/>
          </p:nvSpPr>
          <p:spPr bwMode="auto">
            <a:xfrm>
              <a:off x="3642535" y="870728"/>
              <a:ext cx="1543619" cy="338934"/>
            </a:xfrm>
            <a:prstGeom prst="roundRect">
              <a:avLst>
                <a:gd name="adj" fmla="val 16667"/>
              </a:avLst>
            </a:prstGeom>
            <a:solidFill>
              <a:srgbClr val="FFFFFF"/>
            </a:solidFill>
            <a:ln w="9525">
              <a:solidFill>
                <a:srgbClr val="000000"/>
              </a:solidFill>
              <a:round/>
              <a:headEnd/>
              <a:tailEnd/>
            </a:ln>
          </p:spPr>
          <p:txBody>
            <a:bodyPr tIns="7200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Times New Roman" panose="02020603050405020304" pitchFamily="18" charset="0"/>
                  <a:cs typeface="Times New Roman" panose="02020603050405020304" pitchFamily="18" charset="0"/>
                </a:rPr>
                <a:t>可信云服务</a:t>
              </a:r>
              <a:endParaRPr lang="zh-CN" altLang="en-US" sz="1200"/>
            </a:p>
          </p:txBody>
        </p:sp>
        <p:cxnSp>
          <p:nvCxnSpPr>
            <p:cNvPr id="56334" name="AutoShape 13">
              <a:extLst>
                <a:ext uri="{FF2B5EF4-FFF2-40B4-BE49-F238E27FC236}">
                  <a16:creationId xmlns:a16="http://schemas.microsoft.com/office/drawing/2014/main" id="{518C3C42-3AE9-FD87-9E58-4EC92641DF09}"/>
                </a:ext>
              </a:extLst>
            </p:cNvPr>
            <p:cNvCxnSpPr>
              <a:cxnSpLocks noChangeShapeType="1"/>
            </p:cNvCxnSpPr>
            <p:nvPr/>
          </p:nvCxnSpPr>
          <p:spPr bwMode="auto">
            <a:xfrm flipV="1">
              <a:off x="5586248" y="1301223"/>
              <a:ext cx="701" cy="208822"/>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56335" name="AutoShape 3">
              <a:extLst>
                <a:ext uri="{FF2B5EF4-FFF2-40B4-BE49-F238E27FC236}">
                  <a16:creationId xmlns:a16="http://schemas.microsoft.com/office/drawing/2014/main" id="{AB14E684-9EF4-AC4D-237D-7C595DD48F9E}"/>
                </a:ext>
              </a:extLst>
            </p:cNvPr>
            <p:cNvSpPr>
              <a:spLocks noChangeArrowheads="1"/>
            </p:cNvSpPr>
            <p:nvPr/>
          </p:nvSpPr>
          <p:spPr bwMode="auto">
            <a:xfrm>
              <a:off x="5429994" y="862696"/>
              <a:ext cx="1491068" cy="338934"/>
            </a:xfrm>
            <a:prstGeom prst="roundRect">
              <a:avLst>
                <a:gd name="adj" fmla="val 16667"/>
              </a:avLst>
            </a:prstGeom>
            <a:solidFill>
              <a:srgbClr val="FFFFFF"/>
            </a:solidFill>
            <a:ln w="9525">
              <a:solidFill>
                <a:srgbClr val="000000"/>
              </a:solidFill>
              <a:round/>
              <a:headEnd/>
              <a:tailEnd/>
            </a:ln>
          </p:spPr>
          <p:txBody>
            <a:bodyPr tIns="7200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Times New Roman" panose="02020603050405020304" pitchFamily="18" charset="0"/>
                  <a:cs typeface="Times New Roman" panose="02020603050405020304" pitchFamily="18" charset="0"/>
                </a:rPr>
                <a:t>可信物联网</a:t>
              </a:r>
              <a:endParaRPr lang="zh-CN" altLang="en-US" sz="1200"/>
            </a:p>
          </p:txBody>
        </p:sp>
        <p:sp>
          <p:nvSpPr>
            <p:cNvPr id="56336" name="AutoShape 2">
              <a:extLst>
                <a:ext uri="{FF2B5EF4-FFF2-40B4-BE49-F238E27FC236}">
                  <a16:creationId xmlns:a16="http://schemas.microsoft.com/office/drawing/2014/main" id="{1D22D218-5C57-A200-8F3A-3366356839DF}"/>
                </a:ext>
              </a:extLst>
            </p:cNvPr>
            <p:cNvSpPr>
              <a:spLocks noChangeArrowheads="1"/>
            </p:cNvSpPr>
            <p:nvPr/>
          </p:nvSpPr>
          <p:spPr bwMode="auto">
            <a:xfrm>
              <a:off x="7141779" y="862696"/>
              <a:ext cx="746234" cy="338934"/>
            </a:xfrm>
            <a:prstGeom prst="roundRect">
              <a:avLst>
                <a:gd name="adj" fmla="val 16667"/>
              </a:avLst>
            </a:prstGeom>
            <a:solidFill>
              <a:srgbClr val="FFFFFF"/>
            </a:solidFill>
            <a:ln w="9525">
              <a:solidFill>
                <a:srgbClr val="000000"/>
              </a:solidFill>
              <a:round/>
              <a:headEnd/>
              <a:tailEnd/>
            </a:ln>
          </p:spPr>
          <p:txBody>
            <a:bodyPr tIns="7200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000" b="1">
                  <a:cs typeface="Times New Roman" panose="02020603050405020304" pitchFamily="18" charset="0"/>
                </a:rPr>
                <a:t>…</a:t>
              </a:r>
              <a:endParaRPr lang="en-US" altLang="zh-CN" sz="1000"/>
            </a:p>
          </p:txBody>
        </p:sp>
      </p:grpSp>
      <p:sp>
        <p:nvSpPr>
          <p:cNvPr id="69" name="Rectangle 2">
            <a:extLst>
              <a:ext uri="{FF2B5EF4-FFF2-40B4-BE49-F238E27FC236}">
                <a16:creationId xmlns:a16="http://schemas.microsoft.com/office/drawing/2014/main" id="{0E52C4A0-D17C-D691-5509-8A7860C52D2A}"/>
              </a:ext>
            </a:extLst>
          </p:cNvPr>
          <p:cNvSpPr txBox="1">
            <a:spLocks noChangeArrowheads="1"/>
          </p:cNvSpPr>
          <p:nvPr/>
        </p:nvSpPr>
        <p:spPr>
          <a:xfrm>
            <a:off x="1676400" y="76200"/>
            <a:ext cx="4191000" cy="685800"/>
          </a:xfrm>
          <a:prstGeom prst="rect">
            <a:avLst/>
          </a:prstGeom>
        </p:spPr>
        <p:txBody>
          <a:bodyPr/>
          <a:lstStyle/>
          <a:p>
            <a:pPr>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自主可信计算未来发展</a:t>
            </a:r>
          </a:p>
        </p:txBody>
      </p:sp>
      <p:sp>
        <p:nvSpPr>
          <p:cNvPr id="56331" name="灯片编号占位符 1">
            <a:extLst>
              <a:ext uri="{FF2B5EF4-FFF2-40B4-BE49-F238E27FC236}">
                <a16:creationId xmlns:a16="http://schemas.microsoft.com/office/drawing/2014/main" id="{5FFF4B41-1408-65DE-6B96-9932C04700C3}"/>
              </a:ext>
            </a:extLst>
          </p:cNvPr>
          <p:cNvSpPr>
            <a:spLocks noGrp="1"/>
          </p:cNvSpPr>
          <p:nvPr>
            <p:ph type="sldNum" sz="quarter" idx="10"/>
          </p:nvPr>
        </p:nvSpPr>
        <p:spPr>
          <a:xfrm>
            <a:off x="8382000" y="6553201"/>
            <a:ext cx="2133600" cy="3206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1D4A6669-7DB9-4CD4-8B48-6DB898171757}" type="slidenum">
              <a:rPr lang="en-US" altLang="zh-CN" sz="1400">
                <a:solidFill>
                  <a:schemeClr val="bg1"/>
                </a:solidFill>
              </a:rPr>
              <a:pPr eaLnBrk="1" hangingPunct="1"/>
              <a:t>52</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blinds(horizontal)">
                                      <p:cBhvr>
                                        <p:cTn id="27" dur="500"/>
                                        <p:tgtEl>
                                          <p:spTgt spid="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blinds(horizontal)">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2">
            <a:extLst>
              <a:ext uri="{FF2B5EF4-FFF2-40B4-BE49-F238E27FC236}">
                <a16:creationId xmlns:a16="http://schemas.microsoft.com/office/drawing/2014/main" id="{4EE34A98-1654-3229-EED5-BCBBAE0BE9AD}"/>
              </a:ext>
            </a:extLst>
          </p:cNvPr>
          <p:cNvGrpSpPr>
            <a:grpSpLocks/>
          </p:cNvGrpSpPr>
          <p:nvPr/>
        </p:nvGrpSpPr>
        <p:grpSpPr bwMode="auto">
          <a:xfrm>
            <a:off x="3271839" y="1735139"/>
            <a:ext cx="2662237" cy="4111625"/>
            <a:chOff x="1748118" y="1785540"/>
            <a:chExt cx="2662518" cy="4111380"/>
          </a:xfrm>
        </p:grpSpPr>
        <p:sp>
          <p:nvSpPr>
            <p:cNvPr id="57410" name="Rectangle 59">
              <a:extLst>
                <a:ext uri="{FF2B5EF4-FFF2-40B4-BE49-F238E27FC236}">
                  <a16:creationId xmlns:a16="http://schemas.microsoft.com/office/drawing/2014/main" id="{C2E82EE3-6E1C-CE73-EBDE-4597DCCC69B9}"/>
                </a:ext>
              </a:extLst>
            </p:cNvPr>
            <p:cNvSpPr>
              <a:spLocks noChangeArrowheads="1"/>
            </p:cNvSpPr>
            <p:nvPr/>
          </p:nvSpPr>
          <p:spPr bwMode="auto">
            <a:xfrm>
              <a:off x="1748118" y="1785540"/>
              <a:ext cx="2662518" cy="4111380"/>
            </a:xfrm>
            <a:prstGeom prst="rect">
              <a:avLst/>
            </a:prstGeom>
            <a:solidFill>
              <a:srgbClr val="FFFFFF"/>
            </a:solidFill>
            <a:ln w="9525">
              <a:solidFill>
                <a:srgbClr val="000000"/>
              </a:solidFill>
              <a:prstDash val="dash"/>
              <a:miter lim="800000"/>
              <a:headEnd/>
              <a:tailEnd/>
            </a:ln>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a:p>
          </p:txBody>
        </p:sp>
        <p:grpSp>
          <p:nvGrpSpPr>
            <p:cNvPr id="57411" name="组合 65">
              <a:extLst>
                <a:ext uri="{FF2B5EF4-FFF2-40B4-BE49-F238E27FC236}">
                  <a16:creationId xmlns:a16="http://schemas.microsoft.com/office/drawing/2014/main" id="{B55291F8-D98A-E64C-A048-C3805FD7C181}"/>
                </a:ext>
              </a:extLst>
            </p:cNvPr>
            <p:cNvGrpSpPr>
              <a:grpSpLocks/>
            </p:cNvGrpSpPr>
            <p:nvPr/>
          </p:nvGrpSpPr>
          <p:grpSpPr bwMode="auto">
            <a:xfrm>
              <a:off x="1874905" y="1903008"/>
              <a:ext cx="760719" cy="3758976"/>
              <a:chOff x="1874905" y="1903008"/>
              <a:chExt cx="760719" cy="3758976"/>
            </a:xfrm>
          </p:grpSpPr>
          <p:sp>
            <p:nvSpPr>
              <p:cNvPr id="57412" name="Rectangle 54">
                <a:extLst>
                  <a:ext uri="{FF2B5EF4-FFF2-40B4-BE49-F238E27FC236}">
                    <a16:creationId xmlns:a16="http://schemas.microsoft.com/office/drawing/2014/main" id="{6FD1D563-FF9C-213F-E5B6-79B8FFACD338}"/>
                  </a:ext>
                </a:extLst>
              </p:cNvPr>
              <p:cNvSpPr>
                <a:spLocks noChangeArrowheads="1"/>
              </p:cNvSpPr>
              <p:nvPr/>
            </p:nvSpPr>
            <p:spPr bwMode="auto">
              <a:xfrm>
                <a:off x="1874905" y="1903008"/>
                <a:ext cx="760719" cy="3758976"/>
              </a:xfrm>
              <a:prstGeom prst="rect">
                <a:avLst/>
              </a:prstGeom>
              <a:solidFill>
                <a:srgbClr val="C0C0C0"/>
              </a:solidFill>
              <a:ln w="9525">
                <a:solidFill>
                  <a:srgbClr val="000000"/>
                </a:solidFill>
                <a:miter lim="800000"/>
                <a:headEnd/>
                <a:tailEnd/>
              </a:ln>
            </p:spPr>
            <p:txBody>
              <a:bodyPr lIns="18000" rIns="1800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Times New Roman" panose="02020603050405020304" pitchFamily="18" charset="0"/>
                    <a:cs typeface="Times New Roman" panose="02020603050405020304" pitchFamily="18" charset="0"/>
                  </a:rPr>
                  <a:t>基础模块</a:t>
                </a:r>
                <a:endParaRPr lang="zh-CN" altLang="en-US" sz="1200"/>
              </a:p>
            </p:txBody>
          </p:sp>
          <p:sp>
            <p:nvSpPr>
              <p:cNvPr id="57413" name="Rectangle 53">
                <a:extLst>
                  <a:ext uri="{FF2B5EF4-FFF2-40B4-BE49-F238E27FC236}">
                    <a16:creationId xmlns:a16="http://schemas.microsoft.com/office/drawing/2014/main" id="{CAD7CBB1-2319-CC7E-4150-17FB52BEFBEF}"/>
                  </a:ext>
                </a:extLst>
              </p:cNvPr>
              <p:cNvSpPr>
                <a:spLocks noChangeArrowheads="1"/>
              </p:cNvSpPr>
              <p:nvPr/>
            </p:nvSpPr>
            <p:spPr bwMode="auto">
              <a:xfrm>
                <a:off x="2001691" y="2522727"/>
                <a:ext cx="478971" cy="1024833"/>
              </a:xfrm>
              <a:prstGeom prst="rect">
                <a:avLst/>
              </a:prstGeom>
              <a:solidFill>
                <a:srgbClr val="FFFFFF"/>
              </a:solidFill>
              <a:ln w="9525">
                <a:solidFill>
                  <a:srgbClr val="000000"/>
                </a:solidFill>
                <a:miter lim="800000"/>
                <a:headEnd/>
                <a:tailEnd/>
              </a:ln>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a:latin typeface="Times New Roman" panose="02020603050405020304" pitchFamily="18" charset="0"/>
                    <a:cs typeface="Times New Roman" panose="02020603050405020304" pitchFamily="18" charset="0"/>
                  </a:rPr>
                  <a:t>TCM</a:t>
                </a:r>
                <a:endParaRPr lang="en-US" altLang="zh-CN" sz="1200" b="1"/>
              </a:p>
            </p:txBody>
          </p:sp>
          <p:sp>
            <p:nvSpPr>
              <p:cNvPr id="57414" name="Rectangle 52">
                <a:extLst>
                  <a:ext uri="{FF2B5EF4-FFF2-40B4-BE49-F238E27FC236}">
                    <a16:creationId xmlns:a16="http://schemas.microsoft.com/office/drawing/2014/main" id="{650C575F-E563-017B-C20F-684B686813B5}"/>
                  </a:ext>
                </a:extLst>
              </p:cNvPr>
              <p:cNvSpPr>
                <a:spLocks noChangeArrowheads="1"/>
              </p:cNvSpPr>
              <p:nvPr/>
            </p:nvSpPr>
            <p:spPr bwMode="auto">
              <a:xfrm>
                <a:off x="2001691" y="4007643"/>
                <a:ext cx="478971" cy="1067001"/>
              </a:xfrm>
              <a:prstGeom prst="rect">
                <a:avLst/>
              </a:prstGeom>
              <a:solidFill>
                <a:srgbClr val="FFFFFF"/>
              </a:solidFill>
              <a:ln w="9525">
                <a:solidFill>
                  <a:srgbClr val="000000"/>
                </a:solidFill>
                <a:miter lim="800000"/>
                <a:headEnd/>
                <a:tailEnd/>
              </a:ln>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a:latin typeface="Times New Roman" panose="02020603050405020304" pitchFamily="18" charset="0"/>
                    <a:cs typeface="Times New Roman" panose="02020603050405020304" pitchFamily="18" charset="0"/>
                  </a:rPr>
                  <a:t>TSM</a:t>
                </a:r>
                <a:endParaRPr lang="en-US" altLang="zh-CN" sz="1200" b="1"/>
              </a:p>
            </p:txBody>
          </p:sp>
          <p:sp>
            <p:nvSpPr>
              <p:cNvPr id="57415" name="Line 27">
                <a:extLst>
                  <a:ext uri="{FF2B5EF4-FFF2-40B4-BE49-F238E27FC236}">
                    <a16:creationId xmlns:a16="http://schemas.microsoft.com/office/drawing/2014/main" id="{42377D94-B977-F843-0235-C3B0FC953B5A}"/>
                  </a:ext>
                </a:extLst>
              </p:cNvPr>
              <p:cNvSpPr>
                <a:spLocks noChangeShapeType="1"/>
              </p:cNvSpPr>
              <p:nvPr/>
            </p:nvSpPr>
            <p:spPr bwMode="auto">
              <a:xfrm>
                <a:off x="2255264" y="3546807"/>
                <a:ext cx="704" cy="4706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sp>
        <p:nvSpPr>
          <p:cNvPr id="3" name="Rectangle 2">
            <a:extLst>
              <a:ext uri="{FF2B5EF4-FFF2-40B4-BE49-F238E27FC236}">
                <a16:creationId xmlns:a16="http://schemas.microsoft.com/office/drawing/2014/main" id="{8DA43D37-E76B-FA22-3E0C-0BF6E30C736D}"/>
              </a:ext>
            </a:extLst>
          </p:cNvPr>
          <p:cNvSpPr txBox="1">
            <a:spLocks noChangeArrowheads="1"/>
          </p:cNvSpPr>
          <p:nvPr/>
        </p:nvSpPr>
        <p:spPr>
          <a:xfrm>
            <a:off x="1752600" y="1778000"/>
            <a:ext cx="1371600" cy="1676400"/>
          </a:xfrm>
          <a:prstGeom prst="rect">
            <a:avLst/>
          </a:prstGeom>
        </p:spPr>
        <p:txBody>
          <a:bodyPr lIns="0" tIns="36000" rIns="0" bIns="36000"/>
          <a:lstStyle/>
          <a:p>
            <a:pPr>
              <a:defRPr/>
            </a:pPr>
            <a:r>
              <a:rPr lang="zh-CN" altLang="en-US" sz="2000" b="1" kern="0" dirty="0">
                <a:latin typeface="华文新魏" pitchFamily="2" charset="-122"/>
                <a:ea typeface="华文新魏" pitchFamily="2" charset="-122"/>
                <a:cs typeface="+mj-cs"/>
              </a:rPr>
              <a:t>根据产业发展需求，逐步完善自主计算技术标准体系</a:t>
            </a:r>
          </a:p>
        </p:txBody>
      </p:sp>
      <p:sp>
        <p:nvSpPr>
          <p:cNvPr id="57348" name="Rectangle 61">
            <a:extLst>
              <a:ext uri="{FF2B5EF4-FFF2-40B4-BE49-F238E27FC236}">
                <a16:creationId xmlns:a16="http://schemas.microsoft.com/office/drawing/2014/main" id="{D573E137-E821-B06E-B0E7-3F3DECA41CB0}"/>
              </a:ext>
            </a:extLst>
          </p:cNvPr>
          <p:cNvSpPr>
            <a:spLocks noChangeArrowheads="1"/>
          </p:cNvSpPr>
          <p:nvPr/>
        </p:nvSpPr>
        <p:spPr bwMode="auto">
          <a:xfrm>
            <a:off x="1524001" y="-107722"/>
            <a:ext cx="18473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5" name="组合 66">
            <a:extLst>
              <a:ext uri="{FF2B5EF4-FFF2-40B4-BE49-F238E27FC236}">
                <a16:creationId xmlns:a16="http://schemas.microsoft.com/office/drawing/2014/main" id="{0DF1CADC-F684-B7BB-F837-FD4142ABC3B4}"/>
              </a:ext>
            </a:extLst>
          </p:cNvPr>
          <p:cNvGrpSpPr>
            <a:grpSpLocks/>
          </p:cNvGrpSpPr>
          <p:nvPr/>
        </p:nvGrpSpPr>
        <p:grpSpPr bwMode="auto">
          <a:xfrm>
            <a:off x="4159250" y="1852613"/>
            <a:ext cx="1697038" cy="1879600"/>
            <a:chOff x="2635624" y="1903008"/>
            <a:chExt cx="1696122" cy="1879488"/>
          </a:xfrm>
        </p:grpSpPr>
        <p:sp>
          <p:nvSpPr>
            <p:cNvPr id="57402" name="Rectangle 56">
              <a:extLst>
                <a:ext uri="{FF2B5EF4-FFF2-40B4-BE49-F238E27FC236}">
                  <a16:creationId xmlns:a16="http://schemas.microsoft.com/office/drawing/2014/main" id="{841A5B4F-0537-371D-DBCE-0CD9AD53BDE6}"/>
                </a:ext>
              </a:extLst>
            </p:cNvPr>
            <p:cNvSpPr>
              <a:spLocks noChangeArrowheads="1"/>
            </p:cNvSpPr>
            <p:nvPr/>
          </p:nvSpPr>
          <p:spPr bwMode="auto">
            <a:xfrm>
              <a:off x="2762410" y="2960220"/>
              <a:ext cx="1569336" cy="822276"/>
            </a:xfrm>
            <a:prstGeom prst="rect">
              <a:avLst/>
            </a:prstGeom>
            <a:solidFill>
              <a:srgbClr val="00FFFF"/>
            </a:solidFill>
            <a:ln w="9525">
              <a:solidFill>
                <a:srgbClr val="000000"/>
              </a:solidFill>
              <a:miter lim="800000"/>
              <a:headEnd/>
              <a:tailEnd/>
            </a:ln>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a:p>
          </p:txBody>
        </p:sp>
        <p:sp>
          <p:nvSpPr>
            <p:cNvPr id="57403" name="Rectangle 55">
              <a:extLst>
                <a:ext uri="{FF2B5EF4-FFF2-40B4-BE49-F238E27FC236}">
                  <a16:creationId xmlns:a16="http://schemas.microsoft.com/office/drawing/2014/main" id="{6747F5EA-EA18-2B8B-F418-8C20F6F83772}"/>
                </a:ext>
              </a:extLst>
            </p:cNvPr>
            <p:cNvSpPr>
              <a:spLocks noChangeArrowheads="1"/>
            </p:cNvSpPr>
            <p:nvPr/>
          </p:nvSpPr>
          <p:spPr bwMode="auto">
            <a:xfrm>
              <a:off x="2762410" y="1903008"/>
              <a:ext cx="1557361" cy="587340"/>
            </a:xfrm>
            <a:prstGeom prst="rect">
              <a:avLst/>
            </a:prstGeom>
            <a:solidFill>
              <a:srgbClr val="FF9900"/>
            </a:solidFill>
            <a:ln w="76200">
              <a:solidFill>
                <a:srgbClr val="000000"/>
              </a:solidFill>
              <a:miter lim="800000"/>
              <a:headEnd/>
              <a:tailEnd/>
            </a:ln>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a:p>
          </p:txBody>
        </p:sp>
        <p:sp>
          <p:nvSpPr>
            <p:cNvPr id="57404" name="Line 51">
              <a:extLst>
                <a:ext uri="{FF2B5EF4-FFF2-40B4-BE49-F238E27FC236}">
                  <a16:creationId xmlns:a16="http://schemas.microsoft.com/office/drawing/2014/main" id="{170F2B17-FBED-ED96-178F-333C83D57D2D}"/>
                </a:ext>
              </a:extLst>
            </p:cNvPr>
            <p:cNvSpPr>
              <a:spLocks noChangeShapeType="1"/>
            </p:cNvSpPr>
            <p:nvPr/>
          </p:nvSpPr>
          <p:spPr bwMode="auto">
            <a:xfrm>
              <a:off x="2635624" y="2137944"/>
              <a:ext cx="139465" cy="75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405" name="Rectangle 50">
              <a:extLst>
                <a:ext uri="{FF2B5EF4-FFF2-40B4-BE49-F238E27FC236}">
                  <a16:creationId xmlns:a16="http://schemas.microsoft.com/office/drawing/2014/main" id="{F9903140-8B81-530F-4874-E857AC137DE8}"/>
                </a:ext>
              </a:extLst>
            </p:cNvPr>
            <p:cNvSpPr>
              <a:spLocks noChangeArrowheads="1"/>
            </p:cNvSpPr>
            <p:nvPr/>
          </p:nvSpPr>
          <p:spPr bwMode="auto">
            <a:xfrm>
              <a:off x="3581400" y="2020476"/>
              <a:ext cx="633933" cy="352404"/>
            </a:xfrm>
            <a:prstGeom prst="rect">
              <a:avLst/>
            </a:prstGeom>
            <a:solidFill>
              <a:srgbClr val="FFFFFF"/>
            </a:solidFill>
            <a:ln w="9525">
              <a:solidFill>
                <a:srgbClr val="000000"/>
              </a:solidFill>
              <a:miter lim="800000"/>
              <a:headEnd/>
              <a:tailEnd/>
            </a:ln>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a:latin typeface="Times New Roman" panose="02020603050405020304" pitchFamily="18" charset="0"/>
                  <a:cs typeface="Times New Roman" panose="02020603050405020304" pitchFamily="18" charset="0"/>
                </a:rPr>
                <a:t>TSM-m</a:t>
              </a:r>
              <a:endParaRPr lang="en-US" altLang="zh-CN" sz="1200" b="1"/>
            </a:p>
          </p:txBody>
        </p:sp>
        <p:sp>
          <p:nvSpPr>
            <p:cNvPr id="57406" name="Line 49">
              <a:extLst>
                <a:ext uri="{FF2B5EF4-FFF2-40B4-BE49-F238E27FC236}">
                  <a16:creationId xmlns:a16="http://schemas.microsoft.com/office/drawing/2014/main" id="{E95851EB-2A12-4878-EF9D-119C477D8471}"/>
                </a:ext>
              </a:extLst>
            </p:cNvPr>
            <p:cNvSpPr>
              <a:spLocks noChangeShapeType="1"/>
            </p:cNvSpPr>
            <p:nvPr/>
          </p:nvSpPr>
          <p:spPr bwMode="auto">
            <a:xfrm>
              <a:off x="2635624" y="3311871"/>
              <a:ext cx="139465" cy="75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407" name="Rectangle 48">
              <a:extLst>
                <a:ext uri="{FF2B5EF4-FFF2-40B4-BE49-F238E27FC236}">
                  <a16:creationId xmlns:a16="http://schemas.microsoft.com/office/drawing/2014/main" id="{FA5C4A8E-9E57-2683-25F4-DE66D2A42379}"/>
                </a:ext>
              </a:extLst>
            </p:cNvPr>
            <p:cNvSpPr>
              <a:spLocks noChangeArrowheads="1"/>
            </p:cNvSpPr>
            <p:nvPr/>
          </p:nvSpPr>
          <p:spPr bwMode="auto">
            <a:xfrm>
              <a:off x="2895600" y="3195156"/>
              <a:ext cx="633933" cy="352404"/>
            </a:xfrm>
            <a:prstGeom prst="rect">
              <a:avLst/>
            </a:prstGeom>
            <a:solidFill>
              <a:srgbClr val="FFFFFF"/>
            </a:solidFill>
            <a:ln w="9525">
              <a:solidFill>
                <a:srgbClr val="000000"/>
              </a:solidFill>
              <a:miter lim="800000"/>
              <a:headEnd/>
              <a:tailEnd/>
            </a:ln>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a:latin typeface="Times New Roman" panose="02020603050405020304" pitchFamily="18" charset="0"/>
                  <a:cs typeface="Times New Roman" panose="02020603050405020304" pitchFamily="18" charset="0"/>
                </a:rPr>
                <a:t>TCM-h</a:t>
              </a:r>
              <a:endParaRPr lang="en-US" altLang="zh-CN" sz="1200" b="1"/>
            </a:p>
          </p:txBody>
        </p:sp>
        <p:sp>
          <p:nvSpPr>
            <p:cNvPr id="57408" name="Rectangle 47">
              <a:extLst>
                <a:ext uri="{FF2B5EF4-FFF2-40B4-BE49-F238E27FC236}">
                  <a16:creationId xmlns:a16="http://schemas.microsoft.com/office/drawing/2014/main" id="{91A13CA9-34B8-1EEB-BFFB-7EDE39A5B878}"/>
                </a:ext>
              </a:extLst>
            </p:cNvPr>
            <p:cNvSpPr>
              <a:spLocks noChangeArrowheads="1"/>
            </p:cNvSpPr>
            <p:nvPr/>
          </p:nvSpPr>
          <p:spPr bwMode="auto">
            <a:xfrm>
              <a:off x="2895600" y="2020476"/>
              <a:ext cx="633933" cy="352404"/>
            </a:xfrm>
            <a:prstGeom prst="rect">
              <a:avLst/>
            </a:prstGeom>
            <a:solidFill>
              <a:srgbClr val="FFFFFF"/>
            </a:solidFill>
            <a:ln w="9525">
              <a:solidFill>
                <a:srgbClr val="000000"/>
              </a:solidFill>
              <a:miter lim="800000"/>
              <a:headEnd/>
              <a:tailEnd/>
            </a:ln>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a:latin typeface="Times New Roman" panose="02020603050405020304" pitchFamily="18" charset="0"/>
                  <a:cs typeface="Times New Roman" panose="02020603050405020304" pitchFamily="18" charset="0"/>
                </a:rPr>
                <a:t>TCM-m</a:t>
              </a:r>
              <a:endParaRPr lang="en-US" altLang="zh-CN" sz="1200" b="1"/>
            </a:p>
          </p:txBody>
        </p:sp>
        <p:sp>
          <p:nvSpPr>
            <p:cNvPr id="57409" name="Rectangle 46">
              <a:extLst>
                <a:ext uri="{FF2B5EF4-FFF2-40B4-BE49-F238E27FC236}">
                  <a16:creationId xmlns:a16="http://schemas.microsoft.com/office/drawing/2014/main" id="{452EDD06-75B0-DAA3-A153-2D957E16EA20}"/>
                </a:ext>
              </a:extLst>
            </p:cNvPr>
            <p:cNvSpPr>
              <a:spLocks noChangeArrowheads="1"/>
            </p:cNvSpPr>
            <p:nvPr/>
          </p:nvSpPr>
          <p:spPr bwMode="auto">
            <a:xfrm>
              <a:off x="3649916" y="3195156"/>
              <a:ext cx="633933" cy="352404"/>
            </a:xfrm>
            <a:prstGeom prst="rect">
              <a:avLst/>
            </a:prstGeom>
            <a:solidFill>
              <a:srgbClr val="FFFFFF"/>
            </a:solidFill>
            <a:ln w="9525">
              <a:solidFill>
                <a:srgbClr val="000000"/>
              </a:solidFill>
              <a:miter lim="800000"/>
              <a:headEnd/>
              <a:tailEnd/>
            </a:ln>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a:latin typeface="Times New Roman" panose="02020603050405020304" pitchFamily="18" charset="0"/>
                  <a:cs typeface="Times New Roman" panose="02020603050405020304" pitchFamily="18" charset="0"/>
                </a:rPr>
                <a:t>TSM-h</a:t>
              </a:r>
              <a:endParaRPr lang="en-US" altLang="zh-CN" sz="1200" b="1"/>
            </a:p>
          </p:txBody>
        </p:sp>
      </p:grpSp>
      <p:grpSp>
        <p:nvGrpSpPr>
          <p:cNvPr id="6" name="组合 67">
            <a:extLst>
              <a:ext uri="{FF2B5EF4-FFF2-40B4-BE49-F238E27FC236}">
                <a16:creationId xmlns:a16="http://schemas.microsoft.com/office/drawing/2014/main" id="{62138ADF-1F0F-737A-19DA-FC3C128BBCC0}"/>
              </a:ext>
            </a:extLst>
          </p:cNvPr>
          <p:cNvGrpSpPr>
            <a:grpSpLocks/>
          </p:cNvGrpSpPr>
          <p:nvPr/>
        </p:nvGrpSpPr>
        <p:grpSpPr bwMode="auto">
          <a:xfrm>
            <a:off x="4159250" y="1735139"/>
            <a:ext cx="3424238" cy="4111625"/>
            <a:chOff x="2635624" y="1785540"/>
            <a:chExt cx="3423237" cy="4111380"/>
          </a:xfrm>
        </p:grpSpPr>
        <p:sp>
          <p:nvSpPr>
            <p:cNvPr id="57389" name="Rectangle 58">
              <a:extLst>
                <a:ext uri="{FF2B5EF4-FFF2-40B4-BE49-F238E27FC236}">
                  <a16:creationId xmlns:a16="http://schemas.microsoft.com/office/drawing/2014/main" id="{D4341270-DC78-D19C-C7F5-3B293CE9DEF8}"/>
                </a:ext>
              </a:extLst>
            </p:cNvPr>
            <p:cNvSpPr>
              <a:spLocks noChangeArrowheads="1"/>
            </p:cNvSpPr>
            <p:nvPr/>
          </p:nvSpPr>
          <p:spPr bwMode="auto">
            <a:xfrm>
              <a:off x="4537422" y="1785540"/>
              <a:ext cx="1521439" cy="4111380"/>
            </a:xfrm>
            <a:prstGeom prst="rect">
              <a:avLst/>
            </a:prstGeom>
            <a:solidFill>
              <a:srgbClr val="FFFFFF"/>
            </a:solidFill>
            <a:ln w="9525">
              <a:solidFill>
                <a:srgbClr val="000000"/>
              </a:solidFill>
              <a:prstDash val="dash"/>
              <a:miter lim="800000"/>
              <a:headEnd/>
              <a:tailEnd/>
            </a:ln>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a:p>
          </p:txBody>
        </p:sp>
        <p:sp>
          <p:nvSpPr>
            <p:cNvPr id="57390" name="Rectangle 45">
              <a:extLst>
                <a:ext uri="{FF2B5EF4-FFF2-40B4-BE49-F238E27FC236}">
                  <a16:creationId xmlns:a16="http://schemas.microsoft.com/office/drawing/2014/main" id="{8B4308A8-67B3-148C-4BEB-866265DB41DC}"/>
                </a:ext>
              </a:extLst>
            </p:cNvPr>
            <p:cNvSpPr>
              <a:spLocks noChangeArrowheads="1"/>
            </p:cNvSpPr>
            <p:nvPr/>
          </p:nvSpPr>
          <p:spPr bwMode="auto">
            <a:xfrm>
              <a:off x="4664209" y="1903008"/>
              <a:ext cx="1267866" cy="587340"/>
            </a:xfrm>
            <a:prstGeom prst="rect">
              <a:avLst/>
            </a:prstGeom>
            <a:solidFill>
              <a:srgbClr val="00FFFF"/>
            </a:solidFill>
            <a:ln w="9525">
              <a:solidFill>
                <a:srgbClr val="000000"/>
              </a:solidFill>
              <a:miter lim="800000"/>
              <a:headEnd/>
              <a:tailEn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Times New Roman" panose="02020603050405020304" pitchFamily="18" charset="0"/>
                  <a:cs typeface="Times New Roman" panose="02020603050405020304" pitchFamily="18" charset="0"/>
                </a:rPr>
                <a:t>移动平台</a:t>
              </a:r>
              <a:endParaRPr lang="zh-CN" altLang="en-US" sz="1200"/>
            </a:p>
            <a:p>
              <a:pPr algn="ctr"/>
              <a:r>
                <a:rPr lang="zh-CN" altLang="en-US" sz="1200">
                  <a:latin typeface="Times New Roman" panose="02020603050405020304" pitchFamily="18" charset="0"/>
                  <a:cs typeface="Times New Roman" panose="02020603050405020304" pitchFamily="18" charset="0"/>
                </a:rPr>
                <a:t>（手持设备）</a:t>
              </a:r>
              <a:endParaRPr lang="zh-CN" altLang="en-US" sz="1200"/>
            </a:p>
          </p:txBody>
        </p:sp>
        <p:sp>
          <p:nvSpPr>
            <p:cNvPr id="57391" name="Rectangle 44">
              <a:extLst>
                <a:ext uri="{FF2B5EF4-FFF2-40B4-BE49-F238E27FC236}">
                  <a16:creationId xmlns:a16="http://schemas.microsoft.com/office/drawing/2014/main" id="{B4B3FB78-B3E9-D215-8DD3-38CFD0F3E5AF}"/>
                </a:ext>
              </a:extLst>
            </p:cNvPr>
            <p:cNvSpPr>
              <a:spLocks noChangeArrowheads="1"/>
            </p:cNvSpPr>
            <p:nvPr/>
          </p:nvSpPr>
          <p:spPr bwMode="auto">
            <a:xfrm>
              <a:off x="4664209" y="2842752"/>
              <a:ext cx="1267866" cy="469872"/>
            </a:xfrm>
            <a:prstGeom prst="rect">
              <a:avLst/>
            </a:prstGeom>
            <a:solidFill>
              <a:srgbClr val="00FFFF"/>
            </a:solidFill>
            <a:ln w="9525">
              <a:solidFill>
                <a:srgbClr val="000000"/>
              </a:solidFill>
              <a:miter lim="800000"/>
              <a:headEnd/>
              <a:tailEn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Times New Roman" panose="02020603050405020304" pitchFamily="18" charset="0"/>
                  <a:cs typeface="Times New Roman" panose="02020603050405020304" pitchFamily="18" charset="0"/>
                </a:rPr>
                <a:t>服务器平台</a:t>
              </a:r>
              <a:endParaRPr lang="zh-CN" altLang="en-US" sz="1200"/>
            </a:p>
          </p:txBody>
        </p:sp>
        <p:sp>
          <p:nvSpPr>
            <p:cNvPr id="57392" name="Rectangle 43">
              <a:extLst>
                <a:ext uri="{FF2B5EF4-FFF2-40B4-BE49-F238E27FC236}">
                  <a16:creationId xmlns:a16="http://schemas.microsoft.com/office/drawing/2014/main" id="{285C12EE-6525-B426-E6D3-86F6BDCB776B}"/>
                </a:ext>
              </a:extLst>
            </p:cNvPr>
            <p:cNvSpPr>
              <a:spLocks noChangeArrowheads="1"/>
            </p:cNvSpPr>
            <p:nvPr/>
          </p:nvSpPr>
          <p:spPr bwMode="auto">
            <a:xfrm>
              <a:off x="4664209" y="4017432"/>
              <a:ext cx="1267866" cy="1762020"/>
            </a:xfrm>
            <a:prstGeom prst="rect">
              <a:avLst/>
            </a:prstGeom>
            <a:solidFill>
              <a:srgbClr val="C0C0C0"/>
            </a:solidFill>
            <a:ln w="9525">
              <a:solidFill>
                <a:srgbClr val="000000"/>
              </a:solidFill>
              <a:miter lim="800000"/>
              <a:headEnd/>
              <a:tailEnd/>
            </a:ln>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a:latin typeface="Times New Roman" panose="02020603050405020304" pitchFamily="18" charset="0"/>
                  <a:cs typeface="Times New Roman" panose="02020603050405020304" pitchFamily="18" charset="0"/>
                </a:rPr>
                <a:t>PC</a:t>
              </a:r>
              <a:r>
                <a:rPr lang="zh-CN" altLang="en-US" sz="1200" b="1">
                  <a:latin typeface="Times New Roman" panose="02020603050405020304" pitchFamily="18" charset="0"/>
                  <a:cs typeface="Times New Roman" panose="02020603050405020304" pitchFamily="18" charset="0"/>
                </a:rPr>
                <a:t>平台</a:t>
              </a:r>
              <a:endParaRPr lang="zh-CN" altLang="en-US" sz="1200"/>
            </a:p>
          </p:txBody>
        </p:sp>
        <p:sp>
          <p:nvSpPr>
            <p:cNvPr id="57393" name="Line 42">
              <a:extLst>
                <a:ext uri="{FF2B5EF4-FFF2-40B4-BE49-F238E27FC236}">
                  <a16:creationId xmlns:a16="http://schemas.microsoft.com/office/drawing/2014/main" id="{BD4FCEBF-E939-9941-36DC-2FD6F28E1C38}"/>
                </a:ext>
              </a:extLst>
            </p:cNvPr>
            <p:cNvSpPr>
              <a:spLocks noChangeShapeType="1"/>
            </p:cNvSpPr>
            <p:nvPr/>
          </p:nvSpPr>
          <p:spPr bwMode="auto">
            <a:xfrm>
              <a:off x="2635624" y="4722240"/>
              <a:ext cx="2028585" cy="75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94" name="Rectangle 41">
              <a:extLst>
                <a:ext uri="{FF2B5EF4-FFF2-40B4-BE49-F238E27FC236}">
                  <a16:creationId xmlns:a16="http://schemas.microsoft.com/office/drawing/2014/main" id="{9DE4C4A7-65EF-485A-615D-2560AE266B6A}"/>
                </a:ext>
              </a:extLst>
            </p:cNvPr>
            <p:cNvSpPr>
              <a:spLocks noChangeArrowheads="1"/>
            </p:cNvSpPr>
            <p:nvPr/>
          </p:nvSpPr>
          <p:spPr bwMode="auto">
            <a:xfrm>
              <a:off x="4790995" y="5427048"/>
              <a:ext cx="1014292" cy="277857"/>
            </a:xfrm>
            <a:prstGeom prst="rect">
              <a:avLst/>
            </a:prstGeom>
            <a:solidFill>
              <a:srgbClr val="FFCC99"/>
            </a:solidFill>
            <a:ln w="9525">
              <a:solidFill>
                <a:srgbClr val="000000"/>
              </a:solidFill>
              <a:miter lim="800000"/>
              <a:headEnd/>
              <a:tailEnd/>
            </a:ln>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a:latin typeface="Times New Roman" panose="02020603050405020304" pitchFamily="18" charset="0"/>
                  <a:cs typeface="Times New Roman" panose="02020603050405020304" pitchFamily="18" charset="0"/>
                </a:rPr>
                <a:t>通用密码接口</a:t>
              </a:r>
              <a:endParaRPr lang="zh-CN" altLang="en-US" sz="1200"/>
            </a:p>
          </p:txBody>
        </p:sp>
        <p:sp>
          <p:nvSpPr>
            <p:cNvPr id="57395" name="Rectangle 40">
              <a:extLst>
                <a:ext uri="{FF2B5EF4-FFF2-40B4-BE49-F238E27FC236}">
                  <a16:creationId xmlns:a16="http://schemas.microsoft.com/office/drawing/2014/main" id="{C416F708-1CF3-7618-57BA-058780AFE2AA}"/>
                </a:ext>
              </a:extLst>
            </p:cNvPr>
            <p:cNvSpPr>
              <a:spLocks noChangeArrowheads="1"/>
            </p:cNvSpPr>
            <p:nvPr/>
          </p:nvSpPr>
          <p:spPr bwMode="auto">
            <a:xfrm>
              <a:off x="4790995" y="5074644"/>
              <a:ext cx="1014292" cy="277857"/>
            </a:xfrm>
            <a:prstGeom prst="rect">
              <a:avLst/>
            </a:prstGeom>
            <a:solidFill>
              <a:srgbClr val="FFCC99"/>
            </a:solidFill>
            <a:ln w="9525">
              <a:solidFill>
                <a:srgbClr val="000000"/>
              </a:solidFill>
              <a:miter lim="800000"/>
              <a:headEnd/>
              <a:tailEnd/>
            </a:ln>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a:latin typeface="Times New Roman" panose="02020603050405020304" pitchFamily="18" charset="0"/>
                  <a:cs typeface="Times New Roman" panose="02020603050405020304" pitchFamily="18" charset="0"/>
                </a:rPr>
                <a:t>可信操作系统</a:t>
              </a:r>
              <a:endParaRPr lang="zh-CN" altLang="en-US" sz="1200"/>
            </a:p>
          </p:txBody>
        </p:sp>
        <p:sp>
          <p:nvSpPr>
            <p:cNvPr id="57396" name="Rectangle 39">
              <a:extLst>
                <a:ext uri="{FF2B5EF4-FFF2-40B4-BE49-F238E27FC236}">
                  <a16:creationId xmlns:a16="http://schemas.microsoft.com/office/drawing/2014/main" id="{D95B0B6E-C3BA-8C07-92F5-9C2EC3011A40}"/>
                </a:ext>
              </a:extLst>
            </p:cNvPr>
            <p:cNvSpPr>
              <a:spLocks noChangeArrowheads="1"/>
            </p:cNvSpPr>
            <p:nvPr/>
          </p:nvSpPr>
          <p:spPr bwMode="auto">
            <a:xfrm>
              <a:off x="4664209" y="3488073"/>
              <a:ext cx="1267866" cy="411891"/>
            </a:xfrm>
            <a:prstGeom prst="rect">
              <a:avLst/>
            </a:prstGeom>
            <a:solidFill>
              <a:srgbClr val="00FFFF"/>
            </a:solidFill>
            <a:ln w="9525">
              <a:solidFill>
                <a:srgbClr val="000000"/>
              </a:solidFill>
              <a:miter lim="800000"/>
              <a:headEnd/>
              <a:tailEnd/>
            </a:ln>
          </p:spPr>
          <p:txBody>
            <a:bodyPr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a:latin typeface="Times New Roman" panose="02020603050405020304" pitchFamily="18" charset="0"/>
                  <a:cs typeface="Times New Roman" panose="02020603050405020304" pitchFamily="18" charset="0"/>
                </a:rPr>
                <a:t>可信存储系统</a:t>
              </a:r>
              <a:endParaRPr lang="zh-CN" altLang="en-US" sz="1200"/>
            </a:p>
          </p:txBody>
        </p:sp>
        <p:sp>
          <p:nvSpPr>
            <p:cNvPr id="57397" name="Line 38">
              <a:extLst>
                <a:ext uri="{FF2B5EF4-FFF2-40B4-BE49-F238E27FC236}">
                  <a16:creationId xmlns:a16="http://schemas.microsoft.com/office/drawing/2014/main" id="{CA6944EA-BBF8-04C9-CE20-F2922E1DB473}"/>
                </a:ext>
              </a:extLst>
            </p:cNvPr>
            <p:cNvSpPr>
              <a:spLocks noChangeShapeType="1"/>
            </p:cNvSpPr>
            <p:nvPr/>
          </p:nvSpPr>
          <p:spPr bwMode="auto">
            <a:xfrm>
              <a:off x="4324703" y="2137944"/>
              <a:ext cx="339506" cy="75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98" name="Line 37">
              <a:extLst>
                <a:ext uri="{FF2B5EF4-FFF2-40B4-BE49-F238E27FC236}">
                  <a16:creationId xmlns:a16="http://schemas.microsoft.com/office/drawing/2014/main" id="{4D246F6D-6E29-4AD3-2C1A-FAC96E520E80}"/>
                </a:ext>
              </a:extLst>
            </p:cNvPr>
            <p:cNvSpPr>
              <a:spLocks noChangeShapeType="1"/>
            </p:cNvSpPr>
            <p:nvPr/>
          </p:nvSpPr>
          <p:spPr bwMode="auto">
            <a:xfrm>
              <a:off x="4344425" y="3077688"/>
              <a:ext cx="319784" cy="75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99" name="Rectangle 35">
              <a:extLst>
                <a:ext uri="{FF2B5EF4-FFF2-40B4-BE49-F238E27FC236}">
                  <a16:creationId xmlns:a16="http://schemas.microsoft.com/office/drawing/2014/main" id="{CFEACEA4-6641-B0AA-D520-E8EE91877097}"/>
                </a:ext>
              </a:extLst>
            </p:cNvPr>
            <p:cNvSpPr>
              <a:spLocks noChangeArrowheads="1"/>
            </p:cNvSpPr>
            <p:nvPr/>
          </p:nvSpPr>
          <p:spPr bwMode="auto">
            <a:xfrm>
              <a:off x="4790995" y="4369836"/>
              <a:ext cx="1014292" cy="277857"/>
            </a:xfrm>
            <a:prstGeom prst="rect">
              <a:avLst/>
            </a:prstGeom>
            <a:solidFill>
              <a:srgbClr val="FFFFFF"/>
            </a:solidFill>
            <a:ln w="9525">
              <a:solidFill>
                <a:srgbClr val="000000"/>
              </a:solidFill>
              <a:miter lim="800000"/>
              <a:headEnd/>
              <a:tailEnd/>
            </a:ln>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a:latin typeface="Times New Roman" panose="02020603050405020304" pitchFamily="18" charset="0"/>
                  <a:cs typeface="Times New Roman" panose="02020603050405020304" pitchFamily="18" charset="0"/>
                </a:rPr>
                <a:t>TCM</a:t>
              </a:r>
              <a:r>
                <a:rPr lang="zh-CN" altLang="en-US" sz="1200">
                  <a:latin typeface="Times New Roman" panose="02020603050405020304" pitchFamily="18" charset="0"/>
                  <a:cs typeface="Times New Roman" panose="02020603050405020304" pitchFamily="18" charset="0"/>
                </a:rPr>
                <a:t>接口</a:t>
              </a:r>
              <a:endParaRPr lang="zh-CN" altLang="en-US" sz="1200"/>
            </a:p>
          </p:txBody>
        </p:sp>
        <p:sp>
          <p:nvSpPr>
            <p:cNvPr id="57400" name="Rectangle 34">
              <a:extLst>
                <a:ext uri="{FF2B5EF4-FFF2-40B4-BE49-F238E27FC236}">
                  <a16:creationId xmlns:a16="http://schemas.microsoft.com/office/drawing/2014/main" id="{42FFB588-5779-0058-0119-988D0B9248D4}"/>
                </a:ext>
              </a:extLst>
            </p:cNvPr>
            <p:cNvSpPr>
              <a:spLocks noChangeArrowheads="1"/>
            </p:cNvSpPr>
            <p:nvPr/>
          </p:nvSpPr>
          <p:spPr bwMode="auto">
            <a:xfrm>
              <a:off x="4790995" y="4722240"/>
              <a:ext cx="1014292" cy="277857"/>
            </a:xfrm>
            <a:prstGeom prst="rect">
              <a:avLst/>
            </a:prstGeom>
            <a:solidFill>
              <a:srgbClr val="FFFF99"/>
            </a:solidFill>
            <a:ln w="9525">
              <a:solidFill>
                <a:srgbClr val="000000"/>
              </a:solidFill>
              <a:miter lim="800000"/>
              <a:headEnd/>
              <a:tailEnd/>
            </a:ln>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a:latin typeface="Times New Roman" panose="02020603050405020304" pitchFamily="18" charset="0"/>
                  <a:cs typeface="Times New Roman" panose="02020603050405020304" pitchFamily="18" charset="0"/>
                </a:rPr>
                <a:t>可信固件</a:t>
              </a:r>
              <a:endParaRPr lang="zh-CN" altLang="en-US" sz="1200"/>
            </a:p>
          </p:txBody>
        </p:sp>
        <p:sp>
          <p:nvSpPr>
            <p:cNvPr id="57401" name="Line 5">
              <a:extLst>
                <a:ext uri="{FF2B5EF4-FFF2-40B4-BE49-F238E27FC236}">
                  <a16:creationId xmlns:a16="http://schemas.microsoft.com/office/drawing/2014/main" id="{51B8135D-E500-75D9-3C0A-6BAAD90B7A84}"/>
                </a:ext>
              </a:extLst>
            </p:cNvPr>
            <p:cNvSpPr>
              <a:spLocks noChangeShapeType="1"/>
            </p:cNvSpPr>
            <p:nvPr/>
          </p:nvSpPr>
          <p:spPr bwMode="auto">
            <a:xfrm>
              <a:off x="4336677" y="3665028"/>
              <a:ext cx="327532" cy="75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7" name="组合 69">
            <a:extLst>
              <a:ext uri="{FF2B5EF4-FFF2-40B4-BE49-F238E27FC236}">
                <a16:creationId xmlns:a16="http://schemas.microsoft.com/office/drawing/2014/main" id="{F24D9AD1-E4B0-787F-BF3D-46156227DF96}"/>
              </a:ext>
            </a:extLst>
          </p:cNvPr>
          <p:cNvGrpSpPr>
            <a:grpSpLocks/>
          </p:cNvGrpSpPr>
          <p:nvPr/>
        </p:nvGrpSpPr>
        <p:grpSpPr bwMode="auto">
          <a:xfrm>
            <a:off x="8470901" y="1733551"/>
            <a:ext cx="1882775" cy="4113213"/>
            <a:chOff x="6946367" y="1784034"/>
            <a:chExt cx="1883484" cy="4112886"/>
          </a:xfrm>
        </p:grpSpPr>
        <p:sp>
          <p:nvSpPr>
            <p:cNvPr id="57376" name="AutoShape 30">
              <a:extLst>
                <a:ext uri="{FF2B5EF4-FFF2-40B4-BE49-F238E27FC236}">
                  <a16:creationId xmlns:a16="http://schemas.microsoft.com/office/drawing/2014/main" id="{4A3F3907-B02C-FACF-E6F3-8E3C37B00A9D}"/>
                </a:ext>
              </a:extLst>
            </p:cNvPr>
            <p:cNvSpPr>
              <a:spLocks noChangeArrowheads="1"/>
            </p:cNvSpPr>
            <p:nvPr/>
          </p:nvSpPr>
          <p:spPr bwMode="auto">
            <a:xfrm>
              <a:off x="7199940" y="1903008"/>
              <a:ext cx="718457" cy="822276"/>
            </a:xfrm>
            <a:prstGeom prst="roundRect">
              <a:avLst>
                <a:gd name="adj" fmla="val 16667"/>
              </a:avLst>
            </a:prstGeom>
            <a:solidFill>
              <a:srgbClr val="FFFFCC"/>
            </a:solidFill>
            <a:ln w="9525">
              <a:solidFill>
                <a:srgbClr val="000000"/>
              </a:solidFill>
              <a:round/>
              <a:headEnd/>
              <a:tailEnd/>
            </a:ln>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Times New Roman" panose="02020603050405020304" pitchFamily="18" charset="0"/>
                  <a:cs typeface="Times New Roman" panose="02020603050405020304" pitchFamily="18" charset="0"/>
                </a:rPr>
                <a:t>移动平台应用</a:t>
              </a:r>
              <a:r>
                <a:rPr lang="en-US" altLang="zh-CN" sz="1200" b="1">
                  <a:latin typeface="Times New Roman" panose="02020603050405020304" pitchFamily="18" charset="0"/>
                  <a:cs typeface="Times New Roman" panose="02020603050405020304" pitchFamily="18" charset="0"/>
                </a:rPr>
                <a:t>Profile</a:t>
              </a:r>
              <a:endParaRPr lang="en-US" altLang="zh-CN" sz="1200" b="1"/>
            </a:p>
          </p:txBody>
        </p:sp>
        <p:sp>
          <p:nvSpPr>
            <p:cNvPr id="57377" name="AutoShape 29">
              <a:extLst>
                <a:ext uri="{FF2B5EF4-FFF2-40B4-BE49-F238E27FC236}">
                  <a16:creationId xmlns:a16="http://schemas.microsoft.com/office/drawing/2014/main" id="{37D72DFE-145C-78C4-53B8-DADB10433750}"/>
                </a:ext>
              </a:extLst>
            </p:cNvPr>
            <p:cNvSpPr>
              <a:spLocks noChangeArrowheads="1"/>
            </p:cNvSpPr>
            <p:nvPr/>
          </p:nvSpPr>
          <p:spPr bwMode="auto">
            <a:xfrm>
              <a:off x="7199940" y="2842752"/>
              <a:ext cx="718457" cy="822276"/>
            </a:xfrm>
            <a:prstGeom prst="roundRect">
              <a:avLst>
                <a:gd name="adj" fmla="val 16667"/>
              </a:avLst>
            </a:prstGeom>
            <a:solidFill>
              <a:srgbClr val="FFFFCC"/>
            </a:solidFill>
            <a:ln w="9525">
              <a:solidFill>
                <a:srgbClr val="000000"/>
              </a:solidFill>
              <a:round/>
              <a:headEnd/>
              <a:tailEnd/>
            </a:ln>
          </p:spPr>
          <p:txBody>
            <a:bodyPr lIns="0" tIns="10800" rIns="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Times New Roman" panose="02020603050405020304" pitchFamily="18" charset="0"/>
                  <a:cs typeface="Times New Roman" panose="02020603050405020304" pitchFamily="18" charset="0"/>
                </a:rPr>
                <a:t>服务器平台应用</a:t>
              </a:r>
              <a:r>
                <a:rPr lang="en-US" altLang="zh-CN" sz="1200" b="1">
                  <a:latin typeface="Times New Roman" panose="02020603050405020304" pitchFamily="18" charset="0"/>
                  <a:cs typeface="Times New Roman" panose="02020603050405020304" pitchFamily="18" charset="0"/>
                </a:rPr>
                <a:t>Profile</a:t>
              </a:r>
              <a:endParaRPr lang="en-US" altLang="zh-CN" sz="1200" b="1"/>
            </a:p>
          </p:txBody>
        </p:sp>
        <p:sp>
          <p:nvSpPr>
            <p:cNvPr id="57378" name="AutoShape 28">
              <a:extLst>
                <a:ext uri="{FF2B5EF4-FFF2-40B4-BE49-F238E27FC236}">
                  <a16:creationId xmlns:a16="http://schemas.microsoft.com/office/drawing/2014/main" id="{80235BE9-3BDB-C89A-B15C-265FBFFBF4AC}"/>
                </a:ext>
              </a:extLst>
            </p:cNvPr>
            <p:cNvSpPr>
              <a:spLocks noChangeArrowheads="1"/>
            </p:cNvSpPr>
            <p:nvPr/>
          </p:nvSpPr>
          <p:spPr bwMode="auto">
            <a:xfrm>
              <a:off x="7199940" y="4487304"/>
              <a:ext cx="718457" cy="939744"/>
            </a:xfrm>
            <a:prstGeom prst="roundRect">
              <a:avLst>
                <a:gd name="adj" fmla="val 16667"/>
              </a:avLst>
            </a:prstGeom>
            <a:solidFill>
              <a:srgbClr val="FFFFCC"/>
            </a:solidFill>
            <a:ln w="9525">
              <a:solidFill>
                <a:srgbClr val="000000"/>
              </a:solidFill>
              <a:round/>
              <a:headEnd/>
              <a:tailEnd/>
            </a:ln>
          </p:spPr>
          <p:txBody>
            <a:bodyPr lIns="18000" rIns="18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a:latin typeface="Times New Roman" panose="02020603050405020304" pitchFamily="18" charset="0"/>
                  <a:cs typeface="Times New Roman" panose="02020603050405020304" pitchFamily="18" charset="0"/>
                </a:rPr>
                <a:t>PC</a:t>
              </a:r>
              <a:r>
                <a:rPr lang="zh-CN" altLang="en-US" sz="1200" b="1">
                  <a:latin typeface="Times New Roman" panose="02020603050405020304" pitchFamily="18" charset="0"/>
                  <a:cs typeface="Times New Roman" panose="02020603050405020304" pitchFamily="18" charset="0"/>
                </a:rPr>
                <a:t>平台应用</a:t>
              </a:r>
              <a:r>
                <a:rPr lang="en-US" altLang="zh-CN" sz="1200" b="1">
                  <a:latin typeface="Times New Roman" panose="02020603050405020304" pitchFamily="18" charset="0"/>
                  <a:cs typeface="Times New Roman" panose="02020603050405020304" pitchFamily="18" charset="0"/>
                </a:rPr>
                <a:t>Profile</a:t>
              </a:r>
              <a:endParaRPr lang="en-US" altLang="zh-CN" sz="1200" b="1"/>
            </a:p>
          </p:txBody>
        </p:sp>
        <p:sp>
          <p:nvSpPr>
            <p:cNvPr id="57379" name="Line 26">
              <a:extLst>
                <a:ext uri="{FF2B5EF4-FFF2-40B4-BE49-F238E27FC236}">
                  <a16:creationId xmlns:a16="http://schemas.microsoft.com/office/drawing/2014/main" id="{49879E23-6752-769C-E051-EB0B0CB44CAE}"/>
                </a:ext>
              </a:extLst>
            </p:cNvPr>
            <p:cNvSpPr>
              <a:spLocks noChangeShapeType="1"/>
            </p:cNvSpPr>
            <p:nvPr/>
          </p:nvSpPr>
          <p:spPr bwMode="auto">
            <a:xfrm>
              <a:off x="6946367" y="1785540"/>
              <a:ext cx="704" cy="4111380"/>
            </a:xfrm>
            <a:prstGeom prst="line">
              <a:avLst/>
            </a:prstGeom>
            <a:noFill/>
            <a:ln w="317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80" name="Line 25">
              <a:extLst>
                <a:ext uri="{FF2B5EF4-FFF2-40B4-BE49-F238E27FC236}">
                  <a16:creationId xmlns:a16="http://schemas.microsoft.com/office/drawing/2014/main" id="{6804FED9-EF2E-E0FB-1340-F5270263BFAC}"/>
                </a:ext>
              </a:extLst>
            </p:cNvPr>
            <p:cNvSpPr>
              <a:spLocks noChangeShapeType="1"/>
            </p:cNvSpPr>
            <p:nvPr/>
          </p:nvSpPr>
          <p:spPr bwMode="auto">
            <a:xfrm>
              <a:off x="6946367" y="2372127"/>
              <a:ext cx="279635" cy="75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81" name="Line 24">
              <a:extLst>
                <a:ext uri="{FF2B5EF4-FFF2-40B4-BE49-F238E27FC236}">
                  <a16:creationId xmlns:a16="http://schemas.microsoft.com/office/drawing/2014/main" id="{6EBF8F6C-2907-5B4D-2AC4-04D43FE3C812}"/>
                </a:ext>
              </a:extLst>
            </p:cNvPr>
            <p:cNvSpPr>
              <a:spLocks noChangeShapeType="1"/>
            </p:cNvSpPr>
            <p:nvPr/>
          </p:nvSpPr>
          <p:spPr bwMode="auto">
            <a:xfrm>
              <a:off x="6946367" y="3194403"/>
              <a:ext cx="279635" cy="75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82" name="Line 23">
              <a:extLst>
                <a:ext uri="{FF2B5EF4-FFF2-40B4-BE49-F238E27FC236}">
                  <a16:creationId xmlns:a16="http://schemas.microsoft.com/office/drawing/2014/main" id="{C0E37404-CDE3-5C47-EFBA-28EF56DD882E}"/>
                </a:ext>
              </a:extLst>
            </p:cNvPr>
            <p:cNvSpPr>
              <a:spLocks noChangeShapeType="1"/>
            </p:cNvSpPr>
            <p:nvPr/>
          </p:nvSpPr>
          <p:spPr bwMode="auto">
            <a:xfrm>
              <a:off x="6946367" y="5073891"/>
              <a:ext cx="279635" cy="75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83" name="Line 22">
              <a:extLst>
                <a:ext uri="{FF2B5EF4-FFF2-40B4-BE49-F238E27FC236}">
                  <a16:creationId xmlns:a16="http://schemas.microsoft.com/office/drawing/2014/main" id="{A137284C-C701-D830-84FE-659C77882F62}"/>
                </a:ext>
              </a:extLst>
            </p:cNvPr>
            <p:cNvSpPr>
              <a:spLocks noChangeShapeType="1"/>
            </p:cNvSpPr>
            <p:nvPr/>
          </p:nvSpPr>
          <p:spPr bwMode="auto">
            <a:xfrm>
              <a:off x="6946367" y="3782496"/>
              <a:ext cx="1141079" cy="75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84" name="AutoShape 21">
              <a:extLst>
                <a:ext uri="{FF2B5EF4-FFF2-40B4-BE49-F238E27FC236}">
                  <a16:creationId xmlns:a16="http://schemas.microsoft.com/office/drawing/2014/main" id="{ECE550D7-E9CB-C51D-3595-856DC6856AC2}"/>
                </a:ext>
              </a:extLst>
            </p:cNvPr>
            <p:cNvSpPr>
              <a:spLocks noChangeArrowheads="1"/>
            </p:cNvSpPr>
            <p:nvPr/>
          </p:nvSpPr>
          <p:spPr bwMode="auto">
            <a:xfrm>
              <a:off x="8076880" y="3195156"/>
              <a:ext cx="644498" cy="822276"/>
            </a:xfrm>
            <a:prstGeom prst="roundRect">
              <a:avLst>
                <a:gd name="adj" fmla="val 16667"/>
              </a:avLst>
            </a:prstGeom>
            <a:solidFill>
              <a:srgbClr val="FFFFCC"/>
            </a:solidFill>
            <a:ln w="9525">
              <a:solidFill>
                <a:srgbClr val="000000"/>
              </a:solidFill>
              <a:round/>
              <a:headEnd/>
              <a:tailEnd/>
            </a:ln>
          </p:spPr>
          <p:txBody>
            <a:bodyPr lIns="0" tIns="10800" rIns="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Times New Roman" panose="02020603050405020304" pitchFamily="18" charset="0"/>
                  <a:cs typeface="Times New Roman" panose="02020603050405020304" pitchFamily="18" charset="0"/>
                </a:rPr>
                <a:t>电子支付应用</a:t>
              </a:r>
              <a:r>
                <a:rPr lang="en-US" altLang="zh-CN" sz="1200" b="1">
                  <a:latin typeface="Times New Roman" panose="02020603050405020304" pitchFamily="18" charset="0"/>
                  <a:cs typeface="Times New Roman" panose="02020603050405020304" pitchFamily="18" charset="0"/>
                </a:rPr>
                <a:t>Profile</a:t>
              </a:r>
              <a:endParaRPr lang="en-US" altLang="zh-CN" sz="1200" b="1"/>
            </a:p>
          </p:txBody>
        </p:sp>
        <p:sp>
          <p:nvSpPr>
            <p:cNvPr id="57385" name="AutoShape 20">
              <a:extLst>
                <a:ext uri="{FF2B5EF4-FFF2-40B4-BE49-F238E27FC236}">
                  <a16:creationId xmlns:a16="http://schemas.microsoft.com/office/drawing/2014/main" id="{A28F3380-DB79-69DA-ED99-B7062F04A752}"/>
                </a:ext>
              </a:extLst>
            </p:cNvPr>
            <p:cNvSpPr>
              <a:spLocks noChangeArrowheads="1"/>
            </p:cNvSpPr>
            <p:nvPr/>
          </p:nvSpPr>
          <p:spPr bwMode="auto">
            <a:xfrm>
              <a:off x="8087446" y="4134900"/>
              <a:ext cx="633933" cy="822276"/>
            </a:xfrm>
            <a:prstGeom prst="roundRect">
              <a:avLst>
                <a:gd name="adj" fmla="val 16667"/>
              </a:avLst>
            </a:prstGeom>
            <a:solidFill>
              <a:srgbClr val="FFFFCC"/>
            </a:solidFill>
            <a:ln w="9525">
              <a:solidFill>
                <a:srgbClr val="000000"/>
              </a:solidFill>
              <a:round/>
              <a:headEnd/>
              <a:tailEnd/>
            </a:ln>
          </p:spPr>
          <p:txBody>
            <a:bodyPr lIns="0" tIns="10800" rIns="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Times New Roman" panose="02020603050405020304" pitchFamily="18" charset="0"/>
                  <a:cs typeface="Times New Roman" panose="02020603050405020304" pitchFamily="18" charset="0"/>
                </a:rPr>
                <a:t>电子政务应用</a:t>
              </a:r>
              <a:r>
                <a:rPr lang="en-US" altLang="zh-CN" sz="1200" b="1">
                  <a:latin typeface="Times New Roman" panose="02020603050405020304" pitchFamily="18" charset="0"/>
                  <a:cs typeface="Times New Roman" panose="02020603050405020304" pitchFamily="18" charset="0"/>
                </a:rPr>
                <a:t>Profile</a:t>
              </a:r>
              <a:endParaRPr lang="en-US" altLang="zh-CN" sz="1200" b="1"/>
            </a:p>
          </p:txBody>
        </p:sp>
        <p:sp>
          <p:nvSpPr>
            <p:cNvPr id="57386" name="Line 19">
              <a:extLst>
                <a:ext uri="{FF2B5EF4-FFF2-40B4-BE49-F238E27FC236}">
                  <a16:creationId xmlns:a16="http://schemas.microsoft.com/office/drawing/2014/main" id="{FACE9B97-E1B2-EA8E-849F-FC644CAD32B7}"/>
                </a:ext>
              </a:extLst>
            </p:cNvPr>
            <p:cNvSpPr>
              <a:spLocks noChangeShapeType="1"/>
            </p:cNvSpPr>
            <p:nvPr/>
          </p:nvSpPr>
          <p:spPr bwMode="auto">
            <a:xfrm>
              <a:off x="6946367" y="4369836"/>
              <a:ext cx="1141079" cy="75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87" name="Rectangle 7">
              <a:extLst>
                <a:ext uri="{FF2B5EF4-FFF2-40B4-BE49-F238E27FC236}">
                  <a16:creationId xmlns:a16="http://schemas.microsoft.com/office/drawing/2014/main" id="{BEF229D1-FA5E-EB9C-7505-EAED8897D17E}"/>
                </a:ext>
              </a:extLst>
            </p:cNvPr>
            <p:cNvSpPr>
              <a:spLocks noChangeArrowheads="1"/>
            </p:cNvSpPr>
            <p:nvPr/>
          </p:nvSpPr>
          <p:spPr bwMode="auto">
            <a:xfrm>
              <a:off x="7073153" y="1784034"/>
              <a:ext cx="1756698" cy="4111380"/>
            </a:xfrm>
            <a:prstGeom prst="rect">
              <a:avLst/>
            </a:prstGeom>
            <a:noFill/>
            <a:ln w="9525">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a:p>
          </p:txBody>
        </p:sp>
        <p:sp>
          <p:nvSpPr>
            <p:cNvPr id="57388" name="Rectangle 4">
              <a:extLst>
                <a:ext uri="{FF2B5EF4-FFF2-40B4-BE49-F238E27FC236}">
                  <a16:creationId xmlns:a16="http://schemas.microsoft.com/office/drawing/2014/main" id="{52E1D646-D8CE-88E9-B360-C679E8A97419}"/>
                </a:ext>
              </a:extLst>
            </p:cNvPr>
            <p:cNvSpPr>
              <a:spLocks noChangeArrowheads="1"/>
            </p:cNvSpPr>
            <p:nvPr/>
          </p:nvSpPr>
          <p:spPr bwMode="auto">
            <a:xfrm>
              <a:off x="8087446" y="1845027"/>
              <a:ext cx="633933" cy="527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Times New Roman" panose="02020603050405020304" pitchFamily="18" charset="0"/>
                  <a:cs typeface="Times New Roman" panose="02020603050405020304" pitchFamily="18" charset="0"/>
                </a:rPr>
                <a:t>可信应用</a:t>
              </a:r>
              <a:r>
                <a:rPr lang="en-US" altLang="zh-CN" sz="1200" b="1">
                  <a:latin typeface="Times New Roman" panose="02020603050405020304" pitchFamily="18" charset="0"/>
                  <a:cs typeface="Times New Roman" panose="02020603050405020304" pitchFamily="18" charset="0"/>
                </a:rPr>
                <a:t>Profile</a:t>
              </a:r>
              <a:endParaRPr lang="en-US" altLang="zh-CN" sz="1200"/>
            </a:p>
          </p:txBody>
        </p:sp>
      </p:grpSp>
      <p:grpSp>
        <p:nvGrpSpPr>
          <p:cNvPr id="8" name="组合 71">
            <a:extLst>
              <a:ext uri="{FF2B5EF4-FFF2-40B4-BE49-F238E27FC236}">
                <a16:creationId xmlns:a16="http://schemas.microsoft.com/office/drawing/2014/main" id="{B18D8690-9971-71B2-BF81-4664AD4AC88D}"/>
              </a:ext>
            </a:extLst>
          </p:cNvPr>
          <p:cNvGrpSpPr>
            <a:grpSpLocks/>
          </p:cNvGrpSpPr>
          <p:nvPr/>
        </p:nvGrpSpPr>
        <p:grpSpPr bwMode="auto">
          <a:xfrm>
            <a:off x="3271839" y="914401"/>
            <a:ext cx="7100887" cy="747713"/>
            <a:chOff x="1748118" y="964770"/>
            <a:chExt cx="7100047" cy="747729"/>
          </a:xfrm>
        </p:grpSpPr>
        <p:sp>
          <p:nvSpPr>
            <p:cNvPr id="57370" name="Rectangle 57">
              <a:extLst>
                <a:ext uri="{FF2B5EF4-FFF2-40B4-BE49-F238E27FC236}">
                  <a16:creationId xmlns:a16="http://schemas.microsoft.com/office/drawing/2014/main" id="{9D7F2B10-BCD8-B921-82EE-5BC52EECCCD5}"/>
                </a:ext>
              </a:extLst>
            </p:cNvPr>
            <p:cNvSpPr>
              <a:spLocks noChangeArrowheads="1"/>
            </p:cNvSpPr>
            <p:nvPr/>
          </p:nvSpPr>
          <p:spPr bwMode="auto">
            <a:xfrm>
              <a:off x="1748118" y="964770"/>
              <a:ext cx="7100047" cy="589599"/>
            </a:xfrm>
            <a:prstGeom prst="rect">
              <a:avLst/>
            </a:prstGeom>
            <a:solidFill>
              <a:srgbClr val="C0C0C0"/>
            </a:solidFill>
            <a:ln w="9525">
              <a:solidFill>
                <a:srgbClr val="000000"/>
              </a:solidFill>
              <a:miter lim="800000"/>
              <a:headEnd/>
              <a:tailEnd/>
            </a:ln>
          </p:spPr>
          <p:txBody>
            <a:bodyPr lIns="18000" tIns="72000" rIns="18000" bIns="0"/>
            <a:lstStyle>
              <a:lvl1pPr indent="66675"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zh-CN" altLang="en-US" sz="1200" b="1">
                  <a:latin typeface="Times New Roman" panose="02020603050405020304" pitchFamily="18" charset="0"/>
                  <a:cs typeface="Times New Roman" panose="02020603050405020304" pitchFamily="18" charset="0"/>
                </a:rPr>
                <a:t>检测</a:t>
              </a:r>
              <a:endParaRPr lang="zh-CN" altLang="en-US" sz="1200"/>
            </a:p>
            <a:p>
              <a:r>
                <a:rPr lang="zh-CN" altLang="en-US" sz="1200" b="1">
                  <a:latin typeface="Times New Roman" panose="02020603050405020304" pitchFamily="18" charset="0"/>
                  <a:cs typeface="Times New Roman" panose="02020603050405020304" pitchFamily="18" charset="0"/>
                </a:rPr>
                <a:t>平台</a:t>
              </a:r>
              <a:endParaRPr lang="zh-CN" altLang="en-US" sz="1200"/>
            </a:p>
          </p:txBody>
        </p:sp>
        <p:sp>
          <p:nvSpPr>
            <p:cNvPr id="57371" name="AutoShape 13">
              <a:extLst>
                <a:ext uri="{FF2B5EF4-FFF2-40B4-BE49-F238E27FC236}">
                  <a16:creationId xmlns:a16="http://schemas.microsoft.com/office/drawing/2014/main" id="{176F4846-375B-AFF8-0962-050DB719B4D0}"/>
                </a:ext>
              </a:extLst>
            </p:cNvPr>
            <p:cNvSpPr>
              <a:spLocks noChangeArrowheads="1"/>
            </p:cNvSpPr>
            <p:nvPr/>
          </p:nvSpPr>
          <p:spPr bwMode="auto">
            <a:xfrm>
              <a:off x="4917782" y="1550604"/>
              <a:ext cx="633933" cy="161895"/>
            </a:xfrm>
            <a:prstGeom prst="downArrow">
              <a:avLst>
                <a:gd name="adj1" fmla="val 50000"/>
                <a:gd name="adj2" fmla="val 25000"/>
              </a:avLst>
            </a:prstGeom>
            <a:gradFill rotWithShape="1">
              <a:gsLst>
                <a:gs pos="0">
                  <a:srgbClr val="000076"/>
                </a:gs>
                <a:gs pos="50000">
                  <a:srgbClr val="0000FF"/>
                </a:gs>
                <a:gs pos="100000">
                  <a:srgbClr val="000076"/>
                </a:gs>
              </a:gsLst>
              <a:lin ang="0" scaled="1"/>
            </a:gradFill>
            <a:ln w="9525">
              <a:solidFill>
                <a:srgbClr val="000000"/>
              </a:solidFill>
              <a:miter lim="800000"/>
              <a:headEnd/>
              <a:tailEnd/>
            </a:ln>
          </p:spPr>
          <p:txBody>
            <a:bodyPr vert="eaVert"/>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a:p>
          </p:txBody>
        </p:sp>
        <p:sp>
          <p:nvSpPr>
            <p:cNvPr id="57372" name="Rectangle 12">
              <a:extLst>
                <a:ext uri="{FF2B5EF4-FFF2-40B4-BE49-F238E27FC236}">
                  <a16:creationId xmlns:a16="http://schemas.microsoft.com/office/drawing/2014/main" id="{495191AB-A2F5-23C1-074C-38A93F36A9EA}"/>
                </a:ext>
              </a:extLst>
            </p:cNvPr>
            <p:cNvSpPr>
              <a:spLocks noChangeArrowheads="1"/>
            </p:cNvSpPr>
            <p:nvPr/>
          </p:nvSpPr>
          <p:spPr bwMode="auto">
            <a:xfrm>
              <a:off x="2709583" y="1080732"/>
              <a:ext cx="1014292" cy="352404"/>
            </a:xfrm>
            <a:prstGeom prst="rect">
              <a:avLst/>
            </a:prstGeom>
            <a:solidFill>
              <a:srgbClr val="FFFFFF"/>
            </a:solidFill>
            <a:ln w="9525">
              <a:solidFill>
                <a:srgbClr val="000000"/>
              </a:solidFill>
              <a:miter lim="800000"/>
              <a:headEnd/>
              <a:tailEnd/>
            </a:ln>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200" b="1">
                  <a:latin typeface="Times New Roman" panose="02020603050405020304" pitchFamily="18" charset="0"/>
                  <a:cs typeface="Times New Roman" panose="02020603050405020304" pitchFamily="18" charset="0"/>
                </a:rPr>
                <a:t>TCM</a:t>
              </a:r>
              <a:r>
                <a:rPr lang="zh-CN" altLang="en-US" sz="1200" b="1">
                  <a:latin typeface="Times New Roman" panose="02020603050405020304" pitchFamily="18" charset="0"/>
                  <a:cs typeface="Times New Roman" panose="02020603050405020304" pitchFamily="18" charset="0"/>
                </a:rPr>
                <a:t>检测</a:t>
              </a:r>
              <a:endParaRPr lang="zh-CN" altLang="en-US" sz="1200" b="1"/>
            </a:p>
          </p:txBody>
        </p:sp>
        <p:sp>
          <p:nvSpPr>
            <p:cNvPr id="57373" name="Rectangle 11">
              <a:extLst>
                <a:ext uri="{FF2B5EF4-FFF2-40B4-BE49-F238E27FC236}">
                  <a16:creationId xmlns:a16="http://schemas.microsoft.com/office/drawing/2014/main" id="{754FDC85-205B-72FE-85E7-76CBD3995988}"/>
                </a:ext>
              </a:extLst>
            </p:cNvPr>
            <p:cNvSpPr>
              <a:spLocks noChangeArrowheads="1"/>
            </p:cNvSpPr>
            <p:nvPr/>
          </p:nvSpPr>
          <p:spPr bwMode="auto">
            <a:xfrm>
              <a:off x="3977448" y="1080732"/>
              <a:ext cx="1014292" cy="352404"/>
            </a:xfrm>
            <a:prstGeom prst="rect">
              <a:avLst/>
            </a:prstGeom>
            <a:solidFill>
              <a:srgbClr val="FF9900"/>
            </a:solidFill>
            <a:ln w="57150">
              <a:solidFill>
                <a:srgbClr val="000000"/>
              </a:solidFill>
              <a:miter lim="800000"/>
              <a:headEnd/>
              <a:tailEnd/>
            </a:ln>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Times New Roman" panose="02020603050405020304" pitchFamily="18" charset="0"/>
                  <a:cs typeface="Times New Roman" panose="02020603050405020304" pitchFamily="18" charset="0"/>
                </a:rPr>
                <a:t>测评系统</a:t>
              </a:r>
              <a:endParaRPr lang="zh-CN" altLang="en-US" sz="1200" b="1"/>
            </a:p>
          </p:txBody>
        </p:sp>
        <p:sp>
          <p:nvSpPr>
            <p:cNvPr id="57374" name="Rectangle 10">
              <a:extLst>
                <a:ext uri="{FF2B5EF4-FFF2-40B4-BE49-F238E27FC236}">
                  <a16:creationId xmlns:a16="http://schemas.microsoft.com/office/drawing/2014/main" id="{98B87314-8A44-4DB3-7F5C-495878CB77AB}"/>
                </a:ext>
              </a:extLst>
            </p:cNvPr>
            <p:cNvSpPr>
              <a:spLocks noChangeArrowheads="1"/>
            </p:cNvSpPr>
            <p:nvPr/>
          </p:nvSpPr>
          <p:spPr bwMode="auto">
            <a:xfrm>
              <a:off x="7037934" y="1080732"/>
              <a:ext cx="1267866" cy="352404"/>
            </a:xfrm>
            <a:prstGeom prst="rect">
              <a:avLst/>
            </a:prstGeom>
            <a:solidFill>
              <a:srgbClr val="00FFFF"/>
            </a:solidFill>
            <a:ln w="9525">
              <a:solidFill>
                <a:srgbClr val="000000"/>
              </a:solidFill>
              <a:miter lim="800000"/>
              <a:headEnd/>
              <a:tailEnd/>
            </a:ln>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Times New Roman" panose="02020603050405020304" pitchFamily="18" charset="0"/>
                  <a:cs typeface="Times New Roman" panose="02020603050405020304" pitchFamily="18" charset="0"/>
                </a:rPr>
                <a:t>应用符合性检测</a:t>
              </a:r>
              <a:endParaRPr lang="zh-CN" altLang="en-US" sz="1200" b="1"/>
            </a:p>
          </p:txBody>
        </p:sp>
        <p:sp>
          <p:nvSpPr>
            <p:cNvPr id="57375" name="Rectangle 3">
              <a:extLst>
                <a:ext uri="{FF2B5EF4-FFF2-40B4-BE49-F238E27FC236}">
                  <a16:creationId xmlns:a16="http://schemas.microsoft.com/office/drawing/2014/main" id="{A4A99ABB-FB14-F01B-2D42-1E298872C94C}"/>
                </a:ext>
              </a:extLst>
            </p:cNvPr>
            <p:cNvSpPr>
              <a:spLocks noChangeArrowheads="1"/>
            </p:cNvSpPr>
            <p:nvPr/>
          </p:nvSpPr>
          <p:spPr bwMode="auto">
            <a:xfrm>
              <a:off x="5372100" y="1080732"/>
              <a:ext cx="1141079" cy="352404"/>
            </a:xfrm>
            <a:prstGeom prst="rect">
              <a:avLst/>
            </a:prstGeom>
            <a:solidFill>
              <a:srgbClr val="00FFFF"/>
            </a:solidFill>
            <a:ln w="9525">
              <a:solidFill>
                <a:srgbClr val="000000"/>
              </a:solidFill>
              <a:miter lim="800000"/>
              <a:headEnd/>
              <a:tailEnd/>
            </a:ln>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Times New Roman" panose="02020603050405020304" pitchFamily="18" charset="0"/>
                  <a:cs typeface="Times New Roman" panose="02020603050405020304" pitchFamily="18" charset="0"/>
                </a:rPr>
                <a:t>可信</a:t>
              </a:r>
              <a:r>
                <a:rPr lang="en-US" altLang="zh-CN" sz="1200" b="1">
                  <a:latin typeface="Times New Roman" panose="02020603050405020304" pitchFamily="18" charset="0"/>
                  <a:cs typeface="Times New Roman" panose="02020603050405020304" pitchFamily="18" charset="0"/>
                </a:rPr>
                <a:t>PC</a:t>
              </a:r>
              <a:r>
                <a:rPr lang="zh-CN" altLang="en-US" sz="1200" b="1">
                  <a:latin typeface="Times New Roman" panose="02020603050405020304" pitchFamily="18" charset="0"/>
                  <a:cs typeface="Times New Roman" panose="02020603050405020304" pitchFamily="18" charset="0"/>
                </a:rPr>
                <a:t>检测</a:t>
              </a:r>
              <a:endParaRPr lang="zh-CN" altLang="en-US" sz="1200" b="1"/>
            </a:p>
          </p:txBody>
        </p:sp>
      </p:grpSp>
      <p:sp>
        <p:nvSpPr>
          <p:cNvPr id="65" name="Rectangle 2">
            <a:extLst>
              <a:ext uri="{FF2B5EF4-FFF2-40B4-BE49-F238E27FC236}">
                <a16:creationId xmlns:a16="http://schemas.microsoft.com/office/drawing/2014/main" id="{F5CFD8A4-B805-A058-D791-EA6ED1863197}"/>
              </a:ext>
            </a:extLst>
          </p:cNvPr>
          <p:cNvSpPr txBox="1">
            <a:spLocks noChangeArrowheads="1"/>
          </p:cNvSpPr>
          <p:nvPr/>
        </p:nvSpPr>
        <p:spPr>
          <a:xfrm>
            <a:off x="1752600" y="228600"/>
            <a:ext cx="3886200" cy="533400"/>
          </a:xfrm>
          <a:prstGeom prst="rect">
            <a:avLst/>
          </a:prstGeom>
        </p:spPr>
        <p:txBody>
          <a:bodyPr/>
          <a:lstStyle/>
          <a:p>
            <a:pPr>
              <a:defRPr/>
            </a:pPr>
            <a:r>
              <a:rPr kumimoji="1" lang="zh-CN" altLang="en-US" sz="2800" b="1" dirty="0">
                <a:solidFill>
                  <a:srgbClr val="000066"/>
                </a:solidFill>
                <a:effectLst>
                  <a:outerShdw blurRad="38100" dist="38100" dir="2700000" algn="tl">
                    <a:srgbClr val="C0C0C0"/>
                  </a:outerShdw>
                </a:effectLst>
                <a:latin typeface="黑体" pitchFamily="2" charset="-122"/>
                <a:ea typeface="黑体" pitchFamily="2" charset="-122"/>
                <a:cs typeface="Arial" charset="0"/>
              </a:rPr>
              <a:t>自主可信计算未来发展</a:t>
            </a:r>
          </a:p>
        </p:txBody>
      </p:sp>
      <p:grpSp>
        <p:nvGrpSpPr>
          <p:cNvPr id="9" name="组合 70">
            <a:extLst>
              <a:ext uri="{FF2B5EF4-FFF2-40B4-BE49-F238E27FC236}">
                <a16:creationId xmlns:a16="http://schemas.microsoft.com/office/drawing/2014/main" id="{424C8F8E-0838-2C79-EAE6-D3783F4DF95F}"/>
              </a:ext>
            </a:extLst>
          </p:cNvPr>
          <p:cNvGrpSpPr>
            <a:grpSpLocks/>
          </p:cNvGrpSpPr>
          <p:nvPr/>
        </p:nvGrpSpPr>
        <p:grpSpPr bwMode="auto">
          <a:xfrm>
            <a:off x="3271839" y="5816601"/>
            <a:ext cx="7100887" cy="822325"/>
            <a:chOff x="1748118" y="5867400"/>
            <a:chExt cx="7100047" cy="822276"/>
          </a:xfrm>
        </p:grpSpPr>
        <p:sp>
          <p:nvSpPr>
            <p:cNvPr id="57364" name="Rectangle 18">
              <a:extLst>
                <a:ext uri="{FF2B5EF4-FFF2-40B4-BE49-F238E27FC236}">
                  <a16:creationId xmlns:a16="http://schemas.microsoft.com/office/drawing/2014/main" id="{4747F168-A9CD-76C3-0D10-746FD090E2F9}"/>
                </a:ext>
              </a:extLst>
            </p:cNvPr>
            <p:cNvSpPr>
              <a:spLocks noChangeArrowheads="1"/>
            </p:cNvSpPr>
            <p:nvPr/>
          </p:nvSpPr>
          <p:spPr bwMode="auto">
            <a:xfrm>
              <a:off x="1748118" y="6102336"/>
              <a:ext cx="7100047" cy="587340"/>
            </a:xfrm>
            <a:prstGeom prst="rect">
              <a:avLst/>
            </a:prstGeom>
            <a:solidFill>
              <a:srgbClr val="00FFFF"/>
            </a:solidFill>
            <a:ln w="9525">
              <a:solidFill>
                <a:srgbClr val="000000"/>
              </a:solidFill>
              <a:miter lim="800000"/>
              <a:headEnd/>
              <a:tailEnd/>
            </a:ln>
          </p:spPr>
          <p:txBody>
            <a:bodyPr lIns="18000" tIns="36000" rIns="18000" bIns="0"/>
            <a:lstStyle>
              <a:lvl1pPr indent="65088"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zh-CN" altLang="en-US" sz="1200" b="1">
                  <a:latin typeface="Times New Roman" panose="02020603050405020304" pitchFamily="18" charset="0"/>
                  <a:cs typeface="Times New Roman" panose="02020603050405020304" pitchFamily="18" charset="0"/>
                </a:rPr>
                <a:t>基础支</a:t>
              </a:r>
              <a:endParaRPr lang="zh-CN" altLang="en-US" sz="1200"/>
            </a:p>
            <a:p>
              <a:r>
                <a:rPr lang="zh-CN" altLang="en-US" sz="1200" b="1">
                  <a:latin typeface="Times New Roman" panose="02020603050405020304" pitchFamily="18" charset="0"/>
                  <a:cs typeface="Times New Roman" panose="02020603050405020304" pitchFamily="18" charset="0"/>
                </a:rPr>
                <a:t>撑设施</a:t>
              </a:r>
              <a:endParaRPr lang="zh-CN" altLang="en-US" sz="1200"/>
            </a:p>
          </p:txBody>
        </p:sp>
        <p:sp>
          <p:nvSpPr>
            <p:cNvPr id="57365" name="Rectangle 17">
              <a:extLst>
                <a:ext uri="{FF2B5EF4-FFF2-40B4-BE49-F238E27FC236}">
                  <a16:creationId xmlns:a16="http://schemas.microsoft.com/office/drawing/2014/main" id="{20D95321-30E0-39B4-18B4-5C291E9AA955}"/>
                </a:ext>
              </a:extLst>
            </p:cNvPr>
            <p:cNvSpPr>
              <a:spLocks noChangeArrowheads="1"/>
            </p:cNvSpPr>
            <p:nvPr/>
          </p:nvSpPr>
          <p:spPr bwMode="auto">
            <a:xfrm>
              <a:off x="2508837" y="6219804"/>
              <a:ext cx="1394652" cy="352404"/>
            </a:xfrm>
            <a:prstGeom prst="rect">
              <a:avLst/>
            </a:prstGeom>
            <a:solidFill>
              <a:srgbClr val="C0C0C0"/>
            </a:solidFill>
            <a:ln w="9525">
              <a:solidFill>
                <a:srgbClr val="000000"/>
              </a:solidFill>
              <a:miter lim="800000"/>
              <a:headEnd/>
              <a:tailEnd/>
            </a:ln>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Times New Roman" panose="02020603050405020304" pitchFamily="18" charset="0"/>
                  <a:cs typeface="Times New Roman" panose="02020603050405020304" pitchFamily="18" charset="0"/>
                </a:rPr>
                <a:t>证书格式规范</a:t>
              </a:r>
              <a:endParaRPr lang="zh-CN" altLang="en-US" sz="1200" b="1"/>
            </a:p>
          </p:txBody>
        </p:sp>
        <p:sp>
          <p:nvSpPr>
            <p:cNvPr id="57366" name="Rectangle 16">
              <a:extLst>
                <a:ext uri="{FF2B5EF4-FFF2-40B4-BE49-F238E27FC236}">
                  <a16:creationId xmlns:a16="http://schemas.microsoft.com/office/drawing/2014/main" id="{CCF244B0-1426-850D-C3A1-A537DA3FA45A}"/>
                </a:ext>
              </a:extLst>
            </p:cNvPr>
            <p:cNvSpPr>
              <a:spLocks noChangeArrowheads="1"/>
            </p:cNvSpPr>
            <p:nvPr/>
          </p:nvSpPr>
          <p:spPr bwMode="auto">
            <a:xfrm>
              <a:off x="4030276" y="6219804"/>
              <a:ext cx="1394652" cy="352404"/>
            </a:xfrm>
            <a:prstGeom prst="rect">
              <a:avLst/>
            </a:prstGeom>
            <a:solidFill>
              <a:srgbClr val="FFFFFF"/>
            </a:solidFill>
            <a:ln w="9525">
              <a:solidFill>
                <a:srgbClr val="000000"/>
              </a:solidFill>
              <a:miter lim="800000"/>
              <a:headEnd/>
              <a:tailEnd/>
            </a:ln>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Times New Roman" panose="02020603050405020304" pitchFamily="18" charset="0"/>
                  <a:cs typeface="Times New Roman" panose="02020603050405020304" pitchFamily="18" charset="0"/>
                </a:rPr>
                <a:t>证书架构</a:t>
              </a:r>
              <a:endParaRPr lang="zh-CN" altLang="en-US" sz="1200" b="1"/>
            </a:p>
          </p:txBody>
        </p:sp>
        <p:sp>
          <p:nvSpPr>
            <p:cNvPr id="57367" name="AutoShape 15">
              <a:extLst>
                <a:ext uri="{FF2B5EF4-FFF2-40B4-BE49-F238E27FC236}">
                  <a16:creationId xmlns:a16="http://schemas.microsoft.com/office/drawing/2014/main" id="{D456AA43-6183-003F-6B7E-E37DD42FF687}"/>
                </a:ext>
              </a:extLst>
            </p:cNvPr>
            <p:cNvSpPr>
              <a:spLocks noChangeArrowheads="1"/>
            </p:cNvSpPr>
            <p:nvPr/>
          </p:nvSpPr>
          <p:spPr bwMode="auto">
            <a:xfrm>
              <a:off x="7453513" y="6219804"/>
              <a:ext cx="1267866" cy="352404"/>
            </a:xfrm>
            <a:prstGeom prst="roundRect">
              <a:avLst>
                <a:gd name="adj" fmla="val 16667"/>
              </a:avLst>
            </a:prstGeom>
            <a:solidFill>
              <a:srgbClr val="FFFFFF"/>
            </a:solidFill>
            <a:ln w="9525">
              <a:solidFill>
                <a:srgbClr val="000000"/>
              </a:solidFill>
              <a:round/>
              <a:headEnd/>
              <a:tailEnd/>
            </a:ln>
          </p:spPr>
          <p:txBody>
            <a:bodyPr lIns="18000" rIns="180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Times New Roman" panose="02020603050405020304" pitchFamily="18" charset="0"/>
                  <a:cs typeface="Times New Roman" panose="02020603050405020304" pitchFamily="18" charset="0"/>
                </a:rPr>
                <a:t>证书应用</a:t>
              </a:r>
              <a:r>
                <a:rPr lang="en-US" altLang="zh-CN" sz="1200" b="1">
                  <a:latin typeface="Times New Roman" panose="02020603050405020304" pitchFamily="18" charset="0"/>
                  <a:cs typeface="Times New Roman" panose="02020603050405020304" pitchFamily="18" charset="0"/>
                </a:rPr>
                <a:t>Profile</a:t>
              </a:r>
              <a:endParaRPr lang="en-US" altLang="zh-CN" sz="1200" b="1"/>
            </a:p>
          </p:txBody>
        </p:sp>
        <p:sp>
          <p:nvSpPr>
            <p:cNvPr id="57368" name="Rectangle 6">
              <a:extLst>
                <a:ext uri="{FF2B5EF4-FFF2-40B4-BE49-F238E27FC236}">
                  <a16:creationId xmlns:a16="http://schemas.microsoft.com/office/drawing/2014/main" id="{B8876026-60B7-FF03-19F6-88C6BFA34E4D}"/>
                </a:ext>
              </a:extLst>
            </p:cNvPr>
            <p:cNvSpPr>
              <a:spLocks noChangeArrowheads="1"/>
            </p:cNvSpPr>
            <p:nvPr/>
          </p:nvSpPr>
          <p:spPr bwMode="auto">
            <a:xfrm>
              <a:off x="5678501" y="6219804"/>
              <a:ext cx="1394652" cy="352404"/>
            </a:xfrm>
            <a:prstGeom prst="rect">
              <a:avLst/>
            </a:prstGeom>
            <a:solidFill>
              <a:srgbClr val="FF9900"/>
            </a:solidFill>
            <a:ln w="57150">
              <a:solidFill>
                <a:srgbClr val="000000"/>
              </a:solidFill>
              <a:miter lim="800000"/>
              <a:headEnd/>
              <a:tailEnd/>
            </a:ln>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Times New Roman" panose="02020603050405020304" pitchFamily="18" charset="0"/>
                  <a:cs typeface="Times New Roman" panose="02020603050405020304" pitchFamily="18" charset="0"/>
                </a:rPr>
                <a:t>可信软件服务</a:t>
              </a:r>
              <a:endParaRPr lang="zh-CN" altLang="en-US" sz="1200" b="1"/>
            </a:p>
          </p:txBody>
        </p:sp>
        <p:sp>
          <p:nvSpPr>
            <p:cNvPr id="57369" name="AutoShape 14">
              <a:extLst>
                <a:ext uri="{FF2B5EF4-FFF2-40B4-BE49-F238E27FC236}">
                  <a16:creationId xmlns:a16="http://schemas.microsoft.com/office/drawing/2014/main" id="{4D0922DD-23CD-5FB0-9B7C-1E9F2AE5BA7F}"/>
                </a:ext>
              </a:extLst>
            </p:cNvPr>
            <p:cNvSpPr>
              <a:spLocks noChangeArrowheads="1"/>
            </p:cNvSpPr>
            <p:nvPr/>
          </p:nvSpPr>
          <p:spPr bwMode="auto">
            <a:xfrm>
              <a:off x="5171355" y="5867400"/>
              <a:ext cx="633933" cy="234936"/>
            </a:xfrm>
            <a:prstGeom prst="upArrow">
              <a:avLst>
                <a:gd name="adj1" fmla="val 46667"/>
                <a:gd name="adj2" fmla="val 49037"/>
              </a:avLst>
            </a:prstGeom>
            <a:gradFill rotWithShape="1">
              <a:gsLst>
                <a:gs pos="0">
                  <a:srgbClr val="000076"/>
                </a:gs>
                <a:gs pos="50000">
                  <a:srgbClr val="0000FF"/>
                </a:gs>
                <a:gs pos="100000">
                  <a:srgbClr val="000076"/>
                </a:gs>
              </a:gsLst>
              <a:lin ang="0" scaled="1"/>
            </a:gradFill>
            <a:ln w="9525">
              <a:solidFill>
                <a:srgbClr val="000000"/>
              </a:solidFill>
              <a:miter lim="800000"/>
              <a:headEnd/>
              <a:tailEnd/>
            </a:ln>
          </p:spPr>
          <p:txBody>
            <a:bodyPr vert="eaVert"/>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endParaRPr lang="zh-CN" altLang="en-US" sz="1200"/>
            </a:p>
          </p:txBody>
        </p:sp>
      </p:grpSp>
      <p:grpSp>
        <p:nvGrpSpPr>
          <p:cNvPr id="10" name="组合 73">
            <a:extLst>
              <a:ext uri="{FF2B5EF4-FFF2-40B4-BE49-F238E27FC236}">
                <a16:creationId xmlns:a16="http://schemas.microsoft.com/office/drawing/2014/main" id="{F9835B63-5150-703A-68A9-48E1BDFAA391}"/>
              </a:ext>
            </a:extLst>
          </p:cNvPr>
          <p:cNvGrpSpPr>
            <a:grpSpLocks/>
          </p:cNvGrpSpPr>
          <p:nvPr/>
        </p:nvGrpSpPr>
        <p:grpSpPr bwMode="auto">
          <a:xfrm>
            <a:off x="7456488" y="1852614"/>
            <a:ext cx="887412" cy="3876675"/>
            <a:chOff x="5932074" y="1903008"/>
            <a:chExt cx="887506" cy="3876444"/>
          </a:xfrm>
        </p:grpSpPr>
        <p:grpSp>
          <p:nvGrpSpPr>
            <p:cNvPr id="57357" name="组合 68">
              <a:extLst>
                <a:ext uri="{FF2B5EF4-FFF2-40B4-BE49-F238E27FC236}">
                  <a16:creationId xmlns:a16="http://schemas.microsoft.com/office/drawing/2014/main" id="{EC2BD745-8529-3D61-DC7A-9094F99016A6}"/>
                </a:ext>
              </a:extLst>
            </p:cNvPr>
            <p:cNvGrpSpPr>
              <a:grpSpLocks/>
            </p:cNvGrpSpPr>
            <p:nvPr/>
          </p:nvGrpSpPr>
          <p:grpSpPr bwMode="auto">
            <a:xfrm>
              <a:off x="6211709" y="1903008"/>
              <a:ext cx="607871" cy="3876444"/>
              <a:chOff x="6211709" y="1903008"/>
              <a:chExt cx="607871" cy="3876444"/>
            </a:xfrm>
          </p:grpSpPr>
          <p:sp>
            <p:nvSpPr>
              <p:cNvPr id="57361" name="Rectangle 36">
                <a:extLst>
                  <a:ext uri="{FF2B5EF4-FFF2-40B4-BE49-F238E27FC236}">
                    <a16:creationId xmlns:a16="http://schemas.microsoft.com/office/drawing/2014/main" id="{722FEBAE-CB78-2116-5E7B-120B75EEA036}"/>
                  </a:ext>
                </a:extLst>
              </p:cNvPr>
              <p:cNvSpPr>
                <a:spLocks noChangeArrowheads="1"/>
              </p:cNvSpPr>
              <p:nvPr/>
            </p:nvSpPr>
            <p:spPr bwMode="auto">
              <a:xfrm>
                <a:off x="6211709" y="1903008"/>
                <a:ext cx="607871" cy="3876444"/>
              </a:xfrm>
              <a:prstGeom prst="rect">
                <a:avLst/>
              </a:prstGeom>
              <a:solidFill>
                <a:srgbClr val="00FFFF"/>
              </a:solidFill>
              <a:ln w="9525">
                <a:solidFill>
                  <a:srgbClr val="000000"/>
                </a:solidFill>
                <a:miter lim="800000"/>
                <a:headEnd/>
                <a:tailEnd/>
              </a:ln>
            </p:spPr>
            <p:txBody>
              <a:bodyPr lIns="18000" rIns="18000"/>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b="1">
                    <a:latin typeface="Times New Roman" panose="02020603050405020304" pitchFamily="18" charset="0"/>
                    <a:cs typeface="Times New Roman" panose="02020603050405020304" pitchFamily="18" charset="0"/>
                  </a:rPr>
                  <a:t>可信中间件</a:t>
                </a:r>
                <a:endParaRPr lang="zh-CN" altLang="en-US" sz="1200" b="1"/>
              </a:p>
            </p:txBody>
          </p:sp>
          <p:sp>
            <p:nvSpPr>
              <p:cNvPr id="57362" name="Rectangle 9">
                <a:extLst>
                  <a:ext uri="{FF2B5EF4-FFF2-40B4-BE49-F238E27FC236}">
                    <a16:creationId xmlns:a16="http://schemas.microsoft.com/office/drawing/2014/main" id="{29B7B6D5-F8E9-6ECE-5895-77828CE7B20E}"/>
                  </a:ext>
                </a:extLst>
              </p:cNvPr>
              <p:cNvSpPr>
                <a:spLocks noChangeArrowheads="1"/>
              </p:cNvSpPr>
              <p:nvPr/>
            </p:nvSpPr>
            <p:spPr bwMode="auto">
              <a:xfrm>
                <a:off x="6312434" y="2960220"/>
                <a:ext cx="380360" cy="822276"/>
              </a:xfrm>
              <a:prstGeom prst="rect">
                <a:avLst/>
              </a:prstGeom>
              <a:solidFill>
                <a:srgbClr val="FFFFFF"/>
              </a:solidFill>
              <a:ln w="9525">
                <a:solidFill>
                  <a:srgbClr val="000000"/>
                </a:solidFill>
                <a:miter lim="800000"/>
                <a:headEnd/>
                <a:tailEnd/>
              </a:ln>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a:latin typeface="Times New Roman" panose="02020603050405020304" pitchFamily="18" charset="0"/>
                    <a:cs typeface="Times New Roman" panose="02020603050405020304" pitchFamily="18" charset="0"/>
                  </a:rPr>
                  <a:t>可信网络连接</a:t>
                </a:r>
                <a:endParaRPr lang="zh-CN" altLang="en-US" sz="1200"/>
              </a:p>
            </p:txBody>
          </p:sp>
          <p:sp>
            <p:nvSpPr>
              <p:cNvPr id="57363" name="Rectangle 8">
                <a:extLst>
                  <a:ext uri="{FF2B5EF4-FFF2-40B4-BE49-F238E27FC236}">
                    <a16:creationId xmlns:a16="http://schemas.microsoft.com/office/drawing/2014/main" id="{2B27BE8F-61A5-754C-1DAE-9679B199C58C}"/>
                  </a:ext>
                </a:extLst>
              </p:cNvPr>
              <p:cNvSpPr>
                <a:spLocks noChangeArrowheads="1"/>
              </p:cNvSpPr>
              <p:nvPr/>
            </p:nvSpPr>
            <p:spPr bwMode="auto">
              <a:xfrm>
                <a:off x="6312434" y="4252368"/>
                <a:ext cx="380360" cy="1057212"/>
              </a:xfrm>
              <a:prstGeom prst="rect">
                <a:avLst/>
              </a:prstGeom>
              <a:solidFill>
                <a:srgbClr val="FFFFFF"/>
              </a:solidFill>
              <a:ln w="9525">
                <a:solidFill>
                  <a:srgbClr val="000000"/>
                </a:solidFill>
                <a:miter lim="800000"/>
                <a:headEnd/>
                <a:tailEnd/>
              </a:ln>
            </p:spPr>
            <p:txBody>
              <a:bodyPr lIns="18000" tIns="10800" rIns="18000" bIns="10800" anchor="ct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1200">
                    <a:latin typeface="Times New Roman" panose="02020603050405020304" pitchFamily="18" charset="0"/>
                    <a:cs typeface="Times New Roman" panose="02020603050405020304" pitchFamily="18" charset="0"/>
                  </a:rPr>
                  <a:t>可信平台安全管理</a:t>
                </a:r>
                <a:endParaRPr lang="zh-CN" altLang="en-US" sz="1200"/>
              </a:p>
            </p:txBody>
          </p:sp>
        </p:grpSp>
        <p:sp>
          <p:nvSpPr>
            <p:cNvPr id="57358" name="Line 33">
              <a:extLst>
                <a:ext uri="{FF2B5EF4-FFF2-40B4-BE49-F238E27FC236}">
                  <a16:creationId xmlns:a16="http://schemas.microsoft.com/office/drawing/2014/main" id="{5436EDDE-11EC-6B03-E1BC-E5701F8FFA0B}"/>
                </a:ext>
              </a:extLst>
            </p:cNvPr>
            <p:cNvSpPr>
              <a:spLocks noChangeShapeType="1"/>
            </p:cNvSpPr>
            <p:nvPr/>
          </p:nvSpPr>
          <p:spPr bwMode="auto">
            <a:xfrm>
              <a:off x="5932074" y="2255412"/>
              <a:ext cx="279635" cy="75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59" name="Line 32">
              <a:extLst>
                <a:ext uri="{FF2B5EF4-FFF2-40B4-BE49-F238E27FC236}">
                  <a16:creationId xmlns:a16="http://schemas.microsoft.com/office/drawing/2014/main" id="{76E5260E-ED6E-D9DB-DEB1-CAF935984875}"/>
                </a:ext>
              </a:extLst>
            </p:cNvPr>
            <p:cNvSpPr>
              <a:spLocks noChangeShapeType="1"/>
            </p:cNvSpPr>
            <p:nvPr/>
          </p:nvSpPr>
          <p:spPr bwMode="auto">
            <a:xfrm>
              <a:off x="5932074" y="3077688"/>
              <a:ext cx="279635" cy="75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360" name="Line 31">
              <a:extLst>
                <a:ext uri="{FF2B5EF4-FFF2-40B4-BE49-F238E27FC236}">
                  <a16:creationId xmlns:a16="http://schemas.microsoft.com/office/drawing/2014/main" id="{8B8FD3C9-3CDF-7D55-22E0-EDF8D994D442}"/>
                </a:ext>
              </a:extLst>
            </p:cNvPr>
            <p:cNvSpPr>
              <a:spLocks noChangeShapeType="1"/>
            </p:cNvSpPr>
            <p:nvPr/>
          </p:nvSpPr>
          <p:spPr bwMode="auto">
            <a:xfrm>
              <a:off x="5932074" y="4722240"/>
              <a:ext cx="295835" cy="75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57356" name="灯片编号占位符 1">
            <a:extLst>
              <a:ext uri="{FF2B5EF4-FFF2-40B4-BE49-F238E27FC236}">
                <a16:creationId xmlns:a16="http://schemas.microsoft.com/office/drawing/2014/main" id="{79AA2853-F2A3-3003-985B-200307609D0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800">
                <a:solidFill>
                  <a:schemeClr val="tx1"/>
                </a:solidFill>
                <a:latin typeface="Arial" panose="020B0604020202020204" pitchFamily="34" charset="0"/>
                <a:ea typeface="宋体" panose="02010600030101010101" pitchFamily="2" charset="-122"/>
              </a:defRPr>
            </a:lvl1pPr>
            <a:lvl2pPr marL="742950" indent="-285750" eaLnBrk="0" hangingPunct="0">
              <a:defRPr sz="800">
                <a:solidFill>
                  <a:schemeClr val="tx1"/>
                </a:solidFill>
                <a:latin typeface="Arial" panose="020B0604020202020204" pitchFamily="34" charset="0"/>
                <a:ea typeface="宋体" panose="02010600030101010101" pitchFamily="2" charset="-122"/>
              </a:defRPr>
            </a:lvl2pPr>
            <a:lvl3pPr marL="1143000" indent="-228600" eaLnBrk="0" hangingPunct="0">
              <a:defRPr sz="800">
                <a:solidFill>
                  <a:schemeClr val="tx1"/>
                </a:solidFill>
                <a:latin typeface="Arial" panose="020B0604020202020204" pitchFamily="34" charset="0"/>
                <a:ea typeface="宋体" panose="02010600030101010101" pitchFamily="2" charset="-122"/>
              </a:defRPr>
            </a:lvl3pPr>
            <a:lvl4pPr marL="1600200" indent="-228600" eaLnBrk="0" hangingPunct="0">
              <a:defRPr sz="800">
                <a:solidFill>
                  <a:schemeClr val="tx1"/>
                </a:solidFill>
                <a:latin typeface="Arial" panose="020B0604020202020204" pitchFamily="34" charset="0"/>
                <a:ea typeface="宋体" panose="02010600030101010101" pitchFamily="2" charset="-122"/>
              </a:defRPr>
            </a:lvl4pPr>
            <a:lvl5pPr marL="2057400" indent="-228600" eaLnBrk="0" hangingPunct="0">
              <a:defRPr sz="8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800">
                <a:solidFill>
                  <a:schemeClr val="tx1"/>
                </a:solidFill>
                <a:latin typeface="Arial" panose="020B0604020202020204" pitchFamily="34" charset="0"/>
                <a:ea typeface="宋体" panose="02010600030101010101" pitchFamily="2" charset="-122"/>
              </a:defRPr>
            </a:lvl9pPr>
          </a:lstStyle>
          <a:p>
            <a:pPr eaLnBrk="1" hangingPunct="1"/>
            <a:r>
              <a:rPr lang="en-US" altLang="zh-CN" sz="1400">
                <a:solidFill>
                  <a:schemeClr val="bg1"/>
                </a:solidFill>
              </a:rPr>
              <a:t>Page </a:t>
            </a:r>
            <a:fld id="{6A723B85-D587-4619-AFD1-DCE66297A150}" type="slidenum">
              <a:rPr lang="en-US" altLang="zh-CN" sz="1400">
                <a:solidFill>
                  <a:schemeClr val="bg1"/>
                </a:solidFill>
              </a:rPr>
              <a:pPr eaLnBrk="1" hangingPunct="1"/>
              <a:t>53</a:t>
            </a:fld>
            <a:endParaRPr lang="en-US" altLang="zh-CN" sz="140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linds(horizontal)">
                                      <p:cBhvr>
                                        <p:cTn id="22" dur="500"/>
                                        <p:tgtEl>
                                          <p:spTgt spid="1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linds(horizontal)">
                                      <p:cBhvr>
                                        <p:cTn id="27" dur="500"/>
                                        <p:tgtEl>
                                          <p:spTgt spid="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linds(horizontal)">
                                      <p:cBhvr>
                                        <p:cTn id="32" dur="500"/>
                                        <p:tgtEl>
                                          <p:spTgt spid="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blinds(horizontal)">
                                      <p:cBhvr>
                                        <p:cTn id="3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42" name="Object 2">
            <a:extLst>
              <a:ext uri="{FF2B5EF4-FFF2-40B4-BE49-F238E27FC236}">
                <a16:creationId xmlns:a16="http://schemas.microsoft.com/office/drawing/2014/main" id="{7645EE43-6142-F12C-5F7C-F622B3E1CD0B}"/>
              </a:ext>
            </a:extLst>
          </p:cNvPr>
          <p:cNvGraphicFramePr>
            <a:graphicFrameLocks noChangeAspect="1"/>
          </p:cNvGraphicFramePr>
          <p:nvPr/>
        </p:nvGraphicFramePr>
        <p:xfrm>
          <a:off x="4191000" y="3479800"/>
          <a:ext cx="3887788" cy="2159000"/>
        </p:xfrm>
        <a:graphic>
          <a:graphicData uri="http://schemas.openxmlformats.org/presentationml/2006/ole">
            <mc:AlternateContent xmlns:mc="http://schemas.openxmlformats.org/markup-compatibility/2006">
              <mc:Choice xmlns:v="urn:schemas-microsoft-com:vml" Requires="v">
                <p:oleObj name="剪辑" r:id="rId2" imgW="5349600" imgH="2911320" progId="">
                  <p:embed/>
                </p:oleObj>
              </mc:Choice>
              <mc:Fallback>
                <p:oleObj name="剪辑" r:id="rId2" imgW="5349600" imgH="2911320" progId="">
                  <p:embed/>
                  <p:pic>
                    <p:nvPicPr>
                      <p:cNvPr id="10242" name="Object 2">
                        <a:extLst>
                          <a:ext uri="{FF2B5EF4-FFF2-40B4-BE49-F238E27FC236}">
                            <a16:creationId xmlns:a16="http://schemas.microsoft.com/office/drawing/2014/main" id="{7645EE43-6142-F12C-5F7C-F622B3E1CD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3479800"/>
                        <a:ext cx="3887788" cy="2159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731" name="Rectangle 3">
            <a:extLst>
              <a:ext uri="{FF2B5EF4-FFF2-40B4-BE49-F238E27FC236}">
                <a16:creationId xmlns:a16="http://schemas.microsoft.com/office/drawing/2014/main" id="{1FEB6238-886B-02EB-61D1-71546F7ADD7E}"/>
              </a:ext>
            </a:extLst>
          </p:cNvPr>
          <p:cNvSpPr>
            <a:spLocks noChangeArrowheads="1"/>
          </p:cNvSpPr>
          <p:nvPr/>
        </p:nvSpPr>
        <p:spPr bwMode="auto">
          <a:xfrm>
            <a:off x="4648200" y="2209800"/>
            <a:ext cx="2971800" cy="914400"/>
          </a:xfrm>
          <a:prstGeom prst="rect">
            <a:avLst/>
          </a:prstGeom>
          <a:noFill/>
          <a:ln w="9525">
            <a:noFill/>
            <a:miter lim="800000"/>
            <a:headEnd/>
            <a:tailEnd/>
          </a:ln>
          <a:effectLst/>
        </p:spPr>
        <p:txBody>
          <a:bodyPr anchor="b"/>
          <a:lstStyle/>
          <a:p>
            <a:pPr algn="ctr" fontAlgn="t">
              <a:lnSpc>
                <a:spcPts val="3200"/>
              </a:lnSpc>
              <a:defRPr/>
            </a:pPr>
            <a:r>
              <a:rPr kumimoji="1" lang="zh-CN" altLang="en-US" sz="6600" b="1">
                <a:solidFill>
                  <a:schemeClr val="accent2"/>
                </a:solidFill>
                <a:effectLst>
                  <a:outerShdw blurRad="38100" dist="38100" dir="2700000" algn="tl">
                    <a:srgbClr val="C0C0C0"/>
                  </a:outerShdw>
                </a:effectLst>
                <a:latin typeface="Times New Roman" pitchFamily="18" charset="0"/>
                <a:ea typeface="隶书" pitchFamily="49" charset="-122"/>
              </a:rPr>
              <a:t>谢谢！</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正常&quot;,&quot;Kind&quot;:&quot;System&quot;,&quot;OldGuidesSetting&quot;:{&quot;HeaderHeight&quot;:15.0,&quot;FooterHeight&quot;:9.0,&quot;SideMargin&quot;:5.5,&quot;TopMargin&quot;:0.0,&quot;BottomMargin&quot;:0.0,&quot;IntervalMargin&quot;:1.5}}"/>
  <p:tag name="ISLIDE.THEME" val="#782110"/>
  <p:tag name="ISLIDE.TEMPLATE" val="12d4ff4d-0d3c-4a5b-a6ae-bcd0e0922b52"/>
</p:tagLst>
</file>

<file path=ppt/tags/tag2.xml><?xml version="1.0" encoding="utf-8"?>
<p:tagLst xmlns:a="http://schemas.openxmlformats.org/drawingml/2006/main" xmlns:r="http://schemas.openxmlformats.org/officeDocument/2006/relationships" xmlns:p="http://schemas.openxmlformats.org/presentationml/2006/main">
  <p:tag name="ISLIDE.THEME" val="https://www.islide.cc;"/>
</p:tagLst>
</file>

<file path=ppt/theme/theme1.xml><?xml version="1.0" encoding="utf-8"?>
<a:theme xmlns:a="http://schemas.openxmlformats.org/drawingml/2006/main" name="Designed by iSlide">
  <a:themeElements>
    <a:clrScheme name="iSlide VI标准">
      <a:dk1>
        <a:srgbClr val="000000"/>
      </a:dk1>
      <a:lt1>
        <a:srgbClr val="FFFFFF"/>
      </a:lt1>
      <a:dk2>
        <a:srgbClr val="778495"/>
      </a:dk2>
      <a:lt2>
        <a:srgbClr val="F0F0F0"/>
      </a:lt2>
      <a:accent1>
        <a:srgbClr val="3E7AF6"/>
      </a:accent1>
      <a:accent2>
        <a:srgbClr val="00A6EE"/>
      </a:accent2>
      <a:accent3>
        <a:srgbClr val="38DB9D"/>
      </a:accent3>
      <a:accent4>
        <a:srgbClr val="FF5433"/>
      </a:accent4>
      <a:accent5>
        <a:srgbClr val="A5A5A5"/>
      </a:accent5>
      <a:accent6>
        <a:srgbClr val="C9C9C9"/>
      </a:accent6>
      <a:hlink>
        <a:srgbClr val="4472C4"/>
      </a:hlink>
      <a:folHlink>
        <a:srgbClr val="BFBFBF"/>
      </a:folHlink>
    </a:clrScheme>
    <a:fontScheme name="font">
      <a:majorFont>
        <a:latin typeface="Arial"/>
        <a:ea typeface="微软雅黑"/>
        <a:cs typeface=""/>
      </a:majorFont>
      <a:minorFont>
        <a:latin typeface="Arial"/>
        <a:ea typeface="微软雅黑"/>
        <a:cs typeface=""/>
      </a:minorFont>
    </a:fontScheme>
    <a:fmtScheme name="极端阴影">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Default.potx" id="{1D9758C4-BF53-48D5-9F51-21F468A6C710}" vid="{F0E1EFAF-5478-48F0-8152-DA9350739AF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iSlide VI标准">
    <a:dk1>
      <a:srgbClr val="000000"/>
    </a:dk1>
    <a:lt1>
      <a:srgbClr val="FFFFFF"/>
    </a:lt1>
    <a:dk2>
      <a:srgbClr val="778495"/>
    </a:dk2>
    <a:lt2>
      <a:srgbClr val="F0F0F0"/>
    </a:lt2>
    <a:accent1>
      <a:srgbClr val="3E7AF6"/>
    </a:accent1>
    <a:accent2>
      <a:srgbClr val="00A6EE"/>
    </a:accent2>
    <a:accent3>
      <a:srgbClr val="38DB9D"/>
    </a:accent3>
    <a:accent4>
      <a:srgbClr val="FF5433"/>
    </a:accent4>
    <a:accent5>
      <a:srgbClr val="A5A5A5"/>
    </a:accent5>
    <a:accent6>
      <a:srgbClr val="C9C9C9"/>
    </a:accent6>
    <a:hlink>
      <a:srgbClr val="4472C4"/>
    </a:hlink>
    <a:folHlink>
      <a:srgbClr val="BFBFBF"/>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7934b4b-eba6-486d-bfc1-4b8e3fe39092" xsi:nil="true"/>
    <lcf76f155ced4ddcb4097134ff3c332f xmlns="0a5c0dea-e5d7-4228-9256-3793bb42faa5">
      <Terms xmlns="http://schemas.microsoft.com/office/infopath/2007/PartnerControls"/>
    </lcf76f155ced4ddcb4097134ff3c332f>
    <OneNoteFluid_FileOrder xmlns="0a5c0dea-e5d7-4228-9256-3793bb42fa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1443A8EF62DE444B1FF07917E22EF72" ma:contentTypeVersion="15" ma:contentTypeDescription="Create a new document." ma:contentTypeScope="" ma:versionID="93a012c9a81027335424ba9f7b4858de">
  <xsd:schema xmlns:xsd="http://www.w3.org/2001/XMLSchema" xmlns:xs="http://www.w3.org/2001/XMLSchema" xmlns:p="http://schemas.microsoft.com/office/2006/metadata/properties" xmlns:ns2="0a5c0dea-e5d7-4228-9256-3793bb42faa5" xmlns:ns3="97934b4b-eba6-486d-bfc1-4b8e3fe39092" targetNamespace="http://schemas.microsoft.com/office/2006/metadata/properties" ma:root="true" ma:fieldsID="9a709ec72f4fcd18515a248f36769751" ns2:_="" ns3:_="">
    <xsd:import namespace="0a5c0dea-e5d7-4228-9256-3793bb42faa5"/>
    <xsd:import namespace="97934b4b-eba6-486d-bfc1-4b8e3fe39092"/>
    <xsd:element name="properties">
      <xsd:complexType>
        <xsd:sequence>
          <xsd:element name="documentManagement">
            <xsd:complexType>
              <xsd:all>
                <xsd:element ref="ns2:OneNoteFluid_FileOrder" minOccurs="0"/>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5c0dea-e5d7-4228-9256-3793bb42faa5" elementFormDefault="qualified">
    <xsd:import namespace="http://schemas.microsoft.com/office/2006/documentManagement/types"/>
    <xsd:import namespace="http://schemas.microsoft.com/office/infopath/2007/PartnerControls"/>
    <xsd:element name="OneNoteFluid_FileOrder" ma:index="8" nillable="true" ma:displayName="OneNoteFluid_FileOrder" ma:internalName="OneNoteFluid_FileOrder">
      <xsd:simpleType>
        <xsd:restriction base="dms:Text">
          <xsd:maxLength value="255"/>
        </xsd:restriction>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DateTaken" ma:index="11" nillable="true" ma:displayName="MediaServiceDateTaken" ma:hidden="true" ma:internalName="MediaServiceDateTaken"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7934b4b-eba6-486d-bfc1-4b8e3fe39092"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a885aa0b-334b-483f-9125-6409c6335a4b}" ma:internalName="TaxCatchAll" ma:showField="CatchAllData" ma:web="97934b4b-eba6-486d-bfc1-4b8e3fe3909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C1DD9DC-0CC9-42F5-BA14-E529064DD647}">
  <ds:schemaRefs>
    <ds:schemaRef ds:uri="http://schemas.microsoft.com/office/2006/metadata/properties"/>
    <ds:schemaRef ds:uri="http://schemas.microsoft.com/office/infopath/2007/PartnerControls"/>
    <ds:schemaRef ds:uri="97934b4b-eba6-486d-bfc1-4b8e3fe39092"/>
    <ds:schemaRef ds:uri="0a5c0dea-e5d7-4228-9256-3793bb42faa5"/>
  </ds:schemaRefs>
</ds:datastoreItem>
</file>

<file path=customXml/itemProps2.xml><?xml version="1.0" encoding="utf-8"?>
<ds:datastoreItem xmlns:ds="http://schemas.openxmlformats.org/officeDocument/2006/customXml" ds:itemID="{F006067E-C874-489E-A2CA-B45A310136CA}">
  <ds:schemaRefs>
    <ds:schemaRef ds:uri="http://schemas.microsoft.com/sharepoint/v3/contenttype/forms"/>
  </ds:schemaRefs>
</ds:datastoreItem>
</file>

<file path=customXml/itemProps3.xml><?xml version="1.0" encoding="utf-8"?>
<ds:datastoreItem xmlns:ds="http://schemas.openxmlformats.org/officeDocument/2006/customXml" ds:itemID="{EEDD4BFA-8BC0-451D-9C1D-7792402273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5c0dea-e5d7-4228-9256-3793bb42faa5"/>
    <ds:schemaRef ds:uri="97934b4b-eba6-486d-bfc1-4b8e3fe3909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iSlide</Template>
  <TotalTime>7203</TotalTime>
  <Words>5340</Words>
  <Application>Microsoft Office PowerPoint</Application>
  <PresentationFormat>宽屏</PresentationFormat>
  <Paragraphs>952</Paragraphs>
  <Slides>54</Slides>
  <Notes>7</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4</vt:i4>
      </vt:variant>
      <vt:variant>
        <vt:lpstr>幻灯片标题</vt:lpstr>
      </vt:variant>
      <vt:variant>
        <vt:i4>54</vt:i4>
      </vt:variant>
    </vt:vector>
  </HeadingPairs>
  <TitlesOfParts>
    <vt:vector size="78" baseType="lpstr">
      <vt:lpstr>等线</vt:lpstr>
      <vt:lpstr>仿宋_GB2312</vt:lpstr>
      <vt:lpstr>黑体</vt:lpstr>
      <vt:lpstr>华文琥珀</vt:lpstr>
      <vt:lpstr>华文细黑</vt:lpstr>
      <vt:lpstr>华文新魏</vt:lpstr>
      <vt:lpstr>楷体_GB2312</vt:lpstr>
      <vt:lpstr>宋体</vt:lpstr>
      <vt:lpstr>宋体-18030</vt:lpstr>
      <vt:lpstr>微软雅黑</vt:lpstr>
      <vt:lpstr>Arial</vt:lpstr>
      <vt:lpstr>Arial Black</vt:lpstr>
      <vt:lpstr>Book Antiqua</vt:lpstr>
      <vt:lpstr>Bookman Old Style</vt:lpstr>
      <vt:lpstr>Calibri</vt:lpstr>
      <vt:lpstr>Times New Roman</vt:lpstr>
      <vt:lpstr>Trebuchet MS</vt:lpstr>
      <vt:lpstr>Verdana</vt:lpstr>
      <vt:lpstr>Wingdings</vt:lpstr>
      <vt:lpstr>Designed by iSlide</vt:lpstr>
      <vt:lpstr>位图图像</vt:lpstr>
      <vt:lpstr>图片</vt:lpstr>
      <vt:lpstr>Visio</vt:lpstr>
      <vt:lpstr>剪辑</vt:lpstr>
      <vt:lpstr>中国可信计算标准-----TCM模块</vt:lpstr>
      <vt:lpstr>内容提纲</vt:lpstr>
      <vt:lpstr>内容提纲</vt:lpstr>
      <vt:lpstr>PowerPoint 演示文稿</vt:lpstr>
      <vt:lpstr>可信计算技术理念</vt:lpstr>
      <vt:lpstr>定义可信密码模块(TCM)结构与功能</vt:lpstr>
      <vt:lpstr>由TCM构建3个信任根</vt:lpstr>
      <vt:lpstr>PowerPoint 演示文稿</vt:lpstr>
      <vt:lpstr>PowerPoint 演示文稿</vt:lpstr>
      <vt:lpstr>PowerPoint 演示文稿</vt:lpstr>
      <vt:lpstr>PowerPoint 演示文稿</vt:lpstr>
      <vt:lpstr>PowerPoint 演示文稿</vt:lpstr>
      <vt:lpstr>PowerPoint 演示文稿</vt:lpstr>
      <vt:lpstr>内容提纲</vt:lpstr>
      <vt:lpstr>PowerPoint 演示文稿</vt:lpstr>
      <vt:lpstr>自主可信计算标准发展总体思路</vt:lpstr>
      <vt:lpstr>建立自主可信计算产业联盟</vt:lpstr>
      <vt:lpstr>PowerPoint 演示文稿</vt:lpstr>
      <vt:lpstr>PowerPoint 演示文稿</vt:lpstr>
      <vt:lpstr>PowerPoint 演示文稿</vt:lpstr>
      <vt:lpstr>PowerPoint 演示文稿</vt:lpstr>
      <vt:lpstr>PowerPoint 演示文稿</vt:lpstr>
      <vt:lpstr>内容提纲</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产品特色</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TCM应用--</vt:lpstr>
      <vt:lpstr>TCM应用--</vt:lpstr>
      <vt:lpstr>PowerPoint 演示文稿</vt:lpstr>
      <vt:lpstr>电子支付应用</vt:lpstr>
      <vt:lpstr>PowerPoint 演示文稿</vt:lpstr>
      <vt:lpstr>可信网络接入应用</vt:lpstr>
      <vt:lpstr>内容提纲</vt:lpstr>
      <vt:lpstr>PowerPoint 演示文稿</vt:lpstr>
      <vt:lpstr>PowerPoint 演示文稿</vt:lpstr>
      <vt:lpstr>PowerPoint 演示文稿</vt:lpstr>
    </vt:vector>
  </TitlesOfParts>
  <Manager>iSlide</Manager>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iSlide</dc:creator>
  <cp:lastModifiedBy>贾洪勇</cp:lastModifiedBy>
  <cp:revision>4</cp:revision>
  <cp:lastPrinted>2022-08-25T16:00:00Z</cp:lastPrinted>
  <dcterms:created xsi:type="dcterms:W3CDTF">2022-08-25T16:00:00Z</dcterms:created>
  <dcterms:modified xsi:type="dcterms:W3CDTF">2023-02-19T14:33:09Z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EMPLATE">
    <vt:lpwstr>12d4ff4d-0d3c-4a5b-a6ae-bcd0e0922b52</vt:lpwstr>
  </property>
  <property fmtid="{D5CDD505-2E9C-101B-9397-08002B2CF9AE}" pid="3" name="ContentTypeId">
    <vt:lpwstr>0x010100D1443A8EF62DE444B1FF07917E22EF72</vt:lpwstr>
  </property>
</Properties>
</file>