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sldIdLst>
    <p:sldId id="456" r:id="rId2"/>
    <p:sldId id="518" r:id="rId3"/>
    <p:sldId id="457" r:id="rId4"/>
    <p:sldId id="458" r:id="rId5"/>
    <p:sldId id="459" r:id="rId6"/>
    <p:sldId id="460" r:id="rId7"/>
    <p:sldId id="461" r:id="rId8"/>
    <p:sldId id="462" r:id="rId9"/>
    <p:sldId id="464" r:id="rId10"/>
    <p:sldId id="465" r:id="rId11"/>
    <p:sldId id="466" r:id="rId12"/>
    <p:sldId id="467" r:id="rId13"/>
    <p:sldId id="468" r:id="rId14"/>
    <p:sldId id="469" r:id="rId15"/>
    <p:sldId id="470" r:id="rId16"/>
    <p:sldId id="471" r:id="rId17"/>
    <p:sldId id="472" r:id="rId18"/>
    <p:sldId id="473" r:id="rId19"/>
    <p:sldId id="474" r:id="rId20"/>
    <p:sldId id="476" r:id="rId21"/>
    <p:sldId id="477" r:id="rId22"/>
    <p:sldId id="478" r:id="rId23"/>
    <p:sldId id="479" r:id="rId24"/>
    <p:sldId id="313" r:id="rId25"/>
  </p:sldIdLst>
  <p:sldSz cx="9144000" cy="6858000" type="screen4x3"/>
  <p:notesSz cx="6858000" cy="9144000"/>
  <p:defaultTextStyle>
    <a:defPPr>
      <a:defRPr lang="zh-CN"/>
    </a:defPPr>
    <a:lvl1pPr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51DC"/>
    <a:srgbClr val="1F4EDA"/>
    <a:srgbClr val="1D4AD7"/>
    <a:srgbClr val="FF6600"/>
    <a:srgbClr val="8E0000"/>
    <a:srgbClr val="33CC33"/>
    <a:srgbClr val="FFFF99"/>
    <a:srgbClr val="CC3399"/>
    <a:srgbClr val="3333CC"/>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52" autoAdjust="0"/>
    <p:restoredTop sz="94660"/>
  </p:normalViewPr>
  <p:slideViewPr>
    <p:cSldViewPr snapToGrid="0">
      <p:cViewPr varScale="1">
        <p:scale>
          <a:sx n="105" d="100"/>
          <a:sy n="105" d="100"/>
        </p:scale>
        <p:origin x="1491"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贾洪勇" userId="c61acc37-df11-4a3b-9efd-dde9ef084f5f" providerId="ADAL" clId="{E6EE1618-B5FF-4668-BB5F-08214606A43A}"/>
    <pc:docChg chg="custSel delSld modSld">
      <pc:chgData name="贾洪勇" userId="c61acc37-df11-4a3b-9efd-dde9ef084f5f" providerId="ADAL" clId="{E6EE1618-B5FF-4668-BB5F-08214606A43A}" dt="2023-03-27T03:45:28.494" v="271"/>
      <pc:docMkLst>
        <pc:docMk/>
      </pc:docMkLst>
      <pc:sldChg chg="modSp mod">
        <pc:chgData name="贾洪勇" userId="c61acc37-df11-4a3b-9efd-dde9ef084f5f" providerId="ADAL" clId="{E6EE1618-B5FF-4668-BB5F-08214606A43A}" dt="2023-03-27T03:22:06.668" v="213" actId="6549"/>
        <pc:sldMkLst>
          <pc:docMk/>
          <pc:sldMk cId="1482609776" sldId="458"/>
        </pc:sldMkLst>
        <pc:spChg chg="mod">
          <ac:chgData name="贾洪勇" userId="c61acc37-df11-4a3b-9efd-dde9ef084f5f" providerId="ADAL" clId="{E6EE1618-B5FF-4668-BB5F-08214606A43A}" dt="2023-03-27T03:22:06.668" v="213" actId="6549"/>
          <ac:spMkLst>
            <pc:docMk/>
            <pc:sldMk cId="1482609776" sldId="458"/>
            <ac:spMk id="3" creationId="{3974D621-1AB5-4615-9FAB-B97AA8A189AA}"/>
          </ac:spMkLst>
        </pc:spChg>
      </pc:sldChg>
      <pc:sldChg chg="modSp mod">
        <pc:chgData name="贾洪勇" userId="c61acc37-df11-4a3b-9efd-dde9ef084f5f" providerId="ADAL" clId="{E6EE1618-B5FF-4668-BB5F-08214606A43A}" dt="2023-03-27T02:25:42.093" v="44"/>
        <pc:sldMkLst>
          <pc:docMk/>
          <pc:sldMk cId="20781309" sldId="461"/>
        </pc:sldMkLst>
        <pc:spChg chg="mod">
          <ac:chgData name="贾洪勇" userId="c61acc37-df11-4a3b-9efd-dde9ef084f5f" providerId="ADAL" clId="{E6EE1618-B5FF-4668-BB5F-08214606A43A}" dt="2023-03-27T02:25:42.093" v="44"/>
          <ac:spMkLst>
            <pc:docMk/>
            <pc:sldMk cId="20781309" sldId="461"/>
            <ac:spMk id="3" creationId="{B8864359-A6BB-4D2F-8D08-343A550A0711}"/>
          </ac:spMkLst>
        </pc:spChg>
      </pc:sldChg>
      <pc:sldChg chg="modSp mod">
        <pc:chgData name="贾洪勇" userId="c61acc37-df11-4a3b-9efd-dde9ef084f5f" providerId="ADAL" clId="{E6EE1618-B5FF-4668-BB5F-08214606A43A}" dt="2023-03-27T02:28:32.324" v="78" actId="6549"/>
        <pc:sldMkLst>
          <pc:docMk/>
          <pc:sldMk cId="2826748631" sldId="462"/>
        </pc:sldMkLst>
        <pc:spChg chg="mod">
          <ac:chgData name="贾洪勇" userId="c61acc37-df11-4a3b-9efd-dde9ef084f5f" providerId="ADAL" clId="{E6EE1618-B5FF-4668-BB5F-08214606A43A}" dt="2023-03-27T02:28:32.324" v="78" actId="6549"/>
          <ac:spMkLst>
            <pc:docMk/>
            <pc:sldMk cId="2826748631" sldId="462"/>
            <ac:spMk id="3" creationId="{B8864359-A6BB-4D2F-8D08-343A550A0711}"/>
          </ac:spMkLst>
        </pc:spChg>
      </pc:sldChg>
      <pc:sldChg chg="del">
        <pc:chgData name="贾洪勇" userId="c61acc37-df11-4a3b-9efd-dde9ef084f5f" providerId="ADAL" clId="{E6EE1618-B5FF-4668-BB5F-08214606A43A}" dt="2023-03-27T02:29:34.874" v="79" actId="2696"/>
        <pc:sldMkLst>
          <pc:docMk/>
          <pc:sldMk cId="3695957515" sldId="463"/>
        </pc:sldMkLst>
      </pc:sldChg>
      <pc:sldChg chg="modSp mod">
        <pc:chgData name="贾洪勇" userId="c61acc37-df11-4a3b-9efd-dde9ef084f5f" providerId="ADAL" clId="{E6EE1618-B5FF-4668-BB5F-08214606A43A}" dt="2023-03-27T02:30:51.999" v="85"/>
        <pc:sldMkLst>
          <pc:docMk/>
          <pc:sldMk cId="2390564703" sldId="464"/>
        </pc:sldMkLst>
        <pc:spChg chg="mod">
          <ac:chgData name="贾洪勇" userId="c61acc37-df11-4a3b-9efd-dde9ef084f5f" providerId="ADAL" clId="{E6EE1618-B5FF-4668-BB5F-08214606A43A}" dt="2023-03-27T02:30:51.999" v="85"/>
          <ac:spMkLst>
            <pc:docMk/>
            <pc:sldMk cId="2390564703" sldId="464"/>
            <ac:spMk id="2" creationId="{F5427299-7868-48F0-84C5-FFF874C74FFD}"/>
          </ac:spMkLst>
        </pc:spChg>
        <pc:spChg chg="mod">
          <ac:chgData name="贾洪勇" userId="c61acc37-df11-4a3b-9efd-dde9ef084f5f" providerId="ADAL" clId="{E6EE1618-B5FF-4668-BB5F-08214606A43A}" dt="2023-03-27T02:30:09.830" v="84"/>
          <ac:spMkLst>
            <pc:docMk/>
            <pc:sldMk cId="2390564703" sldId="464"/>
            <ac:spMk id="3" creationId="{CD81822C-97CF-4E68-B970-9C73FA033F32}"/>
          </ac:spMkLst>
        </pc:spChg>
      </pc:sldChg>
      <pc:sldChg chg="modSp mod">
        <pc:chgData name="贾洪勇" userId="c61acc37-df11-4a3b-9efd-dde9ef084f5f" providerId="ADAL" clId="{E6EE1618-B5FF-4668-BB5F-08214606A43A}" dt="2023-03-27T02:57:16.307" v="118"/>
        <pc:sldMkLst>
          <pc:docMk/>
          <pc:sldMk cId="1450117143" sldId="465"/>
        </pc:sldMkLst>
        <pc:spChg chg="mod">
          <ac:chgData name="贾洪勇" userId="c61acc37-df11-4a3b-9efd-dde9ef084f5f" providerId="ADAL" clId="{E6EE1618-B5FF-4668-BB5F-08214606A43A}" dt="2023-03-27T02:57:16.307" v="118"/>
          <ac:spMkLst>
            <pc:docMk/>
            <pc:sldMk cId="1450117143" sldId="465"/>
            <ac:spMk id="3" creationId="{1D187A32-3B1A-4ED8-8BF9-1DCCE612D996}"/>
          </ac:spMkLst>
        </pc:spChg>
      </pc:sldChg>
      <pc:sldChg chg="modSp mod">
        <pc:chgData name="贾洪勇" userId="c61acc37-df11-4a3b-9efd-dde9ef084f5f" providerId="ADAL" clId="{E6EE1618-B5FF-4668-BB5F-08214606A43A}" dt="2023-03-27T02:58:21.696" v="120" actId="6549"/>
        <pc:sldMkLst>
          <pc:docMk/>
          <pc:sldMk cId="2550439099" sldId="466"/>
        </pc:sldMkLst>
        <pc:spChg chg="mod">
          <ac:chgData name="贾洪勇" userId="c61acc37-df11-4a3b-9efd-dde9ef084f5f" providerId="ADAL" clId="{E6EE1618-B5FF-4668-BB5F-08214606A43A}" dt="2023-03-27T02:58:21.696" v="120" actId="6549"/>
          <ac:spMkLst>
            <pc:docMk/>
            <pc:sldMk cId="2550439099" sldId="466"/>
            <ac:spMk id="3" creationId="{F37C0E43-3AF3-4156-87FD-BC770F102252}"/>
          </ac:spMkLst>
        </pc:spChg>
      </pc:sldChg>
      <pc:sldChg chg="modSp mod">
        <pc:chgData name="贾洪勇" userId="c61acc37-df11-4a3b-9efd-dde9ef084f5f" providerId="ADAL" clId="{E6EE1618-B5FF-4668-BB5F-08214606A43A}" dt="2023-03-27T03:07:00.059" v="131"/>
        <pc:sldMkLst>
          <pc:docMk/>
          <pc:sldMk cId="3769540022" sldId="467"/>
        </pc:sldMkLst>
        <pc:spChg chg="mod">
          <ac:chgData name="贾洪勇" userId="c61acc37-df11-4a3b-9efd-dde9ef084f5f" providerId="ADAL" clId="{E6EE1618-B5FF-4668-BB5F-08214606A43A}" dt="2023-03-27T03:07:00.059" v="131"/>
          <ac:spMkLst>
            <pc:docMk/>
            <pc:sldMk cId="3769540022" sldId="467"/>
            <ac:spMk id="3" creationId="{2406E5EB-EBA9-429D-928B-0DB4452C79FB}"/>
          </ac:spMkLst>
        </pc:spChg>
      </pc:sldChg>
      <pc:sldChg chg="modSp mod">
        <pc:chgData name="贾洪勇" userId="c61acc37-df11-4a3b-9efd-dde9ef084f5f" providerId="ADAL" clId="{E6EE1618-B5FF-4668-BB5F-08214606A43A}" dt="2023-03-27T03:08:00.243" v="133"/>
        <pc:sldMkLst>
          <pc:docMk/>
          <pc:sldMk cId="2026949783" sldId="468"/>
        </pc:sldMkLst>
        <pc:spChg chg="mod">
          <ac:chgData name="贾洪勇" userId="c61acc37-df11-4a3b-9efd-dde9ef084f5f" providerId="ADAL" clId="{E6EE1618-B5FF-4668-BB5F-08214606A43A}" dt="2023-03-27T03:08:00.243" v="133"/>
          <ac:spMkLst>
            <pc:docMk/>
            <pc:sldMk cId="2026949783" sldId="468"/>
            <ac:spMk id="3" creationId="{E5A425D8-ACBA-4DEC-99D2-485DA3B574AE}"/>
          </ac:spMkLst>
        </pc:spChg>
      </pc:sldChg>
      <pc:sldChg chg="modSp mod">
        <pc:chgData name="贾洪勇" userId="c61acc37-df11-4a3b-9efd-dde9ef084f5f" providerId="ADAL" clId="{E6EE1618-B5FF-4668-BB5F-08214606A43A}" dt="2023-03-27T03:18:26.403" v="147" actId="20577"/>
        <pc:sldMkLst>
          <pc:docMk/>
          <pc:sldMk cId="2221236797" sldId="469"/>
        </pc:sldMkLst>
        <pc:spChg chg="mod">
          <ac:chgData name="贾洪勇" userId="c61acc37-df11-4a3b-9efd-dde9ef084f5f" providerId="ADAL" clId="{E6EE1618-B5FF-4668-BB5F-08214606A43A}" dt="2023-03-27T03:18:26.403" v="147" actId="20577"/>
          <ac:spMkLst>
            <pc:docMk/>
            <pc:sldMk cId="2221236797" sldId="469"/>
            <ac:spMk id="3" creationId="{D0399050-6B29-4158-AD39-CD50B09CF510}"/>
          </ac:spMkLst>
        </pc:spChg>
      </pc:sldChg>
      <pc:sldChg chg="modSp mod">
        <pc:chgData name="贾洪勇" userId="c61acc37-df11-4a3b-9efd-dde9ef084f5f" providerId="ADAL" clId="{E6EE1618-B5FF-4668-BB5F-08214606A43A}" dt="2023-03-27T03:20:05.675" v="148" actId="20577"/>
        <pc:sldMkLst>
          <pc:docMk/>
          <pc:sldMk cId="3934757704" sldId="470"/>
        </pc:sldMkLst>
        <pc:spChg chg="mod">
          <ac:chgData name="贾洪勇" userId="c61acc37-df11-4a3b-9efd-dde9ef084f5f" providerId="ADAL" clId="{E6EE1618-B5FF-4668-BB5F-08214606A43A}" dt="2023-03-27T03:20:05.675" v="148" actId="20577"/>
          <ac:spMkLst>
            <pc:docMk/>
            <pc:sldMk cId="3934757704" sldId="470"/>
            <ac:spMk id="3" creationId="{D0399050-6B29-4158-AD39-CD50B09CF510}"/>
          </ac:spMkLst>
        </pc:spChg>
      </pc:sldChg>
      <pc:sldChg chg="modSp mod">
        <pc:chgData name="贾洪勇" userId="c61acc37-df11-4a3b-9efd-dde9ef084f5f" providerId="ADAL" clId="{E6EE1618-B5FF-4668-BB5F-08214606A43A}" dt="2023-03-27T03:30:58.452" v="241"/>
        <pc:sldMkLst>
          <pc:docMk/>
          <pc:sldMk cId="2434717181" sldId="471"/>
        </pc:sldMkLst>
        <pc:spChg chg="mod">
          <ac:chgData name="贾洪勇" userId="c61acc37-df11-4a3b-9efd-dde9ef084f5f" providerId="ADAL" clId="{E6EE1618-B5FF-4668-BB5F-08214606A43A}" dt="2023-03-27T03:20:24.273" v="150"/>
          <ac:spMkLst>
            <pc:docMk/>
            <pc:sldMk cId="2434717181" sldId="471"/>
            <ac:spMk id="2" creationId="{624C7C2D-E901-4A9D-8F1B-18F61A030C5E}"/>
          </ac:spMkLst>
        </pc:spChg>
        <pc:spChg chg="mod">
          <ac:chgData name="贾洪勇" userId="c61acc37-df11-4a3b-9efd-dde9ef084f5f" providerId="ADAL" clId="{E6EE1618-B5FF-4668-BB5F-08214606A43A}" dt="2023-03-27T03:30:58.452" v="241"/>
          <ac:spMkLst>
            <pc:docMk/>
            <pc:sldMk cId="2434717181" sldId="471"/>
            <ac:spMk id="3" creationId="{6D33A25A-FF58-4B6C-BC70-B7852CFC2D81}"/>
          </ac:spMkLst>
        </pc:spChg>
      </pc:sldChg>
      <pc:sldChg chg="modSp mod">
        <pc:chgData name="贾洪勇" userId="c61acc37-df11-4a3b-9efd-dde9ef084f5f" providerId="ADAL" clId="{E6EE1618-B5FF-4668-BB5F-08214606A43A}" dt="2023-03-27T03:38:46.816" v="245" actId="207"/>
        <pc:sldMkLst>
          <pc:docMk/>
          <pc:sldMk cId="3475456190" sldId="473"/>
        </pc:sldMkLst>
        <pc:spChg chg="mod">
          <ac:chgData name="贾洪勇" userId="c61acc37-df11-4a3b-9efd-dde9ef084f5f" providerId="ADAL" clId="{E6EE1618-B5FF-4668-BB5F-08214606A43A}" dt="2023-03-27T03:38:46.816" v="245" actId="207"/>
          <ac:spMkLst>
            <pc:docMk/>
            <pc:sldMk cId="3475456190" sldId="473"/>
            <ac:spMk id="3" creationId="{5EB76895-944F-4974-A66E-D1ACCF15B2BA}"/>
          </ac:spMkLst>
        </pc:spChg>
      </pc:sldChg>
      <pc:sldChg chg="modSp mod">
        <pc:chgData name="贾洪勇" userId="c61acc37-df11-4a3b-9efd-dde9ef084f5f" providerId="ADAL" clId="{E6EE1618-B5FF-4668-BB5F-08214606A43A}" dt="2023-03-27T03:42:23.452" v="255" actId="6549"/>
        <pc:sldMkLst>
          <pc:docMk/>
          <pc:sldMk cId="3300325605" sldId="474"/>
        </pc:sldMkLst>
        <pc:spChg chg="mod">
          <ac:chgData name="贾洪勇" userId="c61acc37-df11-4a3b-9efd-dde9ef084f5f" providerId="ADAL" clId="{E6EE1618-B5FF-4668-BB5F-08214606A43A}" dt="2023-03-27T03:42:23.452" v="255" actId="6549"/>
          <ac:spMkLst>
            <pc:docMk/>
            <pc:sldMk cId="3300325605" sldId="474"/>
            <ac:spMk id="2" creationId="{FFF18533-0AE0-43FA-AE54-BA82A1AE1971}"/>
          </ac:spMkLst>
        </pc:spChg>
        <pc:spChg chg="mod">
          <ac:chgData name="贾洪勇" userId="c61acc37-df11-4a3b-9efd-dde9ef084f5f" providerId="ADAL" clId="{E6EE1618-B5FF-4668-BB5F-08214606A43A}" dt="2023-03-27T03:35:38.543" v="244" actId="6549"/>
          <ac:spMkLst>
            <pc:docMk/>
            <pc:sldMk cId="3300325605" sldId="474"/>
            <ac:spMk id="3" creationId="{63BC9D29-CCDF-468C-9EE0-DFBBE6C6A183}"/>
          </ac:spMkLst>
        </pc:spChg>
      </pc:sldChg>
      <pc:sldChg chg="modSp mod">
        <pc:chgData name="贾洪勇" userId="c61acc37-df11-4a3b-9efd-dde9ef084f5f" providerId="ADAL" clId="{E6EE1618-B5FF-4668-BB5F-08214606A43A}" dt="2023-03-27T03:42:34.947" v="258" actId="1076"/>
        <pc:sldMkLst>
          <pc:docMk/>
          <pc:sldMk cId="90382643" sldId="476"/>
        </pc:sldMkLst>
        <pc:spChg chg="mod">
          <ac:chgData name="贾洪勇" userId="c61acc37-df11-4a3b-9efd-dde9ef084f5f" providerId="ADAL" clId="{E6EE1618-B5FF-4668-BB5F-08214606A43A}" dt="2023-03-27T03:42:34.947" v="258" actId="1076"/>
          <ac:spMkLst>
            <pc:docMk/>
            <pc:sldMk cId="90382643" sldId="476"/>
            <ac:spMk id="2" creationId="{DBCCDBCF-4F53-4F36-A2A1-87ABDB1CD1DC}"/>
          </ac:spMkLst>
        </pc:spChg>
      </pc:sldChg>
      <pc:sldChg chg="modSp mod">
        <pc:chgData name="贾洪勇" userId="c61acc37-df11-4a3b-9efd-dde9ef084f5f" providerId="ADAL" clId="{E6EE1618-B5FF-4668-BB5F-08214606A43A}" dt="2023-03-27T03:42:43.571" v="260" actId="14100"/>
        <pc:sldMkLst>
          <pc:docMk/>
          <pc:sldMk cId="1434915304" sldId="477"/>
        </pc:sldMkLst>
        <pc:spChg chg="mod">
          <ac:chgData name="贾洪勇" userId="c61acc37-df11-4a3b-9efd-dde9ef084f5f" providerId="ADAL" clId="{E6EE1618-B5FF-4668-BB5F-08214606A43A}" dt="2023-03-27T03:42:43.571" v="260" actId="14100"/>
          <ac:spMkLst>
            <pc:docMk/>
            <pc:sldMk cId="1434915304" sldId="477"/>
            <ac:spMk id="2" creationId="{8836D34A-2794-43B5-A058-EFA2206249CA}"/>
          </ac:spMkLst>
        </pc:spChg>
      </pc:sldChg>
      <pc:sldChg chg="modSp mod">
        <pc:chgData name="贾洪勇" userId="c61acc37-df11-4a3b-9efd-dde9ef084f5f" providerId="ADAL" clId="{E6EE1618-B5FF-4668-BB5F-08214606A43A}" dt="2023-03-27T03:42:52.990" v="263" actId="5793"/>
        <pc:sldMkLst>
          <pc:docMk/>
          <pc:sldMk cId="888540414" sldId="478"/>
        </pc:sldMkLst>
        <pc:spChg chg="mod">
          <ac:chgData name="贾洪勇" userId="c61acc37-df11-4a3b-9efd-dde9ef084f5f" providerId="ADAL" clId="{E6EE1618-B5FF-4668-BB5F-08214606A43A}" dt="2023-03-27T03:42:52.990" v="263" actId="5793"/>
          <ac:spMkLst>
            <pc:docMk/>
            <pc:sldMk cId="888540414" sldId="478"/>
            <ac:spMk id="2" creationId="{CB9035DA-4625-4CEA-A332-9F9B97B5E3E9}"/>
          </ac:spMkLst>
        </pc:spChg>
      </pc:sldChg>
      <pc:sldChg chg="modSp mod">
        <pc:chgData name="贾洪勇" userId="c61acc37-df11-4a3b-9efd-dde9ef084f5f" providerId="ADAL" clId="{E6EE1618-B5FF-4668-BB5F-08214606A43A}" dt="2023-03-27T03:45:28.494" v="271"/>
        <pc:sldMkLst>
          <pc:docMk/>
          <pc:sldMk cId="3956135068" sldId="479"/>
        </pc:sldMkLst>
        <pc:spChg chg="mod">
          <ac:chgData name="贾洪勇" userId="c61acc37-df11-4a3b-9efd-dde9ef084f5f" providerId="ADAL" clId="{E6EE1618-B5FF-4668-BB5F-08214606A43A}" dt="2023-03-27T03:45:28.494" v="271"/>
          <ac:spMkLst>
            <pc:docMk/>
            <pc:sldMk cId="3956135068" sldId="479"/>
            <ac:spMk id="3" creationId="{6EC47C87-E66A-4209-B72E-B42C3E91462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4E0DF4A-202E-451D-98B3-65435E7EC9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3" name="Rectangle 3">
            <a:extLst>
              <a:ext uri="{FF2B5EF4-FFF2-40B4-BE49-F238E27FC236}">
                <a16:creationId xmlns:a16="http://schemas.microsoft.com/office/drawing/2014/main" id="{45E01DDF-3888-406C-81D2-5BB07C52E34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ea typeface="宋体" pitchFamily="2" charset="-122"/>
              </a:defRPr>
            </a:lvl1pPr>
          </a:lstStyle>
          <a:p>
            <a:pPr>
              <a:defRPr/>
            </a:pPr>
            <a:endParaRPr lang="en-US" altLang="zh-CN"/>
          </a:p>
        </p:txBody>
      </p:sp>
      <p:sp>
        <p:nvSpPr>
          <p:cNvPr id="58372" name="Rectangle 4">
            <a:extLst>
              <a:ext uri="{FF2B5EF4-FFF2-40B4-BE49-F238E27FC236}">
                <a16:creationId xmlns:a16="http://schemas.microsoft.com/office/drawing/2014/main" id="{9374723E-6FC4-47E8-AACF-8C6639610DF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E98049C9-171A-492B-9DC7-7A27A12F935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64B557F6-D882-4A38-8FB6-3C63EA55CB1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7" name="Rectangle 7">
            <a:extLst>
              <a:ext uri="{FF2B5EF4-FFF2-40B4-BE49-F238E27FC236}">
                <a16:creationId xmlns:a16="http://schemas.microsoft.com/office/drawing/2014/main" id="{C1D88E8C-6D73-4D34-83E8-811AD2DB0BC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316F8E0-1BBA-4A93-882D-D45FC28DBB64}"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9219" name="Rectangle 3"/>
          <p:cNvSpPr>
            <a:spLocks noGrp="1" noChangeArrowheads="1"/>
          </p:cNvSpPr>
          <p:nvPr>
            <p:ph type="ctrTitle"/>
          </p:nvPr>
        </p:nvSpPr>
        <p:spPr>
          <a:xfrm>
            <a:off x="0" y="3048000"/>
            <a:ext cx="9144000" cy="1470025"/>
          </a:xfrm>
        </p:spPr>
        <p:txBody>
          <a:bodyPr/>
          <a:lstStyle>
            <a:lvl1pPr algn="ctr">
              <a:defRPr sz="4800"/>
            </a:lvl1pPr>
          </a:lstStyle>
          <a:p>
            <a:r>
              <a:rPr lang="zh-CN" altLang="en-US"/>
              <a:t>单击此处编辑母版标题样式</a:t>
            </a:r>
          </a:p>
        </p:txBody>
      </p:sp>
    </p:spTree>
    <p:extLst>
      <p:ext uri="{BB962C8B-B14F-4D97-AF65-F5344CB8AC3E}">
        <p14:creationId xmlns:p14="http://schemas.microsoft.com/office/powerpoint/2010/main" val="40110970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32511" y="1143000"/>
            <a:ext cx="8296656" cy="54102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a:extLst>
              <a:ext uri="{FF2B5EF4-FFF2-40B4-BE49-F238E27FC236}">
                <a16:creationId xmlns:a16="http://schemas.microsoft.com/office/drawing/2014/main" id="{2A7BE597-D35E-4EE1-90BA-71BA5B38008C}"/>
              </a:ext>
            </a:extLst>
          </p:cNvPr>
          <p:cNvSpPr>
            <a:spLocks noGrp="1" noChangeArrowheads="1"/>
          </p:cNvSpPr>
          <p:nvPr>
            <p:ph type="sldNum" sz="quarter" idx="10"/>
          </p:nvPr>
        </p:nvSpPr>
        <p:spPr>
          <a:ln/>
        </p:spPr>
        <p:txBody>
          <a:bodyPr/>
          <a:lstStyle>
            <a:lvl1pPr>
              <a:defRPr/>
            </a:lvl1pPr>
          </a:lstStyle>
          <a:p>
            <a:r>
              <a:rPr lang="en-US" altLang="zh-CN"/>
              <a:t>Page </a:t>
            </a:r>
            <a:fld id="{AF655B59-12D5-4828-87B1-F838F673600E}" type="slidenum">
              <a:rPr lang="en-US" altLang="zh-CN"/>
              <a:pPr/>
              <a:t>‹#›</a:t>
            </a:fld>
            <a:endParaRPr lang="en-US" altLang="zh-CN"/>
          </a:p>
        </p:txBody>
      </p:sp>
    </p:spTree>
    <p:extLst>
      <p:ext uri="{BB962C8B-B14F-4D97-AF65-F5344CB8AC3E}">
        <p14:creationId xmlns:p14="http://schemas.microsoft.com/office/powerpoint/2010/main" val="1131148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222D9F3E-E5FB-4DC4-B7EA-0E097F0CA5D2}"/>
              </a:ext>
            </a:extLst>
          </p:cNvPr>
          <p:cNvSpPr>
            <a:spLocks noGrp="1" noChangeArrowheads="1"/>
          </p:cNvSpPr>
          <p:nvPr>
            <p:ph type="sldNum" sz="quarter" idx="10"/>
          </p:nvPr>
        </p:nvSpPr>
        <p:spPr>
          <a:ln/>
        </p:spPr>
        <p:txBody>
          <a:bodyPr/>
          <a:lstStyle>
            <a:lvl1pPr>
              <a:defRPr/>
            </a:lvl1pPr>
          </a:lstStyle>
          <a:p>
            <a:r>
              <a:rPr lang="en-US" altLang="zh-CN"/>
              <a:t>Page </a:t>
            </a:r>
            <a:fld id="{4362435E-E02B-4C7E-9C19-7BF2D6971288}" type="slidenum">
              <a:rPr lang="en-US" altLang="zh-CN"/>
              <a:pPr/>
              <a:t>‹#›</a:t>
            </a:fld>
            <a:endParaRPr lang="en-US" altLang="zh-CN"/>
          </a:p>
        </p:txBody>
      </p:sp>
    </p:spTree>
    <p:extLst>
      <p:ext uri="{BB962C8B-B14F-4D97-AF65-F5344CB8AC3E}">
        <p14:creationId xmlns:p14="http://schemas.microsoft.com/office/powerpoint/2010/main" val="1561136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919BC834-BBC1-4B3A-BB38-0489EC54C2F9}"/>
              </a:ext>
            </a:extLst>
          </p:cNvPr>
          <p:cNvSpPr>
            <a:spLocks noGrp="1" noChangeArrowheads="1"/>
          </p:cNvSpPr>
          <p:nvPr>
            <p:ph type="sldNum" sz="quarter" idx="10"/>
          </p:nvPr>
        </p:nvSpPr>
        <p:spPr>
          <a:ln/>
        </p:spPr>
        <p:txBody>
          <a:bodyPr/>
          <a:lstStyle>
            <a:lvl1pPr>
              <a:defRPr/>
            </a:lvl1pPr>
          </a:lstStyle>
          <a:p>
            <a:r>
              <a:rPr lang="en-US" altLang="zh-CN"/>
              <a:t>Page </a:t>
            </a:r>
            <a:fld id="{6DD43F50-8A97-4F22-A0E7-90F754BABBF2}" type="slidenum">
              <a:rPr lang="en-US" altLang="zh-CN"/>
              <a:pPr/>
              <a:t>‹#›</a:t>
            </a:fld>
            <a:endParaRPr lang="en-US" altLang="zh-CN"/>
          </a:p>
        </p:txBody>
      </p:sp>
    </p:spTree>
    <p:extLst>
      <p:ext uri="{BB962C8B-B14F-4D97-AF65-F5344CB8AC3E}">
        <p14:creationId xmlns:p14="http://schemas.microsoft.com/office/powerpoint/2010/main" val="1459213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13FFEDDB-2E5C-4E9A-9357-A41373181C7F}"/>
              </a:ext>
            </a:extLst>
          </p:cNvPr>
          <p:cNvSpPr>
            <a:spLocks noGrp="1" noChangeArrowheads="1"/>
          </p:cNvSpPr>
          <p:nvPr>
            <p:ph type="sldNum" sz="quarter" idx="10"/>
          </p:nvPr>
        </p:nvSpPr>
        <p:spPr>
          <a:ln/>
        </p:spPr>
        <p:txBody>
          <a:bodyPr/>
          <a:lstStyle>
            <a:lvl1pPr>
              <a:defRPr/>
            </a:lvl1pPr>
          </a:lstStyle>
          <a:p>
            <a:r>
              <a:rPr lang="en-US" altLang="zh-CN"/>
              <a:t>Page </a:t>
            </a:r>
            <a:fld id="{10B188B5-18EC-4A9C-B06B-7F5038A1C47C}" type="slidenum">
              <a:rPr lang="en-US" altLang="zh-CN"/>
              <a:pPr/>
              <a:t>‹#›</a:t>
            </a:fld>
            <a:endParaRPr lang="en-US" altLang="zh-CN"/>
          </a:p>
        </p:txBody>
      </p:sp>
    </p:spTree>
    <p:extLst>
      <p:ext uri="{BB962C8B-B14F-4D97-AF65-F5344CB8AC3E}">
        <p14:creationId xmlns:p14="http://schemas.microsoft.com/office/powerpoint/2010/main" val="1981321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546F372C-B9A3-4D75-9247-2535986F3AC7}"/>
              </a:ext>
            </a:extLst>
          </p:cNvPr>
          <p:cNvSpPr>
            <a:spLocks noGrp="1" noChangeArrowheads="1"/>
          </p:cNvSpPr>
          <p:nvPr>
            <p:ph type="sldNum" sz="quarter" idx="10"/>
          </p:nvPr>
        </p:nvSpPr>
        <p:spPr>
          <a:ln/>
        </p:spPr>
        <p:txBody>
          <a:bodyPr/>
          <a:lstStyle>
            <a:lvl1pPr>
              <a:defRPr/>
            </a:lvl1pPr>
          </a:lstStyle>
          <a:p>
            <a:r>
              <a:rPr lang="en-US" altLang="zh-CN"/>
              <a:t>Page </a:t>
            </a:r>
            <a:fld id="{8C4D4238-2023-4B3B-BDC0-DD03B993CAD4}" type="slidenum">
              <a:rPr lang="en-US" altLang="zh-CN"/>
              <a:pPr/>
              <a:t>‹#›</a:t>
            </a:fld>
            <a:endParaRPr lang="en-US" altLang="zh-CN"/>
          </a:p>
        </p:txBody>
      </p:sp>
    </p:spTree>
    <p:extLst>
      <p:ext uri="{BB962C8B-B14F-4D97-AF65-F5344CB8AC3E}">
        <p14:creationId xmlns:p14="http://schemas.microsoft.com/office/powerpoint/2010/main" val="15400628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FA0C189-524B-4DDA-BF7A-2459D5B97881}"/>
              </a:ext>
            </a:extLst>
          </p:cNvPr>
          <p:cNvSpPr>
            <a:spLocks noGrp="1" noChangeArrowheads="1"/>
          </p:cNvSpPr>
          <p:nvPr>
            <p:ph type="sldNum" sz="quarter" idx="10"/>
          </p:nvPr>
        </p:nvSpPr>
        <p:spPr>
          <a:ln/>
        </p:spPr>
        <p:txBody>
          <a:bodyPr/>
          <a:lstStyle>
            <a:lvl1pPr>
              <a:defRPr/>
            </a:lvl1pPr>
          </a:lstStyle>
          <a:p>
            <a:r>
              <a:rPr lang="en-US" altLang="zh-CN"/>
              <a:t>Page </a:t>
            </a:r>
            <a:fld id="{36ED1FC7-8A77-4A97-9141-D450373E7966}" type="slidenum">
              <a:rPr lang="en-US" altLang="zh-CN"/>
              <a:pPr/>
              <a:t>‹#›</a:t>
            </a:fld>
            <a:endParaRPr lang="en-US" altLang="zh-CN"/>
          </a:p>
        </p:txBody>
      </p:sp>
    </p:spTree>
    <p:extLst>
      <p:ext uri="{BB962C8B-B14F-4D97-AF65-F5344CB8AC3E}">
        <p14:creationId xmlns:p14="http://schemas.microsoft.com/office/powerpoint/2010/main" val="22980489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2D74275B-4CED-4A01-B37D-FE5B613B4ABE}"/>
              </a:ext>
            </a:extLst>
          </p:cNvPr>
          <p:cNvSpPr>
            <a:spLocks noGrp="1" noChangeArrowheads="1"/>
          </p:cNvSpPr>
          <p:nvPr>
            <p:ph type="sldNum" sz="quarter" idx="10"/>
          </p:nvPr>
        </p:nvSpPr>
        <p:spPr>
          <a:ln/>
        </p:spPr>
        <p:txBody>
          <a:bodyPr/>
          <a:lstStyle>
            <a:lvl1pPr>
              <a:defRPr/>
            </a:lvl1pPr>
          </a:lstStyle>
          <a:p>
            <a:r>
              <a:rPr lang="en-US" altLang="zh-CN"/>
              <a:t>Page </a:t>
            </a:r>
            <a:fld id="{E7D1A55F-5D23-46F5-A05F-E3BB482C3D2B}" type="slidenum">
              <a:rPr lang="en-US" altLang="zh-CN"/>
              <a:pPr/>
              <a:t>‹#›</a:t>
            </a:fld>
            <a:endParaRPr lang="en-US" altLang="zh-CN"/>
          </a:p>
        </p:txBody>
      </p:sp>
    </p:spTree>
    <p:extLst>
      <p:ext uri="{BB962C8B-B14F-4D97-AF65-F5344CB8AC3E}">
        <p14:creationId xmlns:p14="http://schemas.microsoft.com/office/powerpoint/2010/main" val="3853297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D967C328-7DB9-49EA-8E6A-760292B5B1EC}"/>
              </a:ext>
            </a:extLst>
          </p:cNvPr>
          <p:cNvSpPr>
            <a:spLocks noGrp="1" noChangeArrowheads="1"/>
          </p:cNvSpPr>
          <p:nvPr>
            <p:ph type="sldNum" sz="quarter" idx="10"/>
          </p:nvPr>
        </p:nvSpPr>
        <p:spPr>
          <a:ln/>
        </p:spPr>
        <p:txBody>
          <a:bodyPr/>
          <a:lstStyle>
            <a:lvl1pPr>
              <a:defRPr/>
            </a:lvl1pPr>
          </a:lstStyle>
          <a:p>
            <a:r>
              <a:rPr lang="en-US" altLang="zh-CN"/>
              <a:t>Page </a:t>
            </a:r>
            <a:fld id="{D891015E-355F-4BB3-A338-EAF87778CB6E}" type="slidenum">
              <a:rPr lang="en-US" altLang="zh-CN"/>
              <a:pPr/>
              <a:t>‹#›</a:t>
            </a:fld>
            <a:endParaRPr lang="en-US" altLang="zh-CN"/>
          </a:p>
        </p:txBody>
      </p:sp>
    </p:spTree>
    <p:extLst>
      <p:ext uri="{BB962C8B-B14F-4D97-AF65-F5344CB8AC3E}">
        <p14:creationId xmlns:p14="http://schemas.microsoft.com/office/powerpoint/2010/main" val="17132208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1000" y="1143000"/>
            <a:ext cx="822960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7B7B9762-A4D6-4DD5-8364-23ABA8BE8CD6}"/>
              </a:ext>
            </a:extLst>
          </p:cNvPr>
          <p:cNvSpPr>
            <a:spLocks noGrp="1" noChangeArrowheads="1"/>
          </p:cNvSpPr>
          <p:nvPr>
            <p:ph type="sldNum" sz="quarter" idx="10"/>
          </p:nvPr>
        </p:nvSpPr>
        <p:spPr>
          <a:ln/>
        </p:spPr>
        <p:txBody>
          <a:bodyPr/>
          <a:lstStyle>
            <a:lvl1pPr>
              <a:defRPr/>
            </a:lvl1pPr>
          </a:lstStyle>
          <a:p>
            <a:r>
              <a:rPr lang="en-US" altLang="zh-CN"/>
              <a:t>Page </a:t>
            </a:r>
            <a:fld id="{D963CCF5-2688-446E-8BC9-3EC1BA46132D}" type="slidenum">
              <a:rPr lang="en-US" altLang="zh-CN"/>
              <a:pPr/>
              <a:t>‹#›</a:t>
            </a:fld>
            <a:endParaRPr lang="en-US" altLang="zh-CN"/>
          </a:p>
        </p:txBody>
      </p:sp>
    </p:spTree>
    <p:extLst>
      <p:ext uri="{BB962C8B-B14F-4D97-AF65-F5344CB8AC3E}">
        <p14:creationId xmlns:p14="http://schemas.microsoft.com/office/powerpoint/2010/main" val="3030444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228600"/>
            <a:ext cx="60769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5021E8FD-E585-4EA0-AC09-EEFAFBBE1AEA}"/>
              </a:ext>
            </a:extLst>
          </p:cNvPr>
          <p:cNvSpPr>
            <a:spLocks noGrp="1" noChangeArrowheads="1"/>
          </p:cNvSpPr>
          <p:nvPr>
            <p:ph type="sldNum" sz="quarter" idx="10"/>
          </p:nvPr>
        </p:nvSpPr>
        <p:spPr>
          <a:ln/>
        </p:spPr>
        <p:txBody>
          <a:bodyPr/>
          <a:lstStyle>
            <a:lvl1pPr>
              <a:defRPr/>
            </a:lvl1pPr>
          </a:lstStyle>
          <a:p>
            <a:r>
              <a:rPr lang="en-US" altLang="zh-CN"/>
              <a:t>Page </a:t>
            </a:r>
            <a:fld id="{6DB51796-25E8-4528-926D-EB8BF65E375A}" type="slidenum">
              <a:rPr lang="en-US" altLang="zh-CN"/>
              <a:pPr/>
              <a:t>‹#›</a:t>
            </a:fld>
            <a:endParaRPr lang="en-US" altLang="zh-CN"/>
          </a:p>
        </p:txBody>
      </p:sp>
    </p:spTree>
    <p:extLst>
      <p:ext uri="{BB962C8B-B14F-4D97-AF65-F5344CB8AC3E}">
        <p14:creationId xmlns:p14="http://schemas.microsoft.com/office/powerpoint/2010/main" val="3849351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6248400" cy="639763"/>
          </a:xfrm>
        </p:spPr>
        <p:txBody>
          <a:bodyPr/>
          <a:lstStyle/>
          <a:p>
            <a:r>
              <a:rPr lang="zh-CN" altLang="en-US"/>
              <a:t>单击此处编辑母版标题样式</a:t>
            </a:r>
          </a:p>
        </p:txBody>
      </p:sp>
      <p:sp>
        <p:nvSpPr>
          <p:cNvPr id="3" name="表格占位符 2"/>
          <p:cNvSpPr>
            <a:spLocks noGrp="1"/>
          </p:cNvSpPr>
          <p:nvPr>
            <p:ph type="tbl" idx="1"/>
          </p:nvPr>
        </p:nvSpPr>
        <p:spPr>
          <a:xfrm>
            <a:off x="457200" y="1295400"/>
            <a:ext cx="8229600" cy="5029200"/>
          </a:xfrm>
        </p:spPr>
        <p:txBody>
          <a:bodyPr/>
          <a:lstStyle/>
          <a:p>
            <a:pPr lvl="0"/>
            <a:endParaRPr lang="zh-CN" altLang="en-US" noProof="0"/>
          </a:p>
        </p:txBody>
      </p:sp>
      <p:sp>
        <p:nvSpPr>
          <p:cNvPr id="4" name="Rectangle 6">
            <a:extLst>
              <a:ext uri="{FF2B5EF4-FFF2-40B4-BE49-F238E27FC236}">
                <a16:creationId xmlns:a16="http://schemas.microsoft.com/office/drawing/2014/main" id="{429E1032-8ECE-445C-A626-5F3F3F99F363}"/>
              </a:ext>
            </a:extLst>
          </p:cNvPr>
          <p:cNvSpPr>
            <a:spLocks noGrp="1" noChangeArrowheads="1"/>
          </p:cNvSpPr>
          <p:nvPr>
            <p:ph type="sldNum" sz="quarter" idx="10"/>
          </p:nvPr>
        </p:nvSpPr>
        <p:spPr>
          <a:ln/>
        </p:spPr>
        <p:txBody>
          <a:bodyPr/>
          <a:lstStyle>
            <a:lvl1pPr>
              <a:defRPr/>
            </a:lvl1pPr>
          </a:lstStyle>
          <a:p>
            <a:r>
              <a:rPr lang="en-US" altLang="zh-CN"/>
              <a:t>Page </a:t>
            </a:r>
            <a:fld id="{CE33FC4E-3D3E-4CCC-9026-9F4411793A16}" type="slidenum">
              <a:rPr lang="en-US" altLang="zh-CN"/>
              <a:pPr/>
              <a:t>‹#›</a:t>
            </a:fld>
            <a:endParaRPr lang="en-US" altLang="zh-CN"/>
          </a:p>
        </p:txBody>
      </p:sp>
    </p:spTree>
    <p:extLst>
      <p:ext uri="{BB962C8B-B14F-4D97-AF65-F5344CB8AC3E}">
        <p14:creationId xmlns:p14="http://schemas.microsoft.com/office/powerpoint/2010/main" val="38046671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9" descr="1024-766副本">
            <a:extLst>
              <a:ext uri="{FF2B5EF4-FFF2-40B4-BE49-F238E27FC236}">
                <a16:creationId xmlns:a16="http://schemas.microsoft.com/office/drawing/2014/main" id="{78830588-E866-4219-A749-F689216A666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3">
            <a:extLst>
              <a:ext uri="{FF2B5EF4-FFF2-40B4-BE49-F238E27FC236}">
                <a16:creationId xmlns:a16="http://schemas.microsoft.com/office/drawing/2014/main" id="{0264DF58-A59C-4019-8DE9-21D4913CA1F5}"/>
              </a:ext>
            </a:extLst>
          </p:cNvPr>
          <p:cNvSpPr>
            <a:spLocks noGrp="1" noChangeArrowheads="1"/>
          </p:cNvSpPr>
          <p:nvPr>
            <p:ph type="body" idx="1"/>
          </p:nvPr>
        </p:nvSpPr>
        <p:spPr bwMode="auto">
          <a:xfrm>
            <a:off x="441350" y="1156785"/>
            <a:ext cx="8296656"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a:p>
        </p:txBody>
      </p:sp>
      <p:sp>
        <p:nvSpPr>
          <p:cNvPr id="1030" name="Rectangle 6">
            <a:extLst>
              <a:ext uri="{FF2B5EF4-FFF2-40B4-BE49-F238E27FC236}">
                <a16:creationId xmlns:a16="http://schemas.microsoft.com/office/drawing/2014/main" id="{ABF12F94-5F04-4882-B5A2-0E314D9CE5A0}"/>
              </a:ext>
            </a:extLst>
          </p:cNvPr>
          <p:cNvSpPr>
            <a:spLocks noGrp="1" noChangeArrowheads="1"/>
          </p:cNvSpPr>
          <p:nvPr>
            <p:ph type="sldNum" sz="quarter" idx="4"/>
          </p:nvPr>
        </p:nvSpPr>
        <p:spPr bwMode="auto">
          <a:xfrm>
            <a:off x="6705600" y="65532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r>
              <a:rPr lang="en-US" altLang="zh-CN"/>
              <a:t>Page </a:t>
            </a:r>
            <a:fld id="{C0DBB459-C9A1-48D0-B620-DB1E8F0104D3}" type="slidenum">
              <a:rPr lang="en-US" altLang="zh-CN"/>
              <a:pPr/>
              <a:t>‹#›</a:t>
            </a:fld>
            <a:endParaRPr lang="en-US" altLang="zh-CN"/>
          </a:p>
        </p:txBody>
      </p:sp>
      <p:sp>
        <p:nvSpPr>
          <p:cNvPr id="11269" name="Rectangle 10">
            <a:extLst>
              <a:ext uri="{FF2B5EF4-FFF2-40B4-BE49-F238E27FC236}">
                <a16:creationId xmlns:a16="http://schemas.microsoft.com/office/drawing/2014/main" id="{3D716894-567D-44B6-912C-5994CF8A478C}"/>
              </a:ext>
            </a:extLst>
          </p:cNvPr>
          <p:cNvSpPr>
            <a:spLocks noGrp="1" noChangeArrowheads="1"/>
          </p:cNvSpPr>
          <p:nvPr>
            <p:ph type="title"/>
          </p:nvPr>
        </p:nvSpPr>
        <p:spPr bwMode="auto">
          <a:xfrm>
            <a:off x="381000" y="228600"/>
            <a:ext cx="6248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2" name="图片 1">
            <a:extLst>
              <a:ext uri="{FF2B5EF4-FFF2-40B4-BE49-F238E27FC236}">
                <a16:creationId xmlns:a16="http://schemas.microsoft.com/office/drawing/2014/main" id="{57597D74-B150-4919-A4AB-0713293FD402}"/>
              </a:ext>
            </a:extLst>
          </p:cNvPr>
          <p:cNvPicPr>
            <a:picLocks noChangeAspect="1"/>
          </p:cNvPicPr>
          <p:nvPr userDrawn="1"/>
        </p:nvPicPr>
        <p:blipFill>
          <a:blip r:embed="rId15">
            <a:alphaModFix amt="98000"/>
            <a:duotone>
              <a:prstClr val="black"/>
              <a:srgbClr val="1F4EDA">
                <a:tint val="45000"/>
                <a:satMod val="400000"/>
              </a:srgbClr>
            </a:duotone>
            <a:extLst>
              <a:ext uri="{BEBA8EAE-BF5A-486C-A8C5-ECC9F3942E4B}">
                <a14:imgProps xmlns:a14="http://schemas.microsoft.com/office/drawing/2010/main">
                  <a14:imgLayer r:embed="rId16">
                    <a14:imgEffect>
                      <a14:artisticGlowEdges/>
                    </a14:imgEffect>
                  </a14:imgLayer>
                </a14:imgProps>
              </a:ext>
            </a:extLst>
          </a:blip>
          <a:stretch>
            <a:fillRect/>
          </a:stretch>
        </p:blipFill>
        <p:spPr>
          <a:xfrm>
            <a:off x="6629401" y="-14287"/>
            <a:ext cx="2538970" cy="1157287"/>
          </a:xfrm>
          <a:prstGeom prst="rect">
            <a:avLst/>
          </a:prstGeom>
          <a:effectLst>
            <a:softEdge rad="12700"/>
          </a:effectLst>
        </p:spPr>
      </p:pic>
    </p:spTree>
  </p:cSld>
  <p:clrMap bg1="lt1" tx1="dk1" bg2="lt2" tx2="dk2" accent1="accent1" accent2="accent2" accent3="accent3" accent4="accent4" accent5="accent5" accent6="accent6" hlink="hlink" folHlink="folHlink"/>
  <p:sldLayoutIdLst>
    <p:sldLayoutId id="2147483699"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p:titleStyle>
    <p:bodyStyle>
      <a:lvl1pPr marL="342900" indent="-342900" algn="l"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542D44-1E8F-4854-B9AE-6BF24A1DFB84}"/>
              </a:ext>
            </a:extLst>
          </p:cNvPr>
          <p:cNvSpPr>
            <a:spLocks noGrp="1"/>
          </p:cNvSpPr>
          <p:nvPr>
            <p:ph type="title"/>
          </p:nvPr>
        </p:nvSpPr>
        <p:spPr/>
        <p:txBody>
          <a:bodyPr/>
          <a:lstStyle/>
          <a:p>
            <a:endParaRPr lang="zh-CN" altLang="en-US"/>
          </a:p>
        </p:txBody>
      </p:sp>
      <p:sp>
        <p:nvSpPr>
          <p:cNvPr id="5" name="内容占位符 4">
            <a:extLst>
              <a:ext uri="{FF2B5EF4-FFF2-40B4-BE49-F238E27FC236}">
                <a16:creationId xmlns:a16="http://schemas.microsoft.com/office/drawing/2014/main" id="{E0E709DF-EE82-4F9C-A480-544D2816765F}"/>
              </a:ext>
            </a:extLst>
          </p:cNvPr>
          <p:cNvSpPr>
            <a:spLocks noGrp="1"/>
          </p:cNvSpPr>
          <p:nvPr>
            <p:ph idx="1"/>
          </p:nvPr>
        </p:nvSpPr>
        <p:spPr/>
        <p:txBody>
          <a:bodyPr/>
          <a:lstStyle/>
          <a:p>
            <a:endParaRPr lang="zh-CN" altLang="en-US" dirty="0"/>
          </a:p>
        </p:txBody>
      </p:sp>
      <p:sp>
        <p:nvSpPr>
          <p:cNvPr id="2" name="灯片编号占位符 1">
            <a:extLst>
              <a:ext uri="{FF2B5EF4-FFF2-40B4-BE49-F238E27FC236}">
                <a16:creationId xmlns:a16="http://schemas.microsoft.com/office/drawing/2014/main" id="{17E443D1-1237-46AF-B6EC-E9339AA144EC}"/>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a:t>
            </a:fld>
            <a:endParaRPr lang="en-US" altLang="zh-CN"/>
          </a:p>
        </p:txBody>
      </p:sp>
      <p:sp>
        <p:nvSpPr>
          <p:cNvPr id="3" name="文本框 2">
            <a:extLst>
              <a:ext uri="{FF2B5EF4-FFF2-40B4-BE49-F238E27FC236}">
                <a16:creationId xmlns:a16="http://schemas.microsoft.com/office/drawing/2014/main" id="{09C8F47B-A1DC-48C9-972D-0B78005D6110}"/>
              </a:ext>
            </a:extLst>
          </p:cNvPr>
          <p:cNvSpPr txBox="1"/>
          <p:nvPr/>
        </p:nvSpPr>
        <p:spPr>
          <a:xfrm>
            <a:off x="1066800" y="2730124"/>
            <a:ext cx="7772399" cy="830997"/>
          </a:xfrm>
          <a:prstGeom prst="rect">
            <a:avLst/>
          </a:prstGeom>
          <a:noFill/>
        </p:spPr>
        <p:txBody>
          <a:bodyPr wrap="square" rtlCol="0">
            <a:spAutoFit/>
          </a:bodyPr>
          <a:lstStyle/>
          <a:p>
            <a:pPr algn="ctr"/>
            <a:r>
              <a:rPr lang="en-US" altLang="zh-CN" sz="4800" b="1" dirty="0">
                <a:latin typeface="+mj-ea"/>
                <a:ea typeface="+mj-ea"/>
              </a:rPr>
              <a:t>TPM</a:t>
            </a:r>
            <a:r>
              <a:rPr lang="zh-CN" altLang="en-US" sz="4800" b="1" dirty="0">
                <a:latin typeface="+mj-ea"/>
                <a:ea typeface="+mj-ea"/>
              </a:rPr>
              <a:t>密码资源管理（一）</a:t>
            </a:r>
          </a:p>
        </p:txBody>
      </p:sp>
    </p:spTree>
    <p:extLst>
      <p:ext uri="{BB962C8B-B14F-4D97-AF65-F5344CB8AC3E}">
        <p14:creationId xmlns:p14="http://schemas.microsoft.com/office/powerpoint/2010/main" val="875415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F42B46-CEC4-4851-ACE5-BDF25B8A4604}"/>
              </a:ext>
            </a:extLst>
          </p:cNvPr>
          <p:cNvSpPr>
            <a:spLocks noGrp="1"/>
          </p:cNvSpPr>
          <p:nvPr>
            <p:ph type="title"/>
          </p:nvPr>
        </p:nvSpPr>
        <p:spPr/>
        <p:txBody>
          <a:bodyPr/>
          <a:lstStyle/>
          <a:p>
            <a:r>
              <a:rPr lang="zh-CN" altLang="en-US" dirty="0"/>
              <a:t>密码资源的管理</a:t>
            </a:r>
          </a:p>
        </p:txBody>
      </p:sp>
      <p:sp>
        <p:nvSpPr>
          <p:cNvPr id="3" name="内容占位符 2">
            <a:extLst>
              <a:ext uri="{FF2B5EF4-FFF2-40B4-BE49-F238E27FC236}">
                <a16:creationId xmlns:a16="http://schemas.microsoft.com/office/drawing/2014/main" id="{C15F6730-0470-47BF-BEE4-0DF5F9734C1C}"/>
              </a:ext>
            </a:extLst>
          </p:cNvPr>
          <p:cNvSpPr>
            <a:spLocks noGrp="1"/>
          </p:cNvSpPr>
          <p:nvPr>
            <p:ph idx="1"/>
          </p:nvPr>
        </p:nvSpPr>
        <p:spPr/>
        <p:txBody>
          <a:bodyPr/>
          <a:lstStyle/>
          <a:p>
            <a:pPr algn="just"/>
            <a:r>
              <a:rPr lang="en-US" altLang="zh-CN" dirty="0"/>
              <a:t>TSS</a:t>
            </a:r>
            <a:r>
              <a:rPr lang="zh-CN" altLang="en-US" dirty="0"/>
              <a:t>为上层应用调用</a:t>
            </a:r>
            <a:r>
              <a:rPr lang="en-US" altLang="zh-CN" dirty="0"/>
              <a:t>TPM</a:t>
            </a:r>
            <a:r>
              <a:rPr lang="zh-CN" altLang="en-US" dirty="0"/>
              <a:t>密码资源提供了多层接口，开发者可以根据自己的需要，按照规范要求调用这些接口来构建可信应用。但是，</a:t>
            </a:r>
            <a:r>
              <a:rPr lang="en-US" altLang="zh-CN" dirty="0"/>
              <a:t>TSS</a:t>
            </a:r>
            <a:r>
              <a:rPr lang="zh-CN" altLang="en-US" dirty="0"/>
              <a:t>作为一个控制</a:t>
            </a:r>
            <a:r>
              <a:rPr lang="en-US" altLang="zh-CN" dirty="0"/>
              <a:t>TPM</a:t>
            </a:r>
            <a:r>
              <a:rPr lang="zh-CN" altLang="en-US" dirty="0"/>
              <a:t>密码资源的微型操作系统，它需要对各种密码资源进行命名、定位、控制和调度，经过多年的演化，形成了一系列可信计算中独特的概念：实体（</a:t>
            </a:r>
            <a:r>
              <a:rPr lang="en-US" altLang="zh-CN" dirty="0"/>
              <a:t>Entity</a:t>
            </a:r>
            <a:r>
              <a:rPr lang="zh-CN" altLang="en-US" dirty="0"/>
              <a:t>）、命名（</a:t>
            </a:r>
            <a:r>
              <a:rPr lang="en-US" altLang="zh-CN" dirty="0"/>
              <a:t>Name</a:t>
            </a:r>
            <a:r>
              <a:rPr lang="zh-CN" altLang="en-US" dirty="0"/>
              <a:t>）、组织架构（</a:t>
            </a:r>
            <a:r>
              <a:rPr lang="en-US" altLang="zh-CN" dirty="0"/>
              <a:t>Hierarchy</a:t>
            </a:r>
            <a:r>
              <a:rPr lang="zh-CN" altLang="en-US" dirty="0"/>
              <a:t>）、索引（</a:t>
            </a:r>
            <a:r>
              <a:rPr lang="en-US" altLang="zh-CN" dirty="0"/>
              <a:t>Index</a:t>
            </a:r>
            <a:r>
              <a:rPr lang="zh-CN" altLang="en-US" dirty="0"/>
              <a:t>）、授权（</a:t>
            </a:r>
            <a:r>
              <a:rPr lang="en-US" altLang="zh-CN" dirty="0"/>
              <a:t>Authorization</a:t>
            </a:r>
            <a:r>
              <a:rPr lang="zh-CN" altLang="en-US" dirty="0"/>
              <a:t>）、会话（</a:t>
            </a:r>
            <a:r>
              <a:rPr lang="en-US" altLang="zh-CN" dirty="0"/>
              <a:t>Session</a:t>
            </a:r>
            <a:r>
              <a:rPr lang="zh-CN" altLang="en-US" dirty="0"/>
              <a:t>）、上下文（</a:t>
            </a:r>
            <a:r>
              <a:rPr lang="en-US" altLang="zh-CN" dirty="0"/>
              <a:t>Context</a:t>
            </a:r>
            <a:r>
              <a:rPr lang="zh-CN" altLang="en-US" dirty="0"/>
              <a:t>）。这些概念本质上都是从安全和效率的角度出发，以密钥为基础构建的一个复杂安全系统。</a:t>
            </a:r>
          </a:p>
        </p:txBody>
      </p:sp>
      <p:sp>
        <p:nvSpPr>
          <p:cNvPr id="4" name="灯片编号占位符 3">
            <a:extLst>
              <a:ext uri="{FF2B5EF4-FFF2-40B4-BE49-F238E27FC236}">
                <a16:creationId xmlns:a16="http://schemas.microsoft.com/office/drawing/2014/main" id="{6DBD3E16-334B-4286-9425-F401BCAD830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a:t>
            </a:fld>
            <a:endParaRPr lang="en-US" altLang="zh-CN"/>
          </a:p>
        </p:txBody>
      </p:sp>
    </p:spTree>
    <p:extLst>
      <p:ext uri="{BB962C8B-B14F-4D97-AF65-F5344CB8AC3E}">
        <p14:creationId xmlns:p14="http://schemas.microsoft.com/office/powerpoint/2010/main" val="9041566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236BDC-0A5C-451A-9D21-D8D91F6B94D8}"/>
              </a:ext>
            </a:extLst>
          </p:cNvPr>
          <p:cNvSpPr>
            <a:spLocks noGrp="1"/>
          </p:cNvSpPr>
          <p:nvPr>
            <p:ph type="title"/>
          </p:nvPr>
        </p:nvSpPr>
        <p:spPr/>
        <p:txBody>
          <a:bodyPr/>
          <a:lstStyle/>
          <a:p>
            <a:r>
              <a:rPr lang="en-US" altLang="zh-CN" dirty="0"/>
              <a:t>TPM</a:t>
            </a:r>
            <a:r>
              <a:rPr lang="zh-CN" altLang="en-US" dirty="0"/>
              <a:t>资源实体（</a:t>
            </a:r>
            <a:r>
              <a:rPr lang="en-US" altLang="zh-CN" dirty="0"/>
              <a:t>Entity</a:t>
            </a:r>
            <a:r>
              <a:rPr lang="zh-CN" altLang="en-US" dirty="0"/>
              <a:t>）</a:t>
            </a:r>
          </a:p>
        </p:txBody>
      </p:sp>
      <p:sp>
        <p:nvSpPr>
          <p:cNvPr id="3" name="内容占位符 2">
            <a:extLst>
              <a:ext uri="{FF2B5EF4-FFF2-40B4-BE49-F238E27FC236}">
                <a16:creationId xmlns:a16="http://schemas.microsoft.com/office/drawing/2014/main" id="{F55E977D-BF16-403D-8E8E-495B0AA2FE0A}"/>
              </a:ext>
            </a:extLst>
          </p:cNvPr>
          <p:cNvSpPr>
            <a:spLocks noGrp="1"/>
          </p:cNvSpPr>
          <p:nvPr>
            <p:ph idx="1"/>
          </p:nvPr>
        </p:nvSpPr>
        <p:spPr/>
        <p:txBody>
          <a:bodyPr/>
          <a:lstStyle/>
          <a:p>
            <a:pPr algn="just"/>
            <a:r>
              <a:rPr lang="zh-CN" altLang="en-US" b="1" dirty="0">
                <a:latin typeface="+mn-ea"/>
              </a:rPr>
              <a:t>一个</a:t>
            </a:r>
            <a:r>
              <a:rPr lang="en-US" altLang="zh-CN" b="1" dirty="0">
                <a:latin typeface="+mn-ea"/>
              </a:rPr>
              <a:t>TPM</a:t>
            </a:r>
            <a:r>
              <a:rPr lang="zh-CN" altLang="en-US" b="1" dirty="0">
                <a:latin typeface="+mn-ea"/>
              </a:rPr>
              <a:t>资源实体是在</a:t>
            </a:r>
            <a:r>
              <a:rPr lang="en-US" altLang="zh-CN" b="1" dirty="0">
                <a:latin typeface="+mn-ea"/>
              </a:rPr>
              <a:t>TPM</a:t>
            </a:r>
            <a:r>
              <a:rPr lang="zh-CN" altLang="en-US" b="1" dirty="0">
                <a:latin typeface="+mn-ea"/>
              </a:rPr>
              <a:t>内部可以通过句柄（</a:t>
            </a:r>
            <a:r>
              <a:rPr lang="en-US" altLang="zh-CN" b="1" dirty="0">
                <a:latin typeface="+mn-ea"/>
              </a:rPr>
              <a:t>handle</a:t>
            </a:r>
            <a:r>
              <a:rPr lang="zh-CN" altLang="en-US" b="1" dirty="0">
                <a:latin typeface="+mn-ea"/>
              </a:rPr>
              <a:t>）直接引用的内容。实体这个概念范围比较广，它更像是对</a:t>
            </a:r>
            <a:r>
              <a:rPr lang="en-US" altLang="zh-CN" b="1" dirty="0">
                <a:latin typeface="+mn-ea"/>
              </a:rPr>
              <a:t>TPM</a:t>
            </a:r>
            <a:r>
              <a:rPr lang="zh-CN" altLang="en-US" b="1" dirty="0">
                <a:latin typeface="+mn-ea"/>
              </a:rPr>
              <a:t>中出现的各种抽象概念的一个</a:t>
            </a:r>
            <a:r>
              <a:rPr lang="zh-CN" altLang="en-US" dirty="0">
                <a:latin typeface="+mn-ea"/>
              </a:rPr>
              <a:t>概括</a:t>
            </a:r>
            <a:r>
              <a:rPr lang="zh-CN" altLang="en-US" b="1" dirty="0">
                <a:latin typeface="+mn-ea"/>
              </a:rPr>
              <a:t>，比如</a:t>
            </a:r>
            <a:r>
              <a:rPr lang="en-US" altLang="zh-CN" b="1" dirty="0">
                <a:latin typeface="+mn-ea"/>
              </a:rPr>
              <a:t>TPM</a:t>
            </a:r>
            <a:r>
              <a:rPr lang="zh-CN" altLang="en-US" b="1" dirty="0">
                <a:latin typeface="+mn-ea"/>
              </a:rPr>
              <a:t>中的安全机制和业务会话都可被定义成实体。常见的资源实体类型包括</a:t>
            </a:r>
            <a:endParaRPr lang="en-US" altLang="zh-CN" b="1" dirty="0">
              <a:latin typeface="+mn-ea"/>
            </a:endParaRPr>
          </a:p>
          <a:p>
            <a:pPr algn="just"/>
            <a:r>
              <a:rPr lang="zh-CN" altLang="en-US" b="1" dirty="0">
                <a:solidFill>
                  <a:srgbClr val="FF0000"/>
                </a:solidFill>
                <a:latin typeface="+mn-ea"/>
              </a:rPr>
              <a:t>永久实体：</a:t>
            </a:r>
            <a:r>
              <a:rPr lang="zh-CN" altLang="en-US" b="1" dirty="0">
                <a:latin typeface="+mn-ea"/>
              </a:rPr>
              <a:t>组织架构，字典攻击锁定机制，和</a:t>
            </a:r>
            <a:r>
              <a:rPr lang="en-US" altLang="zh-CN" b="1" dirty="0">
                <a:latin typeface="+mn-ea"/>
              </a:rPr>
              <a:t>PCR</a:t>
            </a:r>
            <a:r>
              <a:rPr lang="zh-CN" altLang="en-US" b="1" dirty="0">
                <a:latin typeface="+mn-ea"/>
              </a:rPr>
              <a:t>；</a:t>
            </a:r>
            <a:endParaRPr lang="en-US" altLang="zh-CN" b="1" dirty="0">
              <a:latin typeface="+mn-ea"/>
            </a:endParaRPr>
          </a:p>
          <a:p>
            <a:endParaRPr lang="en-US" altLang="zh-CN" b="1" dirty="0">
              <a:latin typeface="+mn-ea"/>
            </a:endParaRPr>
          </a:p>
          <a:p>
            <a:r>
              <a:rPr lang="zh-CN" altLang="en-US" b="1" dirty="0">
                <a:solidFill>
                  <a:srgbClr val="FF0000"/>
                </a:solidFill>
                <a:latin typeface="+mn-ea"/>
              </a:rPr>
              <a:t>非易失性实体：</a:t>
            </a:r>
            <a:r>
              <a:rPr lang="en-US" altLang="zh-CN" b="1" dirty="0">
                <a:latin typeface="+mn-ea"/>
              </a:rPr>
              <a:t>NVRAM</a:t>
            </a:r>
            <a:r>
              <a:rPr lang="zh-CN" altLang="en-US" b="1" dirty="0">
                <a:latin typeface="+mn-ea"/>
              </a:rPr>
              <a:t>索引；</a:t>
            </a:r>
            <a:endParaRPr lang="en-US" altLang="zh-CN" b="1" dirty="0">
              <a:latin typeface="+mn-ea"/>
            </a:endParaRPr>
          </a:p>
          <a:p>
            <a:endParaRPr lang="en-US" altLang="zh-CN" b="1" dirty="0">
              <a:latin typeface="+mn-ea"/>
            </a:endParaRPr>
          </a:p>
          <a:p>
            <a:r>
              <a:rPr lang="zh-CN" altLang="en-US" b="1" dirty="0">
                <a:solidFill>
                  <a:srgbClr val="FF0000"/>
                </a:solidFill>
                <a:latin typeface="+mn-ea"/>
              </a:rPr>
              <a:t>对象：密钥和数据</a:t>
            </a:r>
            <a:r>
              <a:rPr lang="zh-CN" altLang="en-US" b="1" dirty="0">
                <a:latin typeface="+mn-ea"/>
              </a:rPr>
              <a:t>；</a:t>
            </a:r>
            <a:endParaRPr lang="en-US" altLang="zh-CN" b="1" dirty="0">
              <a:latin typeface="+mn-ea"/>
            </a:endParaRPr>
          </a:p>
          <a:p>
            <a:endParaRPr lang="en-US" altLang="zh-CN" b="1" dirty="0">
              <a:latin typeface="+mn-ea"/>
            </a:endParaRPr>
          </a:p>
          <a:p>
            <a:r>
              <a:rPr lang="zh-CN" altLang="en-US" b="1" dirty="0">
                <a:solidFill>
                  <a:srgbClr val="FF0000"/>
                </a:solidFill>
                <a:latin typeface="+mn-ea"/>
              </a:rPr>
              <a:t>易变的实体：</a:t>
            </a:r>
            <a:r>
              <a:rPr lang="zh-CN" altLang="en-US" b="1" dirty="0">
                <a:latin typeface="+mn-ea"/>
              </a:rPr>
              <a:t>会话。</a:t>
            </a:r>
            <a:r>
              <a:rPr lang="en-US" altLang="zh-CN" b="1" dirty="0">
                <a:latin typeface="+mn-ea"/>
              </a:rPr>
              <a:t>TPM</a:t>
            </a:r>
            <a:r>
              <a:rPr lang="zh-CN" altLang="en-US" b="1" dirty="0">
                <a:latin typeface="+mn-ea"/>
              </a:rPr>
              <a:t>中的会话指为完成一次对资源的授权访问所需要的全部中介的总称。</a:t>
            </a:r>
          </a:p>
        </p:txBody>
      </p:sp>
      <p:sp>
        <p:nvSpPr>
          <p:cNvPr id="4" name="灯片编号占位符 3">
            <a:extLst>
              <a:ext uri="{FF2B5EF4-FFF2-40B4-BE49-F238E27FC236}">
                <a16:creationId xmlns:a16="http://schemas.microsoft.com/office/drawing/2014/main" id="{7E5A83CA-4F74-4D68-92B6-86C49D5B51E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a:t>
            </a:fld>
            <a:endParaRPr lang="en-US" altLang="zh-CN"/>
          </a:p>
        </p:txBody>
      </p:sp>
    </p:spTree>
    <p:extLst>
      <p:ext uri="{BB962C8B-B14F-4D97-AF65-F5344CB8AC3E}">
        <p14:creationId xmlns:p14="http://schemas.microsoft.com/office/powerpoint/2010/main" val="2375767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CAF93C-5B18-42F8-96D8-DE176B7A3F3C}"/>
              </a:ext>
            </a:extLst>
          </p:cNvPr>
          <p:cNvSpPr>
            <a:spLocks noGrp="1"/>
          </p:cNvSpPr>
          <p:nvPr>
            <p:ph type="title"/>
          </p:nvPr>
        </p:nvSpPr>
        <p:spPr/>
        <p:txBody>
          <a:bodyPr/>
          <a:lstStyle/>
          <a:p>
            <a:r>
              <a:rPr lang="zh-CN" altLang="en-US" dirty="0"/>
              <a:t>永久实体</a:t>
            </a:r>
          </a:p>
        </p:txBody>
      </p:sp>
      <p:sp>
        <p:nvSpPr>
          <p:cNvPr id="3" name="内容占位符 2">
            <a:extLst>
              <a:ext uri="{FF2B5EF4-FFF2-40B4-BE49-F238E27FC236}">
                <a16:creationId xmlns:a16="http://schemas.microsoft.com/office/drawing/2014/main" id="{3974D621-1AB5-4615-9FAB-B97AA8A189AA}"/>
              </a:ext>
            </a:extLst>
          </p:cNvPr>
          <p:cNvSpPr>
            <a:spLocks noGrp="1"/>
          </p:cNvSpPr>
          <p:nvPr>
            <p:ph idx="1"/>
          </p:nvPr>
        </p:nvSpPr>
        <p:spPr/>
        <p:txBody>
          <a:bodyPr/>
          <a:lstStyle/>
          <a:p>
            <a:pPr algn="just"/>
            <a:r>
              <a:rPr lang="zh-CN" altLang="en-US" dirty="0"/>
              <a:t>永久实体指其句柄由</a:t>
            </a:r>
            <a:r>
              <a:rPr lang="en-US" altLang="zh-CN" dirty="0"/>
              <a:t>TPM</a:t>
            </a:r>
            <a:r>
              <a:rPr lang="zh-CN" altLang="en-US" dirty="0"/>
              <a:t>规范直接定义，系统初始化后就一直存在，而且不能被创建，也不能被删除，相当于</a:t>
            </a:r>
            <a:r>
              <a:rPr lang="en-US" altLang="zh-CN" dirty="0"/>
              <a:t>TPM</a:t>
            </a:r>
            <a:r>
              <a:rPr lang="zh-CN" altLang="en-US" dirty="0"/>
              <a:t>嵌入式密码模块初始化后自带的重要部件。在</a:t>
            </a:r>
            <a:r>
              <a:rPr lang="en-US" altLang="zh-CN" dirty="0"/>
              <a:t>TPM1.2</a:t>
            </a:r>
            <a:r>
              <a:rPr lang="zh-CN" altLang="en-US" dirty="0"/>
              <a:t>中，</a:t>
            </a:r>
            <a:r>
              <a:rPr lang="en-US" altLang="zh-CN" dirty="0"/>
              <a:t>PCR</a:t>
            </a:r>
            <a:r>
              <a:rPr lang="zh-CN" altLang="en-US" dirty="0"/>
              <a:t>及其所有者是唯一的永久实体；根存储密钥（</a:t>
            </a:r>
            <a:r>
              <a:rPr lang="en-US" altLang="zh-CN" dirty="0"/>
              <a:t>SRK</a:t>
            </a:r>
            <a:r>
              <a:rPr lang="zh-CN" altLang="en-US" dirty="0"/>
              <a:t>）有固定的</a:t>
            </a:r>
            <a:r>
              <a:rPr lang="en-US" altLang="zh-CN" dirty="0"/>
              <a:t>handle</a:t>
            </a:r>
            <a:r>
              <a:rPr lang="zh-CN" altLang="en-US" dirty="0"/>
              <a:t>，但是它不是永久实体。在</a:t>
            </a:r>
            <a:r>
              <a:rPr lang="en-US" altLang="zh-CN" dirty="0"/>
              <a:t>TPM2.0</a:t>
            </a:r>
            <a:r>
              <a:rPr lang="zh-CN" altLang="en-US" dirty="0"/>
              <a:t>中，有更多的永久实体类型：三个固定的组织架构，一个临时组织架构，字典攻击锁定复位，保留的句柄，明文口令授权会话，和平台组织架构的</a:t>
            </a:r>
            <a:r>
              <a:rPr lang="en-US" altLang="zh-CN" dirty="0"/>
              <a:t>NV</a:t>
            </a:r>
            <a:r>
              <a:rPr lang="zh-CN" altLang="en-US" dirty="0"/>
              <a:t>开关等。</a:t>
            </a:r>
            <a:endParaRPr lang="en-US" altLang="zh-CN" dirty="0"/>
          </a:p>
        </p:txBody>
      </p:sp>
      <p:sp>
        <p:nvSpPr>
          <p:cNvPr id="4" name="灯片编号占位符 3">
            <a:extLst>
              <a:ext uri="{FF2B5EF4-FFF2-40B4-BE49-F238E27FC236}">
                <a16:creationId xmlns:a16="http://schemas.microsoft.com/office/drawing/2014/main" id="{6BB0D267-CA3B-40A3-883E-E21DA219F54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a:t>
            </a:fld>
            <a:endParaRPr lang="en-US" altLang="zh-CN"/>
          </a:p>
        </p:txBody>
      </p:sp>
    </p:spTree>
    <p:extLst>
      <p:ext uri="{BB962C8B-B14F-4D97-AF65-F5344CB8AC3E}">
        <p14:creationId xmlns:p14="http://schemas.microsoft.com/office/powerpoint/2010/main" val="14826097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C47A8B-5269-45B7-9AB8-BD9A91601559}"/>
              </a:ext>
            </a:extLst>
          </p:cNvPr>
          <p:cNvSpPr>
            <a:spLocks noGrp="1"/>
          </p:cNvSpPr>
          <p:nvPr>
            <p:ph type="title"/>
          </p:nvPr>
        </p:nvSpPr>
        <p:spPr/>
        <p:txBody>
          <a:bodyPr/>
          <a:lstStyle/>
          <a:p>
            <a:r>
              <a:rPr lang="zh-CN" altLang="en-US" dirty="0"/>
              <a:t>永久实体</a:t>
            </a:r>
            <a:r>
              <a:rPr lang="en-US" altLang="zh-CN" dirty="0"/>
              <a:t>-</a:t>
            </a:r>
            <a:r>
              <a:rPr lang="zh-CN" altLang="en-US" dirty="0"/>
              <a:t>固定组织架构</a:t>
            </a:r>
          </a:p>
        </p:txBody>
      </p:sp>
      <p:sp>
        <p:nvSpPr>
          <p:cNvPr id="3" name="内容占位符 2">
            <a:extLst>
              <a:ext uri="{FF2B5EF4-FFF2-40B4-BE49-F238E27FC236}">
                <a16:creationId xmlns:a16="http://schemas.microsoft.com/office/drawing/2014/main" id="{96AAF1D3-5643-4506-B605-5C47A704ECD8}"/>
              </a:ext>
            </a:extLst>
          </p:cNvPr>
          <p:cNvSpPr>
            <a:spLocks noGrp="1"/>
          </p:cNvSpPr>
          <p:nvPr>
            <p:ph idx="1"/>
          </p:nvPr>
        </p:nvSpPr>
        <p:spPr/>
        <p:txBody>
          <a:bodyPr/>
          <a:lstStyle/>
          <a:p>
            <a:pPr algn="just"/>
            <a:r>
              <a:rPr lang="zh-CN" altLang="en-US" dirty="0"/>
              <a:t>固定的组织架构。</a:t>
            </a:r>
            <a:r>
              <a:rPr lang="en-US" altLang="zh-CN" dirty="0"/>
              <a:t>TPM2.0</a:t>
            </a:r>
            <a:r>
              <a:rPr lang="zh-CN" altLang="en-US" dirty="0"/>
              <a:t>有三个固定的组织架构（平台，存储，背书），每一个架构都通过固定的</a:t>
            </a:r>
            <a:r>
              <a:rPr lang="en-US" altLang="zh-CN" dirty="0"/>
              <a:t>handle</a:t>
            </a:r>
            <a:r>
              <a:rPr lang="zh-CN" altLang="en-US" dirty="0"/>
              <a:t>来访问</a:t>
            </a:r>
            <a:r>
              <a:rPr lang="en-US" altLang="zh-CN" dirty="0">
                <a:solidFill>
                  <a:srgbClr val="FF0000"/>
                </a:solidFill>
              </a:rPr>
              <a:t>TPM_RH_PLATFORM  (0x4000000C)</a:t>
            </a:r>
          </a:p>
          <a:p>
            <a:pPr marL="0" indent="0" algn="just">
              <a:buNone/>
            </a:pPr>
            <a:r>
              <a:rPr lang="en-US" altLang="zh-CN" dirty="0">
                <a:solidFill>
                  <a:srgbClr val="FF0000"/>
                </a:solidFill>
              </a:rPr>
              <a:t>    TPM_RH_OWNER</a:t>
            </a:r>
            <a:r>
              <a:rPr lang="zh-CN" altLang="en-US" dirty="0">
                <a:solidFill>
                  <a:srgbClr val="FF0000"/>
                </a:solidFill>
              </a:rPr>
              <a:t>（</a:t>
            </a:r>
            <a:r>
              <a:rPr lang="en-US" altLang="zh-CN" dirty="0">
                <a:solidFill>
                  <a:srgbClr val="FF0000"/>
                </a:solidFill>
              </a:rPr>
              <a:t>0x40000001</a:t>
            </a:r>
            <a:r>
              <a:rPr lang="zh-CN" altLang="en-US" dirty="0">
                <a:solidFill>
                  <a:srgbClr val="FF0000"/>
                </a:solidFill>
              </a:rPr>
              <a:t>）  </a:t>
            </a:r>
            <a:endParaRPr lang="en-US" altLang="zh-CN" dirty="0">
              <a:solidFill>
                <a:srgbClr val="FF0000"/>
              </a:solidFill>
            </a:endParaRPr>
          </a:p>
          <a:p>
            <a:pPr marL="0" indent="0" algn="just">
              <a:buNone/>
            </a:pPr>
            <a:r>
              <a:rPr lang="en-US" altLang="zh-CN" dirty="0">
                <a:solidFill>
                  <a:srgbClr val="FF0000"/>
                </a:solidFill>
              </a:rPr>
              <a:t>   </a:t>
            </a:r>
            <a:r>
              <a:rPr lang="zh-CN" altLang="en-US" dirty="0">
                <a:solidFill>
                  <a:srgbClr val="FF0000"/>
                </a:solidFill>
              </a:rPr>
              <a:t> </a:t>
            </a:r>
            <a:r>
              <a:rPr lang="en-US" altLang="zh-CN" dirty="0">
                <a:solidFill>
                  <a:srgbClr val="FF0000"/>
                </a:solidFill>
              </a:rPr>
              <a:t>TPM_RH_ENDORSEMENT</a:t>
            </a:r>
            <a:r>
              <a:rPr lang="zh-CN" altLang="en-US" dirty="0">
                <a:solidFill>
                  <a:srgbClr val="FF0000"/>
                </a:solidFill>
              </a:rPr>
              <a:t>（</a:t>
            </a:r>
            <a:r>
              <a:rPr lang="en-US" altLang="zh-CN" dirty="0">
                <a:solidFill>
                  <a:srgbClr val="FF0000"/>
                </a:solidFill>
              </a:rPr>
              <a:t>0x4000000B</a:t>
            </a:r>
            <a:r>
              <a:rPr lang="zh-CN" altLang="en-US" dirty="0">
                <a:solidFill>
                  <a:srgbClr val="FF0000"/>
                </a:solidFill>
              </a:rPr>
              <a:t>）</a:t>
            </a:r>
            <a:endParaRPr lang="en-US" altLang="zh-CN" dirty="0">
              <a:solidFill>
                <a:srgbClr val="FF0000"/>
              </a:solidFill>
            </a:endParaRPr>
          </a:p>
          <a:p>
            <a:r>
              <a:rPr lang="zh-CN" altLang="en-US" dirty="0"/>
              <a:t>只有获得授权后才能访问固定的组织架构，每个组织架构有自己的访问策略。组织架构的授权值和访问策略可以改变，但是不论我们如何引用一个组织架构，都是指向的同一个</a:t>
            </a:r>
            <a:r>
              <a:rPr lang="en-US" altLang="zh-CN" dirty="0"/>
              <a:t>TPM</a:t>
            </a:r>
            <a:r>
              <a:rPr lang="zh-CN" altLang="en-US" dirty="0"/>
              <a:t>资源实体。</a:t>
            </a:r>
            <a:endParaRPr lang="en-US" altLang="zh-CN" dirty="0"/>
          </a:p>
          <a:p>
            <a:r>
              <a:rPr lang="zh-CN" altLang="en-US" dirty="0"/>
              <a:t>固定的组织架构永远不能被删除，但是它们可以被自己的管理员或者平台管理员关闭。这三种组织架构可以包含相关的密钥链和数据，清除组织架构就能清除其中的密钥和 数据。</a:t>
            </a:r>
          </a:p>
        </p:txBody>
      </p:sp>
      <p:sp>
        <p:nvSpPr>
          <p:cNvPr id="4" name="灯片编号占位符 3">
            <a:extLst>
              <a:ext uri="{FF2B5EF4-FFF2-40B4-BE49-F238E27FC236}">
                <a16:creationId xmlns:a16="http://schemas.microsoft.com/office/drawing/2014/main" id="{62467BD8-014A-49E0-89DF-73CC99869F3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a:t>
            </a:fld>
            <a:endParaRPr lang="en-US" altLang="zh-CN"/>
          </a:p>
        </p:txBody>
      </p:sp>
    </p:spTree>
    <p:extLst>
      <p:ext uri="{BB962C8B-B14F-4D97-AF65-F5344CB8AC3E}">
        <p14:creationId xmlns:p14="http://schemas.microsoft.com/office/powerpoint/2010/main" val="21027349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348EA7-0D9A-4539-88AE-A3A239F11CFE}"/>
              </a:ext>
            </a:extLst>
          </p:cNvPr>
          <p:cNvSpPr>
            <a:spLocks noGrp="1"/>
          </p:cNvSpPr>
          <p:nvPr>
            <p:ph type="title"/>
          </p:nvPr>
        </p:nvSpPr>
        <p:spPr/>
        <p:txBody>
          <a:bodyPr/>
          <a:lstStyle/>
          <a:p>
            <a:r>
              <a:rPr lang="zh-CN" altLang="en-US" dirty="0"/>
              <a:t>永久实体</a:t>
            </a:r>
            <a:r>
              <a:rPr lang="en-US" altLang="zh-CN" dirty="0"/>
              <a:t>-</a:t>
            </a:r>
            <a:r>
              <a:rPr lang="zh-CN" altLang="en-US" dirty="0"/>
              <a:t>临时组织架构</a:t>
            </a:r>
          </a:p>
        </p:txBody>
      </p:sp>
      <p:sp>
        <p:nvSpPr>
          <p:cNvPr id="3" name="内容占位符 2">
            <a:extLst>
              <a:ext uri="{FF2B5EF4-FFF2-40B4-BE49-F238E27FC236}">
                <a16:creationId xmlns:a16="http://schemas.microsoft.com/office/drawing/2014/main" id="{3451E174-11B1-4858-B7C5-133066525E6E}"/>
              </a:ext>
            </a:extLst>
          </p:cNvPr>
          <p:cNvSpPr>
            <a:spLocks noGrp="1"/>
          </p:cNvSpPr>
          <p:nvPr>
            <p:ph idx="1"/>
          </p:nvPr>
        </p:nvSpPr>
        <p:spPr/>
        <p:txBody>
          <a:bodyPr/>
          <a:lstStyle/>
          <a:p>
            <a:r>
              <a:rPr lang="en-US" altLang="zh-CN" dirty="0"/>
              <a:t>TPM2.0</a:t>
            </a:r>
            <a:r>
              <a:rPr lang="zh-CN" altLang="en-US" dirty="0"/>
              <a:t>有一个叫做</a:t>
            </a:r>
            <a:r>
              <a:rPr lang="en-US" altLang="zh-CN" dirty="0"/>
              <a:t>NULL</a:t>
            </a:r>
            <a:r>
              <a:rPr lang="zh-CN" altLang="en-US" dirty="0"/>
              <a:t>的临时组织架构，它通过一个固定的</a:t>
            </a:r>
            <a:r>
              <a:rPr lang="en-US" altLang="zh-CN" dirty="0"/>
              <a:t>handle</a:t>
            </a:r>
            <a:r>
              <a:rPr lang="zh-CN" altLang="en-US" dirty="0"/>
              <a:t>来引用：</a:t>
            </a:r>
            <a:r>
              <a:rPr lang="en-US" altLang="zh-CN" dirty="0"/>
              <a:t>TPM_RH_NULL</a:t>
            </a:r>
            <a:r>
              <a:rPr lang="zh-CN" altLang="en-US" dirty="0"/>
              <a:t>（</a:t>
            </a:r>
            <a:r>
              <a:rPr lang="en-US" altLang="zh-CN" dirty="0"/>
              <a:t>0x40000007</a:t>
            </a:r>
            <a:r>
              <a:rPr lang="zh-CN" altLang="en-US" dirty="0"/>
              <a:t>）。这是一个非常特殊的组织架构，当</a:t>
            </a:r>
            <a:r>
              <a:rPr lang="en-US" altLang="zh-CN" dirty="0"/>
              <a:t>TPM</a:t>
            </a:r>
            <a:r>
              <a:rPr lang="zh-CN" altLang="en-US" dirty="0"/>
              <a:t>被用作密码协处理器时（向主机提供高效的密码运算服务，但是并不是可信服务），会利用到这个临时组织架构。临时组织的授权值和</a:t>
            </a:r>
            <a:r>
              <a:rPr lang="en-US" altLang="zh-CN" dirty="0"/>
              <a:t>policy</a:t>
            </a:r>
            <a:r>
              <a:rPr lang="zh-CN" altLang="en-US" dirty="0"/>
              <a:t>都是空的。</a:t>
            </a:r>
            <a:endParaRPr lang="en-US" altLang="zh-CN" dirty="0"/>
          </a:p>
          <a:p>
            <a:endParaRPr lang="en-US" altLang="zh-CN" dirty="0"/>
          </a:p>
          <a:p>
            <a:r>
              <a:rPr lang="zh-CN" altLang="en-US" dirty="0"/>
              <a:t>与固定组织架构类似，临时组织架构本身也是永久存在的，它不能被删除，但是和固定组织架构不同的是，它在</a:t>
            </a:r>
            <a:r>
              <a:rPr lang="en-US" altLang="zh-CN" dirty="0"/>
              <a:t>TPM</a:t>
            </a:r>
            <a:r>
              <a:rPr lang="zh-CN" altLang="en-US" dirty="0"/>
              <a:t>的每个加电周期里会被自动清除。有点类似于计算机内存中的固定系统数据。</a:t>
            </a:r>
          </a:p>
        </p:txBody>
      </p:sp>
      <p:sp>
        <p:nvSpPr>
          <p:cNvPr id="4" name="灯片编号占位符 3">
            <a:extLst>
              <a:ext uri="{FF2B5EF4-FFF2-40B4-BE49-F238E27FC236}">
                <a16:creationId xmlns:a16="http://schemas.microsoft.com/office/drawing/2014/main" id="{7F998AB6-332A-44DB-97F2-A0AF5915161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a:t>
            </a:fld>
            <a:endParaRPr lang="en-US" altLang="zh-CN"/>
          </a:p>
        </p:txBody>
      </p:sp>
    </p:spTree>
    <p:extLst>
      <p:ext uri="{BB962C8B-B14F-4D97-AF65-F5344CB8AC3E}">
        <p14:creationId xmlns:p14="http://schemas.microsoft.com/office/powerpoint/2010/main" val="2284004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EEB0F8-9AF7-4D2F-8807-3280AAE19CBD}"/>
              </a:ext>
            </a:extLst>
          </p:cNvPr>
          <p:cNvSpPr>
            <a:spLocks noGrp="1"/>
          </p:cNvSpPr>
          <p:nvPr>
            <p:ph type="title"/>
          </p:nvPr>
        </p:nvSpPr>
        <p:spPr/>
        <p:txBody>
          <a:bodyPr/>
          <a:lstStyle/>
          <a:p>
            <a:r>
              <a:rPr lang="zh-CN" altLang="en-US" dirty="0"/>
              <a:t>永久实体</a:t>
            </a:r>
            <a:r>
              <a:rPr lang="en-US" altLang="zh-CN" dirty="0"/>
              <a:t>-</a:t>
            </a:r>
            <a:r>
              <a:rPr lang="zh-CN" altLang="en-US" dirty="0"/>
              <a:t>字典攻击锁定复位机制</a:t>
            </a:r>
          </a:p>
        </p:txBody>
      </p:sp>
      <p:sp>
        <p:nvSpPr>
          <p:cNvPr id="3" name="内容占位符 2">
            <a:extLst>
              <a:ext uri="{FF2B5EF4-FFF2-40B4-BE49-F238E27FC236}">
                <a16:creationId xmlns:a16="http://schemas.microsoft.com/office/drawing/2014/main" id="{B8864359-A6BB-4D2F-8D08-343A550A0711}"/>
              </a:ext>
            </a:extLst>
          </p:cNvPr>
          <p:cNvSpPr>
            <a:spLocks noGrp="1"/>
          </p:cNvSpPr>
          <p:nvPr>
            <p:ph idx="1"/>
          </p:nvPr>
        </p:nvSpPr>
        <p:spPr/>
        <p:txBody>
          <a:bodyPr/>
          <a:lstStyle/>
          <a:p>
            <a:pPr algn="just"/>
            <a:r>
              <a:rPr lang="zh-CN" altLang="en-US" dirty="0"/>
              <a:t>字典攻击锁定机制有一个固定的句柄：</a:t>
            </a:r>
            <a:r>
              <a:rPr lang="en-US" altLang="zh-CN" dirty="0"/>
              <a:t>TPM_RH_LOCKOUT</a:t>
            </a:r>
            <a:r>
              <a:rPr lang="zh-CN" altLang="en-US" dirty="0"/>
              <a:t>（</a:t>
            </a:r>
            <a:r>
              <a:rPr lang="en-US" altLang="zh-CN" dirty="0"/>
              <a:t>0x4000000A</a:t>
            </a:r>
            <a:r>
              <a:rPr lang="zh-CN" altLang="en-US" dirty="0"/>
              <a:t>）。它同样有一个授权和</a:t>
            </a:r>
            <a:r>
              <a:rPr lang="en-US" altLang="zh-CN" dirty="0"/>
              <a:t>policy</a:t>
            </a:r>
            <a:r>
              <a:rPr lang="zh-CN" altLang="en-US" dirty="0"/>
              <a:t>。和之前介绍的三个固定组织架构一样，它的授权可以被自身的管理员修改。但是它是一个不包含密钥和对象的组织架构。当字典攻击触发锁定时，这个机制用于复位。它还可以用于清除</a:t>
            </a:r>
            <a:r>
              <a:rPr lang="en-US" altLang="zh-CN" dirty="0"/>
              <a:t>TPM_RM_OWNER</a:t>
            </a:r>
            <a:r>
              <a:rPr lang="zh-CN" altLang="en-US" dirty="0"/>
              <a:t>组织架构。通常情况下这个复位机制充当</a:t>
            </a:r>
            <a:r>
              <a:rPr lang="en-US" altLang="zh-CN" dirty="0"/>
              <a:t>TPM</a:t>
            </a:r>
            <a:r>
              <a:rPr lang="zh-CN" altLang="en-US" dirty="0"/>
              <a:t>存储组织架构的</a:t>
            </a:r>
            <a:r>
              <a:rPr lang="en-US" altLang="zh-CN" dirty="0"/>
              <a:t>IT</a:t>
            </a:r>
            <a:r>
              <a:rPr lang="zh-CN" altLang="en-US" dirty="0"/>
              <a:t>管理员。</a:t>
            </a:r>
            <a:endParaRPr lang="en-US" altLang="zh-CN" dirty="0"/>
          </a:p>
          <a:p>
            <a:pPr algn="just"/>
            <a:r>
              <a:rPr lang="zh-CN" altLang="en-US" dirty="0"/>
              <a:t>示例：</a:t>
            </a:r>
            <a:r>
              <a:rPr lang="en-US" altLang="zh-CN" dirty="0"/>
              <a:t>TPM</a:t>
            </a:r>
            <a:r>
              <a:rPr lang="zh-CN" altLang="en-US" dirty="0"/>
              <a:t>可以被配置成输入口令失败</a:t>
            </a:r>
            <a:r>
              <a:rPr lang="en-US" altLang="zh-CN" dirty="0"/>
              <a:t>5</a:t>
            </a:r>
            <a:r>
              <a:rPr lang="zh-CN" altLang="en-US" dirty="0"/>
              <a:t>次之后用户将被锁定</a:t>
            </a:r>
            <a:r>
              <a:rPr lang="en-US" altLang="zh-CN" dirty="0"/>
              <a:t>24</a:t>
            </a:r>
            <a:r>
              <a:rPr lang="zh-CN" altLang="en-US" dirty="0"/>
              <a:t>小时。锁定期间所有受到字典攻击保护的资源都不能被授权。用户需要让</a:t>
            </a:r>
            <a:r>
              <a:rPr lang="en-US" altLang="zh-CN" dirty="0"/>
              <a:t>IT</a:t>
            </a:r>
            <a:r>
              <a:rPr lang="zh-CN" altLang="en-US" dirty="0"/>
              <a:t>管理员相信这个锁定不是因为攻击，仅仅是因为密码输入错误。管理员可以使用锁定授权复位计数器，用户不需要等待</a:t>
            </a:r>
            <a:r>
              <a:rPr lang="en-US" altLang="zh-CN" dirty="0"/>
              <a:t>24</a:t>
            </a:r>
            <a:r>
              <a:rPr lang="zh-CN" altLang="en-US" dirty="0"/>
              <a:t>小时才能访问资源。</a:t>
            </a:r>
          </a:p>
          <a:p>
            <a:endParaRPr lang="zh-CN" altLang="en-US" dirty="0"/>
          </a:p>
        </p:txBody>
      </p:sp>
      <p:sp>
        <p:nvSpPr>
          <p:cNvPr id="4" name="灯片编号占位符 3">
            <a:extLst>
              <a:ext uri="{FF2B5EF4-FFF2-40B4-BE49-F238E27FC236}">
                <a16:creationId xmlns:a16="http://schemas.microsoft.com/office/drawing/2014/main" id="{5AF44D04-12A8-4F03-87C2-8CC8EA2A516F}"/>
              </a:ext>
            </a:extLst>
          </p:cNvPr>
          <p:cNvSpPr>
            <a:spLocks noGrp="1"/>
          </p:cNvSpPr>
          <p:nvPr>
            <p:ph type="sldNum" sz="quarter" idx="10"/>
          </p:nvPr>
        </p:nvSpPr>
        <p:spPr/>
        <p:txBody>
          <a:bodyPr/>
          <a:lstStyle/>
          <a:p>
            <a:r>
              <a:rPr lang="en-US" altLang="zh-CN" dirty="0"/>
              <a:t>Page </a:t>
            </a:r>
            <a:fld id="{AF655B59-12D5-4828-87B1-F838F673600E}" type="slidenum">
              <a:rPr lang="en-US" altLang="zh-CN" smtClean="0"/>
              <a:pPr/>
              <a:t>7</a:t>
            </a:fld>
            <a:endParaRPr lang="en-US" altLang="zh-CN" dirty="0"/>
          </a:p>
        </p:txBody>
      </p:sp>
    </p:spTree>
    <p:extLst>
      <p:ext uri="{BB962C8B-B14F-4D97-AF65-F5344CB8AC3E}">
        <p14:creationId xmlns:p14="http://schemas.microsoft.com/office/powerpoint/2010/main" val="207813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EEB0F8-9AF7-4D2F-8807-3280AAE19CBD}"/>
              </a:ext>
            </a:extLst>
          </p:cNvPr>
          <p:cNvSpPr>
            <a:spLocks noGrp="1"/>
          </p:cNvSpPr>
          <p:nvPr>
            <p:ph type="title"/>
          </p:nvPr>
        </p:nvSpPr>
        <p:spPr>
          <a:xfrm>
            <a:off x="380999" y="228600"/>
            <a:ext cx="6510753" cy="639763"/>
          </a:xfrm>
        </p:spPr>
        <p:txBody>
          <a:bodyPr/>
          <a:lstStyle/>
          <a:p>
            <a:r>
              <a:rPr lang="zh-CN" altLang="en-US" dirty="0"/>
              <a:t>永久实体</a:t>
            </a:r>
            <a:r>
              <a:rPr lang="en-US" altLang="zh-CN" dirty="0"/>
              <a:t>-</a:t>
            </a:r>
            <a:r>
              <a:rPr lang="zh-CN" altLang="en-US" dirty="0"/>
              <a:t>平台配置寄存器（</a:t>
            </a:r>
            <a:r>
              <a:rPr lang="en-US" altLang="zh-CN" dirty="0"/>
              <a:t>PCR</a:t>
            </a:r>
            <a:r>
              <a:rPr lang="zh-CN" altLang="en-US" dirty="0"/>
              <a:t>）</a:t>
            </a:r>
          </a:p>
        </p:txBody>
      </p:sp>
      <p:sp>
        <p:nvSpPr>
          <p:cNvPr id="3" name="内容占位符 2">
            <a:extLst>
              <a:ext uri="{FF2B5EF4-FFF2-40B4-BE49-F238E27FC236}">
                <a16:creationId xmlns:a16="http://schemas.microsoft.com/office/drawing/2014/main" id="{B8864359-A6BB-4D2F-8D08-343A550A0711}"/>
              </a:ext>
            </a:extLst>
          </p:cNvPr>
          <p:cNvSpPr>
            <a:spLocks noGrp="1"/>
          </p:cNvSpPr>
          <p:nvPr>
            <p:ph idx="1"/>
          </p:nvPr>
        </p:nvSpPr>
        <p:spPr/>
        <p:txBody>
          <a:bodyPr/>
          <a:lstStyle/>
          <a:p>
            <a:pPr algn="just"/>
            <a:r>
              <a:rPr lang="en-US" altLang="zh-CN" dirty="0">
                <a:solidFill>
                  <a:srgbClr val="FF0000"/>
                </a:solidFill>
              </a:rPr>
              <a:t>TPM</a:t>
            </a:r>
            <a:r>
              <a:rPr lang="zh-CN" altLang="en-US" dirty="0">
                <a:solidFill>
                  <a:srgbClr val="FF0000"/>
                </a:solidFill>
              </a:rPr>
              <a:t>拥有大量的</a:t>
            </a:r>
            <a:r>
              <a:rPr lang="en-US" altLang="zh-CN" dirty="0">
                <a:solidFill>
                  <a:srgbClr val="FF0000"/>
                </a:solidFill>
              </a:rPr>
              <a:t>PCR</a:t>
            </a:r>
            <a:r>
              <a:rPr lang="zh-CN" altLang="en-US" dirty="0">
                <a:solidFill>
                  <a:srgbClr val="FF0000"/>
                </a:solidFill>
              </a:rPr>
              <a:t>，这些</a:t>
            </a:r>
            <a:r>
              <a:rPr lang="en-US" altLang="zh-CN" dirty="0">
                <a:solidFill>
                  <a:srgbClr val="FF0000"/>
                </a:solidFill>
              </a:rPr>
              <a:t>PCR</a:t>
            </a:r>
            <a:r>
              <a:rPr lang="zh-CN" altLang="en-US" dirty="0">
                <a:solidFill>
                  <a:srgbClr val="FF0000"/>
                </a:solidFill>
              </a:rPr>
              <a:t>可以通过索引来访问。根据特定平台可信计算规范的要求，</a:t>
            </a:r>
            <a:r>
              <a:rPr lang="en-US" altLang="zh-CN" dirty="0">
                <a:solidFill>
                  <a:srgbClr val="FF0000"/>
                </a:solidFill>
              </a:rPr>
              <a:t>PCR</a:t>
            </a:r>
            <a:r>
              <a:rPr lang="zh-CN" altLang="en-US" dirty="0">
                <a:solidFill>
                  <a:srgbClr val="FF0000"/>
                </a:solidFill>
              </a:rPr>
              <a:t>可能和一个或多种哈希算法相关。</a:t>
            </a:r>
            <a:r>
              <a:rPr lang="en-US" altLang="zh-CN" dirty="0">
                <a:solidFill>
                  <a:srgbClr val="FF0000"/>
                </a:solidFill>
              </a:rPr>
              <a:t>PCR</a:t>
            </a:r>
            <a:r>
              <a:rPr lang="zh-CN" altLang="en-US" dirty="0">
                <a:solidFill>
                  <a:srgbClr val="FF0000"/>
                </a:solidFill>
              </a:rPr>
              <a:t>也拥有授权值和策略。根据这些授权值和策略，可以改写</a:t>
            </a:r>
            <a:r>
              <a:rPr lang="en-US" altLang="zh-CN" dirty="0">
                <a:solidFill>
                  <a:srgbClr val="FF0000"/>
                </a:solidFill>
              </a:rPr>
              <a:t>PCR</a:t>
            </a:r>
            <a:r>
              <a:rPr lang="zh-CN" altLang="en-US" dirty="0">
                <a:solidFill>
                  <a:srgbClr val="FF0000"/>
                </a:solidFill>
              </a:rPr>
              <a:t>中存储的值。</a:t>
            </a:r>
            <a:endParaRPr lang="en-US" altLang="zh-CN" dirty="0">
              <a:solidFill>
                <a:srgbClr val="FF0000"/>
              </a:solidFill>
            </a:endParaRPr>
          </a:p>
          <a:p>
            <a:pPr algn="just"/>
            <a:r>
              <a:rPr lang="zh-CN" altLang="en-US" dirty="0">
                <a:solidFill>
                  <a:srgbClr val="FF0000"/>
                </a:solidFill>
              </a:rPr>
              <a:t>读取</a:t>
            </a:r>
            <a:r>
              <a:rPr lang="en-US" altLang="zh-CN" dirty="0">
                <a:solidFill>
                  <a:srgbClr val="FF0000"/>
                </a:solidFill>
              </a:rPr>
              <a:t>PCR</a:t>
            </a:r>
            <a:r>
              <a:rPr lang="zh-CN" altLang="en-US" dirty="0">
                <a:solidFill>
                  <a:srgbClr val="FF0000"/>
                </a:solidFill>
              </a:rPr>
              <a:t>的值不需要任何授权。</a:t>
            </a:r>
            <a:r>
              <a:rPr lang="en-US" altLang="zh-CN" dirty="0">
                <a:solidFill>
                  <a:srgbClr val="FF0000"/>
                </a:solidFill>
              </a:rPr>
              <a:t>PC</a:t>
            </a:r>
            <a:r>
              <a:rPr lang="zh-CN" altLang="en-US" dirty="0">
                <a:solidFill>
                  <a:srgbClr val="FF0000"/>
                </a:solidFill>
              </a:rPr>
              <a:t>客户端平台规定至少要有</a:t>
            </a:r>
            <a:r>
              <a:rPr lang="en-US" altLang="zh-CN" dirty="0">
                <a:solidFill>
                  <a:srgbClr val="FF0000"/>
                </a:solidFill>
              </a:rPr>
              <a:t>24</a:t>
            </a:r>
            <a:r>
              <a:rPr lang="zh-CN" altLang="en-US" dirty="0">
                <a:solidFill>
                  <a:srgbClr val="FF0000"/>
                </a:solidFill>
              </a:rPr>
              <a:t>个</a:t>
            </a:r>
            <a:r>
              <a:rPr lang="en-US" altLang="zh-CN" dirty="0">
                <a:solidFill>
                  <a:srgbClr val="FF0000"/>
                </a:solidFill>
              </a:rPr>
              <a:t>PCR</a:t>
            </a:r>
            <a:r>
              <a:rPr lang="zh-CN" altLang="en-US" dirty="0">
                <a:solidFill>
                  <a:srgbClr val="FF0000"/>
                </a:solidFill>
              </a:rPr>
              <a:t>。但是强制规定需要有一个</a:t>
            </a:r>
            <a:r>
              <a:rPr lang="en-US" altLang="zh-CN" dirty="0">
                <a:solidFill>
                  <a:srgbClr val="FF0000"/>
                </a:solidFill>
              </a:rPr>
              <a:t>PCR</a:t>
            </a:r>
            <a:r>
              <a:rPr lang="zh-CN" altLang="en-US" dirty="0">
                <a:solidFill>
                  <a:srgbClr val="FF0000"/>
                </a:solidFill>
              </a:rPr>
              <a:t>库（</a:t>
            </a:r>
            <a:r>
              <a:rPr lang="en-US" altLang="zh-CN" dirty="0">
                <a:solidFill>
                  <a:srgbClr val="FF0000"/>
                </a:solidFill>
              </a:rPr>
              <a:t>bank</a:t>
            </a:r>
            <a:r>
              <a:rPr lang="zh-CN" altLang="en-US" dirty="0">
                <a:solidFill>
                  <a:srgbClr val="FF0000"/>
                </a:solidFill>
              </a:rPr>
              <a:t>），</a:t>
            </a:r>
            <a:r>
              <a:rPr lang="en-US" altLang="zh-CN" dirty="0">
                <a:solidFill>
                  <a:srgbClr val="FF0000"/>
                </a:solidFill>
              </a:rPr>
              <a:t>PCR</a:t>
            </a:r>
            <a:r>
              <a:rPr lang="zh-CN" altLang="en-US" dirty="0">
                <a:solidFill>
                  <a:srgbClr val="FF0000"/>
                </a:solidFill>
              </a:rPr>
              <a:t>库指的是拥有相同哈希算法的一组</a:t>
            </a:r>
            <a:r>
              <a:rPr lang="en-US" altLang="zh-CN" dirty="0">
                <a:solidFill>
                  <a:srgbClr val="FF0000"/>
                </a:solidFill>
              </a:rPr>
              <a:t>PCR</a:t>
            </a:r>
            <a:r>
              <a:rPr lang="zh-CN" altLang="en-US" dirty="0">
                <a:solidFill>
                  <a:srgbClr val="FF0000"/>
                </a:solidFill>
              </a:rPr>
              <a:t>。这个</a:t>
            </a:r>
            <a:r>
              <a:rPr lang="en-US" altLang="zh-CN" dirty="0">
                <a:solidFill>
                  <a:srgbClr val="FF0000"/>
                </a:solidFill>
              </a:rPr>
              <a:t>PCR</a:t>
            </a:r>
            <a:r>
              <a:rPr lang="zh-CN" altLang="en-US" dirty="0">
                <a:solidFill>
                  <a:srgbClr val="FF0000"/>
                </a:solidFill>
              </a:rPr>
              <a:t>库可以在系统启动时被配置为使用</a:t>
            </a:r>
            <a:r>
              <a:rPr lang="en-US" altLang="zh-CN" dirty="0">
                <a:solidFill>
                  <a:srgbClr val="FF0000"/>
                </a:solidFill>
              </a:rPr>
              <a:t>SHA-1</a:t>
            </a:r>
            <a:r>
              <a:rPr lang="zh-CN" altLang="en-US" dirty="0">
                <a:solidFill>
                  <a:srgbClr val="FF0000"/>
                </a:solidFill>
              </a:rPr>
              <a:t>或者</a:t>
            </a:r>
            <a:r>
              <a:rPr lang="en-US" altLang="zh-CN" dirty="0">
                <a:solidFill>
                  <a:srgbClr val="FF0000"/>
                </a:solidFill>
              </a:rPr>
              <a:t>SHA-256</a:t>
            </a:r>
            <a:r>
              <a:rPr lang="zh-CN" altLang="en-US" dirty="0">
                <a:solidFill>
                  <a:srgbClr val="FF0000"/>
                </a:solidFill>
              </a:rPr>
              <a:t>算法。也可以使用锁定授权复位失败计数器减少用户访问资源的等待时间。</a:t>
            </a:r>
            <a:endParaRPr lang="en-US" altLang="zh-CN" dirty="0">
              <a:solidFill>
                <a:srgbClr val="FF0000"/>
              </a:solidFill>
            </a:endParaRPr>
          </a:p>
          <a:p>
            <a:pPr algn="just"/>
            <a:r>
              <a:rPr lang="zh-CN" altLang="en-US" dirty="0">
                <a:solidFill>
                  <a:srgbClr val="FF0000"/>
                </a:solidFill>
              </a:rPr>
              <a:t>由于</a:t>
            </a:r>
            <a:r>
              <a:rPr lang="en-US" altLang="zh-CN" dirty="0">
                <a:solidFill>
                  <a:srgbClr val="FF0000"/>
                </a:solidFill>
              </a:rPr>
              <a:t>PCR</a:t>
            </a:r>
            <a:r>
              <a:rPr lang="zh-CN" altLang="en-US" dirty="0">
                <a:solidFill>
                  <a:srgbClr val="FF0000"/>
                </a:solidFill>
              </a:rPr>
              <a:t>是永久实体，所以不存在删除和创建</a:t>
            </a:r>
            <a:r>
              <a:rPr lang="en-US" altLang="zh-CN" dirty="0">
                <a:solidFill>
                  <a:srgbClr val="FF0000"/>
                </a:solidFill>
              </a:rPr>
              <a:t>PCR</a:t>
            </a:r>
            <a:r>
              <a:rPr lang="zh-CN" altLang="en-US" dirty="0">
                <a:solidFill>
                  <a:srgbClr val="FF0000"/>
                </a:solidFill>
              </a:rPr>
              <a:t>的命令，用户只能改变</a:t>
            </a:r>
            <a:r>
              <a:rPr lang="en-US" altLang="zh-CN" dirty="0">
                <a:solidFill>
                  <a:srgbClr val="FF0000"/>
                </a:solidFill>
              </a:rPr>
              <a:t>PCR</a:t>
            </a:r>
            <a:r>
              <a:rPr lang="zh-CN" altLang="en-US" dirty="0">
                <a:solidFill>
                  <a:srgbClr val="FF0000"/>
                </a:solidFill>
              </a:rPr>
              <a:t>的值和属性。</a:t>
            </a:r>
          </a:p>
          <a:p>
            <a:endParaRPr lang="zh-CN" altLang="en-US" dirty="0"/>
          </a:p>
        </p:txBody>
      </p:sp>
      <p:sp>
        <p:nvSpPr>
          <p:cNvPr id="4" name="灯片编号占位符 3">
            <a:extLst>
              <a:ext uri="{FF2B5EF4-FFF2-40B4-BE49-F238E27FC236}">
                <a16:creationId xmlns:a16="http://schemas.microsoft.com/office/drawing/2014/main" id="{5AF44D04-12A8-4F03-87C2-8CC8EA2A516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8</a:t>
            </a:fld>
            <a:endParaRPr lang="en-US" altLang="zh-CN"/>
          </a:p>
        </p:txBody>
      </p:sp>
    </p:spTree>
    <p:extLst>
      <p:ext uri="{BB962C8B-B14F-4D97-AF65-F5344CB8AC3E}">
        <p14:creationId xmlns:p14="http://schemas.microsoft.com/office/powerpoint/2010/main" val="28267486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427299-7868-48F0-84C5-FFF874C74FFD}"/>
              </a:ext>
            </a:extLst>
          </p:cNvPr>
          <p:cNvSpPr>
            <a:spLocks noGrp="1"/>
          </p:cNvSpPr>
          <p:nvPr>
            <p:ph type="title"/>
          </p:nvPr>
        </p:nvSpPr>
        <p:spPr/>
        <p:txBody>
          <a:bodyPr/>
          <a:lstStyle/>
          <a:p>
            <a:r>
              <a:rPr lang="zh-CN" altLang="en-US" dirty="0"/>
              <a:t>永久实体</a:t>
            </a:r>
            <a:r>
              <a:rPr lang="en-US" altLang="zh-CN" dirty="0"/>
              <a:t>-</a:t>
            </a:r>
            <a:r>
              <a:rPr lang="zh-CN" altLang="en-US" dirty="0"/>
              <a:t>口令授权会话</a:t>
            </a:r>
          </a:p>
        </p:txBody>
      </p:sp>
      <p:sp>
        <p:nvSpPr>
          <p:cNvPr id="3" name="内容占位符 2">
            <a:extLst>
              <a:ext uri="{FF2B5EF4-FFF2-40B4-BE49-F238E27FC236}">
                <a16:creationId xmlns:a16="http://schemas.microsoft.com/office/drawing/2014/main" id="{CD81822C-97CF-4E68-B970-9C73FA033F32}"/>
              </a:ext>
            </a:extLst>
          </p:cNvPr>
          <p:cNvSpPr>
            <a:spLocks noGrp="1"/>
          </p:cNvSpPr>
          <p:nvPr>
            <p:ph idx="1"/>
          </p:nvPr>
        </p:nvSpPr>
        <p:spPr/>
        <p:txBody>
          <a:bodyPr/>
          <a:lstStyle/>
          <a:p>
            <a:r>
              <a:rPr lang="en-US" altLang="zh-CN" dirty="0"/>
              <a:t>TPM</a:t>
            </a:r>
            <a:r>
              <a:rPr lang="zh-CN" altLang="en-US" dirty="0"/>
              <a:t>有一个会话也是永久性的，它就是口令授权会话，其句柄为</a:t>
            </a:r>
            <a:r>
              <a:rPr lang="en-US" altLang="zh-CN" dirty="0"/>
              <a:t>TPM_RS_PW</a:t>
            </a:r>
            <a:r>
              <a:rPr lang="zh-CN" altLang="en-US" dirty="0"/>
              <a:t>（</a:t>
            </a:r>
            <a:r>
              <a:rPr lang="en-US" altLang="zh-CN" dirty="0"/>
              <a:t>0x40000009</a:t>
            </a:r>
            <a:r>
              <a:rPr lang="zh-CN" altLang="en-US" dirty="0"/>
              <a:t>），用户可以使用这个句柄对明文口令的访问进行授权。</a:t>
            </a:r>
          </a:p>
        </p:txBody>
      </p:sp>
      <p:sp>
        <p:nvSpPr>
          <p:cNvPr id="4" name="灯片编号占位符 3">
            <a:extLst>
              <a:ext uri="{FF2B5EF4-FFF2-40B4-BE49-F238E27FC236}">
                <a16:creationId xmlns:a16="http://schemas.microsoft.com/office/drawing/2014/main" id="{1D785303-B4E3-4B08-8A8D-9EFB7420105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9</a:t>
            </a:fld>
            <a:endParaRPr lang="en-US" altLang="zh-CN"/>
          </a:p>
        </p:txBody>
      </p:sp>
    </p:spTree>
    <p:extLst>
      <p:ext uri="{BB962C8B-B14F-4D97-AF65-F5344CB8AC3E}">
        <p14:creationId xmlns:p14="http://schemas.microsoft.com/office/powerpoint/2010/main" val="23905647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87B5DA-847F-47CD-8A6A-9A3B779AD81B}"/>
              </a:ext>
            </a:extLst>
          </p:cNvPr>
          <p:cNvSpPr>
            <a:spLocks noGrp="1"/>
          </p:cNvSpPr>
          <p:nvPr>
            <p:ph type="title"/>
          </p:nvPr>
        </p:nvSpPr>
        <p:spPr/>
        <p:txBody>
          <a:bodyPr/>
          <a:lstStyle/>
          <a:p>
            <a:r>
              <a:rPr lang="zh-CN" altLang="en-US" dirty="0"/>
              <a:t>平台</a:t>
            </a:r>
            <a:r>
              <a:rPr lang="en-US" altLang="zh-CN" dirty="0"/>
              <a:t>NV</a:t>
            </a:r>
            <a:r>
              <a:rPr lang="zh-CN" altLang="en-US" dirty="0"/>
              <a:t>访问开关</a:t>
            </a:r>
          </a:p>
        </p:txBody>
      </p:sp>
      <p:sp>
        <p:nvSpPr>
          <p:cNvPr id="3" name="内容占位符 2">
            <a:extLst>
              <a:ext uri="{FF2B5EF4-FFF2-40B4-BE49-F238E27FC236}">
                <a16:creationId xmlns:a16="http://schemas.microsoft.com/office/drawing/2014/main" id="{1D187A32-3B1A-4ED8-8BF9-1DCCE612D996}"/>
              </a:ext>
            </a:extLst>
          </p:cNvPr>
          <p:cNvSpPr>
            <a:spLocks noGrp="1"/>
          </p:cNvSpPr>
          <p:nvPr>
            <p:ph idx="1"/>
          </p:nvPr>
        </p:nvSpPr>
        <p:spPr>
          <a:xfrm>
            <a:off x="432510" y="1143000"/>
            <a:ext cx="8406689" cy="5410200"/>
          </a:xfrm>
        </p:spPr>
        <p:txBody>
          <a:bodyPr/>
          <a:lstStyle/>
          <a:p>
            <a:r>
              <a:rPr lang="zh-CN" altLang="en-US" dirty="0"/>
              <a:t>句柄（</a:t>
            </a:r>
            <a:r>
              <a:rPr lang="en-US" altLang="zh-CN" dirty="0"/>
              <a:t>0x4000000D</a:t>
            </a:r>
            <a:r>
              <a:rPr lang="zh-CN" altLang="en-US" dirty="0"/>
              <a:t>）</a:t>
            </a:r>
            <a:r>
              <a:rPr lang="en-US" altLang="zh-CN" dirty="0"/>
              <a:t>TPM_RH_PLATFORM_NV</a:t>
            </a:r>
            <a:r>
              <a:rPr lang="zh-CN" altLang="en-US" dirty="0"/>
              <a:t>控制着平台组织架构的</a:t>
            </a:r>
            <a:r>
              <a:rPr lang="en-US" altLang="zh-CN" dirty="0"/>
              <a:t>NV</a:t>
            </a:r>
            <a:r>
              <a:rPr lang="zh-CN" altLang="en-US" dirty="0"/>
              <a:t>访问开关。当清除开关位后，对所有平台组织架构下的</a:t>
            </a:r>
            <a:r>
              <a:rPr lang="en-US" altLang="zh-CN" dirty="0"/>
              <a:t>NV</a:t>
            </a:r>
            <a:r>
              <a:rPr lang="zh-CN" altLang="en-US" dirty="0"/>
              <a:t>索引的访问都将被拒绝。</a:t>
            </a:r>
            <a:endParaRPr lang="en-US" altLang="zh-CN" dirty="0"/>
          </a:p>
          <a:p>
            <a:r>
              <a:rPr lang="zh-CN" altLang="en-US" dirty="0"/>
              <a:t>通常情况下，</a:t>
            </a:r>
            <a:r>
              <a:rPr lang="en-US" altLang="zh-CN" dirty="0"/>
              <a:t>NV</a:t>
            </a:r>
            <a:r>
              <a:rPr lang="zh-CN" altLang="en-US" dirty="0"/>
              <a:t>索引可以隶属于平台组织架构，也可以隶属于存储组织架构。存储组织架构自己就可以控制</a:t>
            </a:r>
            <a:r>
              <a:rPr lang="en-US" altLang="zh-CN" dirty="0"/>
              <a:t>NV</a:t>
            </a:r>
            <a:r>
              <a:rPr lang="zh-CN" altLang="en-US" dirty="0"/>
              <a:t>索引的开关，并不需要设置额外的开关来控制，但是在平台组织架构中，由于包含了更多的内容，所以需要设置独立的</a:t>
            </a:r>
            <a:r>
              <a:rPr lang="en-US" altLang="zh-CN" dirty="0"/>
              <a:t>NV</a:t>
            </a:r>
            <a:r>
              <a:rPr lang="zh-CN" altLang="en-US" dirty="0"/>
              <a:t>索引访问开关。平台组织架构常包含了如密钥、数据和</a:t>
            </a:r>
            <a:r>
              <a:rPr lang="en-US" altLang="zh-CN" dirty="0"/>
              <a:t>NV</a:t>
            </a:r>
            <a:r>
              <a:rPr lang="zh-CN" altLang="en-US" dirty="0"/>
              <a:t>索引等多项内容。很多情况下，我们需要对这些内容访问进行独立的控制。例如：</a:t>
            </a:r>
            <a:endParaRPr lang="en-US" altLang="zh-CN" dirty="0">
              <a:solidFill>
                <a:srgbClr val="FF0000"/>
              </a:solidFill>
            </a:endParaRPr>
          </a:p>
          <a:p>
            <a:pPr marL="0" indent="0">
              <a:buNone/>
            </a:pPr>
            <a:r>
              <a:rPr lang="zh-CN" altLang="en-US" dirty="0">
                <a:solidFill>
                  <a:srgbClr val="FF0000"/>
                </a:solidFill>
              </a:rPr>
              <a:t>     平台的固件可以很方便地使用</a:t>
            </a:r>
            <a:r>
              <a:rPr lang="en-US" altLang="zh-CN" dirty="0">
                <a:solidFill>
                  <a:srgbClr val="FF0000"/>
                </a:solidFill>
              </a:rPr>
              <a:t>TPM</a:t>
            </a:r>
            <a:r>
              <a:rPr lang="zh-CN" altLang="en-US" dirty="0">
                <a:solidFill>
                  <a:srgbClr val="FF0000"/>
                </a:solidFill>
              </a:rPr>
              <a:t>作为存储启动参数中的</a:t>
            </a:r>
            <a:r>
              <a:rPr lang="en-US" altLang="zh-CN" dirty="0">
                <a:solidFill>
                  <a:srgbClr val="FF0000"/>
                </a:solidFill>
              </a:rPr>
              <a:t>NV</a:t>
            </a:r>
            <a:r>
              <a:rPr lang="zh-CN" altLang="en-US" dirty="0">
                <a:solidFill>
                  <a:srgbClr val="FF0000"/>
                </a:solidFill>
              </a:rPr>
              <a:t>空间。即使是在</a:t>
            </a:r>
            <a:r>
              <a:rPr lang="en-US" altLang="zh-CN" dirty="0">
                <a:solidFill>
                  <a:srgbClr val="FF0000"/>
                </a:solidFill>
              </a:rPr>
              <a:t>TPM</a:t>
            </a:r>
            <a:r>
              <a:rPr lang="zh-CN" altLang="en-US" dirty="0">
                <a:solidFill>
                  <a:srgbClr val="FF0000"/>
                </a:solidFill>
              </a:rPr>
              <a:t>平台组织架构关闭的情况下，这个空间也必须保持可读。在这种情况下，独立控制就显现出它的作用了。</a:t>
            </a:r>
          </a:p>
        </p:txBody>
      </p:sp>
      <p:sp>
        <p:nvSpPr>
          <p:cNvPr id="4" name="灯片编号占位符 3">
            <a:extLst>
              <a:ext uri="{FF2B5EF4-FFF2-40B4-BE49-F238E27FC236}">
                <a16:creationId xmlns:a16="http://schemas.microsoft.com/office/drawing/2014/main" id="{26B02E66-D19C-4D54-87CE-EB4DD853E30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10</a:t>
            </a:fld>
            <a:endParaRPr lang="en-US" altLang="zh-CN"/>
          </a:p>
        </p:txBody>
      </p:sp>
    </p:spTree>
    <p:extLst>
      <p:ext uri="{BB962C8B-B14F-4D97-AF65-F5344CB8AC3E}">
        <p14:creationId xmlns:p14="http://schemas.microsoft.com/office/powerpoint/2010/main" val="14501171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076337-0B02-480F-B1CB-BF57D210930D}"/>
              </a:ext>
            </a:extLst>
          </p:cNvPr>
          <p:cNvSpPr>
            <a:spLocks noGrp="1"/>
          </p:cNvSpPr>
          <p:nvPr>
            <p:ph type="title"/>
          </p:nvPr>
        </p:nvSpPr>
        <p:spPr/>
        <p:txBody>
          <a:bodyPr/>
          <a:lstStyle/>
          <a:p>
            <a:r>
              <a:rPr lang="en-US" altLang="zh-CN" dirty="0"/>
              <a:t>NV</a:t>
            </a:r>
            <a:r>
              <a:rPr lang="zh-CN" altLang="en-US" dirty="0"/>
              <a:t>索引</a:t>
            </a:r>
          </a:p>
        </p:txBody>
      </p:sp>
      <p:sp>
        <p:nvSpPr>
          <p:cNvPr id="3" name="内容占位符 2">
            <a:extLst>
              <a:ext uri="{FF2B5EF4-FFF2-40B4-BE49-F238E27FC236}">
                <a16:creationId xmlns:a16="http://schemas.microsoft.com/office/drawing/2014/main" id="{F37C0E43-3AF3-4156-87FD-BC770F102252}"/>
              </a:ext>
            </a:extLst>
          </p:cNvPr>
          <p:cNvSpPr>
            <a:spLocks noGrp="1"/>
          </p:cNvSpPr>
          <p:nvPr>
            <p:ph idx="1"/>
          </p:nvPr>
        </p:nvSpPr>
        <p:spPr/>
        <p:txBody>
          <a:bodyPr/>
          <a:lstStyle/>
          <a:p>
            <a:r>
              <a:rPr lang="en-US" altLang="zh-CN" dirty="0"/>
              <a:t>NVRAM</a:t>
            </a:r>
            <a:r>
              <a:rPr lang="zh-CN" altLang="en-US" dirty="0"/>
              <a:t>就是</a:t>
            </a:r>
            <a:r>
              <a:rPr lang="en-US" altLang="zh-CN" dirty="0"/>
              <a:t>TPM</a:t>
            </a:r>
            <a:r>
              <a:rPr lang="zh-CN" altLang="en-US" dirty="0"/>
              <a:t>内部的非易失性存储空间。而</a:t>
            </a:r>
            <a:r>
              <a:rPr lang="en-US" altLang="zh-CN" dirty="0"/>
              <a:t>NV</a:t>
            </a:r>
            <a:r>
              <a:rPr lang="zh-CN" altLang="en-US" dirty="0"/>
              <a:t>索引则是访问这些空间的地址。用户可以对这些非易失性存储空间进行配置以便进行相关数据的存储。当配置完成后，这个空间就具备一个索引和一组属性，用户可以设置索引和属性的取值。</a:t>
            </a:r>
          </a:p>
          <a:p>
            <a:r>
              <a:rPr lang="zh-CN" altLang="en-US" dirty="0"/>
              <a:t>因为</a:t>
            </a:r>
            <a:r>
              <a:rPr lang="en-US" altLang="zh-CN" dirty="0"/>
              <a:t>NVRAM</a:t>
            </a:r>
            <a:r>
              <a:rPr lang="zh-CN" altLang="en-US" dirty="0"/>
              <a:t>索引具有更多的属性，</a:t>
            </a:r>
            <a:r>
              <a:rPr lang="en-US" altLang="zh-CN" dirty="0"/>
              <a:t>TPM</a:t>
            </a:r>
            <a:r>
              <a:rPr lang="zh-CN" altLang="en-US" dirty="0"/>
              <a:t>规范没有把它视为一种对象。读写</a:t>
            </a:r>
            <a:r>
              <a:rPr lang="en-US" altLang="zh-CN" dirty="0"/>
              <a:t>NVRAM</a:t>
            </a:r>
            <a:r>
              <a:rPr lang="zh-CN" altLang="en-US" dirty="0"/>
              <a:t>可以被单独控制。它们可以被配置成类似</a:t>
            </a:r>
            <a:r>
              <a:rPr lang="en-US" altLang="zh-CN" dirty="0"/>
              <a:t>PCR</a:t>
            </a:r>
            <a:r>
              <a:rPr lang="zh-CN" altLang="en-US" dirty="0"/>
              <a:t>，计数器或者位域。同时也可以配置成只能写一次的实体。</a:t>
            </a:r>
          </a:p>
          <a:p>
            <a:r>
              <a:rPr lang="en-US" altLang="zh-CN" dirty="0"/>
              <a:t>NVRAM</a:t>
            </a:r>
            <a:r>
              <a:rPr lang="zh-CN" altLang="en-US" dirty="0"/>
              <a:t>索引同时具有授权值和授权策略。</a:t>
            </a:r>
            <a:r>
              <a:rPr lang="en-US" altLang="zh-CN" dirty="0"/>
              <a:t>NV</a:t>
            </a:r>
            <a:r>
              <a:rPr lang="zh-CN" altLang="en-US" dirty="0"/>
              <a:t>索引的拥有者可以改变授权值，但是不能改变授权策略，授权策略一旦被创建就不能再修改。如果</a:t>
            </a:r>
            <a:r>
              <a:rPr lang="en-US" altLang="zh-CN" dirty="0"/>
              <a:t>NVRAM</a:t>
            </a:r>
            <a:r>
              <a:rPr lang="zh-CN" altLang="en-US" dirty="0"/>
              <a:t>与某个平台组织架构绑定，那么当平台组织架构被清除时相关的</a:t>
            </a:r>
            <a:r>
              <a:rPr lang="en-US" altLang="zh-CN" dirty="0"/>
              <a:t>NVRAM</a:t>
            </a:r>
            <a:r>
              <a:rPr lang="zh-CN" altLang="en-US" dirty="0"/>
              <a:t>索引也将被删除。</a:t>
            </a:r>
          </a:p>
        </p:txBody>
      </p:sp>
      <p:sp>
        <p:nvSpPr>
          <p:cNvPr id="4" name="灯片编号占位符 3">
            <a:extLst>
              <a:ext uri="{FF2B5EF4-FFF2-40B4-BE49-F238E27FC236}">
                <a16:creationId xmlns:a16="http://schemas.microsoft.com/office/drawing/2014/main" id="{7C108AC0-62B4-4BC5-8F1F-FB47839A12C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11</a:t>
            </a:fld>
            <a:endParaRPr lang="en-US" altLang="zh-CN"/>
          </a:p>
        </p:txBody>
      </p:sp>
    </p:spTree>
    <p:extLst>
      <p:ext uri="{BB962C8B-B14F-4D97-AF65-F5344CB8AC3E}">
        <p14:creationId xmlns:p14="http://schemas.microsoft.com/office/powerpoint/2010/main" val="25504390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6D5BD9-0367-4060-8B51-ABDC26EE3C10}"/>
              </a:ext>
            </a:extLst>
          </p:cNvPr>
          <p:cNvSpPr>
            <a:spLocks noGrp="1"/>
          </p:cNvSpPr>
          <p:nvPr>
            <p:ph type="title"/>
          </p:nvPr>
        </p:nvSpPr>
        <p:spPr/>
        <p:txBody>
          <a:bodyPr/>
          <a:lstStyle/>
          <a:p>
            <a:r>
              <a:rPr lang="zh-CN" altLang="en-US" dirty="0"/>
              <a:t>对象</a:t>
            </a:r>
          </a:p>
        </p:txBody>
      </p:sp>
      <p:sp>
        <p:nvSpPr>
          <p:cNvPr id="3" name="内容占位符 2">
            <a:extLst>
              <a:ext uri="{FF2B5EF4-FFF2-40B4-BE49-F238E27FC236}">
                <a16:creationId xmlns:a16="http://schemas.microsoft.com/office/drawing/2014/main" id="{2406E5EB-EBA9-429D-928B-0DB4452C79FB}"/>
              </a:ext>
            </a:extLst>
          </p:cNvPr>
          <p:cNvSpPr>
            <a:spLocks noGrp="1"/>
          </p:cNvSpPr>
          <p:nvPr>
            <p:ph idx="1"/>
          </p:nvPr>
        </p:nvSpPr>
        <p:spPr>
          <a:xfrm>
            <a:off x="381000" y="1081631"/>
            <a:ext cx="8296656" cy="5410200"/>
          </a:xfrm>
        </p:spPr>
        <p:txBody>
          <a:bodyPr/>
          <a:lstStyle/>
          <a:p>
            <a:r>
              <a:rPr lang="zh-CN" altLang="en-US" dirty="0"/>
              <a:t>一个</a:t>
            </a:r>
            <a:r>
              <a:rPr lang="en-US" altLang="zh-CN" dirty="0"/>
              <a:t>TPM</a:t>
            </a:r>
            <a:r>
              <a:rPr lang="zh-CN" altLang="en-US" dirty="0"/>
              <a:t>对象就是指密钥或者和加密相关的数据。对象有一个公共的部分，并且“可能”还有一个私密的部分，比如一个非对称密钥对的私钥，一个对称密钥，或者是加密的数据。</a:t>
            </a:r>
            <a:r>
              <a:rPr lang="zh-CN" altLang="en-US" dirty="0">
                <a:solidFill>
                  <a:srgbClr val="FF0000"/>
                </a:solidFill>
              </a:rPr>
              <a:t>所有的对象都隶属于一个组织架构</a:t>
            </a:r>
            <a:r>
              <a:rPr lang="zh-CN" altLang="en-US" dirty="0"/>
              <a:t>。</a:t>
            </a:r>
            <a:r>
              <a:rPr lang="en-US" altLang="zh-CN" dirty="0"/>
              <a:t>TPM</a:t>
            </a:r>
            <a:r>
              <a:rPr lang="zh-CN" altLang="en-US" dirty="0"/>
              <a:t>对象也都有相关的授权数据和授权策略。与</a:t>
            </a:r>
            <a:r>
              <a:rPr lang="en-US" altLang="zh-CN" dirty="0"/>
              <a:t>NV</a:t>
            </a:r>
            <a:r>
              <a:rPr lang="zh-CN" altLang="en-US" dirty="0"/>
              <a:t>索引相同的一点是，一个对象的访问策略一旦被创建后就不能再修改。</a:t>
            </a:r>
          </a:p>
          <a:p>
            <a:r>
              <a:rPr lang="zh-CN" altLang="en-US" dirty="0"/>
              <a:t>当创建</a:t>
            </a:r>
            <a:r>
              <a:rPr lang="en-US" altLang="zh-CN" dirty="0"/>
              <a:t>TPM</a:t>
            </a:r>
            <a:r>
              <a:rPr lang="zh-CN" altLang="en-US" dirty="0"/>
              <a:t>对象时，用户可以决定在使用这个对象的命令中，哪一些命令可以通过授权数据来使用，哪一些只能使用策略。但是需要特别提醒的是：对于有些命令来说，不管密钥创建的时候配置什么样的属性，它们都只能通过策略进行访问授权。跟</a:t>
            </a:r>
            <a:r>
              <a:rPr lang="en-US" altLang="zh-CN" dirty="0"/>
              <a:t>NVRAM</a:t>
            </a:r>
            <a:r>
              <a:rPr lang="zh-CN" altLang="en-US" dirty="0"/>
              <a:t>索引相似，所有的</a:t>
            </a:r>
            <a:r>
              <a:rPr lang="en-US" altLang="zh-CN" dirty="0"/>
              <a:t>TPM</a:t>
            </a:r>
            <a:r>
              <a:rPr lang="zh-CN" altLang="en-US" dirty="0"/>
              <a:t>对象都隶属于以下四中组织架构中的一种：平台，存储，背书，或者</a:t>
            </a:r>
            <a:r>
              <a:rPr lang="en-US" altLang="zh-CN" dirty="0"/>
              <a:t>NULL</a:t>
            </a:r>
            <a:r>
              <a:rPr lang="zh-CN" altLang="en-US" dirty="0"/>
              <a:t>。当一个组织架构被清除时，它所有的对象也都将被删除。</a:t>
            </a:r>
          </a:p>
        </p:txBody>
      </p:sp>
      <p:sp>
        <p:nvSpPr>
          <p:cNvPr id="4" name="灯片编号占位符 3">
            <a:extLst>
              <a:ext uri="{FF2B5EF4-FFF2-40B4-BE49-F238E27FC236}">
                <a16:creationId xmlns:a16="http://schemas.microsoft.com/office/drawing/2014/main" id="{FAA85007-6BC0-48A6-A8CD-1B844A51509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12</a:t>
            </a:fld>
            <a:endParaRPr lang="en-US" altLang="zh-CN"/>
          </a:p>
        </p:txBody>
      </p:sp>
    </p:spTree>
    <p:extLst>
      <p:ext uri="{BB962C8B-B14F-4D97-AF65-F5344CB8AC3E}">
        <p14:creationId xmlns:p14="http://schemas.microsoft.com/office/powerpoint/2010/main" val="37695400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E8C1A4-E887-48DC-AEA6-80F1F75731A7}"/>
              </a:ext>
            </a:extLst>
          </p:cNvPr>
          <p:cNvSpPr>
            <a:spLocks noGrp="1"/>
          </p:cNvSpPr>
          <p:nvPr>
            <p:ph type="title"/>
          </p:nvPr>
        </p:nvSpPr>
        <p:spPr/>
        <p:txBody>
          <a:bodyPr/>
          <a:lstStyle/>
          <a:p>
            <a:r>
              <a:rPr lang="zh-CN" altLang="en-US" dirty="0"/>
              <a:t> 非持续的实体</a:t>
            </a:r>
          </a:p>
        </p:txBody>
      </p:sp>
      <p:sp>
        <p:nvSpPr>
          <p:cNvPr id="3" name="内容占位符 2">
            <a:extLst>
              <a:ext uri="{FF2B5EF4-FFF2-40B4-BE49-F238E27FC236}">
                <a16:creationId xmlns:a16="http://schemas.microsoft.com/office/drawing/2014/main" id="{E5A425D8-ACBA-4DEC-99D2-485DA3B574AE}"/>
              </a:ext>
            </a:extLst>
          </p:cNvPr>
          <p:cNvSpPr>
            <a:spLocks noGrp="1"/>
          </p:cNvSpPr>
          <p:nvPr>
            <p:ph idx="1"/>
          </p:nvPr>
        </p:nvSpPr>
        <p:spPr/>
        <p:txBody>
          <a:bodyPr/>
          <a:lstStyle/>
          <a:p>
            <a:pPr algn="just"/>
            <a:r>
              <a:rPr lang="zh-CN" altLang="en-US" dirty="0"/>
              <a:t>一个非持续的实体会在</a:t>
            </a:r>
            <a:r>
              <a:rPr lang="en-US" altLang="zh-CN" dirty="0"/>
              <a:t>TPM</a:t>
            </a:r>
            <a:r>
              <a:rPr lang="zh-CN" altLang="en-US" dirty="0"/>
              <a:t>一个上电周期内清除。尽管可以通过</a:t>
            </a:r>
            <a:r>
              <a:rPr lang="en-US" altLang="zh-CN" dirty="0"/>
              <a:t>TPM2_ContextSave</a:t>
            </a:r>
            <a:r>
              <a:rPr lang="zh-CN" altLang="en-US" dirty="0"/>
              <a:t>来保存一个非持续实体，但是</a:t>
            </a:r>
            <a:r>
              <a:rPr lang="en-US" altLang="zh-CN" dirty="0"/>
              <a:t>TPM</a:t>
            </a:r>
            <a:r>
              <a:rPr lang="zh-CN" altLang="en-US" dirty="0"/>
              <a:t>的密码学机制不允许重新上电之后加载之前保存的内容，这样就保证了它不断变化的特点。这种非持续的实体同样也被分类：</a:t>
            </a:r>
            <a:endParaRPr lang="en-US" altLang="zh-CN" dirty="0"/>
          </a:p>
          <a:p>
            <a:pPr marL="0" indent="0" algn="just">
              <a:buNone/>
            </a:pPr>
            <a:r>
              <a:rPr lang="en-US" altLang="zh-CN" dirty="0"/>
              <a:t>1</a:t>
            </a:r>
            <a:r>
              <a:rPr lang="zh-CN" altLang="en-US" dirty="0"/>
              <a:t>、用于授权的会话，比如</a:t>
            </a:r>
            <a:r>
              <a:rPr lang="en-US" altLang="zh-CN" dirty="0"/>
              <a:t>HMAC</a:t>
            </a:r>
            <a:r>
              <a:rPr lang="zh-CN" altLang="en-US" dirty="0"/>
              <a:t>和策略会话。它们用于</a:t>
            </a:r>
            <a:r>
              <a:rPr lang="en-US" altLang="zh-CN" dirty="0"/>
              <a:t>TPM</a:t>
            </a:r>
            <a:r>
              <a:rPr lang="zh-CN" altLang="en-US" dirty="0"/>
              <a:t>实体的授权，命令和命令响应参数加密，和命令审计。</a:t>
            </a:r>
            <a:endParaRPr lang="en-US" altLang="zh-CN" dirty="0"/>
          </a:p>
          <a:p>
            <a:pPr marL="0" indent="0" algn="just">
              <a:buNone/>
            </a:pPr>
            <a:r>
              <a:rPr lang="en-US" altLang="zh-CN" dirty="0"/>
              <a:t>2</a:t>
            </a:r>
            <a:r>
              <a:rPr lang="zh-CN" altLang="en-US" dirty="0"/>
              <a:t>、哈希和</a:t>
            </a:r>
            <a:r>
              <a:rPr lang="en-US" altLang="zh-CN" dirty="0"/>
              <a:t>HMAC</a:t>
            </a:r>
            <a:r>
              <a:rPr lang="zh-CN" altLang="en-US" dirty="0"/>
              <a:t>事件序列实体。在完成对大数据块加密的时候，可能需要建立大量中间缓冲区。</a:t>
            </a:r>
            <a:endParaRPr lang="en-US" altLang="zh-CN" dirty="0"/>
          </a:p>
          <a:p>
            <a:pPr marL="0" indent="0" algn="just">
              <a:buNone/>
            </a:pPr>
            <a:r>
              <a:rPr lang="zh-CN" altLang="en-US" dirty="0">
                <a:solidFill>
                  <a:srgbClr val="FF0000"/>
                </a:solidFill>
              </a:rPr>
              <a:t>     与非持续实体相对应的是持续性实体，持续性实体会在</a:t>
            </a:r>
            <a:r>
              <a:rPr lang="en-US" altLang="zh-CN" dirty="0">
                <a:solidFill>
                  <a:srgbClr val="FF0000"/>
                </a:solidFill>
              </a:rPr>
              <a:t>TPM</a:t>
            </a:r>
            <a:r>
              <a:rPr lang="zh-CN" altLang="en-US" dirty="0">
                <a:solidFill>
                  <a:srgbClr val="FF0000"/>
                </a:solidFill>
              </a:rPr>
              <a:t>的上电周期之间保存。</a:t>
            </a:r>
          </a:p>
        </p:txBody>
      </p:sp>
      <p:sp>
        <p:nvSpPr>
          <p:cNvPr id="4" name="灯片编号占位符 3">
            <a:extLst>
              <a:ext uri="{FF2B5EF4-FFF2-40B4-BE49-F238E27FC236}">
                <a16:creationId xmlns:a16="http://schemas.microsoft.com/office/drawing/2014/main" id="{C1AC0605-81E8-4DA3-81A4-D2F2C2DF30D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13</a:t>
            </a:fld>
            <a:endParaRPr lang="en-US" altLang="zh-CN"/>
          </a:p>
        </p:txBody>
      </p:sp>
    </p:spTree>
    <p:extLst>
      <p:ext uri="{BB962C8B-B14F-4D97-AF65-F5344CB8AC3E}">
        <p14:creationId xmlns:p14="http://schemas.microsoft.com/office/powerpoint/2010/main" val="20269497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AD8ABE-9051-414C-A91A-C1EE4BDB8A12}"/>
              </a:ext>
            </a:extLst>
          </p:cNvPr>
          <p:cNvSpPr>
            <a:spLocks noGrp="1"/>
          </p:cNvSpPr>
          <p:nvPr>
            <p:ph type="title"/>
          </p:nvPr>
        </p:nvSpPr>
        <p:spPr/>
        <p:txBody>
          <a:bodyPr/>
          <a:lstStyle/>
          <a:p>
            <a:r>
              <a:rPr lang="zh-CN" altLang="en-US" dirty="0"/>
              <a:t>持续性的实体</a:t>
            </a:r>
          </a:p>
        </p:txBody>
      </p:sp>
      <p:sp>
        <p:nvSpPr>
          <p:cNvPr id="3" name="内容占位符 2">
            <a:extLst>
              <a:ext uri="{FF2B5EF4-FFF2-40B4-BE49-F238E27FC236}">
                <a16:creationId xmlns:a16="http://schemas.microsoft.com/office/drawing/2014/main" id="{D0399050-6B29-4158-AD39-CD50B09CF510}"/>
              </a:ext>
            </a:extLst>
          </p:cNvPr>
          <p:cNvSpPr>
            <a:spLocks noGrp="1"/>
          </p:cNvSpPr>
          <p:nvPr>
            <p:ph idx="1"/>
          </p:nvPr>
        </p:nvSpPr>
        <p:spPr/>
        <p:txBody>
          <a:bodyPr/>
          <a:lstStyle/>
          <a:p>
            <a:pPr algn="just"/>
            <a:r>
              <a:rPr lang="zh-CN" altLang="en-US" dirty="0"/>
              <a:t>一个持续性的实体就是一个组织架构的所有者要求</a:t>
            </a:r>
            <a:r>
              <a:rPr lang="en-US" altLang="zh-CN" dirty="0"/>
              <a:t>TPM</a:t>
            </a:r>
            <a:r>
              <a:rPr lang="zh-CN" altLang="en-US" dirty="0"/>
              <a:t>在上电周期之间保留在</a:t>
            </a:r>
            <a:r>
              <a:rPr lang="en-US" altLang="zh-CN" dirty="0"/>
              <a:t>TPM</a:t>
            </a:r>
            <a:r>
              <a:rPr lang="zh-CN" altLang="en-US" dirty="0"/>
              <a:t>中的对象。</a:t>
            </a:r>
            <a:r>
              <a:rPr lang="zh-CN" altLang="en-US" dirty="0">
                <a:solidFill>
                  <a:srgbClr val="FF0000"/>
                </a:solidFill>
              </a:rPr>
              <a:t>它与永久实体的不同之处是相关组织架构的拥有者可以清除持续性实体。因为</a:t>
            </a:r>
            <a:r>
              <a:rPr lang="en-US" altLang="zh-CN" dirty="0">
                <a:solidFill>
                  <a:srgbClr val="FF0000"/>
                </a:solidFill>
              </a:rPr>
              <a:t>TPM</a:t>
            </a:r>
            <a:r>
              <a:rPr lang="zh-CN" altLang="en-US" dirty="0">
                <a:solidFill>
                  <a:srgbClr val="FF0000"/>
                </a:solidFill>
              </a:rPr>
              <a:t>的持续性内存空间有限，所以我们应该节约使用持续性实体。</a:t>
            </a:r>
            <a:endParaRPr lang="en-US" altLang="zh-CN" dirty="0">
              <a:solidFill>
                <a:srgbClr val="FF0000"/>
              </a:solidFill>
            </a:endParaRPr>
          </a:p>
          <a:p>
            <a:pPr algn="just"/>
            <a:r>
              <a:rPr lang="zh-CN" altLang="en-US" dirty="0"/>
              <a:t>应用案例</a:t>
            </a:r>
            <a:r>
              <a:rPr lang="en-US" altLang="zh-CN" dirty="0"/>
              <a:t>1</a:t>
            </a:r>
            <a:r>
              <a:rPr lang="zh-CN" altLang="en-US" dirty="0"/>
              <a:t>：</a:t>
            </a:r>
            <a:r>
              <a:rPr lang="en-US" altLang="zh-CN" dirty="0"/>
              <a:t>VPN</a:t>
            </a:r>
            <a:r>
              <a:rPr lang="zh-CN" altLang="en-US" dirty="0"/>
              <a:t>进行密钥访问，在系统启动的早期阶段访问</a:t>
            </a:r>
            <a:r>
              <a:rPr lang="en-US" altLang="zh-CN" dirty="0"/>
              <a:t>VPN</a:t>
            </a:r>
            <a:r>
              <a:rPr lang="zh-CN" altLang="en-US" dirty="0"/>
              <a:t>时需要一个签名密钥。然而这个时候硬盘并不可用。如果某个应用将密钥保存在</a:t>
            </a:r>
            <a:r>
              <a:rPr lang="en-US" altLang="zh-CN" dirty="0"/>
              <a:t>TPM</a:t>
            </a:r>
            <a:r>
              <a:rPr lang="zh-CN" altLang="en-US" dirty="0"/>
              <a:t>的持续性存储空间内，系统在早期启动阶段可以立即使用该密钥做密码学运算。</a:t>
            </a:r>
          </a:p>
        </p:txBody>
      </p:sp>
      <p:sp>
        <p:nvSpPr>
          <p:cNvPr id="4" name="灯片编号占位符 3">
            <a:extLst>
              <a:ext uri="{FF2B5EF4-FFF2-40B4-BE49-F238E27FC236}">
                <a16:creationId xmlns:a16="http://schemas.microsoft.com/office/drawing/2014/main" id="{5999C2E9-7BC3-4A7E-B27F-A4FF4C5F598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14</a:t>
            </a:fld>
            <a:endParaRPr lang="en-US" altLang="zh-CN"/>
          </a:p>
        </p:txBody>
      </p:sp>
    </p:spTree>
    <p:extLst>
      <p:ext uri="{BB962C8B-B14F-4D97-AF65-F5344CB8AC3E}">
        <p14:creationId xmlns:p14="http://schemas.microsoft.com/office/powerpoint/2010/main" val="22212367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AD8ABE-9051-414C-A91A-C1EE4BDB8A12}"/>
              </a:ext>
            </a:extLst>
          </p:cNvPr>
          <p:cNvSpPr>
            <a:spLocks noGrp="1"/>
          </p:cNvSpPr>
          <p:nvPr>
            <p:ph type="title"/>
          </p:nvPr>
        </p:nvSpPr>
        <p:spPr/>
        <p:txBody>
          <a:bodyPr/>
          <a:lstStyle/>
          <a:p>
            <a:r>
              <a:rPr lang="zh-CN" altLang="en-US" dirty="0"/>
              <a:t>持续性的实体</a:t>
            </a:r>
          </a:p>
        </p:txBody>
      </p:sp>
      <p:sp>
        <p:nvSpPr>
          <p:cNvPr id="3" name="内容占位符 2">
            <a:extLst>
              <a:ext uri="{FF2B5EF4-FFF2-40B4-BE49-F238E27FC236}">
                <a16:creationId xmlns:a16="http://schemas.microsoft.com/office/drawing/2014/main" id="{D0399050-6B29-4158-AD39-CD50B09CF510}"/>
              </a:ext>
            </a:extLst>
          </p:cNvPr>
          <p:cNvSpPr>
            <a:spLocks noGrp="1"/>
          </p:cNvSpPr>
          <p:nvPr>
            <p:ph idx="1"/>
          </p:nvPr>
        </p:nvSpPr>
        <p:spPr/>
        <p:txBody>
          <a:bodyPr/>
          <a:lstStyle/>
          <a:p>
            <a:pPr algn="just"/>
            <a:r>
              <a:rPr lang="zh-CN" altLang="en-US" sz="2000" dirty="0"/>
              <a:t>应用案例</a:t>
            </a:r>
            <a:r>
              <a:rPr lang="en-US" altLang="zh-CN" sz="2000" dirty="0"/>
              <a:t>2</a:t>
            </a:r>
            <a:r>
              <a:rPr lang="zh-CN" altLang="en-US" sz="2000" dirty="0"/>
              <a:t>：主密钥优化  一个主存储密钥通常作为一个密钥架构的根节点。密钥生成是密码运算中最为耗时的操作。当创建一个密钥之后把它存储到</a:t>
            </a:r>
            <a:r>
              <a:rPr lang="en-US" altLang="zh-CN" sz="2000" dirty="0"/>
              <a:t>TPM</a:t>
            </a:r>
            <a:r>
              <a:rPr lang="zh-CN" altLang="en-US" sz="2000" dirty="0"/>
              <a:t>的持续性空间中，这样就可以避免每次启动都重新生成密钥。主板制造企业通常会为</a:t>
            </a:r>
            <a:r>
              <a:rPr lang="en-US" altLang="zh-CN" sz="2000" dirty="0"/>
              <a:t>TPM</a:t>
            </a:r>
            <a:r>
              <a:rPr lang="zh-CN" altLang="en-US" sz="2000" dirty="0"/>
              <a:t>配置一个受限制的签名密钥。这个密钥用于标识这个平台的身份。如果主板损坏，然后</a:t>
            </a:r>
            <a:r>
              <a:rPr lang="en-US" altLang="zh-CN" sz="2000" dirty="0"/>
              <a:t>TPM</a:t>
            </a:r>
            <a:r>
              <a:rPr lang="zh-CN" altLang="en-US" sz="2000" dirty="0"/>
              <a:t>被替换到其他主板上，那么密钥将不能被加载使用（因为这里认为默认情况下密钥存储在与主板连接的磁盘上）。同时，一个企业的</a:t>
            </a:r>
            <a:r>
              <a:rPr lang="en-US" altLang="zh-CN" sz="2000" dirty="0"/>
              <a:t>IT</a:t>
            </a:r>
            <a:r>
              <a:rPr lang="zh-CN" altLang="en-US" sz="2000" dirty="0"/>
              <a:t>部门也希望给备用主板配置新的签名密钥。但是因为一个单纯的主板并没有硬盘，所以也没有办法存储密钥。这时</a:t>
            </a:r>
            <a:r>
              <a:rPr lang="en-US" altLang="zh-CN" sz="2000" dirty="0"/>
              <a:t>IT</a:t>
            </a:r>
            <a:r>
              <a:rPr lang="zh-CN" altLang="en-US" sz="2000" dirty="0"/>
              <a:t>部门可以将生成的密钥存储在</a:t>
            </a:r>
            <a:r>
              <a:rPr lang="en-US" altLang="zh-CN" sz="2000" dirty="0"/>
              <a:t>TPM</a:t>
            </a:r>
            <a:r>
              <a:rPr lang="zh-CN" altLang="en-US" sz="2000" dirty="0"/>
              <a:t>的持续性空间里，这要以来即使主板损坏了，</a:t>
            </a:r>
            <a:r>
              <a:rPr lang="en-US" altLang="zh-CN" sz="2000" dirty="0"/>
              <a:t>TPM</a:t>
            </a:r>
            <a:r>
              <a:rPr lang="zh-CN" altLang="en-US" sz="2000" dirty="0"/>
              <a:t>持续性空间存储的密钥仍然可以在替换的主板上使用。通常情况下，主存储密钥比如</a:t>
            </a:r>
            <a:r>
              <a:rPr lang="en-US" altLang="zh-CN" sz="2000" dirty="0"/>
              <a:t>SRK</a:t>
            </a:r>
            <a:r>
              <a:rPr lang="zh-CN" altLang="en-US" sz="2000" dirty="0"/>
              <a:t>，受限的主签名密钥比如身份认证密钥</a:t>
            </a:r>
            <a:r>
              <a:rPr lang="en-US" altLang="zh-CN" sz="2000" dirty="0"/>
              <a:t>AIK</a:t>
            </a:r>
            <a:r>
              <a:rPr lang="zh-CN" altLang="en-US" sz="2000" dirty="0"/>
              <a:t>，以及背书密钥是</a:t>
            </a:r>
            <a:r>
              <a:rPr lang="en-US" altLang="zh-CN" sz="2000" dirty="0"/>
              <a:t>TPM</a:t>
            </a:r>
            <a:r>
              <a:rPr lang="zh-CN" altLang="en-US" sz="2000" dirty="0"/>
              <a:t>中仅有的持续性实体。</a:t>
            </a:r>
          </a:p>
        </p:txBody>
      </p:sp>
      <p:sp>
        <p:nvSpPr>
          <p:cNvPr id="4" name="灯片编号占位符 3">
            <a:extLst>
              <a:ext uri="{FF2B5EF4-FFF2-40B4-BE49-F238E27FC236}">
                <a16:creationId xmlns:a16="http://schemas.microsoft.com/office/drawing/2014/main" id="{5999C2E9-7BC3-4A7E-B27F-A4FF4C5F598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15</a:t>
            </a:fld>
            <a:endParaRPr lang="en-US" altLang="zh-CN"/>
          </a:p>
        </p:txBody>
      </p:sp>
    </p:spTree>
    <p:extLst>
      <p:ext uri="{BB962C8B-B14F-4D97-AF65-F5344CB8AC3E}">
        <p14:creationId xmlns:p14="http://schemas.microsoft.com/office/powerpoint/2010/main" val="39347577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4C7C2D-E901-4A9D-8F1B-18F61A030C5E}"/>
              </a:ext>
            </a:extLst>
          </p:cNvPr>
          <p:cNvSpPr>
            <a:spLocks noGrp="1"/>
          </p:cNvSpPr>
          <p:nvPr>
            <p:ph type="title"/>
          </p:nvPr>
        </p:nvSpPr>
        <p:spPr/>
        <p:txBody>
          <a:bodyPr/>
          <a:lstStyle/>
          <a:p>
            <a:r>
              <a:rPr lang="zh-CN" altLang="en-US" dirty="0"/>
              <a:t>实体的名称</a:t>
            </a:r>
          </a:p>
        </p:txBody>
      </p:sp>
      <p:sp>
        <p:nvSpPr>
          <p:cNvPr id="3" name="内容占位符 2">
            <a:extLst>
              <a:ext uri="{FF2B5EF4-FFF2-40B4-BE49-F238E27FC236}">
                <a16:creationId xmlns:a16="http://schemas.microsoft.com/office/drawing/2014/main" id="{6D33A25A-FF58-4B6C-BC70-B7852CFC2D81}"/>
              </a:ext>
            </a:extLst>
          </p:cNvPr>
          <p:cNvSpPr>
            <a:spLocks noGrp="1"/>
          </p:cNvSpPr>
          <p:nvPr>
            <p:ph idx="1"/>
          </p:nvPr>
        </p:nvSpPr>
        <p:spPr/>
        <p:txBody>
          <a:bodyPr/>
          <a:lstStyle/>
          <a:p>
            <a:pPr algn="just"/>
            <a:r>
              <a:rPr lang="zh-CN" altLang="en-US" dirty="0"/>
              <a:t>实体的名称是</a:t>
            </a:r>
            <a:r>
              <a:rPr lang="en-US" altLang="zh-CN" dirty="0"/>
              <a:t>TPM2.0</a:t>
            </a:r>
            <a:r>
              <a:rPr lang="zh-CN" altLang="en-US" dirty="0"/>
              <a:t>的一个新概念，它主要用于解决</a:t>
            </a:r>
            <a:r>
              <a:rPr lang="en-US" altLang="zh-CN" dirty="0"/>
              <a:t>TPM1.2</a:t>
            </a:r>
            <a:r>
              <a:rPr lang="zh-CN" altLang="en-US" dirty="0"/>
              <a:t>规范中出现的问题。极端严苛的安全分析表明，攻击者有可能在数据被传送到</a:t>
            </a:r>
            <a:r>
              <a:rPr lang="en-US" altLang="zh-CN" dirty="0"/>
              <a:t>TPM</a:t>
            </a:r>
            <a:r>
              <a:rPr lang="zh-CN" altLang="en-US" dirty="0"/>
              <a:t>的过程中截获这些数据，</a:t>
            </a:r>
            <a:r>
              <a:rPr lang="en-US" altLang="zh-CN" dirty="0"/>
              <a:t>TPM</a:t>
            </a:r>
            <a:r>
              <a:rPr lang="zh-CN" altLang="en-US" dirty="0"/>
              <a:t>需要防止这种篡改数据的攻击方式。但是</a:t>
            </a:r>
            <a:r>
              <a:rPr lang="en-US" altLang="zh-CN" dirty="0"/>
              <a:t>TPM</a:t>
            </a:r>
            <a:r>
              <a:rPr lang="zh-CN" altLang="en-US" dirty="0"/>
              <a:t>的存储资源有限，所以它允许一个密钥管理器在必要的时候将密钥加载到</a:t>
            </a:r>
            <a:r>
              <a:rPr lang="en-US" altLang="zh-CN" dirty="0"/>
              <a:t>TPM</a:t>
            </a:r>
            <a:r>
              <a:rPr lang="zh-CN" altLang="en-US" dirty="0"/>
              <a:t>或者由</a:t>
            </a:r>
            <a:r>
              <a:rPr lang="en-US" altLang="zh-CN" dirty="0"/>
              <a:t>TPM</a:t>
            </a:r>
            <a:r>
              <a:rPr lang="zh-CN" altLang="en-US" dirty="0"/>
              <a:t>导出。当密钥被加载到</a:t>
            </a:r>
            <a:r>
              <a:rPr lang="en-US" altLang="zh-CN" dirty="0"/>
              <a:t>TPM</a:t>
            </a:r>
            <a:r>
              <a:rPr lang="zh-CN" altLang="en-US" dirty="0"/>
              <a:t>之后，密钥就可以通过句柄来访问，这个句柄就是密钥所加载到的内存的速记符。因为应用软件可能不知道密钥管理器为了腾出额外空间改变了密钥的位置，所以密钥的</a:t>
            </a:r>
            <a:r>
              <a:rPr lang="en-US" altLang="zh-CN" dirty="0"/>
              <a:t>handle</a:t>
            </a:r>
            <a:r>
              <a:rPr lang="zh-CN" altLang="en-US" dirty="0"/>
              <a:t>也就没有防止修改的保护机制，并且恶意软件可以通过修改发送到</a:t>
            </a:r>
            <a:r>
              <a:rPr lang="en-US" altLang="zh-CN" dirty="0"/>
              <a:t>TPM</a:t>
            </a:r>
            <a:r>
              <a:rPr lang="zh-CN" altLang="en-US" dirty="0"/>
              <a:t>的数据来非法访问一个句柄指向的位置。</a:t>
            </a:r>
          </a:p>
        </p:txBody>
      </p:sp>
      <p:sp>
        <p:nvSpPr>
          <p:cNvPr id="4" name="灯片编号占位符 3">
            <a:extLst>
              <a:ext uri="{FF2B5EF4-FFF2-40B4-BE49-F238E27FC236}">
                <a16:creationId xmlns:a16="http://schemas.microsoft.com/office/drawing/2014/main" id="{0AFD631E-B036-4F1B-B528-7D7F7CCBA77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16</a:t>
            </a:fld>
            <a:endParaRPr lang="en-US" altLang="zh-CN"/>
          </a:p>
        </p:txBody>
      </p:sp>
    </p:spTree>
    <p:extLst>
      <p:ext uri="{BB962C8B-B14F-4D97-AF65-F5344CB8AC3E}">
        <p14:creationId xmlns:p14="http://schemas.microsoft.com/office/powerpoint/2010/main" val="24347171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D9D94C-A7EF-43AF-9B47-C83E059BFF00}"/>
              </a:ext>
            </a:extLst>
          </p:cNvPr>
          <p:cNvSpPr>
            <a:spLocks noGrp="1"/>
          </p:cNvSpPr>
          <p:nvPr>
            <p:ph type="title"/>
          </p:nvPr>
        </p:nvSpPr>
        <p:spPr/>
        <p:txBody>
          <a:bodyPr/>
          <a:lstStyle/>
          <a:p>
            <a:r>
              <a:rPr lang="zh-CN" altLang="en-US" dirty="0"/>
              <a:t>实体名称的作用</a:t>
            </a:r>
          </a:p>
        </p:txBody>
      </p:sp>
      <p:sp>
        <p:nvSpPr>
          <p:cNvPr id="3" name="内容占位符 2">
            <a:extLst>
              <a:ext uri="{FF2B5EF4-FFF2-40B4-BE49-F238E27FC236}">
                <a16:creationId xmlns:a16="http://schemas.microsoft.com/office/drawing/2014/main" id="{C113CD0F-F640-4C6C-B719-F45ECA2CEF85}"/>
              </a:ext>
            </a:extLst>
          </p:cNvPr>
          <p:cNvSpPr>
            <a:spLocks noGrp="1"/>
          </p:cNvSpPr>
          <p:nvPr>
            <p:ph idx="1"/>
          </p:nvPr>
        </p:nvSpPr>
        <p:spPr>
          <a:xfrm>
            <a:off x="381000" y="1463675"/>
            <a:ext cx="8296656" cy="3568593"/>
          </a:xfrm>
        </p:spPr>
        <p:txBody>
          <a:bodyPr/>
          <a:lstStyle/>
          <a:p>
            <a:r>
              <a:rPr lang="zh-CN" altLang="en-US" dirty="0"/>
              <a:t>通常情况下，上面描述的问题并不严重。但是如果用户将两个以上的密钥设置相同的口令，那么有可能通过修改句柄来非法访问另外一个具有相同口令的密钥。虽然在实际中很难实现，但是存在理论上的可能，为安全起见，</a:t>
            </a:r>
            <a:r>
              <a:rPr lang="en-US" altLang="zh-CN" dirty="0"/>
              <a:t>TPM</a:t>
            </a:r>
            <a:r>
              <a:rPr lang="zh-CN" altLang="en-US" dirty="0"/>
              <a:t>规范的制定者决定给每一个</a:t>
            </a:r>
            <a:r>
              <a:rPr lang="en-US" altLang="zh-CN" dirty="0"/>
              <a:t>TPM</a:t>
            </a:r>
            <a:r>
              <a:rPr lang="zh-CN" altLang="en-US" dirty="0"/>
              <a:t>实体赋予一个全局唯一的名字，比如当使用某个实体的进行</a:t>
            </a:r>
            <a:r>
              <a:rPr lang="en-US" altLang="zh-CN" dirty="0"/>
              <a:t>HMAC</a:t>
            </a:r>
            <a:r>
              <a:rPr lang="zh-CN" altLang="en-US" dirty="0"/>
              <a:t>授权计算时，就可以把实体的名称传给</a:t>
            </a:r>
            <a:r>
              <a:rPr lang="en-US" altLang="zh-CN" dirty="0"/>
              <a:t>HMAC</a:t>
            </a:r>
            <a:r>
              <a:rPr lang="zh-CN" altLang="en-US" dirty="0"/>
              <a:t>计算命令。这样一来，即使句柄发生变化也没有问题，因为实体的名称唯一而且不会变化。</a:t>
            </a:r>
          </a:p>
        </p:txBody>
      </p:sp>
      <p:sp>
        <p:nvSpPr>
          <p:cNvPr id="4" name="灯片编号占位符 3">
            <a:extLst>
              <a:ext uri="{FF2B5EF4-FFF2-40B4-BE49-F238E27FC236}">
                <a16:creationId xmlns:a16="http://schemas.microsoft.com/office/drawing/2014/main" id="{466E717F-BE7E-42E2-8418-B6C7F2041F0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17</a:t>
            </a:fld>
            <a:endParaRPr lang="en-US" altLang="zh-CN"/>
          </a:p>
        </p:txBody>
      </p:sp>
    </p:spTree>
    <p:extLst>
      <p:ext uri="{BB962C8B-B14F-4D97-AF65-F5344CB8AC3E}">
        <p14:creationId xmlns:p14="http://schemas.microsoft.com/office/powerpoint/2010/main" val="25522700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32B887-1008-4F5F-9E36-5D960A0763DD}"/>
              </a:ext>
            </a:extLst>
          </p:cNvPr>
          <p:cNvSpPr>
            <a:spLocks noGrp="1"/>
          </p:cNvSpPr>
          <p:nvPr>
            <p:ph type="title"/>
          </p:nvPr>
        </p:nvSpPr>
        <p:spPr/>
        <p:txBody>
          <a:bodyPr/>
          <a:lstStyle/>
          <a:p>
            <a:r>
              <a:rPr lang="zh-CN" altLang="en-US" dirty="0"/>
              <a:t>实体名称的作用</a:t>
            </a:r>
          </a:p>
        </p:txBody>
      </p:sp>
      <p:sp>
        <p:nvSpPr>
          <p:cNvPr id="3" name="内容占位符 2">
            <a:extLst>
              <a:ext uri="{FF2B5EF4-FFF2-40B4-BE49-F238E27FC236}">
                <a16:creationId xmlns:a16="http://schemas.microsoft.com/office/drawing/2014/main" id="{5EB76895-944F-4974-A66E-D1ACCF15B2BA}"/>
              </a:ext>
            </a:extLst>
          </p:cNvPr>
          <p:cNvSpPr>
            <a:spLocks noGrp="1"/>
          </p:cNvSpPr>
          <p:nvPr>
            <p:ph idx="1"/>
          </p:nvPr>
        </p:nvSpPr>
        <p:spPr/>
        <p:txBody>
          <a:bodyPr/>
          <a:lstStyle/>
          <a:p>
            <a:r>
              <a:rPr lang="zh-CN" altLang="en-US" dirty="0"/>
              <a:t>有了实体名称后，在使用</a:t>
            </a:r>
            <a:r>
              <a:rPr lang="en-US" altLang="zh-CN" dirty="0"/>
              <a:t>TPM</a:t>
            </a:r>
            <a:r>
              <a:rPr lang="zh-CN" altLang="en-US" dirty="0"/>
              <a:t>命令进行</a:t>
            </a:r>
            <a:r>
              <a:rPr lang="en-US" altLang="zh-CN" dirty="0"/>
              <a:t>HMAC</a:t>
            </a:r>
            <a:r>
              <a:rPr lang="zh-CN" altLang="en-US" dirty="0"/>
              <a:t>授权时，会对</a:t>
            </a:r>
            <a:r>
              <a:rPr lang="en-US" altLang="zh-CN" dirty="0"/>
              <a:t>TPM</a:t>
            </a:r>
            <a:r>
              <a:rPr lang="zh-CN" altLang="en-US" dirty="0"/>
              <a:t>命令参数进行哈希，然后还会在计算中隐式地加上句柄相关的实体名称，即使命令参数中不包含实体的名称也是如此。在这种情况下，攻击者只能修改实体的句柄，但是不能修改实体的名称，因为修改会导致</a:t>
            </a:r>
            <a:r>
              <a:rPr lang="en-US" altLang="zh-CN" dirty="0"/>
              <a:t>HMAC</a:t>
            </a:r>
            <a:r>
              <a:rPr lang="zh-CN" altLang="en-US" dirty="0"/>
              <a:t>授权失败。</a:t>
            </a:r>
          </a:p>
          <a:p>
            <a:endParaRPr lang="zh-CN" altLang="en-US" dirty="0"/>
          </a:p>
          <a:p>
            <a:r>
              <a:rPr lang="zh-CN" altLang="en-US" dirty="0">
                <a:solidFill>
                  <a:srgbClr val="FF0000"/>
                </a:solidFill>
              </a:rPr>
              <a:t>名称是一个</a:t>
            </a:r>
            <a:r>
              <a:rPr lang="en-US" altLang="zh-CN" dirty="0">
                <a:solidFill>
                  <a:srgbClr val="FF0000"/>
                </a:solidFill>
              </a:rPr>
              <a:t>TPM</a:t>
            </a:r>
            <a:r>
              <a:rPr lang="zh-CN" altLang="en-US" dirty="0">
                <a:solidFill>
                  <a:srgbClr val="FF0000"/>
                </a:solidFill>
              </a:rPr>
              <a:t>实体唯一的身份标示。对于永久性的实体来说（如</a:t>
            </a:r>
            <a:r>
              <a:rPr lang="en-US" altLang="zh-CN" dirty="0">
                <a:solidFill>
                  <a:srgbClr val="FF0000"/>
                </a:solidFill>
              </a:rPr>
              <a:t>PCR</a:t>
            </a:r>
            <a:r>
              <a:rPr lang="zh-CN" altLang="en-US" dirty="0">
                <a:solidFill>
                  <a:srgbClr val="FF0000"/>
                </a:solidFill>
              </a:rPr>
              <a:t>和组织架构），因为他们的句柄永远不会变，所以句柄就可以作为它们的名称</a:t>
            </a:r>
            <a:r>
              <a:rPr lang="zh-CN" altLang="en-US" dirty="0"/>
              <a:t>。但是</a:t>
            </a:r>
            <a:r>
              <a:rPr lang="zh-CN" altLang="en-US" dirty="0">
                <a:solidFill>
                  <a:srgbClr val="FF0000"/>
                </a:solidFill>
              </a:rPr>
              <a:t>对于其他的实体（如</a:t>
            </a:r>
            <a:r>
              <a:rPr lang="en-US" altLang="zh-CN" dirty="0">
                <a:solidFill>
                  <a:srgbClr val="FF0000"/>
                </a:solidFill>
              </a:rPr>
              <a:t>NV</a:t>
            </a:r>
            <a:r>
              <a:rPr lang="zh-CN" altLang="en-US" dirty="0">
                <a:solidFill>
                  <a:srgbClr val="FF0000"/>
                </a:solidFill>
              </a:rPr>
              <a:t>索引和加载的对象）来说，它们的名称实际上是他们各自的公开数据的哈希值</a:t>
            </a:r>
            <a:r>
              <a:rPr lang="zh-CN" altLang="en-US" dirty="0"/>
              <a:t>。</a:t>
            </a:r>
            <a:r>
              <a:rPr lang="en-US" altLang="zh-CN" dirty="0"/>
              <a:t>TPM</a:t>
            </a:r>
            <a:r>
              <a:rPr lang="zh-CN" altLang="en-US" dirty="0"/>
              <a:t>设备本身和</a:t>
            </a:r>
            <a:r>
              <a:rPr lang="en-US" altLang="zh-CN" dirty="0"/>
              <a:t>API</a:t>
            </a:r>
            <a:r>
              <a:rPr lang="zh-CN" altLang="en-US" dirty="0"/>
              <a:t>调用者在授权时会独立地计算实体的名称。</a:t>
            </a:r>
          </a:p>
        </p:txBody>
      </p:sp>
      <p:sp>
        <p:nvSpPr>
          <p:cNvPr id="4" name="灯片编号占位符 3">
            <a:extLst>
              <a:ext uri="{FF2B5EF4-FFF2-40B4-BE49-F238E27FC236}">
                <a16:creationId xmlns:a16="http://schemas.microsoft.com/office/drawing/2014/main" id="{BBDE2736-5F33-4602-AB97-82A9FCDDA55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18</a:t>
            </a:fld>
            <a:endParaRPr lang="en-US" altLang="zh-CN"/>
          </a:p>
        </p:txBody>
      </p:sp>
    </p:spTree>
    <p:extLst>
      <p:ext uri="{BB962C8B-B14F-4D97-AF65-F5344CB8AC3E}">
        <p14:creationId xmlns:p14="http://schemas.microsoft.com/office/powerpoint/2010/main" val="34754561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F18533-0AE0-43FA-AE54-BA82A1AE1971}"/>
              </a:ext>
            </a:extLst>
          </p:cNvPr>
          <p:cNvSpPr>
            <a:spLocks noGrp="1"/>
          </p:cNvSpPr>
          <p:nvPr>
            <p:ph type="title"/>
          </p:nvPr>
        </p:nvSpPr>
        <p:spPr>
          <a:xfrm>
            <a:off x="217226" y="304800"/>
            <a:ext cx="7543801" cy="639763"/>
          </a:xfrm>
        </p:spPr>
        <p:txBody>
          <a:bodyPr/>
          <a:lstStyle/>
          <a:p>
            <a:r>
              <a:rPr lang="zh-CN" altLang="en-US" dirty="0"/>
              <a:t>实体名称的作用</a:t>
            </a:r>
            <a:r>
              <a:rPr lang="en-US" altLang="zh-CN" dirty="0"/>
              <a:t>--</a:t>
            </a:r>
            <a:r>
              <a:rPr lang="zh-CN" altLang="en-US" dirty="0"/>
              <a:t>安全使用实体</a:t>
            </a:r>
          </a:p>
        </p:txBody>
      </p:sp>
      <p:sp>
        <p:nvSpPr>
          <p:cNvPr id="3" name="内容占位符 2">
            <a:extLst>
              <a:ext uri="{FF2B5EF4-FFF2-40B4-BE49-F238E27FC236}">
                <a16:creationId xmlns:a16="http://schemas.microsoft.com/office/drawing/2014/main" id="{63BC9D29-CCDF-468C-9EE0-DFBBE6C6A183}"/>
              </a:ext>
            </a:extLst>
          </p:cNvPr>
          <p:cNvSpPr>
            <a:spLocks noGrp="1"/>
          </p:cNvSpPr>
          <p:nvPr>
            <p:ph idx="1"/>
          </p:nvPr>
        </p:nvSpPr>
        <p:spPr/>
        <p:txBody>
          <a:bodyPr/>
          <a:lstStyle/>
          <a:p>
            <a:r>
              <a:rPr lang="zh-CN" altLang="en-US" dirty="0">
                <a:solidFill>
                  <a:srgbClr val="FF0000"/>
                </a:solidFill>
              </a:rPr>
              <a:t>基于安全的考虑，在创建一个实体时就计算它的名称并合理存储是非常重要的。一种非常容易受到攻击的实现是提供一个由</a:t>
            </a:r>
            <a:r>
              <a:rPr lang="en-US" altLang="zh-CN" dirty="0">
                <a:solidFill>
                  <a:srgbClr val="FF0000"/>
                </a:solidFill>
              </a:rPr>
              <a:t>handle</a:t>
            </a:r>
            <a:r>
              <a:rPr lang="zh-CN" altLang="en-US" dirty="0">
                <a:solidFill>
                  <a:srgbClr val="FF0000"/>
                </a:solidFill>
              </a:rPr>
              <a:t>产生名称的函数，这个函数用</a:t>
            </a:r>
            <a:r>
              <a:rPr lang="en-US" altLang="zh-CN" dirty="0">
                <a:solidFill>
                  <a:srgbClr val="FF0000"/>
                </a:solidFill>
              </a:rPr>
              <a:t>handle</a:t>
            </a:r>
            <a:r>
              <a:rPr lang="zh-CN" altLang="en-US" dirty="0">
                <a:solidFill>
                  <a:srgbClr val="FF0000"/>
                </a:solidFill>
              </a:rPr>
              <a:t>作为输入，然后通过</a:t>
            </a:r>
            <a:r>
              <a:rPr lang="en-US" altLang="zh-CN" dirty="0">
                <a:solidFill>
                  <a:srgbClr val="FF0000"/>
                </a:solidFill>
              </a:rPr>
              <a:t>handle</a:t>
            </a:r>
            <a:r>
              <a:rPr lang="zh-CN" altLang="en-US" dirty="0">
                <a:solidFill>
                  <a:srgbClr val="FF0000"/>
                </a:solidFill>
              </a:rPr>
              <a:t>引用相关实体的公开数据并计算名称。这种做法将完全破坏使用名称来做</a:t>
            </a:r>
            <a:r>
              <a:rPr lang="en-US" altLang="zh-CN" dirty="0">
                <a:solidFill>
                  <a:srgbClr val="FF0000"/>
                </a:solidFill>
              </a:rPr>
              <a:t>HMAC</a:t>
            </a:r>
            <a:r>
              <a:rPr lang="zh-CN" altLang="en-US" dirty="0">
                <a:solidFill>
                  <a:srgbClr val="FF0000"/>
                </a:solidFill>
              </a:rPr>
              <a:t>运算的初衷。因为</a:t>
            </a:r>
            <a:r>
              <a:rPr lang="en-US" altLang="zh-CN" dirty="0">
                <a:solidFill>
                  <a:srgbClr val="FF0000"/>
                </a:solidFill>
              </a:rPr>
              <a:t>handle</a:t>
            </a:r>
            <a:r>
              <a:rPr lang="zh-CN" altLang="en-US" dirty="0">
                <a:solidFill>
                  <a:srgbClr val="FF0000"/>
                </a:solidFill>
              </a:rPr>
              <a:t>有可能被篡改，这样计算出的名称就有可能不是授权者预期的名称。</a:t>
            </a:r>
          </a:p>
        </p:txBody>
      </p:sp>
      <p:sp>
        <p:nvSpPr>
          <p:cNvPr id="4" name="灯片编号占位符 3">
            <a:extLst>
              <a:ext uri="{FF2B5EF4-FFF2-40B4-BE49-F238E27FC236}">
                <a16:creationId xmlns:a16="http://schemas.microsoft.com/office/drawing/2014/main" id="{9D6186C0-7D7D-472A-8389-67929C96F83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19</a:t>
            </a:fld>
            <a:endParaRPr lang="en-US" altLang="zh-CN"/>
          </a:p>
        </p:txBody>
      </p:sp>
    </p:spTree>
    <p:extLst>
      <p:ext uri="{BB962C8B-B14F-4D97-AF65-F5344CB8AC3E}">
        <p14:creationId xmlns:p14="http://schemas.microsoft.com/office/powerpoint/2010/main" val="33003256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CCDBCF-4F53-4F36-A2A1-87ABDB1CD1DC}"/>
              </a:ext>
            </a:extLst>
          </p:cNvPr>
          <p:cNvSpPr>
            <a:spLocks noGrp="1"/>
          </p:cNvSpPr>
          <p:nvPr>
            <p:ph type="title"/>
          </p:nvPr>
        </p:nvSpPr>
        <p:spPr>
          <a:xfrm>
            <a:off x="0" y="269543"/>
            <a:ext cx="7916839" cy="639763"/>
          </a:xfrm>
        </p:spPr>
        <p:txBody>
          <a:bodyPr/>
          <a:lstStyle/>
          <a:p>
            <a:r>
              <a:rPr lang="zh-CN" altLang="en-US" dirty="0"/>
              <a:t>实体名称的作用</a:t>
            </a:r>
            <a:r>
              <a:rPr lang="en-US" altLang="zh-CN" dirty="0"/>
              <a:t>--</a:t>
            </a:r>
            <a:r>
              <a:rPr lang="zh-CN" altLang="en-US" dirty="0"/>
              <a:t>防止攻击者读取秘密信息</a:t>
            </a:r>
          </a:p>
        </p:txBody>
      </p:sp>
      <p:sp>
        <p:nvSpPr>
          <p:cNvPr id="3" name="内容占位符 2">
            <a:extLst>
              <a:ext uri="{FF2B5EF4-FFF2-40B4-BE49-F238E27FC236}">
                <a16:creationId xmlns:a16="http://schemas.microsoft.com/office/drawing/2014/main" id="{E23356E7-275A-4C9D-83BE-2AA0ED90D1E5}"/>
              </a:ext>
            </a:extLst>
          </p:cNvPr>
          <p:cNvSpPr>
            <a:spLocks noGrp="1"/>
          </p:cNvSpPr>
          <p:nvPr>
            <p:ph idx="1"/>
          </p:nvPr>
        </p:nvSpPr>
        <p:spPr/>
        <p:txBody>
          <a:bodyPr/>
          <a:lstStyle/>
          <a:p>
            <a:r>
              <a:rPr lang="zh-CN" altLang="en-US" dirty="0"/>
              <a:t>用户可能定义一个普通的索引用于存储秘密信息。索引的</a:t>
            </a:r>
            <a:r>
              <a:rPr lang="en-US" altLang="zh-CN" dirty="0"/>
              <a:t>policy</a:t>
            </a:r>
            <a:r>
              <a:rPr lang="zh-CN" altLang="en-US" dirty="0"/>
              <a:t>保证只有用户自己可以读取秘密信息。然而在写入秘密信息之前，</a:t>
            </a:r>
            <a:r>
              <a:rPr lang="zh-CN" altLang="en-US" dirty="0">
                <a:solidFill>
                  <a:srgbClr val="FF0000"/>
                </a:solidFill>
              </a:rPr>
              <a:t>攻击者可能删除并使用不同的</a:t>
            </a:r>
            <a:r>
              <a:rPr lang="en-US" altLang="zh-CN" dirty="0">
                <a:solidFill>
                  <a:srgbClr val="FF0000"/>
                </a:solidFill>
              </a:rPr>
              <a:t>policy</a:t>
            </a:r>
            <a:r>
              <a:rPr lang="zh-CN" altLang="en-US" dirty="0">
                <a:solidFill>
                  <a:srgbClr val="FF0000"/>
                </a:solidFill>
              </a:rPr>
              <a:t>重新创建这个索引，这个</a:t>
            </a:r>
            <a:r>
              <a:rPr lang="en-US" altLang="zh-CN" dirty="0">
                <a:solidFill>
                  <a:srgbClr val="FF0000"/>
                </a:solidFill>
              </a:rPr>
              <a:t>policy</a:t>
            </a:r>
            <a:r>
              <a:rPr lang="zh-CN" altLang="en-US" dirty="0">
                <a:solidFill>
                  <a:srgbClr val="FF0000"/>
                </a:solidFill>
              </a:rPr>
              <a:t>允许攻击者可以读取索引位置的秘密信息。由于索引名称是通过索引公开部分的哈希计算出来的，所以攻击者最终会因为索引名称改变而授权失败。</a:t>
            </a:r>
            <a:r>
              <a:rPr lang="zh-CN" altLang="en-US" dirty="0"/>
              <a:t>当用户试图去向新创建的索引位置写入秘密信息时也会授权失败，因为“事先通过哈希计算好的名称”将会用于写入命令的参数哈希值计算。暂时性和持续性实体的名称同样也是由其公共区域的摘要计算而来。实体的公共区域因类型不同而不同。</a:t>
            </a:r>
          </a:p>
        </p:txBody>
      </p:sp>
      <p:sp>
        <p:nvSpPr>
          <p:cNvPr id="4" name="灯片编号占位符 3">
            <a:extLst>
              <a:ext uri="{FF2B5EF4-FFF2-40B4-BE49-F238E27FC236}">
                <a16:creationId xmlns:a16="http://schemas.microsoft.com/office/drawing/2014/main" id="{71A7B30B-1653-4584-BE41-E380623C9A0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20</a:t>
            </a:fld>
            <a:endParaRPr lang="en-US" altLang="zh-CN"/>
          </a:p>
        </p:txBody>
      </p:sp>
    </p:spTree>
    <p:extLst>
      <p:ext uri="{BB962C8B-B14F-4D97-AF65-F5344CB8AC3E}">
        <p14:creationId xmlns:p14="http://schemas.microsoft.com/office/powerpoint/2010/main" val="903826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6D34A-2794-43B5-A058-EFA2206249CA}"/>
              </a:ext>
            </a:extLst>
          </p:cNvPr>
          <p:cNvSpPr>
            <a:spLocks noGrp="1"/>
          </p:cNvSpPr>
          <p:nvPr>
            <p:ph type="title"/>
          </p:nvPr>
        </p:nvSpPr>
        <p:spPr>
          <a:xfrm>
            <a:off x="172344" y="304800"/>
            <a:ext cx="7879835" cy="639763"/>
          </a:xfrm>
        </p:spPr>
        <p:txBody>
          <a:bodyPr/>
          <a:lstStyle/>
          <a:p>
            <a:r>
              <a:rPr lang="zh-CN" altLang="en-US" dirty="0"/>
              <a:t>实体名称的作用</a:t>
            </a:r>
            <a:r>
              <a:rPr lang="en-US" altLang="zh-CN" dirty="0"/>
              <a:t>--</a:t>
            </a:r>
            <a:r>
              <a:rPr lang="zh-CN" altLang="en-US" dirty="0"/>
              <a:t>方便</a:t>
            </a:r>
            <a:r>
              <a:rPr lang="en-US" altLang="zh-CN" dirty="0"/>
              <a:t>TPM</a:t>
            </a:r>
            <a:r>
              <a:rPr lang="zh-CN" altLang="en-US" dirty="0"/>
              <a:t>密钥的安全管理</a:t>
            </a:r>
          </a:p>
        </p:txBody>
      </p:sp>
      <p:sp>
        <p:nvSpPr>
          <p:cNvPr id="3" name="内容占位符 2">
            <a:extLst>
              <a:ext uri="{FF2B5EF4-FFF2-40B4-BE49-F238E27FC236}">
                <a16:creationId xmlns:a16="http://schemas.microsoft.com/office/drawing/2014/main" id="{23CAA6E8-25A4-4F7C-B185-A4AAB78F341B}"/>
              </a:ext>
            </a:extLst>
          </p:cNvPr>
          <p:cNvSpPr>
            <a:spLocks noGrp="1"/>
          </p:cNvSpPr>
          <p:nvPr>
            <p:ph idx="1"/>
          </p:nvPr>
        </p:nvSpPr>
        <p:spPr/>
        <p:txBody>
          <a:bodyPr/>
          <a:lstStyle/>
          <a:p>
            <a:pPr algn="just"/>
            <a:r>
              <a:rPr lang="zh-CN" altLang="en-US" dirty="0"/>
              <a:t>当用户加载一个密钥时会收到</a:t>
            </a:r>
            <a:r>
              <a:rPr lang="en-US" altLang="zh-CN" dirty="0"/>
              <a:t>TPM</a:t>
            </a:r>
            <a:r>
              <a:rPr lang="zh-CN" altLang="en-US" dirty="0"/>
              <a:t>返回的</a:t>
            </a:r>
            <a:r>
              <a:rPr lang="en-US" altLang="zh-CN" dirty="0"/>
              <a:t>handle</a:t>
            </a:r>
            <a:r>
              <a:rPr lang="zh-CN" altLang="en-US" dirty="0"/>
              <a:t>。用户申请这个密钥的授权时会计算命令参数的</a:t>
            </a:r>
            <a:r>
              <a:rPr lang="en-US" altLang="zh-CN" dirty="0"/>
              <a:t>HMAC</a:t>
            </a:r>
            <a:r>
              <a:rPr lang="zh-CN" altLang="en-US" dirty="0"/>
              <a:t>值，</a:t>
            </a:r>
            <a:r>
              <a:rPr lang="en-US" altLang="zh-CN" dirty="0"/>
              <a:t>HMAC</a:t>
            </a:r>
            <a:r>
              <a:rPr lang="zh-CN" altLang="en-US" dirty="0"/>
              <a:t>值会隐式地包含密钥的名称（前文已经说过）。资源管理器可能在用户不知情的情况下将密钥导出，然后又重新加载到</a:t>
            </a:r>
            <a:r>
              <a:rPr lang="en-US" altLang="zh-CN" dirty="0"/>
              <a:t>TPM</a:t>
            </a:r>
            <a:r>
              <a:rPr lang="zh-CN" altLang="en-US" dirty="0"/>
              <a:t>中。需要知道的是，密钥重新加载到</a:t>
            </a:r>
            <a:r>
              <a:rPr lang="en-US" altLang="zh-CN" dirty="0"/>
              <a:t>TPM</a:t>
            </a:r>
            <a:r>
              <a:rPr lang="zh-CN" altLang="en-US" dirty="0"/>
              <a:t>后</a:t>
            </a:r>
            <a:r>
              <a:rPr lang="en-US" altLang="zh-CN" dirty="0"/>
              <a:t>handle</a:t>
            </a:r>
            <a:r>
              <a:rPr lang="zh-CN" altLang="en-US" dirty="0"/>
              <a:t>就会发生变化。资源管理器会将用户的</a:t>
            </a:r>
            <a:r>
              <a:rPr lang="en-US" altLang="zh-CN" dirty="0"/>
              <a:t>handle</a:t>
            </a:r>
            <a:r>
              <a:rPr lang="zh-CN" altLang="en-US" dirty="0"/>
              <a:t>替换成新的</a:t>
            </a:r>
            <a:r>
              <a:rPr lang="en-US" altLang="zh-CN" dirty="0"/>
              <a:t>handle</a:t>
            </a:r>
            <a:r>
              <a:rPr lang="zh-CN" altLang="en-US" dirty="0"/>
              <a:t>。这时授权仍然能够成功的原因是授权计算时并没有包含</a:t>
            </a:r>
            <a:r>
              <a:rPr lang="en-US" altLang="zh-CN" dirty="0"/>
              <a:t>handle</a:t>
            </a:r>
            <a:r>
              <a:rPr lang="zh-CN" altLang="en-US" dirty="0"/>
              <a:t>，而是名称。</a:t>
            </a:r>
          </a:p>
        </p:txBody>
      </p:sp>
      <p:sp>
        <p:nvSpPr>
          <p:cNvPr id="4" name="灯片编号占位符 3">
            <a:extLst>
              <a:ext uri="{FF2B5EF4-FFF2-40B4-BE49-F238E27FC236}">
                <a16:creationId xmlns:a16="http://schemas.microsoft.com/office/drawing/2014/main" id="{DFC074D6-FF22-4D88-B1CD-A38CFDDA7E0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21</a:t>
            </a:fld>
            <a:endParaRPr lang="en-US" altLang="zh-CN"/>
          </a:p>
        </p:txBody>
      </p:sp>
    </p:spTree>
    <p:extLst>
      <p:ext uri="{BB962C8B-B14F-4D97-AF65-F5344CB8AC3E}">
        <p14:creationId xmlns:p14="http://schemas.microsoft.com/office/powerpoint/2010/main" val="14349153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9035DA-4625-4CEA-A332-9F9B97B5E3E9}"/>
              </a:ext>
            </a:extLst>
          </p:cNvPr>
          <p:cNvSpPr>
            <a:spLocks noGrp="1"/>
          </p:cNvSpPr>
          <p:nvPr>
            <p:ph type="title"/>
          </p:nvPr>
        </p:nvSpPr>
        <p:spPr>
          <a:xfrm>
            <a:off x="184617" y="234737"/>
            <a:ext cx="6430973" cy="639763"/>
          </a:xfrm>
        </p:spPr>
        <p:txBody>
          <a:bodyPr/>
          <a:lstStyle/>
          <a:p>
            <a:r>
              <a:rPr lang="zh-CN" altLang="en-US" dirty="0"/>
              <a:t>实体名称的作用</a:t>
            </a:r>
            <a:r>
              <a:rPr lang="en-US" altLang="zh-CN" dirty="0"/>
              <a:t>—</a:t>
            </a:r>
            <a:br>
              <a:rPr lang="en-US" altLang="zh-CN" dirty="0"/>
            </a:br>
            <a:r>
              <a:rPr lang="zh-CN" altLang="en-US" dirty="0"/>
              <a:t>防止攻击者通过</a:t>
            </a:r>
            <a:r>
              <a:rPr lang="en-US" altLang="zh-CN" dirty="0"/>
              <a:t>handle</a:t>
            </a:r>
            <a:r>
              <a:rPr lang="zh-CN" altLang="en-US" dirty="0"/>
              <a:t>替换密钥</a:t>
            </a:r>
          </a:p>
        </p:txBody>
      </p:sp>
      <p:sp>
        <p:nvSpPr>
          <p:cNvPr id="3" name="内容占位符 2">
            <a:extLst>
              <a:ext uri="{FF2B5EF4-FFF2-40B4-BE49-F238E27FC236}">
                <a16:creationId xmlns:a16="http://schemas.microsoft.com/office/drawing/2014/main" id="{A3BF7673-D562-4290-B102-B0B42F7D0B5A}"/>
              </a:ext>
            </a:extLst>
          </p:cNvPr>
          <p:cNvSpPr>
            <a:spLocks noGrp="1"/>
          </p:cNvSpPr>
          <p:nvPr>
            <p:ph idx="1"/>
          </p:nvPr>
        </p:nvSpPr>
        <p:spPr/>
        <p:txBody>
          <a:bodyPr/>
          <a:lstStyle/>
          <a:p>
            <a:r>
              <a:rPr lang="zh-CN" altLang="en-US" dirty="0"/>
              <a:t>用户重新加载一个密钥后会收到一个</a:t>
            </a:r>
            <a:r>
              <a:rPr lang="en-US" altLang="zh-CN" dirty="0"/>
              <a:t>handle</a:t>
            </a:r>
            <a:r>
              <a:rPr lang="zh-CN" altLang="en-US" dirty="0"/>
              <a:t>。尽管攻击者可能通过使用相同的</a:t>
            </a:r>
            <a:r>
              <a:rPr lang="en-US" altLang="zh-CN" dirty="0"/>
              <a:t>handle</a:t>
            </a:r>
            <a:r>
              <a:rPr lang="zh-CN" altLang="en-US" dirty="0"/>
              <a:t>来替换用户的密钥，但是因为密钥的授权需要正确的名称，显然攻击者的密钥计算出的名称和原始的密钥不相同，所以攻击会因为</a:t>
            </a:r>
            <a:r>
              <a:rPr lang="en-US" altLang="zh-CN" dirty="0"/>
              <a:t>HMAC</a:t>
            </a:r>
            <a:r>
              <a:rPr lang="zh-CN" altLang="en-US" dirty="0"/>
              <a:t>授权不通过而失败。</a:t>
            </a:r>
          </a:p>
        </p:txBody>
      </p:sp>
      <p:sp>
        <p:nvSpPr>
          <p:cNvPr id="4" name="灯片编号占位符 3">
            <a:extLst>
              <a:ext uri="{FF2B5EF4-FFF2-40B4-BE49-F238E27FC236}">
                <a16:creationId xmlns:a16="http://schemas.microsoft.com/office/drawing/2014/main" id="{CC25C0D9-C126-4E8F-B017-DDA37EB2852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22</a:t>
            </a:fld>
            <a:endParaRPr lang="en-US" altLang="zh-CN"/>
          </a:p>
        </p:txBody>
      </p:sp>
    </p:spTree>
    <p:extLst>
      <p:ext uri="{BB962C8B-B14F-4D97-AF65-F5344CB8AC3E}">
        <p14:creationId xmlns:p14="http://schemas.microsoft.com/office/powerpoint/2010/main" val="8885404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38102-357F-47CE-8AD7-C43D2B16EC7E}"/>
              </a:ext>
            </a:extLst>
          </p:cNvPr>
          <p:cNvSpPr>
            <a:spLocks noGrp="1"/>
          </p:cNvSpPr>
          <p:nvPr>
            <p:ph type="title"/>
          </p:nvPr>
        </p:nvSpPr>
        <p:spPr/>
        <p:txBody>
          <a:bodyPr/>
          <a:lstStyle/>
          <a:p>
            <a:r>
              <a:rPr lang="zh-CN" altLang="en-US" dirty="0"/>
              <a:t>总结</a:t>
            </a:r>
          </a:p>
        </p:txBody>
      </p:sp>
      <p:sp>
        <p:nvSpPr>
          <p:cNvPr id="3" name="内容占位符 2">
            <a:extLst>
              <a:ext uri="{FF2B5EF4-FFF2-40B4-BE49-F238E27FC236}">
                <a16:creationId xmlns:a16="http://schemas.microsoft.com/office/drawing/2014/main" id="{6EC47C87-E66A-4209-B72E-B42C3E91462E}"/>
              </a:ext>
            </a:extLst>
          </p:cNvPr>
          <p:cNvSpPr>
            <a:spLocks noGrp="1"/>
          </p:cNvSpPr>
          <p:nvPr>
            <p:ph idx="1"/>
          </p:nvPr>
        </p:nvSpPr>
        <p:spPr/>
        <p:txBody>
          <a:bodyPr/>
          <a:lstStyle/>
          <a:p>
            <a:r>
              <a:rPr lang="en-US" altLang="zh-CN" dirty="0"/>
              <a:t>TPM</a:t>
            </a:r>
            <a:r>
              <a:rPr lang="zh-CN" altLang="en-US" dirty="0"/>
              <a:t>中的实体就是可以通过</a:t>
            </a:r>
            <a:r>
              <a:rPr lang="en-US" altLang="zh-CN" dirty="0"/>
              <a:t>handle</a:t>
            </a:r>
            <a:r>
              <a:rPr lang="zh-CN" altLang="en-US" dirty="0"/>
              <a:t>引用的</a:t>
            </a:r>
            <a:r>
              <a:rPr lang="en-US" altLang="zh-CN" dirty="0"/>
              <a:t>TPM</a:t>
            </a:r>
            <a:r>
              <a:rPr lang="zh-CN" altLang="en-US" dirty="0"/>
              <a:t>资源。永久实体在</a:t>
            </a:r>
            <a:r>
              <a:rPr lang="en-US" altLang="zh-CN" dirty="0"/>
              <a:t>TPM</a:t>
            </a:r>
            <a:r>
              <a:rPr lang="zh-CN" altLang="en-US" dirty="0"/>
              <a:t>的规范中具有固定的</a:t>
            </a:r>
            <a:r>
              <a:rPr lang="en-US" altLang="zh-CN" dirty="0"/>
              <a:t>handle</a:t>
            </a:r>
            <a:r>
              <a:rPr lang="zh-CN" altLang="en-US" dirty="0"/>
              <a:t>值，不但其</a:t>
            </a:r>
            <a:r>
              <a:rPr lang="en-US" altLang="zh-CN" dirty="0"/>
              <a:t>handle</a:t>
            </a:r>
            <a:r>
              <a:rPr lang="zh-CN" altLang="en-US" dirty="0"/>
              <a:t>不能被修改，而且自身也不能被删除或者重新创建。持续性实体可以通过用户选定的</a:t>
            </a:r>
            <a:r>
              <a:rPr lang="en-US" altLang="zh-CN" dirty="0"/>
              <a:t>handle</a:t>
            </a:r>
            <a:r>
              <a:rPr lang="zh-CN" altLang="en-US" dirty="0"/>
              <a:t>删除或者创建，它们能够在</a:t>
            </a:r>
            <a:r>
              <a:rPr lang="en-US" altLang="zh-CN" dirty="0"/>
              <a:t>TPM</a:t>
            </a:r>
            <a:r>
              <a:rPr lang="zh-CN" altLang="en-US" dirty="0"/>
              <a:t>上电周期之间保持，而非持续性实体则在</a:t>
            </a:r>
            <a:r>
              <a:rPr lang="en-US" altLang="zh-CN" dirty="0"/>
              <a:t>TPM</a:t>
            </a:r>
            <a:r>
              <a:rPr lang="zh-CN" altLang="en-US" dirty="0"/>
              <a:t>上电周期中被清除。对象是隶属于某一个组织架构下得实体，它们可能有一个私有区域，它们可以是易变的也可以被设置成持续性的。当对象被设置成可持续性时，它们就称作持续性实体。</a:t>
            </a:r>
          </a:p>
          <a:p>
            <a:r>
              <a:rPr lang="zh-CN" altLang="en-US" dirty="0"/>
              <a:t>一个实体的名称是实体唯一个身份标识。因为资源管理器在将实体换入换出</a:t>
            </a:r>
            <a:r>
              <a:rPr lang="en-US" altLang="zh-CN" dirty="0"/>
              <a:t>TPM</a:t>
            </a:r>
            <a:r>
              <a:rPr lang="zh-CN" altLang="en-US" dirty="0"/>
              <a:t>时，实体的</a:t>
            </a:r>
            <a:r>
              <a:rPr lang="en-US" altLang="zh-CN" dirty="0"/>
              <a:t>handle</a:t>
            </a:r>
            <a:r>
              <a:rPr lang="zh-CN" altLang="en-US" dirty="0"/>
              <a:t>会发生变化</a:t>
            </a:r>
            <a:r>
              <a:rPr lang="zh-CN" altLang="en-US"/>
              <a:t>，所以为了安全考虑，实体</a:t>
            </a:r>
            <a:r>
              <a:rPr lang="zh-CN" altLang="en-US" dirty="0"/>
              <a:t>的授权使用名称而非</a:t>
            </a:r>
            <a:r>
              <a:rPr lang="en-US" altLang="zh-CN" dirty="0"/>
              <a:t>handle</a:t>
            </a:r>
            <a:r>
              <a:rPr lang="zh-CN" altLang="en-US" dirty="0"/>
              <a:t>。</a:t>
            </a:r>
          </a:p>
        </p:txBody>
      </p:sp>
      <p:sp>
        <p:nvSpPr>
          <p:cNvPr id="4" name="灯片编号占位符 3">
            <a:extLst>
              <a:ext uri="{FF2B5EF4-FFF2-40B4-BE49-F238E27FC236}">
                <a16:creationId xmlns:a16="http://schemas.microsoft.com/office/drawing/2014/main" id="{BE5868F2-7331-4040-9E28-A85DE6D371F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23</a:t>
            </a:fld>
            <a:endParaRPr lang="en-US" altLang="zh-CN"/>
          </a:p>
        </p:txBody>
      </p:sp>
    </p:spTree>
    <p:extLst>
      <p:ext uri="{BB962C8B-B14F-4D97-AF65-F5344CB8AC3E}">
        <p14:creationId xmlns:p14="http://schemas.microsoft.com/office/powerpoint/2010/main" val="39561350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extLst>
              <a:ext uri="{FF2B5EF4-FFF2-40B4-BE49-F238E27FC236}">
                <a16:creationId xmlns:a16="http://schemas.microsoft.com/office/drawing/2014/main" id="{2E74F02F-C04D-4CB3-87F6-184607FE477C}"/>
              </a:ext>
            </a:extLst>
          </p:cNvPr>
          <p:cNvGraphicFramePr>
            <a:graphicFrameLocks noChangeAspect="1"/>
          </p:cNvGraphicFramePr>
          <p:nvPr/>
        </p:nvGraphicFramePr>
        <p:xfrm>
          <a:off x="2667000" y="3479800"/>
          <a:ext cx="3887788" cy="2159000"/>
        </p:xfrm>
        <a:graphic>
          <a:graphicData uri="http://schemas.openxmlformats.org/presentationml/2006/ole">
            <mc:AlternateContent xmlns:mc="http://schemas.openxmlformats.org/markup-compatibility/2006">
              <mc:Choice xmlns:v="urn:schemas-microsoft-com:vml" Requires="v">
                <p:oleObj name="剪辑" r:id="rId2" imgW="5349600" imgH="2911320" progId="">
                  <p:embed/>
                </p:oleObj>
              </mc:Choice>
              <mc:Fallback>
                <p:oleObj name="剪辑" r:id="rId2" imgW="5349600" imgH="2911320" progId="">
                  <p:embed/>
                  <p:pic>
                    <p:nvPicPr>
                      <p:cNvPr id="10242" name="Object 2">
                        <a:extLst>
                          <a:ext uri="{FF2B5EF4-FFF2-40B4-BE49-F238E27FC236}">
                            <a16:creationId xmlns:a16="http://schemas.microsoft.com/office/drawing/2014/main" id="{2E74F02F-C04D-4CB3-87F6-184607FE4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479800"/>
                        <a:ext cx="3887788"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1" name="Rectangle 3">
            <a:extLst>
              <a:ext uri="{FF2B5EF4-FFF2-40B4-BE49-F238E27FC236}">
                <a16:creationId xmlns:a16="http://schemas.microsoft.com/office/drawing/2014/main" id="{A3860E94-EC58-438B-9415-54200DDD4B9B}"/>
              </a:ext>
            </a:extLst>
          </p:cNvPr>
          <p:cNvSpPr>
            <a:spLocks noChangeArrowheads="1"/>
          </p:cNvSpPr>
          <p:nvPr/>
        </p:nvSpPr>
        <p:spPr bwMode="auto">
          <a:xfrm>
            <a:off x="3124200" y="2209800"/>
            <a:ext cx="2971800" cy="914400"/>
          </a:xfrm>
          <a:prstGeom prst="rect">
            <a:avLst/>
          </a:prstGeom>
          <a:noFill/>
          <a:ln w="9525">
            <a:noFill/>
            <a:miter lim="800000"/>
            <a:headEnd/>
            <a:tailEnd/>
          </a:ln>
          <a:effectLst/>
        </p:spPr>
        <p:txBody>
          <a:bodyPr anchor="b"/>
          <a:lstStyle/>
          <a:p>
            <a:pPr algn="ctr" fontAlgn="t">
              <a:lnSpc>
                <a:spcPts val="3200"/>
              </a:lnSpc>
              <a:defRPr/>
            </a:pPr>
            <a:r>
              <a:rPr kumimoji="1" lang="zh-CN" altLang="en-US" sz="6600" b="1">
                <a:solidFill>
                  <a:schemeClr val="accent2"/>
                </a:solidFill>
                <a:effectLst>
                  <a:outerShdw blurRad="38100" dist="38100" dir="2700000" algn="tl">
                    <a:srgbClr val="C0C0C0"/>
                  </a:outerShdw>
                </a:effectLst>
                <a:latin typeface="Times New Roman" pitchFamily="18" charset="0"/>
                <a:ea typeface="隶书" pitchFamily="49" charset="-122"/>
              </a:rPr>
              <a:t>谢谢！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5746</TotalTime>
  <Words>3351</Words>
  <Application>Microsoft Office PowerPoint</Application>
  <PresentationFormat>全屏显示(4:3)</PresentationFormat>
  <Paragraphs>97</Paragraphs>
  <Slides>24</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31" baseType="lpstr">
      <vt:lpstr>黑体</vt:lpstr>
      <vt:lpstr>华文细黑</vt:lpstr>
      <vt:lpstr>Arial</vt:lpstr>
      <vt:lpstr>Times New Roman</vt:lpstr>
      <vt:lpstr>Wingdings</vt:lpstr>
      <vt:lpstr>默认设计模板</vt:lpstr>
      <vt:lpstr>剪辑</vt:lpstr>
      <vt:lpstr>PowerPoint 演示文稿</vt:lpstr>
      <vt:lpstr>密码资源的管理</vt:lpstr>
      <vt:lpstr>TPM资源实体（Entity）</vt:lpstr>
      <vt:lpstr>永久实体</vt:lpstr>
      <vt:lpstr>永久实体-固定组织架构</vt:lpstr>
      <vt:lpstr>永久实体-临时组织架构</vt:lpstr>
      <vt:lpstr>永久实体-字典攻击锁定复位机制</vt:lpstr>
      <vt:lpstr>永久实体-平台配置寄存器（PCR）</vt:lpstr>
      <vt:lpstr>永久实体-口令授权会话</vt:lpstr>
      <vt:lpstr>平台NV访问开关</vt:lpstr>
      <vt:lpstr>NV索引</vt:lpstr>
      <vt:lpstr>对象</vt:lpstr>
      <vt:lpstr> 非持续的实体</vt:lpstr>
      <vt:lpstr>持续性的实体</vt:lpstr>
      <vt:lpstr>持续性的实体</vt:lpstr>
      <vt:lpstr>实体的名称</vt:lpstr>
      <vt:lpstr>实体名称的作用</vt:lpstr>
      <vt:lpstr>实体名称的作用</vt:lpstr>
      <vt:lpstr>实体名称的作用--安全使用实体</vt:lpstr>
      <vt:lpstr>实体名称的作用--防止攻击者读取秘密信息</vt:lpstr>
      <vt:lpstr>实体名称的作用--方便TPM密钥的安全管理</vt:lpstr>
      <vt:lpstr>实体名称的作用— 防止攻击者通过handle替换密钥</vt:lpstr>
      <vt:lpstr>总结</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jiahy</dc:creator>
  <cp:lastModifiedBy>贾洪勇</cp:lastModifiedBy>
  <cp:revision>31</cp:revision>
  <cp:lastPrinted>1601-01-01T00:00:00Z</cp:lastPrinted>
  <dcterms:created xsi:type="dcterms:W3CDTF">1601-01-01T00:00:00Z</dcterms:created>
  <dcterms:modified xsi:type="dcterms:W3CDTF">2023-03-27T03:45:31Z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