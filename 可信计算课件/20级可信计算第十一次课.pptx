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73"/>
  </p:notesMasterIdLst>
  <p:sldIdLst>
    <p:sldId id="456" r:id="rId2"/>
    <p:sldId id="457" r:id="rId3"/>
    <p:sldId id="458" r:id="rId4"/>
    <p:sldId id="459" r:id="rId5"/>
    <p:sldId id="461" r:id="rId6"/>
    <p:sldId id="462" r:id="rId7"/>
    <p:sldId id="463" r:id="rId8"/>
    <p:sldId id="464" r:id="rId9"/>
    <p:sldId id="465" r:id="rId10"/>
    <p:sldId id="466" r:id="rId11"/>
    <p:sldId id="460" r:id="rId12"/>
    <p:sldId id="468" r:id="rId13"/>
    <p:sldId id="469" r:id="rId14"/>
    <p:sldId id="470" r:id="rId15"/>
    <p:sldId id="471" r:id="rId16"/>
    <p:sldId id="472" r:id="rId17"/>
    <p:sldId id="467" r:id="rId18"/>
    <p:sldId id="473" r:id="rId19"/>
    <p:sldId id="474" r:id="rId20"/>
    <p:sldId id="475" r:id="rId21"/>
    <p:sldId id="476" r:id="rId22"/>
    <p:sldId id="479" r:id="rId23"/>
    <p:sldId id="480" r:id="rId24"/>
    <p:sldId id="481" r:id="rId25"/>
    <p:sldId id="482" r:id="rId26"/>
    <p:sldId id="483" r:id="rId27"/>
    <p:sldId id="485" r:id="rId28"/>
    <p:sldId id="484" r:id="rId29"/>
    <p:sldId id="486" r:id="rId30"/>
    <p:sldId id="487" r:id="rId31"/>
    <p:sldId id="488" r:id="rId32"/>
    <p:sldId id="489" r:id="rId33"/>
    <p:sldId id="490" r:id="rId34"/>
    <p:sldId id="491" r:id="rId35"/>
    <p:sldId id="492" r:id="rId36"/>
    <p:sldId id="493" r:id="rId37"/>
    <p:sldId id="494" r:id="rId38"/>
    <p:sldId id="497" r:id="rId39"/>
    <p:sldId id="498" r:id="rId40"/>
    <p:sldId id="496" r:id="rId41"/>
    <p:sldId id="499" r:id="rId42"/>
    <p:sldId id="500" r:id="rId43"/>
    <p:sldId id="495" r:id="rId44"/>
    <p:sldId id="501" r:id="rId45"/>
    <p:sldId id="502" r:id="rId46"/>
    <p:sldId id="503" r:id="rId47"/>
    <p:sldId id="504" r:id="rId48"/>
    <p:sldId id="505" r:id="rId49"/>
    <p:sldId id="506" r:id="rId50"/>
    <p:sldId id="507" r:id="rId51"/>
    <p:sldId id="508" r:id="rId52"/>
    <p:sldId id="509" r:id="rId53"/>
    <p:sldId id="510" r:id="rId54"/>
    <p:sldId id="511" r:id="rId55"/>
    <p:sldId id="512" r:id="rId56"/>
    <p:sldId id="513" r:id="rId57"/>
    <p:sldId id="514" r:id="rId58"/>
    <p:sldId id="515" r:id="rId59"/>
    <p:sldId id="516" r:id="rId60"/>
    <p:sldId id="517" r:id="rId61"/>
    <p:sldId id="518" r:id="rId62"/>
    <p:sldId id="519" r:id="rId63"/>
    <p:sldId id="520" r:id="rId64"/>
    <p:sldId id="521" r:id="rId65"/>
    <p:sldId id="522" r:id="rId66"/>
    <p:sldId id="523" r:id="rId67"/>
    <p:sldId id="524" r:id="rId68"/>
    <p:sldId id="525" r:id="rId69"/>
    <p:sldId id="526" r:id="rId70"/>
    <p:sldId id="527" r:id="rId71"/>
    <p:sldId id="313" r:id="rId72"/>
  </p:sldIdLst>
  <p:sldSz cx="9144000" cy="6858000" type="screen4x3"/>
  <p:notesSz cx="6858000" cy="9144000"/>
  <p:defaultTextStyle>
    <a:defPPr>
      <a:defRPr lang="zh-CN"/>
    </a:defPPr>
    <a:lvl1pPr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8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8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8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800"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2051DC"/>
    <a:srgbClr val="1F4EDA"/>
    <a:srgbClr val="1D4AD7"/>
    <a:srgbClr val="8E0000"/>
    <a:srgbClr val="33CC33"/>
    <a:srgbClr val="FFFF99"/>
    <a:srgbClr val="CC3399"/>
    <a:srgbClr val="3333CC"/>
    <a:srgbClr val="8000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D860F6-A8C3-42DC-9938-C3825EA8BA2F}" v="13" dt="2023-05-14T08:12:37.197"/>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752" autoAdjust="0"/>
    <p:restoredTop sz="94660"/>
  </p:normalViewPr>
  <p:slideViewPr>
    <p:cSldViewPr snapToGrid="0">
      <p:cViewPr varScale="1">
        <p:scale>
          <a:sx n="106" d="100"/>
          <a:sy n="106" d="100"/>
        </p:scale>
        <p:origin x="547" y="41"/>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79"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78"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贾洪勇" userId="c61acc37-df11-4a3b-9efd-dde9ef084f5f" providerId="ADAL" clId="{3BD860F6-A8C3-42DC-9938-C3825EA8BA2F}"/>
    <pc:docChg chg="modSld">
      <pc:chgData name="贾洪勇" userId="c61acc37-df11-4a3b-9efd-dde9ef084f5f" providerId="ADAL" clId="{3BD860F6-A8C3-42DC-9938-C3825EA8BA2F}" dt="2023-05-14T08:12:37.652" v="79" actId="6549"/>
      <pc:docMkLst>
        <pc:docMk/>
      </pc:docMkLst>
      <pc:sldChg chg="modSp mod">
        <pc:chgData name="贾洪勇" userId="c61acc37-df11-4a3b-9efd-dde9ef084f5f" providerId="ADAL" clId="{3BD860F6-A8C3-42DC-9938-C3825EA8BA2F}" dt="2023-05-14T07:23:34.388" v="11"/>
        <pc:sldMkLst>
          <pc:docMk/>
          <pc:sldMk cId="4228879341" sldId="493"/>
        </pc:sldMkLst>
        <pc:spChg chg="mod">
          <ac:chgData name="贾洪勇" userId="c61acc37-df11-4a3b-9efd-dde9ef084f5f" providerId="ADAL" clId="{3BD860F6-A8C3-42DC-9938-C3825EA8BA2F}" dt="2023-05-14T07:23:34.388" v="11"/>
          <ac:spMkLst>
            <pc:docMk/>
            <pc:sldMk cId="4228879341" sldId="493"/>
            <ac:spMk id="3" creationId="{0B370240-B03F-91BC-5ADE-D15C702248F8}"/>
          </ac:spMkLst>
        </pc:spChg>
      </pc:sldChg>
      <pc:sldChg chg="modSp mod">
        <pc:chgData name="贾洪勇" userId="c61acc37-df11-4a3b-9efd-dde9ef084f5f" providerId="ADAL" clId="{3BD860F6-A8C3-42DC-9938-C3825EA8BA2F}" dt="2023-05-14T07:28:09.534" v="18"/>
        <pc:sldMkLst>
          <pc:docMk/>
          <pc:sldMk cId="2550884168" sldId="496"/>
        </pc:sldMkLst>
        <pc:spChg chg="mod">
          <ac:chgData name="贾洪勇" userId="c61acc37-df11-4a3b-9efd-dde9ef084f5f" providerId="ADAL" clId="{3BD860F6-A8C3-42DC-9938-C3825EA8BA2F}" dt="2023-05-14T07:28:09.534" v="18"/>
          <ac:spMkLst>
            <pc:docMk/>
            <pc:sldMk cId="2550884168" sldId="496"/>
            <ac:spMk id="3" creationId="{6BDDC7E7-76A7-9C8B-F060-D4C205A53EA6}"/>
          </ac:spMkLst>
        </pc:spChg>
      </pc:sldChg>
      <pc:sldChg chg="modSp mod">
        <pc:chgData name="贾洪勇" userId="c61acc37-df11-4a3b-9efd-dde9ef084f5f" providerId="ADAL" clId="{3BD860F6-A8C3-42DC-9938-C3825EA8BA2F}" dt="2023-05-14T07:26:57.306" v="12" actId="20577"/>
        <pc:sldMkLst>
          <pc:docMk/>
          <pc:sldMk cId="887262213" sldId="498"/>
        </pc:sldMkLst>
        <pc:spChg chg="mod">
          <ac:chgData name="贾洪勇" userId="c61acc37-df11-4a3b-9efd-dde9ef084f5f" providerId="ADAL" clId="{3BD860F6-A8C3-42DC-9938-C3825EA8BA2F}" dt="2023-05-14T07:26:57.306" v="12" actId="20577"/>
          <ac:spMkLst>
            <pc:docMk/>
            <pc:sldMk cId="887262213" sldId="498"/>
            <ac:spMk id="3" creationId="{04D4CCFA-02C0-F94C-8EF7-7C1ADE6B80C4}"/>
          </ac:spMkLst>
        </pc:spChg>
      </pc:sldChg>
      <pc:sldChg chg="modSp mod">
        <pc:chgData name="贾洪勇" userId="c61acc37-df11-4a3b-9efd-dde9ef084f5f" providerId="ADAL" clId="{3BD860F6-A8C3-42DC-9938-C3825EA8BA2F}" dt="2023-05-14T07:32:18.785" v="36" actId="1076"/>
        <pc:sldMkLst>
          <pc:docMk/>
          <pc:sldMk cId="299234941" sldId="499"/>
        </pc:sldMkLst>
        <pc:spChg chg="mod">
          <ac:chgData name="贾洪勇" userId="c61acc37-df11-4a3b-9efd-dde9ef084f5f" providerId="ADAL" clId="{3BD860F6-A8C3-42DC-9938-C3825EA8BA2F}" dt="2023-05-14T07:32:18.785" v="36" actId="1076"/>
          <ac:spMkLst>
            <pc:docMk/>
            <pc:sldMk cId="299234941" sldId="499"/>
            <ac:spMk id="3" creationId="{CA2B0CC6-0F1D-4BA3-61D8-BDFBCAF412BB}"/>
          </ac:spMkLst>
        </pc:spChg>
      </pc:sldChg>
      <pc:sldChg chg="modSp mod">
        <pc:chgData name="贾洪勇" userId="c61acc37-df11-4a3b-9efd-dde9ef084f5f" providerId="ADAL" clId="{3BD860F6-A8C3-42DC-9938-C3825EA8BA2F}" dt="2023-05-14T07:39:20.193" v="58"/>
        <pc:sldMkLst>
          <pc:docMk/>
          <pc:sldMk cId="3499323431" sldId="500"/>
        </pc:sldMkLst>
        <pc:spChg chg="mod">
          <ac:chgData name="贾洪勇" userId="c61acc37-df11-4a3b-9efd-dde9ef084f5f" providerId="ADAL" clId="{3BD860F6-A8C3-42DC-9938-C3825EA8BA2F}" dt="2023-05-14T07:39:20.193" v="58"/>
          <ac:spMkLst>
            <pc:docMk/>
            <pc:sldMk cId="3499323431" sldId="500"/>
            <ac:spMk id="2" creationId="{0DC037ED-F108-518F-7C9F-38DBEF40BDB5}"/>
          </ac:spMkLst>
        </pc:spChg>
        <pc:spChg chg="mod">
          <ac:chgData name="贾洪勇" userId="c61acc37-df11-4a3b-9efd-dde9ef084f5f" providerId="ADAL" clId="{3BD860F6-A8C3-42DC-9938-C3825EA8BA2F}" dt="2023-05-14T07:35:48.537" v="52"/>
          <ac:spMkLst>
            <pc:docMk/>
            <pc:sldMk cId="3499323431" sldId="500"/>
            <ac:spMk id="3" creationId="{654018B3-13EB-2D97-7590-7B6FA58D35FC}"/>
          </ac:spMkLst>
        </pc:spChg>
      </pc:sldChg>
      <pc:sldChg chg="modSp mod">
        <pc:chgData name="贾洪勇" userId="c61acc37-df11-4a3b-9efd-dde9ef084f5f" providerId="ADAL" clId="{3BD860F6-A8C3-42DC-9938-C3825EA8BA2F}" dt="2023-05-14T07:40:47.486" v="59" actId="20577"/>
        <pc:sldMkLst>
          <pc:docMk/>
          <pc:sldMk cId="2354652392" sldId="501"/>
        </pc:sldMkLst>
        <pc:spChg chg="mod">
          <ac:chgData name="贾洪勇" userId="c61acc37-df11-4a3b-9efd-dde9ef084f5f" providerId="ADAL" clId="{3BD860F6-A8C3-42DC-9938-C3825EA8BA2F}" dt="2023-05-14T07:40:47.486" v="59" actId="20577"/>
          <ac:spMkLst>
            <pc:docMk/>
            <pc:sldMk cId="2354652392" sldId="501"/>
            <ac:spMk id="3" creationId="{2710EE0B-856A-37E6-F968-A852B81C1CA6}"/>
          </ac:spMkLst>
        </pc:spChg>
      </pc:sldChg>
      <pc:sldChg chg="modSp mod">
        <pc:chgData name="贾洪勇" userId="c61acc37-df11-4a3b-9efd-dde9ef084f5f" providerId="ADAL" clId="{3BD860F6-A8C3-42DC-9938-C3825EA8BA2F}" dt="2023-05-14T07:53:45.153" v="60" actId="20577"/>
        <pc:sldMkLst>
          <pc:docMk/>
          <pc:sldMk cId="293909432" sldId="508"/>
        </pc:sldMkLst>
        <pc:spChg chg="mod">
          <ac:chgData name="贾洪勇" userId="c61acc37-df11-4a3b-9efd-dde9ef084f5f" providerId="ADAL" clId="{3BD860F6-A8C3-42DC-9938-C3825EA8BA2F}" dt="2023-05-14T07:53:45.153" v="60" actId="20577"/>
          <ac:spMkLst>
            <pc:docMk/>
            <pc:sldMk cId="293909432" sldId="508"/>
            <ac:spMk id="3" creationId="{D2D56407-A23B-00D4-CF7E-4424429DE423}"/>
          </ac:spMkLst>
        </pc:spChg>
      </pc:sldChg>
      <pc:sldChg chg="modSp mod">
        <pc:chgData name="贾洪勇" userId="c61acc37-df11-4a3b-9efd-dde9ef084f5f" providerId="ADAL" clId="{3BD860F6-A8C3-42DC-9938-C3825EA8BA2F}" dt="2023-05-14T07:55:25.435" v="67"/>
        <pc:sldMkLst>
          <pc:docMk/>
          <pc:sldMk cId="2811493429" sldId="510"/>
        </pc:sldMkLst>
        <pc:spChg chg="mod">
          <ac:chgData name="贾洪勇" userId="c61acc37-df11-4a3b-9efd-dde9ef084f5f" providerId="ADAL" clId="{3BD860F6-A8C3-42DC-9938-C3825EA8BA2F}" dt="2023-05-14T07:55:25.435" v="67"/>
          <ac:spMkLst>
            <pc:docMk/>
            <pc:sldMk cId="2811493429" sldId="510"/>
            <ac:spMk id="3" creationId="{8EE5908E-7F73-B6BC-237D-F11208C2FFD5}"/>
          </ac:spMkLst>
        </pc:spChg>
      </pc:sldChg>
      <pc:sldChg chg="modSp mod">
        <pc:chgData name="贾洪勇" userId="c61acc37-df11-4a3b-9efd-dde9ef084f5f" providerId="ADAL" clId="{3BD860F6-A8C3-42DC-9938-C3825EA8BA2F}" dt="2023-05-14T08:07:25.720" v="72" actId="20577"/>
        <pc:sldMkLst>
          <pc:docMk/>
          <pc:sldMk cId="2360659771" sldId="519"/>
        </pc:sldMkLst>
        <pc:spChg chg="mod">
          <ac:chgData name="贾洪勇" userId="c61acc37-df11-4a3b-9efd-dde9ef084f5f" providerId="ADAL" clId="{3BD860F6-A8C3-42DC-9938-C3825EA8BA2F}" dt="2023-05-14T08:07:25.720" v="72" actId="20577"/>
          <ac:spMkLst>
            <pc:docMk/>
            <pc:sldMk cId="2360659771" sldId="519"/>
            <ac:spMk id="3" creationId="{3323DF65-A6D9-E40C-59CB-8AF9DE4262DD}"/>
          </ac:spMkLst>
        </pc:spChg>
      </pc:sldChg>
      <pc:sldChg chg="modSp mod">
        <pc:chgData name="贾洪勇" userId="c61acc37-df11-4a3b-9efd-dde9ef084f5f" providerId="ADAL" clId="{3BD860F6-A8C3-42DC-9938-C3825EA8BA2F}" dt="2023-05-14T08:12:37.652" v="79" actId="6549"/>
        <pc:sldMkLst>
          <pc:docMk/>
          <pc:sldMk cId="1515419128" sldId="523"/>
        </pc:sldMkLst>
        <pc:spChg chg="mod">
          <ac:chgData name="贾洪勇" userId="c61acc37-df11-4a3b-9efd-dde9ef084f5f" providerId="ADAL" clId="{3BD860F6-A8C3-42DC-9938-C3825EA8BA2F}" dt="2023-05-14T08:12:37.652" v="79" actId="6549"/>
          <ac:spMkLst>
            <pc:docMk/>
            <pc:sldMk cId="1515419128" sldId="523"/>
            <ac:spMk id="3" creationId="{A62A7E8F-AFBB-63E7-7062-654B2B71BA53}"/>
          </ac:spMkLst>
        </pc:spChg>
      </pc:sldChg>
    </pc:docChg>
  </pc:docChgLst>
  <pc:docChgLst>
    <pc:chgData name="贾洪勇" userId="c61acc37-df11-4a3b-9efd-dde9ef084f5f" providerId="ADAL" clId="{A5F0127F-2284-46B8-9F50-E2015BC89E23}"/>
    <pc:docChg chg="modSld">
      <pc:chgData name="贾洪勇" userId="c61acc37-df11-4a3b-9efd-dde9ef084f5f" providerId="ADAL" clId="{A5F0127F-2284-46B8-9F50-E2015BC89E23}" dt="2023-05-08T05:31:18.832" v="18" actId="1076"/>
      <pc:docMkLst>
        <pc:docMk/>
      </pc:docMkLst>
      <pc:sldChg chg="modSp">
        <pc:chgData name="贾洪勇" userId="c61acc37-df11-4a3b-9efd-dde9ef084f5f" providerId="ADAL" clId="{A5F0127F-2284-46B8-9F50-E2015BC89E23}" dt="2023-05-08T05:24:16.719" v="1" actId="20577"/>
        <pc:sldMkLst>
          <pc:docMk/>
          <pc:sldMk cId="3750386835" sldId="461"/>
        </pc:sldMkLst>
        <pc:spChg chg="mod">
          <ac:chgData name="贾洪勇" userId="c61acc37-df11-4a3b-9efd-dde9ef084f5f" providerId="ADAL" clId="{A5F0127F-2284-46B8-9F50-E2015BC89E23}" dt="2023-05-08T05:24:16.719" v="1" actId="20577"/>
          <ac:spMkLst>
            <pc:docMk/>
            <pc:sldMk cId="3750386835" sldId="461"/>
            <ac:spMk id="5" creationId="{21D95BD2-0432-4C21-BAD3-AACACA6D2449}"/>
          </ac:spMkLst>
        </pc:spChg>
      </pc:sldChg>
      <pc:sldChg chg="modSp">
        <pc:chgData name="贾洪勇" userId="c61acc37-df11-4a3b-9efd-dde9ef084f5f" providerId="ADAL" clId="{A5F0127F-2284-46B8-9F50-E2015BC89E23}" dt="2023-05-08T05:27:32.873" v="9" actId="6549"/>
        <pc:sldMkLst>
          <pc:docMk/>
          <pc:sldMk cId="1744531562" sldId="466"/>
        </pc:sldMkLst>
        <pc:spChg chg="mod">
          <ac:chgData name="贾洪勇" userId="c61acc37-df11-4a3b-9efd-dde9ef084f5f" providerId="ADAL" clId="{A5F0127F-2284-46B8-9F50-E2015BC89E23}" dt="2023-05-08T05:27:32.873" v="9" actId="6549"/>
          <ac:spMkLst>
            <pc:docMk/>
            <pc:sldMk cId="1744531562" sldId="466"/>
            <ac:spMk id="7" creationId="{4E48B7CA-AD54-40D7-9C4A-0FD3E1B6EC74}"/>
          </ac:spMkLst>
        </pc:spChg>
      </pc:sldChg>
      <pc:sldChg chg="modSp">
        <pc:chgData name="贾洪勇" userId="c61acc37-df11-4a3b-9efd-dde9ef084f5f" providerId="ADAL" clId="{A5F0127F-2284-46B8-9F50-E2015BC89E23}" dt="2023-05-08T05:30:19.307" v="11" actId="1076"/>
        <pc:sldMkLst>
          <pc:docMk/>
          <pc:sldMk cId="4197239791" sldId="469"/>
        </pc:sldMkLst>
        <pc:spChg chg="mod">
          <ac:chgData name="贾洪勇" userId="c61acc37-df11-4a3b-9efd-dde9ef084f5f" providerId="ADAL" clId="{A5F0127F-2284-46B8-9F50-E2015BC89E23}" dt="2023-05-08T05:30:19.307" v="11" actId="1076"/>
          <ac:spMkLst>
            <pc:docMk/>
            <pc:sldMk cId="4197239791" sldId="469"/>
            <ac:spMk id="6" creationId="{F91994C3-632D-4804-8BA8-CD158F14718E}"/>
          </ac:spMkLst>
        </pc:spChg>
      </pc:sldChg>
      <pc:sldChg chg="modSp">
        <pc:chgData name="贾洪勇" userId="c61acc37-df11-4a3b-9efd-dde9ef084f5f" providerId="ADAL" clId="{A5F0127F-2284-46B8-9F50-E2015BC89E23}" dt="2023-05-08T05:31:18.832" v="18" actId="1076"/>
        <pc:sldMkLst>
          <pc:docMk/>
          <pc:sldMk cId="292598954" sldId="470"/>
        </pc:sldMkLst>
        <pc:spChg chg="mod">
          <ac:chgData name="贾洪勇" userId="c61acc37-df11-4a3b-9efd-dde9ef084f5f" providerId="ADAL" clId="{A5F0127F-2284-46B8-9F50-E2015BC89E23}" dt="2023-05-08T05:31:18.832" v="18" actId="1076"/>
          <ac:spMkLst>
            <pc:docMk/>
            <pc:sldMk cId="292598954" sldId="470"/>
            <ac:spMk id="6" creationId="{F91994C3-632D-4804-8BA8-CD158F14718E}"/>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AED2399-C6A6-4245-87B6-B8C84CA3DDC1}" type="doc">
      <dgm:prSet loTypeId="urn:microsoft.com/office/officeart/2008/layout/HorizontalMultiLevelHierarchy" loCatId="hierarchy" qsTypeId="urn:microsoft.com/office/officeart/2005/8/quickstyle/simple1" qsCatId="simple" csTypeId="urn:microsoft.com/office/officeart/2005/8/colors/accent1_2" csCatId="accent1" phldr="1"/>
      <dgm:spPr>
        <a:scene3d>
          <a:camera prst="orthographicFront">
            <a:rot lat="0" lon="0" rev="0"/>
          </a:camera>
          <a:lightRig rig="balanced" dir="t">
            <a:rot lat="0" lon="0" rev="8700000"/>
          </a:lightRig>
        </a:scene3d>
      </dgm:spPr>
      <dgm:t>
        <a:bodyPr/>
        <a:lstStyle/>
        <a:p>
          <a:endParaRPr lang="zh-CN" altLang="en-US"/>
        </a:p>
      </dgm:t>
    </dgm:pt>
    <dgm:pt modelId="{1FAE16B1-B0AA-4FCB-88C6-F2020A285E60}">
      <dgm:prSet phldrT="[文本]"/>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n-US" altLang="zh-CN" b="0" cap="none" spc="0" dirty="0">
              <a:ln w="0"/>
              <a:solidFill>
                <a:schemeClr val="tx1"/>
              </a:solidFill>
              <a:effectLst>
                <a:outerShdw blurRad="38100" dist="19050" dir="2700000" algn="tl" rotWithShape="0">
                  <a:schemeClr val="dk1">
                    <a:alpha val="40000"/>
                  </a:schemeClr>
                </a:outerShdw>
              </a:effectLst>
            </a:rPr>
            <a:t>TPM2.0</a:t>
          </a:r>
          <a:r>
            <a:rPr lang="zh-CN" altLang="en-US" b="0" cap="none" spc="0" dirty="0">
              <a:ln w="0"/>
              <a:solidFill>
                <a:schemeClr val="tx1"/>
              </a:solidFill>
              <a:effectLst>
                <a:outerShdw blurRad="38100" dist="19050" dir="2700000" algn="tl" rotWithShape="0">
                  <a:schemeClr val="dk1">
                    <a:alpha val="40000"/>
                  </a:schemeClr>
                </a:outerShdw>
              </a:effectLst>
            </a:rPr>
            <a:t>授权</a:t>
          </a:r>
        </a:p>
      </dgm:t>
    </dgm:pt>
    <dgm:pt modelId="{07E0530F-8BD2-4F1C-B087-BD7D0847DAA1}" type="parTrans" cxnId="{B1E2043C-CD4D-4839-B7E0-5B7DE35BA84E}">
      <dgm:prSet/>
      <dgm:spPr/>
      <dgm:t>
        <a:bodyPr/>
        <a:lstStyle/>
        <a:p>
          <a:endParaRPr lang="zh-CN" altLang="en-US" b="0" cap="none" spc="0">
            <a:ln w="0"/>
            <a:solidFill>
              <a:schemeClr val="tx1"/>
            </a:solidFill>
            <a:effectLst>
              <a:outerShdw blurRad="38100" dist="19050" dir="2700000" algn="tl" rotWithShape="0">
                <a:schemeClr val="dk1">
                  <a:alpha val="40000"/>
                </a:schemeClr>
              </a:outerShdw>
            </a:effectLst>
          </a:endParaRPr>
        </a:p>
      </dgm:t>
    </dgm:pt>
    <dgm:pt modelId="{5584B627-6D33-4983-BD5F-2A8636D7D44E}" type="sibTrans" cxnId="{B1E2043C-CD4D-4839-B7E0-5B7DE35BA84E}">
      <dgm:prSet/>
      <dgm:spPr/>
      <dgm:t>
        <a:bodyPr/>
        <a:lstStyle/>
        <a:p>
          <a:endParaRPr lang="zh-CN" altLang="en-US" b="0" cap="none" spc="0">
            <a:ln w="0"/>
            <a:solidFill>
              <a:schemeClr val="tx1"/>
            </a:solidFill>
            <a:effectLst>
              <a:outerShdw blurRad="38100" dist="19050" dir="2700000" algn="tl" rotWithShape="0">
                <a:schemeClr val="dk1">
                  <a:alpha val="40000"/>
                </a:schemeClr>
              </a:outerShdw>
            </a:effectLst>
          </a:endParaRPr>
        </a:p>
      </dgm:t>
    </dgm:pt>
    <dgm:pt modelId="{5ED93AF1-1C21-4925-BF17-5606372D9865}">
      <dgm:prSet phldrT="[文本]"/>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zh-CN" altLang="en-US" b="0" cap="none" spc="0" dirty="0">
              <a:ln w="0"/>
              <a:solidFill>
                <a:schemeClr val="tx1"/>
              </a:solidFill>
              <a:effectLst>
                <a:outerShdw blurRad="38100" dist="19050" dir="2700000" algn="tl" rotWithShape="0">
                  <a:schemeClr val="dk1">
                    <a:alpha val="40000"/>
                  </a:schemeClr>
                </a:outerShdw>
              </a:effectLst>
            </a:rPr>
            <a:t>口令授权</a:t>
          </a:r>
        </a:p>
      </dgm:t>
    </dgm:pt>
    <dgm:pt modelId="{79A0A307-72AE-4F57-BD25-8FFD4D971532}" type="parTrans" cxnId="{F641026B-435E-4FBF-927B-1AFC373A4EA5}">
      <dgm:prSe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endParaRPr lang="zh-CN" altLang="en-US" b="0" cap="none" spc="0">
            <a:ln w="0"/>
            <a:solidFill>
              <a:schemeClr val="tx1"/>
            </a:solidFill>
            <a:effectLst>
              <a:outerShdw blurRad="38100" dist="19050" dir="2700000" algn="tl" rotWithShape="0">
                <a:schemeClr val="dk1">
                  <a:alpha val="40000"/>
                </a:schemeClr>
              </a:outerShdw>
            </a:effectLst>
          </a:endParaRPr>
        </a:p>
      </dgm:t>
    </dgm:pt>
    <dgm:pt modelId="{C163343A-7D01-4810-BD23-78916206D7CE}" type="sibTrans" cxnId="{F641026B-435E-4FBF-927B-1AFC373A4EA5}">
      <dgm:prSet/>
      <dgm:spPr/>
      <dgm:t>
        <a:bodyPr/>
        <a:lstStyle/>
        <a:p>
          <a:endParaRPr lang="zh-CN" altLang="en-US" b="0" cap="none" spc="0">
            <a:ln w="0"/>
            <a:solidFill>
              <a:schemeClr val="tx1"/>
            </a:solidFill>
            <a:effectLst>
              <a:outerShdw blurRad="38100" dist="19050" dir="2700000" algn="tl" rotWithShape="0">
                <a:schemeClr val="dk1">
                  <a:alpha val="40000"/>
                </a:schemeClr>
              </a:outerShdw>
            </a:effectLst>
          </a:endParaRPr>
        </a:p>
      </dgm:t>
    </dgm:pt>
    <dgm:pt modelId="{7687EE62-4394-433C-9931-F14AB24FDA8F}">
      <dgm:prSet phldrT="[文本]"/>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n-US" altLang="zh-CN" b="0" cap="none" spc="0" dirty="0">
              <a:ln w="0"/>
              <a:solidFill>
                <a:schemeClr val="tx1"/>
              </a:solidFill>
              <a:effectLst>
                <a:outerShdw blurRad="38100" dist="19050" dir="2700000" algn="tl" rotWithShape="0">
                  <a:schemeClr val="dk1">
                    <a:alpha val="40000"/>
                  </a:schemeClr>
                </a:outerShdw>
              </a:effectLst>
            </a:rPr>
            <a:t>HMAC</a:t>
          </a:r>
          <a:r>
            <a:rPr lang="zh-CN" altLang="en-US" b="0" cap="none" spc="0" dirty="0">
              <a:ln w="0"/>
              <a:solidFill>
                <a:schemeClr val="tx1"/>
              </a:solidFill>
              <a:effectLst>
                <a:outerShdw blurRad="38100" dist="19050" dir="2700000" algn="tl" rotWithShape="0">
                  <a:schemeClr val="dk1">
                    <a:alpha val="40000"/>
                  </a:schemeClr>
                </a:outerShdw>
              </a:effectLst>
            </a:rPr>
            <a:t>授权</a:t>
          </a:r>
        </a:p>
      </dgm:t>
    </dgm:pt>
    <dgm:pt modelId="{8D827EC5-0CFF-43EF-9858-95650A410AB6}" type="parTrans" cxnId="{7EE1F01E-B796-4067-A071-3CF280984FFF}">
      <dgm:prSe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endParaRPr lang="zh-CN" altLang="en-US" b="0" cap="none" spc="0">
            <a:ln w="0"/>
            <a:solidFill>
              <a:schemeClr val="tx1"/>
            </a:solidFill>
            <a:effectLst>
              <a:outerShdw blurRad="38100" dist="19050" dir="2700000" algn="tl" rotWithShape="0">
                <a:schemeClr val="dk1">
                  <a:alpha val="40000"/>
                </a:schemeClr>
              </a:outerShdw>
            </a:effectLst>
          </a:endParaRPr>
        </a:p>
      </dgm:t>
    </dgm:pt>
    <dgm:pt modelId="{883D498E-2CAB-460F-8200-4338CCC88D84}" type="sibTrans" cxnId="{7EE1F01E-B796-4067-A071-3CF280984FFF}">
      <dgm:prSet/>
      <dgm:spPr/>
      <dgm:t>
        <a:bodyPr/>
        <a:lstStyle/>
        <a:p>
          <a:endParaRPr lang="zh-CN" altLang="en-US" b="0" cap="none" spc="0">
            <a:ln w="0"/>
            <a:solidFill>
              <a:schemeClr val="tx1"/>
            </a:solidFill>
            <a:effectLst>
              <a:outerShdw blurRad="38100" dist="19050" dir="2700000" algn="tl" rotWithShape="0">
                <a:schemeClr val="dk1">
                  <a:alpha val="40000"/>
                </a:schemeClr>
              </a:outerShdw>
            </a:effectLst>
          </a:endParaRPr>
        </a:p>
      </dgm:t>
    </dgm:pt>
    <dgm:pt modelId="{87F013B1-0A1B-419F-8548-6677C694A5C4}">
      <dgm:prSet phldrT="[文本]"/>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zh-CN" altLang="en-US" b="0" cap="none" spc="0" dirty="0">
              <a:ln w="0"/>
              <a:solidFill>
                <a:schemeClr val="tx1"/>
              </a:solidFill>
              <a:effectLst>
                <a:outerShdw blurRad="38100" dist="19050" dir="2700000" algn="tl" rotWithShape="0">
                  <a:schemeClr val="dk1">
                    <a:alpha val="40000"/>
                  </a:schemeClr>
                </a:outerShdw>
              </a:effectLst>
            </a:rPr>
            <a:t>扩展授权</a:t>
          </a:r>
          <a:endParaRPr lang="en-US" altLang="zh-CN" b="0" cap="none" spc="0" dirty="0">
            <a:ln w="0"/>
            <a:solidFill>
              <a:schemeClr val="tx1"/>
            </a:solidFill>
            <a:effectLst>
              <a:outerShdw blurRad="38100" dist="19050" dir="2700000" algn="tl" rotWithShape="0">
                <a:schemeClr val="dk1">
                  <a:alpha val="40000"/>
                </a:schemeClr>
              </a:outerShdw>
            </a:effectLst>
          </a:endParaRPr>
        </a:p>
        <a:p>
          <a:r>
            <a:rPr lang="zh-CN" altLang="en-US" b="0" cap="none" spc="0" dirty="0">
              <a:ln w="0"/>
              <a:solidFill>
                <a:schemeClr val="tx1"/>
              </a:solidFill>
              <a:effectLst>
                <a:outerShdw blurRad="38100" dist="19050" dir="2700000" algn="tl" rotWithShape="0">
                  <a:schemeClr val="dk1">
                    <a:alpha val="40000"/>
                  </a:schemeClr>
                </a:outerShdw>
              </a:effectLst>
            </a:rPr>
            <a:t>（策略授权）</a:t>
          </a:r>
        </a:p>
      </dgm:t>
    </dgm:pt>
    <dgm:pt modelId="{7B5214C9-0E37-454F-BC1D-D23068EDCCF2}" type="parTrans" cxnId="{0494D48A-914E-4DDC-8297-C298213AA0F8}">
      <dgm:prSe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endParaRPr lang="zh-CN" altLang="en-US" b="0" cap="none" spc="0">
            <a:ln w="0"/>
            <a:solidFill>
              <a:schemeClr val="tx1"/>
            </a:solidFill>
            <a:effectLst>
              <a:outerShdw blurRad="38100" dist="19050" dir="2700000" algn="tl" rotWithShape="0">
                <a:schemeClr val="dk1">
                  <a:alpha val="40000"/>
                </a:schemeClr>
              </a:outerShdw>
            </a:effectLst>
          </a:endParaRPr>
        </a:p>
      </dgm:t>
    </dgm:pt>
    <dgm:pt modelId="{09DE9C62-C485-4A5E-9911-B7C3DC302BFF}" type="sibTrans" cxnId="{0494D48A-914E-4DDC-8297-C298213AA0F8}">
      <dgm:prSet/>
      <dgm:spPr/>
      <dgm:t>
        <a:bodyPr/>
        <a:lstStyle/>
        <a:p>
          <a:endParaRPr lang="zh-CN" altLang="en-US" b="0" cap="none" spc="0">
            <a:ln w="0"/>
            <a:solidFill>
              <a:schemeClr val="tx1"/>
            </a:solidFill>
            <a:effectLst>
              <a:outerShdw blurRad="38100" dist="19050" dir="2700000" algn="tl" rotWithShape="0">
                <a:schemeClr val="dk1">
                  <a:alpha val="40000"/>
                </a:schemeClr>
              </a:outerShdw>
            </a:effectLst>
          </a:endParaRPr>
        </a:p>
      </dgm:t>
    </dgm:pt>
    <dgm:pt modelId="{2478543B-5919-4BC3-83A0-48486644A146}" type="pres">
      <dgm:prSet presAssocID="{BAED2399-C6A6-4245-87B6-B8C84CA3DDC1}" presName="Name0" presStyleCnt="0">
        <dgm:presLayoutVars>
          <dgm:chPref val="1"/>
          <dgm:dir/>
          <dgm:animOne val="branch"/>
          <dgm:animLvl val="lvl"/>
          <dgm:resizeHandles val="exact"/>
        </dgm:presLayoutVars>
      </dgm:prSet>
      <dgm:spPr/>
    </dgm:pt>
    <dgm:pt modelId="{817D4E19-6AD7-4DE2-919F-D07CF91217E4}" type="pres">
      <dgm:prSet presAssocID="{1FAE16B1-B0AA-4FCB-88C6-F2020A285E60}" presName="root1"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69E09331-96D2-4A7F-931C-54CF994B50FB}" type="pres">
      <dgm:prSet presAssocID="{1FAE16B1-B0AA-4FCB-88C6-F2020A285E60}" presName="LevelOneTextNode" presStyleLbl="node0" presStyleIdx="0" presStyleCnt="1">
        <dgm:presLayoutVars>
          <dgm:chPref val="3"/>
        </dgm:presLayoutVars>
      </dgm:prSet>
      <dgm:spPr/>
    </dgm:pt>
    <dgm:pt modelId="{66C92E7C-7069-49C0-A330-3487BADE8632}" type="pres">
      <dgm:prSet presAssocID="{1FAE16B1-B0AA-4FCB-88C6-F2020A285E60}" presName="level2hierChild"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70515AC2-CDCF-4A63-9CCA-5D2E7F49E6F1}" type="pres">
      <dgm:prSet presAssocID="{79A0A307-72AE-4F57-BD25-8FFD4D971532}" presName="conn2-1" presStyleLbl="parChTrans1D2" presStyleIdx="0" presStyleCnt="3"/>
      <dgm:spPr/>
    </dgm:pt>
    <dgm:pt modelId="{887111EF-3537-4377-B3B4-665E9575C594}" type="pres">
      <dgm:prSet presAssocID="{79A0A307-72AE-4F57-BD25-8FFD4D971532}" presName="connTx" presStyleLbl="parChTrans1D2" presStyleIdx="0" presStyleCnt="3"/>
      <dgm:spPr/>
    </dgm:pt>
    <dgm:pt modelId="{A27B2F6E-B1BF-473F-834E-E33F59B9C80E}" type="pres">
      <dgm:prSet presAssocID="{5ED93AF1-1C21-4925-BF17-5606372D9865}" presName="root2"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E0AB2EE3-24E4-4E83-AB76-B555E6C08A22}" type="pres">
      <dgm:prSet presAssocID="{5ED93AF1-1C21-4925-BF17-5606372D9865}" presName="LevelTwoTextNode" presStyleLbl="node2" presStyleIdx="0" presStyleCnt="3">
        <dgm:presLayoutVars>
          <dgm:chPref val="3"/>
        </dgm:presLayoutVars>
      </dgm:prSet>
      <dgm:spPr/>
    </dgm:pt>
    <dgm:pt modelId="{9C0F304A-7F66-413C-925C-45E8E865E948}" type="pres">
      <dgm:prSet presAssocID="{5ED93AF1-1C21-4925-BF17-5606372D9865}" presName="level3hierChild"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28B499EB-5FBB-4296-9226-31AB50E1F967}" type="pres">
      <dgm:prSet presAssocID="{8D827EC5-0CFF-43EF-9858-95650A410AB6}" presName="conn2-1" presStyleLbl="parChTrans1D2" presStyleIdx="1" presStyleCnt="3"/>
      <dgm:spPr/>
    </dgm:pt>
    <dgm:pt modelId="{CC111B78-56BC-49E7-8978-9CB014D58C0D}" type="pres">
      <dgm:prSet presAssocID="{8D827EC5-0CFF-43EF-9858-95650A410AB6}" presName="connTx" presStyleLbl="parChTrans1D2" presStyleIdx="1" presStyleCnt="3"/>
      <dgm:spPr/>
    </dgm:pt>
    <dgm:pt modelId="{8324D210-E788-4773-9D6F-373C8A5D0362}" type="pres">
      <dgm:prSet presAssocID="{7687EE62-4394-433C-9931-F14AB24FDA8F}" presName="root2"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1CACE167-97B4-4F7C-B93D-D914EE23D5C7}" type="pres">
      <dgm:prSet presAssocID="{7687EE62-4394-433C-9931-F14AB24FDA8F}" presName="LevelTwoTextNode" presStyleLbl="node2" presStyleIdx="1" presStyleCnt="3">
        <dgm:presLayoutVars>
          <dgm:chPref val="3"/>
        </dgm:presLayoutVars>
      </dgm:prSet>
      <dgm:spPr/>
    </dgm:pt>
    <dgm:pt modelId="{EDB04FD0-63A4-486A-816D-F9796357A7D4}" type="pres">
      <dgm:prSet presAssocID="{7687EE62-4394-433C-9931-F14AB24FDA8F}" presName="level3hierChild"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408BEEB5-4945-42D6-9DF8-DFC526FE630F}" type="pres">
      <dgm:prSet presAssocID="{7B5214C9-0E37-454F-BC1D-D23068EDCCF2}" presName="conn2-1" presStyleLbl="parChTrans1D2" presStyleIdx="2" presStyleCnt="3"/>
      <dgm:spPr/>
    </dgm:pt>
    <dgm:pt modelId="{B4FEB536-DB13-4921-BE0C-B2CA70BA88B5}" type="pres">
      <dgm:prSet presAssocID="{7B5214C9-0E37-454F-BC1D-D23068EDCCF2}" presName="connTx" presStyleLbl="parChTrans1D2" presStyleIdx="2" presStyleCnt="3"/>
      <dgm:spPr/>
    </dgm:pt>
    <dgm:pt modelId="{02E4FCB7-9243-4570-91B8-B2FF17D12EC8}" type="pres">
      <dgm:prSet presAssocID="{87F013B1-0A1B-419F-8548-6677C694A5C4}" presName="root2"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ED1209C1-7E9A-4FC1-8D94-67A05DB8C1B1}" type="pres">
      <dgm:prSet presAssocID="{87F013B1-0A1B-419F-8548-6677C694A5C4}" presName="LevelTwoTextNode" presStyleLbl="node2" presStyleIdx="2" presStyleCnt="3">
        <dgm:presLayoutVars>
          <dgm:chPref val="3"/>
        </dgm:presLayoutVars>
      </dgm:prSet>
      <dgm:spPr/>
    </dgm:pt>
    <dgm:pt modelId="{D8026765-E440-4F4E-8BE0-6F74607CE36B}" type="pres">
      <dgm:prSet presAssocID="{87F013B1-0A1B-419F-8548-6677C694A5C4}" presName="level3hierChild"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Lst>
  <dgm:cxnLst>
    <dgm:cxn modelId="{7EE1F01E-B796-4067-A071-3CF280984FFF}" srcId="{1FAE16B1-B0AA-4FCB-88C6-F2020A285E60}" destId="{7687EE62-4394-433C-9931-F14AB24FDA8F}" srcOrd="1" destOrd="0" parTransId="{8D827EC5-0CFF-43EF-9858-95650A410AB6}" sibTransId="{883D498E-2CAB-460F-8200-4338CCC88D84}"/>
    <dgm:cxn modelId="{BFB4AC2C-0E72-419A-B355-247A12D5C898}" type="presOf" srcId="{1FAE16B1-B0AA-4FCB-88C6-F2020A285E60}" destId="{69E09331-96D2-4A7F-931C-54CF994B50FB}" srcOrd="0" destOrd="0" presId="urn:microsoft.com/office/officeart/2008/layout/HorizontalMultiLevelHierarchy"/>
    <dgm:cxn modelId="{B1E2043C-CD4D-4839-B7E0-5B7DE35BA84E}" srcId="{BAED2399-C6A6-4245-87B6-B8C84CA3DDC1}" destId="{1FAE16B1-B0AA-4FCB-88C6-F2020A285E60}" srcOrd="0" destOrd="0" parTransId="{07E0530F-8BD2-4F1C-B087-BD7D0847DAA1}" sibTransId="{5584B627-6D33-4983-BD5F-2A8636D7D44E}"/>
    <dgm:cxn modelId="{BC674C3E-46BD-4839-97DB-5B512A2A763D}" type="presOf" srcId="{87F013B1-0A1B-419F-8548-6677C694A5C4}" destId="{ED1209C1-7E9A-4FC1-8D94-67A05DB8C1B1}" srcOrd="0" destOrd="0" presId="urn:microsoft.com/office/officeart/2008/layout/HorizontalMultiLevelHierarchy"/>
    <dgm:cxn modelId="{F641026B-435E-4FBF-927B-1AFC373A4EA5}" srcId="{1FAE16B1-B0AA-4FCB-88C6-F2020A285E60}" destId="{5ED93AF1-1C21-4925-BF17-5606372D9865}" srcOrd="0" destOrd="0" parTransId="{79A0A307-72AE-4F57-BD25-8FFD4D971532}" sibTransId="{C163343A-7D01-4810-BD23-78916206D7CE}"/>
    <dgm:cxn modelId="{8A32584F-E6F3-41D9-931B-D1C1CF539EBE}" type="presOf" srcId="{7B5214C9-0E37-454F-BC1D-D23068EDCCF2}" destId="{B4FEB536-DB13-4921-BE0C-B2CA70BA88B5}" srcOrd="1" destOrd="0" presId="urn:microsoft.com/office/officeart/2008/layout/HorizontalMultiLevelHierarchy"/>
    <dgm:cxn modelId="{1C58D551-063F-4D3C-B889-1B3B8F3EC9CC}" type="presOf" srcId="{5ED93AF1-1C21-4925-BF17-5606372D9865}" destId="{E0AB2EE3-24E4-4E83-AB76-B555E6C08A22}" srcOrd="0" destOrd="0" presId="urn:microsoft.com/office/officeart/2008/layout/HorizontalMultiLevelHierarchy"/>
    <dgm:cxn modelId="{C15BEF76-DC0D-4594-97FF-244D979BBD58}" type="presOf" srcId="{8D827EC5-0CFF-43EF-9858-95650A410AB6}" destId="{CC111B78-56BC-49E7-8978-9CB014D58C0D}" srcOrd="1" destOrd="0" presId="urn:microsoft.com/office/officeart/2008/layout/HorizontalMultiLevelHierarchy"/>
    <dgm:cxn modelId="{0494D48A-914E-4DDC-8297-C298213AA0F8}" srcId="{1FAE16B1-B0AA-4FCB-88C6-F2020A285E60}" destId="{87F013B1-0A1B-419F-8548-6677C694A5C4}" srcOrd="2" destOrd="0" parTransId="{7B5214C9-0E37-454F-BC1D-D23068EDCCF2}" sibTransId="{09DE9C62-C485-4A5E-9911-B7C3DC302BFF}"/>
    <dgm:cxn modelId="{FB235291-E7A4-4804-835A-2D2552FEB337}" type="presOf" srcId="{7687EE62-4394-433C-9931-F14AB24FDA8F}" destId="{1CACE167-97B4-4F7C-B93D-D914EE23D5C7}" srcOrd="0" destOrd="0" presId="urn:microsoft.com/office/officeart/2008/layout/HorizontalMultiLevelHierarchy"/>
    <dgm:cxn modelId="{ED53169E-D868-48B4-9AA5-F3FE902EB65B}" type="presOf" srcId="{7B5214C9-0E37-454F-BC1D-D23068EDCCF2}" destId="{408BEEB5-4945-42D6-9DF8-DFC526FE630F}" srcOrd="0" destOrd="0" presId="urn:microsoft.com/office/officeart/2008/layout/HorizontalMultiLevelHierarchy"/>
    <dgm:cxn modelId="{79C6BBB0-CBEE-4AC8-9B69-02EDFB990FA5}" type="presOf" srcId="{8D827EC5-0CFF-43EF-9858-95650A410AB6}" destId="{28B499EB-5FBB-4296-9226-31AB50E1F967}" srcOrd="0" destOrd="0" presId="urn:microsoft.com/office/officeart/2008/layout/HorizontalMultiLevelHierarchy"/>
    <dgm:cxn modelId="{659AB7D8-936F-462A-BBF1-98DAE539C890}" type="presOf" srcId="{79A0A307-72AE-4F57-BD25-8FFD4D971532}" destId="{70515AC2-CDCF-4A63-9CCA-5D2E7F49E6F1}" srcOrd="0" destOrd="0" presId="urn:microsoft.com/office/officeart/2008/layout/HorizontalMultiLevelHierarchy"/>
    <dgm:cxn modelId="{2F707DDC-CF54-4CED-AA90-16C84608A3B6}" type="presOf" srcId="{79A0A307-72AE-4F57-BD25-8FFD4D971532}" destId="{887111EF-3537-4377-B3B4-665E9575C594}" srcOrd="1" destOrd="0" presId="urn:microsoft.com/office/officeart/2008/layout/HorizontalMultiLevelHierarchy"/>
    <dgm:cxn modelId="{A048D0FB-951E-46B3-AADA-EBBD0B2837C1}" type="presOf" srcId="{BAED2399-C6A6-4245-87B6-B8C84CA3DDC1}" destId="{2478543B-5919-4BC3-83A0-48486644A146}" srcOrd="0" destOrd="0" presId="urn:microsoft.com/office/officeart/2008/layout/HorizontalMultiLevelHierarchy"/>
    <dgm:cxn modelId="{B3225EB7-2227-4A42-B1FB-5228FB7A666E}" type="presParOf" srcId="{2478543B-5919-4BC3-83A0-48486644A146}" destId="{817D4E19-6AD7-4DE2-919F-D07CF91217E4}" srcOrd="0" destOrd="0" presId="urn:microsoft.com/office/officeart/2008/layout/HorizontalMultiLevelHierarchy"/>
    <dgm:cxn modelId="{0BCF6397-216F-48D4-AEE6-CC78DAF344A7}" type="presParOf" srcId="{817D4E19-6AD7-4DE2-919F-D07CF91217E4}" destId="{69E09331-96D2-4A7F-931C-54CF994B50FB}" srcOrd="0" destOrd="0" presId="urn:microsoft.com/office/officeart/2008/layout/HorizontalMultiLevelHierarchy"/>
    <dgm:cxn modelId="{71C3F772-FEFE-44C3-8DB4-3DBBBB4DA96B}" type="presParOf" srcId="{817D4E19-6AD7-4DE2-919F-D07CF91217E4}" destId="{66C92E7C-7069-49C0-A330-3487BADE8632}" srcOrd="1" destOrd="0" presId="urn:microsoft.com/office/officeart/2008/layout/HorizontalMultiLevelHierarchy"/>
    <dgm:cxn modelId="{F91C8268-E45E-4804-8958-68D3E698533F}" type="presParOf" srcId="{66C92E7C-7069-49C0-A330-3487BADE8632}" destId="{70515AC2-CDCF-4A63-9CCA-5D2E7F49E6F1}" srcOrd="0" destOrd="0" presId="urn:microsoft.com/office/officeart/2008/layout/HorizontalMultiLevelHierarchy"/>
    <dgm:cxn modelId="{DB0753E7-A9F3-4D6F-BCD1-4165D12C12A8}" type="presParOf" srcId="{70515AC2-CDCF-4A63-9CCA-5D2E7F49E6F1}" destId="{887111EF-3537-4377-B3B4-665E9575C594}" srcOrd="0" destOrd="0" presId="urn:microsoft.com/office/officeart/2008/layout/HorizontalMultiLevelHierarchy"/>
    <dgm:cxn modelId="{E8899F57-8687-485E-B5DD-BB7C0717FF7A}" type="presParOf" srcId="{66C92E7C-7069-49C0-A330-3487BADE8632}" destId="{A27B2F6E-B1BF-473F-834E-E33F59B9C80E}" srcOrd="1" destOrd="0" presId="urn:microsoft.com/office/officeart/2008/layout/HorizontalMultiLevelHierarchy"/>
    <dgm:cxn modelId="{9D7C1E29-EAC0-4E80-9489-FF297E77A9A3}" type="presParOf" srcId="{A27B2F6E-B1BF-473F-834E-E33F59B9C80E}" destId="{E0AB2EE3-24E4-4E83-AB76-B555E6C08A22}" srcOrd="0" destOrd="0" presId="urn:microsoft.com/office/officeart/2008/layout/HorizontalMultiLevelHierarchy"/>
    <dgm:cxn modelId="{132C3F9E-86B4-4860-BE1C-B955AA8BE50E}" type="presParOf" srcId="{A27B2F6E-B1BF-473F-834E-E33F59B9C80E}" destId="{9C0F304A-7F66-413C-925C-45E8E865E948}" srcOrd="1" destOrd="0" presId="urn:microsoft.com/office/officeart/2008/layout/HorizontalMultiLevelHierarchy"/>
    <dgm:cxn modelId="{B93ED54E-005C-4A9B-A272-1DDD04754CB1}" type="presParOf" srcId="{66C92E7C-7069-49C0-A330-3487BADE8632}" destId="{28B499EB-5FBB-4296-9226-31AB50E1F967}" srcOrd="2" destOrd="0" presId="urn:microsoft.com/office/officeart/2008/layout/HorizontalMultiLevelHierarchy"/>
    <dgm:cxn modelId="{5D420D16-130A-41DF-8F21-B759A08503D6}" type="presParOf" srcId="{28B499EB-5FBB-4296-9226-31AB50E1F967}" destId="{CC111B78-56BC-49E7-8978-9CB014D58C0D}" srcOrd="0" destOrd="0" presId="urn:microsoft.com/office/officeart/2008/layout/HorizontalMultiLevelHierarchy"/>
    <dgm:cxn modelId="{9117DF4D-B7DB-4C2B-8EC9-0D7A70E36E96}" type="presParOf" srcId="{66C92E7C-7069-49C0-A330-3487BADE8632}" destId="{8324D210-E788-4773-9D6F-373C8A5D0362}" srcOrd="3" destOrd="0" presId="urn:microsoft.com/office/officeart/2008/layout/HorizontalMultiLevelHierarchy"/>
    <dgm:cxn modelId="{A387BA42-2095-4A54-9CA3-C95CD8DDADB4}" type="presParOf" srcId="{8324D210-E788-4773-9D6F-373C8A5D0362}" destId="{1CACE167-97B4-4F7C-B93D-D914EE23D5C7}" srcOrd="0" destOrd="0" presId="urn:microsoft.com/office/officeart/2008/layout/HorizontalMultiLevelHierarchy"/>
    <dgm:cxn modelId="{012030A2-02AC-4388-96FF-238D9414725F}" type="presParOf" srcId="{8324D210-E788-4773-9D6F-373C8A5D0362}" destId="{EDB04FD0-63A4-486A-816D-F9796357A7D4}" srcOrd="1" destOrd="0" presId="urn:microsoft.com/office/officeart/2008/layout/HorizontalMultiLevelHierarchy"/>
    <dgm:cxn modelId="{4622F871-5B56-437A-A306-8DD746C2DABF}" type="presParOf" srcId="{66C92E7C-7069-49C0-A330-3487BADE8632}" destId="{408BEEB5-4945-42D6-9DF8-DFC526FE630F}" srcOrd="4" destOrd="0" presId="urn:microsoft.com/office/officeart/2008/layout/HorizontalMultiLevelHierarchy"/>
    <dgm:cxn modelId="{0DAB20FF-6B8D-427F-B332-700BD491E59D}" type="presParOf" srcId="{408BEEB5-4945-42D6-9DF8-DFC526FE630F}" destId="{B4FEB536-DB13-4921-BE0C-B2CA70BA88B5}" srcOrd="0" destOrd="0" presId="urn:microsoft.com/office/officeart/2008/layout/HorizontalMultiLevelHierarchy"/>
    <dgm:cxn modelId="{607D4392-A356-4CA1-B868-2EB6BEF58A06}" type="presParOf" srcId="{66C92E7C-7069-49C0-A330-3487BADE8632}" destId="{02E4FCB7-9243-4570-91B8-B2FF17D12EC8}" srcOrd="5" destOrd="0" presId="urn:microsoft.com/office/officeart/2008/layout/HorizontalMultiLevelHierarchy"/>
    <dgm:cxn modelId="{C50EF901-4243-41CD-B949-F8384406CA6B}" type="presParOf" srcId="{02E4FCB7-9243-4570-91B8-B2FF17D12EC8}" destId="{ED1209C1-7E9A-4FC1-8D94-67A05DB8C1B1}" srcOrd="0" destOrd="0" presId="urn:microsoft.com/office/officeart/2008/layout/HorizontalMultiLevelHierarchy"/>
    <dgm:cxn modelId="{1E958BBD-A7E6-4916-A9AF-16A4642D36CB}" type="presParOf" srcId="{02E4FCB7-9243-4570-91B8-B2FF17D12EC8}" destId="{D8026765-E440-4F4E-8BE0-6F74607CE36B}" srcOrd="1" destOrd="0" presId="urn:microsoft.com/office/officeart/2008/layout/HorizontalMultiLevelHierarchy"/>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FFCB0F2-9206-4F39-91CB-E97D4F329C12}" type="doc">
      <dgm:prSet loTypeId="urn:microsoft.com/office/officeart/2005/8/layout/radial2" loCatId="relationship" qsTypeId="urn:microsoft.com/office/officeart/2005/8/quickstyle/simple1" qsCatId="simple" csTypeId="urn:microsoft.com/office/officeart/2005/8/colors/accent1_2" csCatId="accent1" phldr="1"/>
      <dgm:spPr/>
      <dgm:t>
        <a:bodyPr/>
        <a:lstStyle/>
        <a:p>
          <a:endParaRPr lang="zh-CN" altLang="en-US"/>
        </a:p>
      </dgm:t>
    </dgm:pt>
    <dgm:pt modelId="{E71DD0AD-68DD-491D-AC68-0DFA05A3018D}">
      <dgm:prSet phldrT="[文本]" custT="1"/>
      <dgm:spPr/>
      <dgm:t>
        <a:bodyPr/>
        <a:lstStyle/>
        <a:p>
          <a:r>
            <a:rPr lang="zh-CN" altLang="en-US" sz="1000" dirty="0">
              <a:solidFill>
                <a:srgbClr val="FF0000"/>
              </a:solidFill>
            </a:rPr>
            <a:t>简单断言</a:t>
          </a:r>
        </a:p>
      </dgm:t>
    </dgm:pt>
    <dgm:pt modelId="{405D3A8A-0C14-4369-96F7-8B23D267A385}" type="parTrans" cxnId="{C0E6626F-2E65-4AF4-A3BC-6FC3E1632D49}">
      <dgm:prSet/>
      <dgm:spPr/>
      <dgm:t>
        <a:bodyPr/>
        <a:lstStyle/>
        <a:p>
          <a:endParaRPr lang="zh-CN" altLang="en-US">
            <a:solidFill>
              <a:srgbClr val="FF0000"/>
            </a:solidFill>
          </a:endParaRPr>
        </a:p>
      </dgm:t>
    </dgm:pt>
    <dgm:pt modelId="{78F80221-AAA4-4E06-A5B5-B6803A2CF1A8}" type="sibTrans" cxnId="{C0E6626F-2E65-4AF4-A3BC-6FC3E1632D49}">
      <dgm:prSet/>
      <dgm:spPr/>
      <dgm:t>
        <a:bodyPr/>
        <a:lstStyle/>
        <a:p>
          <a:endParaRPr lang="zh-CN" altLang="en-US">
            <a:solidFill>
              <a:srgbClr val="FF0000"/>
            </a:solidFill>
          </a:endParaRPr>
        </a:p>
      </dgm:t>
    </dgm:pt>
    <dgm:pt modelId="{CF7F1082-67B1-4F5B-9A14-53F82654F213}">
      <dgm:prSet phldrT="[文本]" custT="1"/>
      <dgm:spPr/>
      <dgm:t>
        <a:bodyPr/>
        <a:lstStyle/>
        <a:p>
          <a:r>
            <a:rPr lang="zh-CN" altLang="en-US" sz="1000" dirty="0">
              <a:solidFill>
                <a:srgbClr val="FF0000"/>
              </a:solidFill>
            </a:rPr>
            <a:t>基于命令的断言</a:t>
          </a:r>
        </a:p>
      </dgm:t>
    </dgm:pt>
    <dgm:pt modelId="{0629D809-BB33-4FE9-9DB6-233E71AA3321}" type="parTrans" cxnId="{44F53DF0-D253-47A9-A1C8-578FBDD930F1}">
      <dgm:prSet/>
      <dgm:spPr/>
      <dgm:t>
        <a:bodyPr/>
        <a:lstStyle/>
        <a:p>
          <a:endParaRPr lang="zh-CN" altLang="en-US">
            <a:solidFill>
              <a:srgbClr val="FF0000"/>
            </a:solidFill>
          </a:endParaRPr>
        </a:p>
      </dgm:t>
    </dgm:pt>
    <dgm:pt modelId="{BCA264DE-F8DA-4C65-99B2-6A0AC4E6836E}" type="sibTrans" cxnId="{44F53DF0-D253-47A9-A1C8-578FBDD930F1}">
      <dgm:prSet/>
      <dgm:spPr/>
      <dgm:t>
        <a:bodyPr/>
        <a:lstStyle/>
        <a:p>
          <a:endParaRPr lang="zh-CN" altLang="en-US">
            <a:solidFill>
              <a:srgbClr val="FF0000"/>
            </a:solidFill>
          </a:endParaRPr>
        </a:p>
      </dgm:t>
    </dgm:pt>
    <dgm:pt modelId="{3A12FE11-3E16-4CB5-A858-CEAA0410670F}">
      <dgm:prSet phldrT="[文本]" custT="1"/>
      <dgm:spPr/>
      <dgm:t>
        <a:bodyPr/>
        <a:lstStyle/>
        <a:p>
          <a:r>
            <a:rPr lang="zh-CN" altLang="en-US" sz="1000" dirty="0">
              <a:solidFill>
                <a:srgbClr val="FF0000"/>
              </a:solidFill>
            </a:rPr>
            <a:t>多因素授权</a:t>
          </a:r>
        </a:p>
      </dgm:t>
    </dgm:pt>
    <dgm:pt modelId="{A50E691F-F2A6-444D-B582-6259538D738F}" type="parTrans" cxnId="{0D99962F-87FE-424C-865C-F827D3D7B686}">
      <dgm:prSet/>
      <dgm:spPr/>
      <dgm:t>
        <a:bodyPr/>
        <a:lstStyle/>
        <a:p>
          <a:endParaRPr lang="zh-CN" altLang="en-US">
            <a:solidFill>
              <a:srgbClr val="FF0000"/>
            </a:solidFill>
          </a:endParaRPr>
        </a:p>
      </dgm:t>
    </dgm:pt>
    <dgm:pt modelId="{7E95E70B-7BC8-4A2D-8B86-EA73EA7770BC}" type="sibTrans" cxnId="{0D99962F-87FE-424C-865C-F827D3D7B686}">
      <dgm:prSet/>
      <dgm:spPr/>
      <dgm:t>
        <a:bodyPr/>
        <a:lstStyle/>
        <a:p>
          <a:endParaRPr lang="zh-CN" altLang="en-US">
            <a:solidFill>
              <a:srgbClr val="FF0000"/>
            </a:solidFill>
          </a:endParaRPr>
        </a:p>
      </dgm:t>
    </dgm:pt>
    <dgm:pt modelId="{7512D22F-3E5C-4181-805C-3475F9964FC1}">
      <dgm:prSet custT="1"/>
      <dgm:spPr/>
      <dgm:t>
        <a:bodyPr/>
        <a:lstStyle/>
        <a:p>
          <a:r>
            <a:rPr lang="zh-CN" altLang="en-US" sz="1000" dirty="0">
              <a:solidFill>
                <a:srgbClr val="FF0000"/>
              </a:solidFill>
            </a:rPr>
            <a:t>多用户组合授权</a:t>
          </a:r>
        </a:p>
      </dgm:t>
    </dgm:pt>
    <dgm:pt modelId="{B5777881-15E2-4B26-8266-AC934BE31C07}" type="parTrans" cxnId="{D2A0AEF1-8CB4-4AD1-BDC5-93E9E9B3EA2D}">
      <dgm:prSet/>
      <dgm:spPr/>
      <dgm:t>
        <a:bodyPr/>
        <a:lstStyle/>
        <a:p>
          <a:endParaRPr lang="zh-CN" altLang="en-US">
            <a:solidFill>
              <a:srgbClr val="FF0000"/>
            </a:solidFill>
          </a:endParaRPr>
        </a:p>
      </dgm:t>
    </dgm:pt>
    <dgm:pt modelId="{025807DD-F8C3-4BCD-8035-251C4BB5DCB0}" type="sibTrans" cxnId="{D2A0AEF1-8CB4-4AD1-BDC5-93E9E9B3EA2D}">
      <dgm:prSet/>
      <dgm:spPr/>
      <dgm:t>
        <a:bodyPr/>
        <a:lstStyle/>
        <a:p>
          <a:endParaRPr lang="zh-CN" altLang="en-US">
            <a:solidFill>
              <a:srgbClr val="FF0000"/>
            </a:solidFill>
          </a:endParaRPr>
        </a:p>
      </dgm:t>
    </dgm:pt>
    <dgm:pt modelId="{7FF95A4B-8BF3-4F54-94C7-CA92BA3549F1}">
      <dgm:prSet custT="1"/>
      <dgm:spPr/>
      <dgm:t>
        <a:bodyPr/>
        <a:lstStyle/>
        <a:p>
          <a:r>
            <a:rPr lang="zh-CN" altLang="en-US" sz="1000" dirty="0">
              <a:solidFill>
                <a:srgbClr val="FF0000"/>
              </a:solidFill>
            </a:rPr>
            <a:t>可修改的灵活策略</a:t>
          </a:r>
        </a:p>
      </dgm:t>
    </dgm:pt>
    <dgm:pt modelId="{3F7ACB00-E3F0-482B-A615-73B3B53520DB}" type="parTrans" cxnId="{1FC76B3F-A5E5-441C-80AA-5E445796B5BB}">
      <dgm:prSet/>
      <dgm:spPr/>
      <dgm:t>
        <a:bodyPr/>
        <a:lstStyle/>
        <a:p>
          <a:endParaRPr lang="zh-CN" altLang="en-US">
            <a:solidFill>
              <a:srgbClr val="FF0000"/>
            </a:solidFill>
          </a:endParaRPr>
        </a:p>
      </dgm:t>
    </dgm:pt>
    <dgm:pt modelId="{39091F2A-381E-463F-98DF-469408EC138D}" type="sibTrans" cxnId="{1FC76B3F-A5E5-441C-80AA-5E445796B5BB}">
      <dgm:prSet/>
      <dgm:spPr/>
      <dgm:t>
        <a:bodyPr/>
        <a:lstStyle/>
        <a:p>
          <a:endParaRPr lang="zh-CN" altLang="en-US">
            <a:solidFill>
              <a:srgbClr val="FF0000"/>
            </a:solidFill>
          </a:endParaRPr>
        </a:p>
      </dgm:t>
    </dgm:pt>
    <dgm:pt modelId="{AB579A02-ACF1-4652-86C6-DEE6CC53D46E}" type="pres">
      <dgm:prSet presAssocID="{9FFCB0F2-9206-4F39-91CB-E97D4F329C12}" presName="composite" presStyleCnt="0">
        <dgm:presLayoutVars>
          <dgm:chMax val="5"/>
          <dgm:dir/>
          <dgm:animLvl val="ctr"/>
          <dgm:resizeHandles val="exact"/>
        </dgm:presLayoutVars>
      </dgm:prSet>
      <dgm:spPr/>
    </dgm:pt>
    <dgm:pt modelId="{B580A480-B78E-42F3-9084-1D5A29A35D36}" type="pres">
      <dgm:prSet presAssocID="{9FFCB0F2-9206-4F39-91CB-E97D4F329C12}" presName="cycle" presStyleCnt="0"/>
      <dgm:spPr/>
    </dgm:pt>
    <dgm:pt modelId="{D2DDBD10-CB59-4A69-A6AE-025C75D408C5}" type="pres">
      <dgm:prSet presAssocID="{9FFCB0F2-9206-4F39-91CB-E97D4F329C12}" presName="centerShape" presStyleCnt="0"/>
      <dgm:spPr/>
    </dgm:pt>
    <dgm:pt modelId="{2C3F9283-B167-45BA-92BA-93A6857AEFFF}" type="pres">
      <dgm:prSet presAssocID="{9FFCB0F2-9206-4F39-91CB-E97D4F329C12}" presName="connSite" presStyleLbl="node1" presStyleIdx="0" presStyleCnt="6"/>
      <dgm:spPr/>
    </dgm:pt>
    <dgm:pt modelId="{F410E618-7F85-4E6C-BC9D-13B9B4ED32BD}" type="pres">
      <dgm:prSet presAssocID="{9FFCB0F2-9206-4F39-91CB-E97D4F329C12}" presName="visible" presStyleLbl="node1" presStyleIdx="0" presStyleCnt="6"/>
      <dgm:spPr/>
    </dgm:pt>
    <dgm:pt modelId="{121A33CC-A016-4C54-BBF6-87763390A94A}" type="pres">
      <dgm:prSet presAssocID="{405D3A8A-0C14-4369-96F7-8B23D267A385}" presName="Name25" presStyleLbl="parChTrans1D1" presStyleIdx="0" presStyleCnt="5"/>
      <dgm:spPr/>
    </dgm:pt>
    <dgm:pt modelId="{F46EAD79-87AD-4634-959F-4BA491BA20B5}" type="pres">
      <dgm:prSet presAssocID="{E71DD0AD-68DD-491D-AC68-0DFA05A3018D}" presName="node" presStyleCnt="0"/>
      <dgm:spPr/>
    </dgm:pt>
    <dgm:pt modelId="{E57D7C02-A5D2-4614-A88B-886734971DC0}" type="pres">
      <dgm:prSet presAssocID="{E71DD0AD-68DD-491D-AC68-0DFA05A3018D}" presName="parentNode" presStyleLbl="node1" presStyleIdx="1" presStyleCnt="6">
        <dgm:presLayoutVars>
          <dgm:chMax val="1"/>
          <dgm:bulletEnabled val="1"/>
        </dgm:presLayoutVars>
      </dgm:prSet>
      <dgm:spPr/>
    </dgm:pt>
    <dgm:pt modelId="{9E84ACCB-5F64-43D4-817C-DFA4C62CCB37}" type="pres">
      <dgm:prSet presAssocID="{E71DD0AD-68DD-491D-AC68-0DFA05A3018D}" presName="childNode" presStyleLbl="revTx" presStyleIdx="0" presStyleCnt="0">
        <dgm:presLayoutVars>
          <dgm:bulletEnabled val="1"/>
        </dgm:presLayoutVars>
      </dgm:prSet>
      <dgm:spPr/>
    </dgm:pt>
    <dgm:pt modelId="{EA9701B0-31E0-4F0B-88A8-F461769E6127}" type="pres">
      <dgm:prSet presAssocID="{0629D809-BB33-4FE9-9DB6-233E71AA3321}" presName="Name25" presStyleLbl="parChTrans1D1" presStyleIdx="1" presStyleCnt="5"/>
      <dgm:spPr/>
    </dgm:pt>
    <dgm:pt modelId="{30CC7F8E-27F3-43C8-818C-FAB8335F1B07}" type="pres">
      <dgm:prSet presAssocID="{CF7F1082-67B1-4F5B-9A14-53F82654F213}" presName="node" presStyleCnt="0"/>
      <dgm:spPr/>
    </dgm:pt>
    <dgm:pt modelId="{ACC0F521-B581-40C7-849B-6E55D97290FE}" type="pres">
      <dgm:prSet presAssocID="{CF7F1082-67B1-4F5B-9A14-53F82654F213}" presName="parentNode" presStyleLbl="node1" presStyleIdx="2" presStyleCnt="6">
        <dgm:presLayoutVars>
          <dgm:chMax val="1"/>
          <dgm:bulletEnabled val="1"/>
        </dgm:presLayoutVars>
      </dgm:prSet>
      <dgm:spPr/>
    </dgm:pt>
    <dgm:pt modelId="{944A633A-E4BB-4C68-9791-44F66774DD15}" type="pres">
      <dgm:prSet presAssocID="{CF7F1082-67B1-4F5B-9A14-53F82654F213}" presName="childNode" presStyleLbl="revTx" presStyleIdx="0" presStyleCnt="0">
        <dgm:presLayoutVars>
          <dgm:bulletEnabled val="1"/>
        </dgm:presLayoutVars>
      </dgm:prSet>
      <dgm:spPr/>
    </dgm:pt>
    <dgm:pt modelId="{5EA272FF-5FB2-4356-87F3-2F652D49E2D3}" type="pres">
      <dgm:prSet presAssocID="{A50E691F-F2A6-444D-B582-6259538D738F}" presName="Name25" presStyleLbl="parChTrans1D1" presStyleIdx="2" presStyleCnt="5"/>
      <dgm:spPr/>
    </dgm:pt>
    <dgm:pt modelId="{AEFEFDD5-BDA8-435E-8940-A69DE8C4FA88}" type="pres">
      <dgm:prSet presAssocID="{3A12FE11-3E16-4CB5-A858-CEAA0410670F}" presName="node" presStyleCnt="0"/>
      <dgm:spPr/>
    </dgm:pt>
    <dgm:pt modelId="{818B3397-997A-4935-8492-672307BF58A9}" type="pres">
      <dgm:prSet presAssocID="{3A12FE11-3E16-4CB5-A858-CEAA0410670F}" presName="parentNode" presStyleLbl="node1" presStyleIdx="3" presStyleCnt="6">
        <dgm:presLayoutVars>
          <dgm:chMax val="1"/>
          <dgm:bulletEnabled val="1"/>
        </dgm:presLayoutVars>
      </dgm:prSet>
      <dgm:spPr/>
    </dgm:pt>
    <dgm:pt modelId="{57AB4072-FE81-4B43-8667-02EA928F74C0}" type="pres">
      <dgm:prSet presAssocID="{3A12FE11-3E16-4CB5-A858-CEAA0410670F}" presName="childNode" presStyleLbl="revTx" presStyleIdx="0" presStyleCnt="0">
        <dgm:presLayoutVars>
          <dgm:bulletEnabled val="1"/>
        </dgm:presLayoutVars>
      </dgm:prSet>
      <dgm:spPr/>
    </dgm:pt>
    <dgm:pt modelId="{F8CC4EE0-FF21-4A48-A135-009FC8A064AE}" type="pres">
      <dgm:prSet presAssocID="{B5777881-15E2-4B26-8266-AC934BE31C07}" presName="Name25" presStyleLbl="parChTrans1D1" presStyleIdx="3" presStyleCnt="5"/>
      <dgm:spPr/>
    </dgm:pt>
    <dgm:pt modelId="{C75D4525-278D-417B-91C7-86D9CA5E82E7}" type="pres">
      <dgm:prSet presAssocID="{7512D22F-3E5C-4181-805C-3475F9964FC1}" presName="node" presStyleCnt="0"/>
      <dgm:spPr/>
    </dgm:pt>
    <dgm:pt modelId="{C89BDD1A-1D9D-47C9-A109-089079879F4E}" type="pres">
      <dgm:prSet presAssocID="{7512D22F-3E5C-4181-805C-3475F9964FC1}" presName="parentNode" presStyleLbl="node1" presStyleIdx="4" presStyleCnt="6">
        <dgm:presLayoutVars>
          <dgm:chMax val="1"/>
          <dgm:bulletEnabled val="1"/>
        </dgm:presLayoutVars>
      </dgm:prSet>
      <dgm:spPr/>
    </dgm:pt>
    <dgm:pt modelId="{6DC9B4C6-7DB7-42AA-AD93-7DB5B1FE76AB}" type="pres">
      <dgm:prSet presAssocID="{7512D22F-3E5C-4181-805C-3475F9964FC1}" presName="childNode" presStyleLbl="revTx" presStyleIdx="0" presStyleCnt="0">
        <dgm:presLayoutVars>
          <dgm:bulletEnabled val="1"/>
        </dgm:presLayoutVars>
      </dgm:prSet>
      <dgm:spPr/>
    </dgm:pt>
    <dgm:pt modelId="{D8FA42EB-AFC6-4525-976D-413B6E59A760}" type="pres">
      <dgm:prSet presAssocID="{3F7ACB00-E3F0-482B-A615-73B3B53520DB}" presName="Name25" presStyleLbl="parChTrans1D1" presStyleIdx="4" presStyleCnt="5"/>
      <dgm:spPr/>
    </dgm:pt>
    <dgm:pt modelId="{E2E7606C-1A11-440B-B9C0-90158926FCFD}" type="pres">
      <dgm:prSet presAssocID="{7FF95A4B-8BF3-4F54-94C7-CA92BA3549F1}" presName="node" presStyleCnt="0"/>
      <dgm:spPr/>
    </dgm:pt>
    <dgm:pt modelId="{88566AA8-9487-4BB4-A5F1-9DE0473D52ED}" type="pres">
      <dgm:prSet presAssocID="{7FF95A4B-8BF3-4F54-94C7-CA92BA3549F1}" presName="parentNode" presStyleLbl="node1" presStyleIdx="5" presStyleCnt="6">
        <dgm:presLayoutVars>
          <dgm:chMax val="1"/>
          <dgm:bulletEnabled val="1"/>
        </dgm:presLayoutVars>
      </dgm:prSet>
      <dgm:spPr/>
    </dgm:pt>
    <dgm:pt modelId="{2134D6A2-CF27-433B-899A-0E1700307C38}" type="pres">
      <dgm:prSet presAssocID="{7FF95A4B-8BF3-4F54-94C7-CA92BA3549F1}" presName="childNode" presStyleLbl="revTx" presStyleIdx="0" presStyleCnt="0">
        <dgm:presLayoutVars>
          <dgm:bulletEnabled val="1"/>
        </dgm:presLayoutVars>
      </dgm:prSet>
      <dgm:spPr/>
    </dgm:pt>
  </dgm:ptLst>
  <dgm:cxnLst>
    <dgm:cxn modelId="{1ED90200-63EA-4E3E-847A-97FD198F25E2}" type="presOf" srcId="{7512D22F-3E5C-4181-805C-3475F9964FC1}" destId="{C89BDD1A-1D9D-47C9-A109-089079879F4E}" srcOrd="0" destOrd="0" presId="urn:microsoft.com/office/officeart/2005/8/layout/radial2"/>
    <dgm:cxn modelId="{4DAEC304-F8D7-41A2-A8A2-E78B8A69CF77}" type="presOf" srcId="{E71DD0AD-68DD-491D-AC68-0DFA05A3018D}" destId="{E57D7C02-A5D2-4614-A88B-886734971DC0}" srcOrd="0" destOrd="0" presId="urn:microsoft.com/office/officeart/2005/8/layout/radial2"/>
    <dgm:cxn modelId="{FCC23618-7042-42CA-9CF6-0FD74BB90DB3}" type="presOf" srcId="{B5777881-15E2-4B26-8266-AC934BE31C07}" destId="{F8CC4EE0-FF21-4A48-A135-009FC8A064AE}" srcOrd="0" destOrd="0" presId="urn:microsoft.com/office/officeart/2005/8/layout/radial2"/>
    <dgm:cxn modelId="{2365822A-2601-4F83-AF4D-A6808F5B88CC}" type="presOf" srcId="{A50E691F-F2A6-444D-B582-6259538D738F}" destId="{5EA272FF-5FB2-4356-87F3-2F652D49E2D3}" srcOrd="0" destOrd="0" presId="urn:microsoft.com/office/officeart/2005/8/layout/radial2"/>
    <dgm:cxn modelId="{0D99962F-87FE-424C-865C-F827D3D7B686}" srcId="{9FFCB0F2-9206-4F39-91CB-E97D4F329C12}" destId="{3A12FE11-3E16-4CB5-A858-CEAA0410670F}" srcOrd="2" destOrd="0" parTransId="{A50E691F-F2A6-444D-B582-6259538D738F}" sibTransId="{7E95E70B-7BC8-4A2D-8B86-EA73EA7770BC}"/>
    <dgm:cxn modelId="{82D2003F-2D70-437C-8130-ABD6BCDD73EB}" type="presOf" srcId="{9FFCB0F2-9206-4F39-91CB-E97D4F329C12}" destId="{AB579A02-ACF1-4652-86C6-DEE6CC53D46E}" srcOrd="0" destOrd="0" presId="urn:microsoft.com/office/officeart/2005/8/layout/radial2"/>
    <dgm:cxn modelId="{1FC76B3F-A5E5-441C-80AA-5E445796B5BB}" srcId="{9FFCB0F2-9206-4F39-91CB-E97D4F329C12}" destId="{7FF95A4B-8BF3-4F54-94C7-CA92BA3549F1}" srcOrd="4" destOrd="0" parTransId="{3F7ACB00-E3F0-482B-A615-73B3B53520DB}" sibTransId="{39091F2A-381E-463F-98DF-469408EC138D}"/>
    <dgm:cxn modelId="{FF73AE6C-A570-4571-925F-6A51A0C6BC54}" type="presOf" srcId="{7FF95A4B-8BF3-4F54-94C7-CA92BA3549F1}" destId="{88566AA8-9487-4BB4-A5F1-9DE0473D52ED}" srcOrd="0" destOrd="0" presId="urn:microsoft.com/office/officeart/2005/8/layout/radial2"/>
    <dgm:cxn modelId="{C0E6626F-2E65-4AF4-A3BC-6FC3E1632D49}" srcId="{9FFCB0F2-9206-4F39-91CB-E97D4F329C12}" destId="{E71DD0AD-68DD-491D-AC68-0DFA05A3018D}" srcOrd="0" destOrd="0" parTransId="{405D3A8A-0C14-4369-96F7-8B23D267A385}" sibTransId="{78F80221-AAA4-4E06-A5B5-B6803A2CF1A8}"/>
    <dgm:cxn modelId="{2637A27A-813D-40DE-A336-5176B747B41D}" type="presOf" srcId="{CF7F1082-67B1-4F5B-9A14-53F82654F213}" destId="{ACC0F521-B581-40C7-849B-6E55D97290FE}" srcOrd="0" destOrd="0" presId="urn:microsoft.com/office/officeart/2005/8/layout/radial2"/>
    <dgm:cxn modelId="{CE594D85-A1D1-452F-BFE0-940068246069}" type="presOf" srcId="{0629D809-BB33-4FE9-9DB6-233E71AA3321}" destId="{EA9701B0-31E0-4F0B-88A8-F461769E6127}" srcOrd="0" destOrd="0" presId="urn:microsoft.com/office/officeart/2005/8/layout/radial2"/>
    <dgm:cxn modelId="{D7F3099E-B1CC-4172-8952-F0A4B5166B3D}" type="presOf" srcId="{3F7ACB00-E3F0-482B-A615-73B3B53520DB}" destId="{D8FA42EB-AFC6-4525-976D-413B6E59A760}" srcOrd="0" destOrd="0" presId="urn:microsoft.com/office/officeart/2005/8/layout/radial2"/>
    <dgm:cxn modelId="{B053ADBC-73F0-45CD-93C2-0430E6CBB4F6}" type="presOf" srcId="{3A12FE11-3E16-4CB5-A858-CEAA0410670F}" destId="{818B3397-997A-4935-8492-672307BF58A9}" srcOrd="0" destOrd="0" presId="urn:microsoft.com/office/officeart/2005/8/layout/radial2"/>
    <dgm:cxn modelId="{44F53DF0-D253-47A9-A1C8-578FBDD930F1}" srcId="{9FFCB0F2-9206-4F39-91CB-E97D4F329C12}" destId="{CF7F1082-67B1-4F5B-9A14-53F82654F213}" srcOrd="1" destOrd="0" parTransId="{0629D809-BB33-4FE9-9DB6-233E71AA3321}" sibTransId="{BCA264DE-F8DA-4C65-99B2-6A0AC4E6836E}"/>
    <dgm:cxn modelId="{D2A0AEF1-8CB4-4AD1-BDC5-93E9E9B3EA2D}" srcId="{9FFCB0F2-9206-4F39-91CB-E97D4F329C12}" destId="{7512D22F-3E5C-4181-805C-3475F9964FC1}" srcOrd="3" destOrd="0" parTransId="{B5777881-15E2-4B26-8266-AC934BE31C07}" sibTransId="{025807DD-F8C3-4BCD-8035-251C4BB5DCB0}"/>
    <dgm:cxn modelId="{8AC1C9FE-0B6A-41EE-B804-2C9AF9490A94}" type="presOf" srcId="{405D3A8A-0C14-4369-96F7-8B23D267A385}" destId="{121A33CC-A016-4C54-BBF6-87763390A94A}" srcOrd="0" destOrd="0" presId="urn:microsoft.com/office/officeart/2005/8/layout/radial2"/>
    <dgm:cxn modelId="{5F353BF9-8E60-4BED-AE14-6638DD5B514C}" type="presParOf" srcId="{AB579A02-ACF1-4652-86C6-DEE6CC53D46E}" destId="{B580A480-B78E-42F3-9084-1D5A29A35D36}" srcOrd="0" destOrd="0" presId="urn:microsoft.com/office/officeart/2005/8/layout/radial2"/>
    <dgm:cxn modelId="{E1D2857A-0F8A-41FE-A009-8CF25FED4D58}" type="presParOf" srcId="{B580A480-B78E-42F3-9084-1D5A29A35D36}" destId="{D2DDBD10-CB59-4A69-A6AE-025C75D408C5}" srcOrd="0" destOrd="0" presId="urn:microsoft.com/office/officeart/2005/8/layout/radial2"/>
    <dgm:cxn modelId="{C7B39D65-8274-4D01-80A2-BE1F8042DF50}" type="presParOf" srcId="{D2DDBD10-CB59-4A69-A6AE-025C75D408C5}" destId="{2C3F9283-B167-45BA-92BA-93A6857AEFFF}" srcOrd="0" destOrd="0" presId="urn:microsoft.com/office/officeart/2005/8/layout/radial2"/>
    <dgm:cxn modelId="{A2AC4E8D-9D3D-4C16-BAFA-7746072DBA50}" type="presParOf" srcId="{D2DDBD10-CB59-4A69-A6AE-025C75D408C5}" destId="{F410E618-7F85-4E6C-BC9D-13B9B4ED32BD}" srcOrd="1" destOrd="0" presId="urn:microsoft.com/office/officeart/2005/8/layout/radial2"/>
    <dgm:cxn modelId="{3CA2972D-35AF-48EC-99C7-219E27DB3503}" type="presParOf" srcId="{B580A480-B78E-42F3-9084-1D5A29A35D36}" destId="{121A33CC-A016-4C54-BBF6-87763390A94A}" srcOrd="1" destOrd="0" presId="urn:microsoft.com/office/officeart/2005/8/layout/radial2"/>
    <dgm:cxn modelId="{2602DFCB-6BD7-451B-BFA4-C8FEB5CA00DE}" type="presParOf" srcId="{B580A480-B78E-42F3-9084-1D5A29A35D36}" destId="{F46EAD79-87AD-4634-959F-4BA491BA20B5}" srcOrd="2" destOrd="0" presId="urn:microsoft.com/office/officeart/2005/8/layout/radial2"/>
    <dgm:cxn modelId="{DF565EC2-9593-4039-8156-619061F93DC6}" type="presParOf" srcId="{F46EAD79-87AD-4634-959F-4BA491BA20B5}" destId="{E57D7C02-A5D2-4614-A88B-886734971DC0}" srcOrd="0" destOrd="0" presId="urn:microsoft.com/office/officeart/2005/8/layout/radial2"/>
    <dgm:cxn modelId="{86717D70-2C88-4C8E-8B0B-F3740F8E1179}" type="presParOf" srcId="{F46EAD79-87AD-4634-959F-4BA491BA20B5}" destId="{9E84ACCB-5F64-43D4-817C-DFA4C62CCB37}" srcOrd="1" destOrd="0" presId="urn:microsoft.com/office/officeart/2005/8/layout/radial2"/>
    <dgm:cxn modelId="{50829F59-02FD-472F-8890-CE4A65A5C75F}" type="presParOf" srcId="{B580A480-B78E-42F3-9084-1D5A29A35D36}" destId="{EA9701B0-31E0-4F0B-88A8-F461769E6127}" srcOrd="3" destOrd="0" presId="urn:microsoft.com/office/officeart/2005/8/layout/radial2"/>
    <dgm:cxn modelId="{5D74B23E-A274-4CF2-A983-96A1D3D6FEAF}" type="presParOf" srcId="{B580A480-B78E-42F3-9084-1D5A29A35D36}" destId="{30CC7F8E-27F3-43C8-818C-FAB8335F1B07}" srcOrd="4" destOrd="0" presId="urn:microsoft.com/office/officeart/2005/8/layout/radial2"/>
    <dgm:cxn modelId="{82CFFE5D-C6F1-4094-98B1-319502F4DF3A}" type="presParOf" srcId="{30CC7F8E-27F3-43C8-818C-FAB8335F1B07}" destId="{ACC0F521-B581-40C7-849B-6E55D97290FE}" srcOrd="0" destOrd="0" presId="urn:microsoft.com/office/officeart/2005/8/layout/radial2"/>
    <dgm:cxn modelId="{AB5CBEBC-44CC-49E5-907A-2AE78204F992}" type="presParOf" srcId="{30CC7F8E-27F3-43C8-818C-FAB8335F1B07}" destId="{944A633A-E4BB-4C68-9791-44F66774DD15}" srcOrd="1" destOrd="0" presId="urn:microsoft.com/office/officeart/2005/8/layout/radial2"/>
    <dgm:cxn modelId="{8B1F7C32-6F6F-45EE-9B09-E6DB9B747333}" type="presParOf" srcId="{B580A480-B78E-42F3-9084-1D5A29A35D36}" destId="{5EA272FF-5FB2-4356-87F3-2F652D49E2D3}" srcOrd="5" destOrd="0" presId="urn:microsoft.com/office/officeart/2005/8/layout/radial2"/>
    <dgm:cxn modelId="{CBB2620E-660F-4927-9C9E-CA25137F6728}" type="presParOf" srcId="{B580A480-B78E-42F3-9084-1D5A29A35D36}" destId="{AEFEFDD5-BDA8-435E-8940-A69DE8C4FA88}" srcOrd="6" destOrd="0" presId="urn:microsoft.com/office/officeart/2005/8/layout/radial2"/>
    <dgm:cxn modelId="{4BF3EE1C-1326-4401-80FA-8C04311F89BB}" type="presParOf" srcId="{AEFEFDD5-BDA8-435E-8940-A69DE8C4FA88}" destId="{818B3397-997A-4935-8492-672307BF58A9}" srcOrd="0" destOrd="0" presId="urn:microsoft.com/office/officeart/2005/8/layout/radial2"/>
    <dgm:cxn modelId="{05192956-DD3A-4504-9701-283BBBB46430}" type="presParOf" srcId="{AEFEFDD5-BDA8-435E-8940-A69DE8C4FA88}" destId="{57AB4072-FE81-4B43-8667-02EA928F74C0}" srcOrd="1" destOrd="0" presId="urn:microsoft.com/office/officeart/2005/8/layout/radial2"/>
    <dgm:cxn modelId="{576CF8AE-684D-4372-994D-24805989F7B1}" type="presParOf" srcId="{B580A480-B78E-42F3-9084-1D5A29A35D36}" destId="{F8CC4EE0-FF21-4A48-A135-009FC8A064AE}" srcOrd="7" destOrd="0" presId="urn:microsoft.com/office/officeart/2005/8/layout/radial2"/>
    <dgm:cxn modelId="{EB9B516B-A6AC-4C58-AE5C-29D2BAE2D8FA}" type="presParOf" srcId="{B580A480-B78E-42F3-9084-1D5A29A35D36}" destId="{C75D4525-278D-417B-91C7-86D9CA5E82E7}" srcOrd="8" destOrd="0" presId="urn:microsoft.com/office/officeart/2005/8/layout/radial2"/>
    <dgm:cxn modelId="{553AD561-2846-456E-B0B2-A1DD75444813}" type="presParOf" srcId="{C75D4525-278D-417B-91C7-86D9CA5E82E7}" destId="{C89BDD1A-1D9D-47C9-A109-089079879F4E}" srcOrd="0" destOrd="0" presId="urn:microsoft.com/office/officeart/2005/8/layout/radial2"/>
    <dgm:cxn modelId="{E0CAF729-F81B-41A2-B0E0-D645477138E6}" type="presParOf" srcId="{C75D4525-278D-417B-91C7-86D9CA5E82E7}" destId="{6DC9B4C6-7DB7-42AA-AD93-7DB5B1FE76AB}" srcOrd="1" destOrd="0" presId="urn:microsoft.com/office/officeart/2005/8/layout/radial2"/>
    <dgm:cxn modelId="{32D81446-C9FC-4DDC-86C8-8F93E879D3B5}" type="presParOf" srcId="{B580A480-B78E-42F3-9084-1D5A29A35D36}" destId="{D8FA42EB-AFC6-4525-976D-413B6E59A760}" srcOrd="9" destOrd="0" presId="urn:microsoft.com/office/officeart/2005/8/layout/radial2"/>
    <dgm:cxn modelId="{EDA57F16-15CF-423A-9F64-38A13018C913}" type="presParOf" srcId="{B580A480-B78E-42F3-9084-1D5A29A35D36}" destId="{E2E7606C-1A11-440B-B9C0-90158926FCFD}" srcOrd="10" destOrd="0" presId="urn:microsoft.com/office/officeart/2005/8/layout/radial2"/>
    <dgm:cxn modelId="{EBC93FA5-D2B4-45E0-8654-1583BE1EE76F}" type="presParOf" srcId="{E2E7606C-1A11-440B-B9C0-90158926FCFD}" destId="{88566AA8-9487-4BB4-A5F1-9DE0473D52ED}" srcOrd="0" destOrd="0" presId="urn:microsoft.com/office/officeart/2005/8/layout/radial2"/>
    <dgm:cxn modelId="{2A96FC89-617A-48B0-A25E-2C603A47021C}" type="presParOf" srcId="{E2E7606C-1A11-440B-B9C0-90158926FCFD}" destId="{2134D6A2-CF27-433B-899A-0E1700307C38}" srcOrd="1" destOrd="0" presId="urn:microsoft.com/office/officeart/2005/8/layout/radial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8BEEB5-4945-42D6-9DF8-DFC526FE630F}">
      <dsp:nvSpPr>
        <dsp:cNvPr id="0" name=""/>
        <dsp:cNvSpPr/>
      </dsp:nvSpPr>
      <dsp:spPr>
        <a:xfrm>
          <a:off x="2060204" y="1770750"/>
          <a:ext cx="441412" cy="841106"/>
        </a:xfrm>
        <a:custGeom>
          <a:avLst/>
          <a:gdLst/>
          <a:ahLst/>
          <a:cxnLst/>
          <a:rect l="0" t="0" r="0" b="0"/>
          <a:pathLst>
            <a:path>
              <a:moveTo>
                <a:pt x="0" y="0"/>
              </a:moveTo>
              <a:lnTo>
                <a:pt x="220706" y="0"/>
              </a:lnTo>
              <a:lnTo>
                <a:pt x="220706" y="841106"/>
              </a:lnTo>
              <a:lnTo>
                <a:pt x="441412" y="841106"/>
              </a:lnTo>
            </a:path>
          </a:pathLst>
        </a:custGeom>
        <a:noFill/>
        <a:ln w="25400" cap="flat" cmpd="sng" algn="ctr">
          <a:noFill/>
          <a:prstDash val="solid"/>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b="0" kern="1200" cap="none" spc="0">
            <a:ln w="0"/>
            <a:solidFill>
              <a:schemeClr val="tx1"/>
            </a:solidFill>
            <a:effectLst>
              <a:outerShdw blurRad="38100" dist="19050" dir="2700000" algn="tl" rotWithShape="0">
                <a:schemeClr val="dk1">
                  <a:alpha val="40000"/>
                </a:schemeClr>
              </a:outerShdw>
            </a:effectLst>
          </a:endParaRPr>
        </a:p>
      </dsp:txBody>
      <dsp:txXfrm>
        <a:off x="2257163" y="2167556"/>
        <a:ext cx="47494" cy="47494"/>
      </dsp:txXfrm>
    </dsp:sp>
    <dsp:sp modelId="{28B499EB-5FBB-4296-9226-31AB50E1F967}">
      <dsp:nvSpPr>
        <dsp:cNvPr id="0" name=""/>
        <dsp:cNvSpPr/>
      </dsp:nvSpPr>
      <dsp:spPr>
        <a:xfrm>
          <a:off x="2060204" y="1725030"/>
          <a:ext cx="441412" cy="91440"/>
        </a:xfrm>
        <a:custGeom>
          <a:avLst/>
          <a:gdLst/>
          <a:ahLst/>
          <a:cxnLst/>
          <a:rect l="0" t="0" r="0" b="0"/>
          <a:pathLst>
            <a:path>
              <a:moveTo>
                <a:pt x="0" y="45720"/>
              </a:moveTo>
              <a:lnTo>
                <a:pt x="441412" y="45720"/>
              </a:lnTo>
            </a:path>
          </a:pathLst>
        </a:custGeom>
        <a:noFill/>
        <a:ln w="25400" cap="flat" cmpd="sng" algn="ctr">
          <a:noFill/>
          <a:prstDash val="solid"/>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b="0" kern="1200" cap="none" spc="0">
            <a:ln w="0"/>
            <a:solidFill>
              <a:schemeClr val="tx1"/>
            </a:solidFill>
            <a:effectLst>
              <a:outerShdw blurRad="38100" dist="19050" dir="2700000" algn="tl" rotWithShape="0">
                <a:schemeClr val="dk1">
                  <a:alpha val="40000"/>
                </a:schemeClr>
              </a:outerShdw>
            </a:effectLst>
          </a:endParaRPr>
        </a:p>
      </dsp:txBody>
      <dsp:txXfrm>
        <a:off x="2269875" y="1759715"/>
        <a:ext cx="22070" cy="22070"/>
      </dsp:txXfrm>
    </dsp:sp>
    <dsp:sp modelId="{70515AC2-CDCF-4A63-9CCA-5D2E7F49E6F1}">
      <dsp:nvSpPr>
        <dsp:cNvPr id="0" name=""/>
        <dsp:cNvSpPr/>
      </dsp:nvSpPr>
      <dsp:spPr>
        <a:xfrm>
          <a:off x="2060204" y="929644"/>
          <a:ext cx="441412" cy="841106"/>
        </a:xfrm>
        <a:custGeom>
          <a:avLst/>
          <a:gdLst/>
          <a:ahLst/>
          <a:cxnLst/>
          <a:rect l="0" t="0" r="0" b="0"/>
          <a:pathLst>
            <a:path>
              <a:moveTo>
                <a:pt x="0" y="841106"/>
              </a:moveTo>
              <a:lnTo>
                <a:pt x="220706" y="841106"/>
              </a:lnTo>
              <a:lnTo>
                <a:pt x="220706" y="0"/>
              </a:lnTo>
              <a:lnTo>
                <a:pt x="441412" y="0"/>
              </a:lnTo>
            </a:path>
          </a:pathLst>
        </a:custGeom>
        <a:noFill/>
        <a:ln w="25400" cap="flat" cmpd="sng" algn="ctr">
          <a:noFill/>
          <a:prstDash val="solid"/>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b="0" kern="1200" cap="none" spc="0">
            <a:ln w="0"/>
            <a:solidFill>
              <a:schemeClr val="tx1"/>
            </a:solidFill>
            <a:effectLst>
              <a:outerShdw blurRad="38100" dist="19050" dir="2700000" algn="tl" rotWithShape="0">
                <a:schemeClr val="dk1">
                  <a:alpha val="40000"/>
                </a:schemeClr>
              </a:outerShdw>
            </a:effectLst>
          </a:endParaRPr>
        </a:p>
      </dsp:txBody>
      <dsp:txXfrm>
        <a:off x="2257163" y="1326449"/>
        <a:ext cx="47494" cy="47494"/>
      </dsp:txXfrm>
    </dsp:sp>
    <dsp:sp modelId="{69E09331-96D2-4A7F-931C-54CF994B50FB}">
      <dsp:nvSpPr>
        <dsp:cNvPr id="0" name=""/>
        <dsp:cNvSpPr/>
      </dsp:nvSpPr>
      <dsp:spPr>
        <a:xfrm rot="16200000">
          <a:off x="-46988" y="1434307"/>
          <a:ext cx="3541501" cy="672885"/>
        </a:xfrm>
        <a:prstGeom prst="rect">
          <a:avLst/>
        </a:prstGeom>
        <a:solidFill>
          <a:schemeClr val="accent1">
            <a:hueOff val="0"/>
            <a:satOff val="0"/>
            <a:lumOff val="0"/>
            <a:alphaOff val="0"/>
          </a:schemeClr>
        </a:solidFill>
        <a:ln w="25400" cap="flat" cmpd="sng" algn="ctr">
          <a:noFill/>
          <a:prstDash val="solid"/>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23495" tIns="23495" rIns="23495" bIns="23495" numCol="1" spcCol="1270" anchor="ctr" anchorCtr="0">
          <a:noAutofit/>
        </a:bodyPr>
        <a:lstStyle/>
        <a:p>
          <a:pPr marL="0" lvl="0" indent="0" algn="ctr" defTabSz="1644650">
            <a:lnSpc>
              <a:spcPct val="90000"/>
            </a:lnSpc>
            <a:spcBef>
              <a:spcPct val="0"/>
            </a:spcBef>
            <a:spcAft>
              <a:spcPct val="35000"/>
            </a:spcAft>
            <a:buNone/>
          </a:pPr>
          <a:r>
            <a:rPr lang="en-US" altLang="zh-CN" sz="3700" b="0" kern="1200" cap="none" spc="0" dirty="0">
              <a:ln w="0"/>
              <a:solidFill>
                <a:schemeClr val="tx1"/>
              </a:solidFill>
              <a:effectLst>
                <a:outerShdw blurRad="38100" dist="19050" dir="2700000" algn="tl" rotWithShape="0">
                  <a:schemeClr val="dk1">
                    <a:alpha val="40000"/>
                  </a:schemeClr>
                </a:outerShdw>
              </a:effectLst>
            </a:rPr>
            <a:t>TPM2.0</a:t>
          </a:r>
          <a:r>
            <a:rPr lang="zh-CN" altLang="en-US" sz="3700" b="0" kern="1200" cap="none" spc="0" dirty="0">
              <a:ln w="0"/>
              <a:solidFill>
                <a:schemeClr val="tx1"/>
              </a:solidFill>
              <a:effectLst>
                <a:outerShdw blurRad="38100" dist="19050" dir="2700000" algn="tl" rotWithShape="0">
                  <a:schemeClr val="dk1">
                    <a:alpha val="40000"/>
                  </a:schemeClr>
                </a:outerShdw>
              </a:effectLst>
            </a:rPr>
            <a:t>授权</a:t>
          </a:r>
        </a:p>
      </dsp:txBody>
      <dsp:txXfrm>
        <a:off x="-46988" y="1434307"/>
        <a:ext cx="3541501" cy="672885"/>
      </dsp:txXfrm>
    </dsp:sp>
    <dsp:sp modelId="{E0AB2EE3-24E4-4E83-AB76-B555E6C08A22}">
      <dsp:nvSpPr>
        <dsp:cNvPr id="0" name=""/>
        <dsp:cNvSpPr/>
      </dsp:nvSpPr>
      <dsp:spPr>
        <a:xfrm>
          <a:off x="2501617" y="593201"/>
          <a:ext cx="2207063" cy="672885"/>
        </a:xfrm>
        <a:prstGeom prst="rect">
          <a:avLst/>
        </a:prstGeom>
        <a:solidFill>
          <a:schemeClr val="accent1">
            <a:hueOff val="0"/>
            <a:satOff val="0"/>
            <a:lumOff val="0"/>
            <a:alphaOff val="0"/>
          </a:schemeClr>
        </a:solidFill>
        <a:ln w="25400" cap="flat" cmpd="sng" algn="ctr">
          <a:noFill/>
          <a:prstDash val="solid"/>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zh-CN" altLang="en-US" sz="1600" b="0" kern="1200" cap="none" spc="0" dirty="0">
              <a:ln w="0"/>
              <a:solidFill>
                <a:schemeClr val="tx1"/>
              </a:solidFill>
              <a:effectLst>
                <a:outerShdw blurRad="38100" dist="19050" dir="2700000" algn="tl" rotWithShape="0">
                  <a:schemeClr val="dk1">
                    <a:alpha val="40000"/>
                  </a:schemeClr>
                </a:outerShdw>
              </a:effectLst>
            </a:rPr>
            <a:t>口令授权</a:t>
          </a:r>
        </a:p>
      </dsp:txBody>
      <dsp:txXfrm>
        <a:off x="2501617" y="593201"/>
        <a:ext cx="2207063" cy="672885"/>
      </dsp:txXfrm>
    </dsp:sp>
    <dsp:sp modelId="{1CACE167-97B4-4F7C-B93D-D914EE23D5C7}">
      <dsp:nvSpPr>
        <dsp:cNvPr id="0" name=""/>
        <dsp:cNvSpPr/>
      </dsp:nvSpPr>
      <dsp:spPr>
        <a:xfrm>
          <a:off x="2501617" y="1434307"/>
          <a:ext cx="2207063" cy="672885"/>
        </a:xfrm>
        <a:prstGeom prst="rect">
          <a:avLst/>
        </a:prstGeom>
        <a:solidFill>
          <a:schemeClr val="accent1">
            <a:hueOff val="0"/>
            <a:satOff val="0"/>
            <a:lumOff val="0"/>
            <a:alphaOff val="0"/>
          </a:schemeClr>
        </a:solidFill>
        <a:ln w="25400" cap="flat" cmpd="sng" algn="ctr">
          <a:noFill/>
          <a:prstDash val="solid"/>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altLang="zh-CN" sz="1600" b="0" kern="1200" cap="none" spc="0" dirty="0">
              <a:ln w="0"/>
              <a:solidFill>
                <a:schemeClr val="tx1"/>
              </a:solidFill>
              <a:effectLst>
                <a:outerShdw blurRad="38100" dist="19050" dir="2700000" algn="tl" rotWithShape="0">
                  <a:schemeClr val="dk1">
                    <a:alpha val="40000"/>
                  </a:schemeClr>
                </a:outerShdw>
              </a:effectLst>
            </a:rPr>
            <a:t>HMAC</a:t>
          </a:r>
          <a:r>
            <a:rPr lang="zh-CN" altLang="en-US" sz="1600" b="0" kern="1200" cap="none" spc="0" dirty="0">
              <a:ln w="0"/>
              <a:solidFill>
                <a:schemeClr val="tx1"/>
              </a:solidFill>
              <a:effectLst>
                <a:outerShdw blurRad="38100" dist="19050" dir="2700000" algn="tl" rotWithShape="0">
                  <a:schemeClr val="dk1">
                    <a:alpha val="40000"/>
                  </a:schemeClr>
                </a:outerShdw>
              </a:effectLst>
            </a:rPr>
            <a:t>授权</a:t>
          </a:r>
        </a:p>
      </dsp:txBody>
      <dsp:txXfrm>
        <a:off x="2501617" y="1434307"/>
        <a:ext cx="2207063" cy="672885"/>
      </dsp:txXfrm>
    </dsp:sp>
    <dsp:sp modelId="{ED1209C1-7E9A-4FC1-8D94-67A05DB8C1B1}">
      <dsp:nvSpPr>
        <dsp:cNvPr id="0" name=""/>
        <dsp:cNvSpPr/>
      </dsp:nvSpPr>
      <dsp:spPr>
        <a:xfrm>
          <a:off x="2501617" y="2275414"/>
          <a:ext cx="2207063" cy="672885"/>
        </a:xfrm>
        <a:prstGeom prst="rect">
          <a:avLst/>
        </a:prstGeom>
        <a:solidFill>
          <a:schemeClr val="accent1">
            <a:hueOff val="0"/>
            <a:satOff val="0"/>
            <a:lumOff val="0"/>
            <a:alphaOff val="0"/>
          </a:schemeClr>
        </a:solidFill>
        <a:ln w="25400" cap="flat" cmpd="sng" algn="ctr">
          <a:noFill/>
          <a:prstDash val="solid"/>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zh-CN" altLang="en-US" sz="1600" b="0" kern="1200" cap="none" spc="0" dirty="0">
              <a:ln w="0"/>
              <a:solidFill>
                <a:schemeClr val="tx1"/>
              </a:solidFill>
              <a:effectLst>
                <a:outerShdw blurRad="38100" dist="19050" dir="2700000" algn="tl" rotWithShape="0">
                  <a:schemeClr val="dk1">
                    <a:alpha val="40000"/>
                  </a:schemeClr>
                </a:outerShdw>
              </a:effectLst>
            </a:rPr>
            <a:t>扩展授权</a:t>
          </a:r>
          <a:endParaRPr lang="en-US" altLang="zh-CN" sz="1600" b="0" kern="1200" cap="none" spc="0" dirty="0">
            <a:ln w="0"/>
            <a:solidFill>
              <a:schemeClr val="tx1"/>
            </a:solidFill>
            <a:effectLst>
              <a:outerShdw blurRad="38100" dist="19050" dir="2700000" algn="tl" rotWithShape="0">
                <a:schemeClr val="dk1">
                  <a:alpha val="40000"/>
                </a:schemeClr>
              </a:outerShdw>
            </a:effectLst>
          </a:endParaRPr>
        </a:p>
        <a:p>
          <a:pPr marL="0" lvl="0" indent="0" algn="ctr" defTabSz="711200">
            <a:lnSpc>
              <a:spcPct val="90000"/>
            </a:lnSpc>
            <a:spcBef>
              <a:spcPct val="0"/>
            </a:spcBef>
            <a:spcAft>
              <a:spcPct val="35000"/>
            </a:spcAft>
            <a:buNone/>
          </a:pPr>
          <a:r>
            <a:rPr lang="zh-CN" altLang="en-US" sz="1600" b="0" kern="1200" cap="none" spc="0" dirty="0">
              <a:ln w="0"/>
              <a:solidFill>
                <a:schemeClr val="tx1"/>
              </a:solidFill>
              <a:effectLst>
                <a:outerShdw blurRad="38100" dist="19050" dir="2700000" algn="tl" rotWithShape="0">
                  <a:schemeClr val="dk1">
                    <a:alpha val="40000"/>
                  </a:schemeClr>
                </a:outerShdw>
              </a:effectLst>
            </a:rPr>
            <a:t>（策略授权）</a:t>
          </a:r>
        </a:p>
      </dsp:txBody>
      <dsp:txXfrm>
        <a:off x="2501617" y="2275414"/>
        <a:ext cx="2207063" cy="67288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FA42EB-AFC6-4525-976D-413B6E59A760}">
      <dsp:nvSpPr>
        <dsp:cNvPr id="0" name=""/>
        <dsp:cNvSpPr/>
      </dsp:nvSpPr>
      <dsp:spPr>
        <a:xfrm rot="3370500">
          <a:off x="2808884" y="2900846"/>
          <a:ext cx="1184193" cy="24960"/>
        </a:xfrm>
        <a:custGeom>
          <a:avLst/>
          <a:gdLst/>
          <a:ahLst/>
          <a:cxnLst/>
          <a:rect l="0" t="0" r="0" b="0"/>
          <a:pathLst>
            <a:path>
              <a:moveTo>
                <a:pt x="0" y="12480"/>
              </a:moveTo>
              <a:lnTo>
                <a:pt x="1184193" y="1248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8CC4EE0-FF21-4A48-A135-009FC8A064AE}">
      <dsp:nvSpPr>
        <dsp:cNvPr id="0" name=""/>
        <dsp:cNvSpPr/>
      </dsp:nvSpPr>
      <dsp:spPr>
        <a:xfrm rot="1739563">
          <a:off x="3137561" y="2487096"/>
          <a:ext cx="1062699" cy="24960"/>
        </a:xfrm>
        <a:custGeom>
          <a:avLst/>
          <a:gdLst/>
          <a:ahLst/>
          <a:cxnLst/>
          <a:rect l="0" t="0" r="0" b="0"/>
          <a:pathLst>
            <a:path>
              <a:moveTo>
                <a:pt x="0" y="12480"/>
              </a:moveTo>
              <a:lnTo>
                <a:pt x="1062699" y="1248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EA272FF-5FB2-4356-87F3-2F652D49E2D3}">
      <dsp:nvSpPr>
        <dsp:cNvPr id="0" name=""/>
        <dsp:cNvSpPr/>
      </dsp:nvSpPr>
      <dsp:spPr>
        <a:xfrm>
          <a:off x="3204149" y="2006563"/>
          <a:ext cx="1066365" cy="24960"/>
        </a:xfrm>
        <a:custGeom>
          <a:avLst/>
          <a:gdLst/>
          <a:ahLst/>
          <a:cxnLst/>
          <a:rect l="0" t="0" r="0" b="0"/>
          <a:pathLst>
            <a:path>
              <a:moveTo>
                <a:pt x="0" y="12480"/>
              </a:moveTo>
              <a:lnTo>
                <a:pt x="1066365" y="1248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A9701B0-31E0-4F0B-88A8-F461769E6127}">
      <dsp:nvSpPr>
        <dsp:cNvPr id="0" name=""/>
        <dsp:cNvSpPr/>
      </dsp:nvSpPr>
      <dsp:spPr>
        <a:xfrm rot="19860437">
          <a:off x="3137561" y="1526030"/>
          <a:ext cx="1062699" cy="24960"/>
        </a:xfrm>
        <a:custGeom>
          <a:avLst/>
          <a:gdLst/>
          <a:ahLst/>
          <a:cxnLst/>
          <a:rect l="0" t="0" r="0" b="0"/>
          <a:pathLst>
            <a:path>
              <a:moveTo>
                <a:pt x="0" y="12480"/>
              </a:moveTo>
              <a:lnTo>
                <a:pt x="1062699" y="1248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21A33CC-A016-4C54-BBF6-87763390A94A}">
      <dsp:nvSpPr>
        <dsp:cNvPr id="0" name=""/>
        <dsp:cNvSpPr/>
      </dsp:nvSpPr>
      <dsp:spPr>
        <a:xfrm rot="18229500">
          <a:off x="2808884" y="1112280"/>
          <a:ext cx="1184193" cy="24960"/>
        </a:xfrm>
        <a:custGeom>
          <a:avLst/>
          <a:gdLst/>
          <a:ahLst/>
          <a:cxnLst/>
          <a:rect l="0" t="0" r="0" b="0"/>
          <a:pathLst>
            <a:path>
              <a:moveTo>
                <a:pt x="0" y="12480"/>
              </a:moveTo>
              <a:lnTo>
                <a:pt x="1184193" y="1248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410E618-7F85-4E6C-BC9D-13B9B4ED32BD}">
      <dsp:nvSpPr>
        <dsp:cNvPr id="0" name=""/>
        <dsp:cNvSpPr/>
      </dsp:nvSpPr>
      <dsp:spPr>
        <a:xfrm>
          <a:off x="2226883" y="1444181"/>
          <a:ext cx="1149724" cy="114972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57D7C02-A5D2-4614-A88B-886734971DC0}">
      <dsp:nvSpPr>
        <dsp:cNvPr id="0" name=""/>
        <dsp:cNvSpPr/>
      </dsp:nvSpPr>
      <dsp:spPr>
        <a:xfrm>
          <a:off x="3577660" y="1427"/>
          <a:ext cx="689834" cy="68983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zh-CN" altLang="en-US" sz="1000" kern="1200" dirty="0">
              <a:solidFill>
                <a:srgbClr val="FF0000"/>
              </a:solidFill>
            </a:rPr>
            <a:t>简单断言</a:t>
          </a:r>
        </a:p>
      </dsp:txBody>
      <dsp:txXfrm>
        <a:off x="3678684" y="102451"/>
        <a:ext cx="487786" cy="487786"/>
      </dsp:txXfrm>
    </dsp:sp>
    <dsp:sp modelId="{ACC0F521-B581-40C7-849B-6E55D97290FE}">
      <dsp:nvSpPr>
        <dsp:cNvPr id="0" name=""/>
        <dsp:cNvSpPr/>
      </dsp:nvSpPr>
      <dsp:spPr>
        <a:xfrm>
          <a:off x="4090448" y="768868"/>
          <a:ext cx="689834" cy="68983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zh-CN" altLang="en-US" sz="1000" kern="1200" dirty="0">
              <a:solidFill>
                <a:srgbClr val="FF0000"/>
              </a:solidFill>
            </a:rPr>
            <a:t>基于命令的断言</a:t>
          </a:r>
        </a:p>
      </dsp:txBody>
      <dsp:txXfrm>
        <a:off x="4191472" y="869892"/>
        <a:ext cx="487786" cy="487786"/>
      </dsp:txXfrm>
    </dsp:sp>
    <dsp:sp modelId="{818B3397-997A-4935-8492-672307BF58A9}">
      <dsp:nvSpPr>
        <dsp:cNvPr id="0" name=""/>
        <dsp:cNvSpPr/>
      </dsp:nvSpPr>
      <dsp:spPr>
        <a:xfrm>
          <a:off x="4270515" y="1674126"/>
          <a:ext cx="689834" cy="68983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zh-CN" altLang="en-US" sz="1000" kern="1200" dirty="0">
              <a:solidFill>
                <a:srgbClr val="FF0000"/>
              </a:solidFill>
            </a:rPr>
            <a:t>多因素授权</a:t>
          </a:r>
        </a:p>
      </dsp:txBody>
      <dsp:txXfrm>
        <a:off x="4371539" y="1775150"/>
        <a:ext cx="487786" cy="487786"/>
      </dsp:txXfrm>
    </dsp:sp>
    <dsp:sp modelId="{C89BDD1A-1D9D-47C9-A109-089079879F4E}">
      <dsp:nvSpPr>
        <dsp:cNvPr id="0" name=""/>
        <dsp:cNvSpPr/>
      </dsp:nvSpPr>
      <dsp:spPr>
        <a:xfrm>
          <a:off x="4090448" y="2579385"/>
          <a:ext cx="689834" cy="68983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zh-CN" altLang="en-US" sz="1000" kern="1200" dirty="0">
              <a:solidFill>
                <a:srgbClr val="FF0000"/>
              </a:solidFill>
            </a:rPr>
            <a:t>多用户组合授权</a:t>
          </a:r>
        </a:p>
      </dsp:txBody>
      <dsp:txXfrm>
        <a:off x="4191472" y="2680409"/>
        <a:ext cx="487786" cy="487786"/>
      </dsp:txXfrm>
    </dsp:sp>
    <dsp:sp modelId="{88566AA8-9487-4BB4-A5F1-9DE0473D52ED}">
      <dsp:nvSpPr>
        <dsp:cNvPr id="0" name=""/>
        <dsp:cNvSpPr/>
      </dsp:nvSpPr>
      <dsp:spPr>
        <a:xfrm>
          <a:off x="3577660" y="3346826"/>
          <a:ext cx="689834" cy="68983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zh-CN" altLang="en-US" sz="1000" kern="1200" dirty="0">
              <a:solidFill>
                <a:srgbClr val="FF0000"/>
              </a:solidFill>
            </a:rPr>
            <a:t>可修改的灵活策略</a:t>
          </a:r>
        </a:p>
      </dsp:txBody>
      <dsp:txXfrm>
        <a:off x="3678684" y="3447850"/>
        <a:ext cx="487786" cy="487786"/>
      </dsp:txXfrm>
    </dsp:sp>
  </dsp:spTree>
</dsp:drawing>
</file>

<file path=ppt/diagrams/layout1.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2">
  <dgm:title val=""/>
  <dgm:desc val=""/>
  <dgm:catLst>
    <dgm:cat type="relationship" pri="20000"/>
    <dgm:cat type="convert" pri="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ite">
    <dgm:varLst>
      <dgm:chMax val="5"/>
      <dgm:dir/>
      <dgm:animLvl val="ctr"/>
      <dgm:resizeHandles val="exact"/>
    </dgm:varLst>
    <dgm:alg type="composite"/>
    <dgm:shape xmlns:r="http://schemas.openxmlformats.org/officeDocument/2006/relationships" r:blip="">
      <dgm:adjLst/>
    </dgm:shape>
    <dgm:presOf/>
    <dgm:constrLst>
      <dgm:constr type="w" for="ch" forName="cycle" refType="w"/>
      <dgm:constr type="h" for="ch" forName="cycle" refType="h"/>
    </dgm:constrLst>
    <dgm:ruleLst/>
    <dgm:layoutNode name="cycle">
      <dgm:choose name="Name0">
        <dgm:if name="Name1" func="var" arg="dir" op="equ" val="norm">
          <dgm:choose name="Name2">
            <dgm:if name="Name3" axis="ch" ptType="node" func="cnt" op="lte" val="1">
              <dgm:alg type="cycle">
                <dgm:param type="stAng" val="90"/>
                <dgm:param type="spanAng" val="360"/>
                <dgm:param type="ctrShpMap" val="fNode"/>
              </dgm:alg>
            </dgm:if>
            <dgm:if name="Name4" axis="ch" ptType="node" func="cnt" op="equ" val="2">
              <dgm:alg type="cycle">
                <dgm:param type="stAng" val="70"/>
                <dgm:param type="spanAng" val="40"/>
                <dgm:param type="ctrShpMap" val="fNode"/>
              </dgm:alg>
            </dgm:if>
            <dgm:if name="Name5" axis="ch" ptType="node" func="cnt" op="equ" val="3">
              <dgm:alg type="cycle">
                <dgm:param type="stAng" val="60"/>
                <dgm:param type="spanAng" val="60"/>
                <dgm:param type="ctrShpMap" val="fNode"/>
              </dgm:alg>
            </dgm:if>
            <dgm:else name="Name6">
              <dgm:alg type="cycle">
                <dgm:param type="stAng" val="45"/>
                <dgm:param type="spanAng" val="90"/>
                <dgm:param type="ctrShpMap" val="fNode"/>
              </dgm:alg>
            </dgm:else>
          </dgm:choose>
        </dgm:if>
        <dgm:else name="Name7">
          <dgm:choose name="Name8">
            <dgm:if name="Name9" axis="ch" ptType="node" func="cnt" op="lte" val="1">
              <dgm:alg type="cycle">
                <dgm:param type="stAng" val="-90"/>
                <dgm:param type="spanAng" val="-360"/>
                <dgm:param type="ctrShpMap" val="fNode"/>
              </dgm:alg>
            </dgm:if>
            <dgm:if name="Name10" axis="ch" ptType="node" func="cnt" op="equ" val="2">
              <dgm:alg type="cycle">
                <dgm:param type="stAng" val="-70"/>
                <dgm:param type="spanAng" val="-40"/>
                <dgm:param type="ctrShpMap" val="fNode"/>
              </dgm:alg>
            </dgm:if>
            <dgm:if name="Name11" axis="ch" ptType="node" func="cnt" op="equ" val="3">
              <dgm:alg type="cycle">
                <dgm:param type="stAng" val="-60"/>
                <dgm:param type="spanAng" val="-60"/>
                <dgm:param type="ctrShpMap" val="fNode"/>
              </dgm:alg>
            </dgm:if>
            <dgm:else name="Name12">
              <dgm:alg type="cycle">
                <dgm:param type="stAng" val="-45"/>
                <dgm:param type="spanAng" val="-90"/>
                <dgm:param type="ctrShpMap" val="fNode"/>
              </dgm:alg>
            </dgm:else>
          </dgm:choose>
        </dgm:else>
      </dgm:choose>
      <dgm:shape xmlns:r="http://schemas.openxmlformats.org/officeDocument/2006/relationships" r:blip="">
        <dgm:adjLst/>
      </dgm:shape>
      <dgm:presOf/>
      <dgm:constrLst>
        <dgm:constr type="sp" val="20"/>
        <dgm:constr type="w" for="ch" forName="centerShape" refType="w"/>
        <dgm:constr type="w" for="ch" forName="node" refType="w" refFor="ch" refForName="centerShape" fact="1.5"/>
        <dgm:constr type="sibSp" refType="w" refFor="ch" refForName="centerShape" op="equ" fact="0.08"/>
        <dgm:constr type="primFontSz" for="des" forName="parentNode" op="equ" val="65"/>
        <dgm:constr type="secFontSz" for="des" forName="childNode" op="equ" val="65"/>
      </dgm:constrLst>
      <dgm:ruleLst/>
      <dgm:choose name="Name13">
        <dgm:if name="Name14" axis="ch" ptType="node" hideLastTrans="0" func="cnt" op="gte" val="1">
          <dgm:layoutNode name="centerShape" styleLbl="node0">
            <dgm:alg type="composite"/>
            <dgm:shape xmlns:r="http://schemas.openxmlformats.org/officeDocument/2006/relationships" r:blip="">
              <dgm:adjLst/>
            </dgm:shape>
            <dgm:presOf axis="ch" ptType="node" cnt="1"/>
            <dgm:constrLst>
              <dgm:constr type="w" for="ch" forName="connSite" refType="w" fact="0.7"/>
              <dgm:constr type="h" for="ch" forName="connSite" refType="w" fact="0.7"/>
              <dgm:constr type="ctrX" for="ch" forName="connSite" refType="w" fact="0.5"/>
              <dgm:constr type="ctrY" for="ch" forName="connSite" refType="h" fact="0.5"/>
              <dgm:constr type="w" for="ch" forName="visible" refType="w"/>
              <dgm:constr type="h" for="ch" forName="visible" refType="w"/>
              <dgm:constr type="ctrX" for="ch" forName="visible" refType="w" fact="0.5"/>
              <dgm:constr type="ctrY" for="ch" forName="visible" refType="h" fact="0.5"/>
            </dgm:constrLst>
            <dgm:ruleLst/>
            <dgm:layoutNode name="connSite">
              <dgm:alg type="sp"/>
              <dgm:shape xmlns:r="http://schemas.openxmlformats.org/officeDocument/2006/relationships" type="ellipse" r:blip="" hideGeom="1">
                <dgm:adjLst/>
              </dgm:shape>
              <dgm:presOf/>
              <dgm:constrLst/>
              <dgm:ruleLst/>
            </dgm:layoutNode>
            <dgm:layoutNode name="visible">
              <dgm:alg type="sp"/>
              <dgm:shape xmlns:r="http://schemas.openxmlformats.org/officeDocument/2006/relationships" type="ellipse" r:blip="" blipPhldr="1">
                <dgm:adjLst/>
              </dgm:shape>
              <dgm:presOf/>
              <dgm:constrLst/>
              <dgm:ruleLst/>
            </dgm:layoutNode>
          </dgm:layoutNode>
        </dgm:if>
        <dgm:else name="Name15"/>
      </dgm:choose>
      <dgm:forEach name="Name16" axis="ch">
        <dgm:forEach name="Name17" axis="self" ptType="node">
          <dgm:layoutNode name="node">
            <dgm:alg type="composite"/>
            <dgm:shape xmlns:r="http://schemas.openxmlformats.org/officeDocument/2006/relationships" r:blip="">
              <dgm:adjLst/>
            </dgm:shape>
            <dgm:presOf/>
            <dgm:choose name="Name18">
              <dgm:if name="Name19" func="var" arg="dir" op="equ" val="norm">
                <dgm:constrLst>
                  <dgm:constr type="t" for="ch" forName="parentNode"/>
                  <dgm:constr type="l" for="ch" forName="parentNode"/>
                  <dgm:constr type="w" for="ch" forName="parentNode" refType="w" fact="0.4"/>
                  <dgm:constr type="h" for="ch" forName="parentNode" refType="w" refFor="ch" refForName="parentNode" op="equ"/>
                  <dgm:constr type="ctrY" for="ch" forName="childNode" refType="h" refFor="ch" refForName="parentNode" fact="0.5"/>
                  <dgm:constr type="l" for="ch" forName="childNode" refType="w" refFor="ch" refForName="parentNode" op="equ" fact="1.1"/>
                  <dgm:constr type="w" for="ch" forName="childNode" refType="w" fact="0.6"/>
                  <dgm:constr type="h" for="ch" forName="childNode" refType="h" refFor="ch" refForName="parentNode"/>
                </dgm:constrLst>
              </dgm:if>
              <dgm:else name="Name20">
                <dgm:constrLst>
                  <dgm:constr type="t" for="ch" forName="parentNode"/>
                  <dgm:constr type="r" for="ch" forName="parentNode" refType="w"/>
                  <dgm:constr type="w" for="ch" forName="parentNode" refType="w" fact="0.4"/>
                  <dgm:constr type="h" for="ch" forName="parentNode" refType="w" refFor="ch" refForName="parentNode" op="equ"/>
                  <dgm:constr type="ctrY" for="ch" forName="childNode" refType="h" refFor="ch" refForName="parentNode" fact="0.5"/>
                  <dgm:constr type="l" for="ch" forName="childNode"/>
                  <dgm:constr type="w" for="ch" forName="childNode" refType="w" fact="0.6"/>
                  <dgm:constr type="h" for="ch" forName="childNode" refType="h" refFor="ch" refForName="parentNode"/>
                </dgm:constrLst>
              </dgm:else>
            </dgm:choose>
            <dgm:ruleLst/>
            <dgm:layoutNode name="parentNode" styleLbl="node1">
              <dgm:varLst>
                <dgm:chMax val="1"/>
                <dgm:bulletEnabled val="1"/>
              </dgm:varLst>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childNode" styleLbl="revTx" moveWith="parentNode">
              <dgm:varLst>
                <dgm:bulletEnabled val="1"/>
              </dgm:varLst>
              <dgm:alg type="tx">
                <dgm:param type="txAnchorVertCh" val="mid"/>
                <dgm:param type="stBulletLvl" val="1"/>
              </dgm:alg>
              <dgm:choose name="Name21">
                <dgm:if name="Name22" axis="ch" ptType="node" func="cnt" op="gte" val="1">
                  <dgm:shape xmlns:r="http://schemas.openxmlformats.org/officeDocument/2006/relationships" type="rect" r:blip="">
                    <dgm:adjLst/>
                  </dgm:shape>
                </dgm:if>
                <dgm:else name="Name23">
                  <dgm:shape xmlns:r="http://schemas.openxmlformats.org/officeDocument/2006/relationships" type="rect" r:blip="" hideGeom="1">
                    <dgm:adjLst/>
                  </dgm:shape>
                </dgm:else>
              </dgm:choose>
              <dgm:presOf axis="des" ptType="node"/>
              <dgm:constrLst>
                <dgm:constr type="tMarg"/>
                <dgm:constr type="bMarg"/>
                <dgm:constr type="lMarg"/>
                <dgm:constr type="rMarg"/>
              </dgm:constrLst>
              <dgm:ruleLst>
                <dgm:rule type="secFontSz" val="5" fact="NaN" max="NaN"/>
              </dgm:ruleLst>
            </dgm:layoutNode>
          </dgm:layoutNode>
        </dgm:forEach>
        <dgm:forEach name="Name24" axis="self" ptType="parTrans" cnt="1">
          <dgm:layoutNode name="Name25">
            <dgm:alg type="conn">
              <dgm:param type="dim" val="1D"/>
              <dgm:param type="endSty" val="noArr"/>
              <dgm:param type="begPts" val="auto"/>
              <dgm:param type="endPts" val="auto"/>
              <dgm:param type="srcNode" val="connSite"/>
              <dgm:param type="dstNode" val="parentNode"/>
            </dgm:alg>
            <dgm:shape xmlns:r="http://schemas.openxmlformats.org/officeDocument/2006/relationships" type="conn" r:blip="" zOrderOff="-99">
              <dgm:adjLst/>
            </dgm:shape>
            <dgm:presOf axis="self"/>
            <dgm:constrLst>
              <dgm:constr type="connDist"/>
              <dgm:constr type="w" val="1"/>
              <dgm:constr type="h" val="5"/>
              <dgm:constr type="begPad"/>
              <dgm:constr type="endPad"/>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B4E0DF4A-202E-451D-98B3-65435E7EC9F3}"/>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pitchFamily="34" charset="0"/>
                <a:ea typeface="宋体" pitchFamily="2" charset="-122"/>
              </a:defRPr>
            </a:lvl1pPr>
          </a:lstStyle>
          <a:p>
            <a:pPr>
              <a:defRPr/>
            </a:pPr>
            <a:endParaRPr lang="en-US" altLang="zh-CN"/>
          </a:p>
        </p:txBody>
      </p:sp>
      <p:sp>
        <p:nvSpPr>
          <p:cNvPr id="5123" name="Rectangle 3">
            <a:extLst>
              <a:ext uri="{FF2B5EF4-FFF2-40B4-BE49-F238E27FC236}">
                <a16:creationId xmlns:a16="http://schemas.microsoft.com/office/drawing/2014/main" id="{45E01DDF-3888-406C-81D2-5BB07C52E34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itchFamily="34" charset="0"/>
                <a:ea typeface="宋体" pitchFamily="2" charset="-122"/>
              </a:defRPr>
            </a:lvl1pPr>
          </a:lstStyle>
          <a:p>
            <a:pPr>
              <a:defRPr/>
            </a:pPr>
            <a:endParaRPr lang="en-US" altLang="zh-CN"/>
          </a:p>
        </p:txBody>
      </p:sp>
      <p:sp>
        <p:nvSpPr>
          <p:cNvPr id="58372" name="Rectangle 4">
            <a:extLst>
              <a:ext uri="{FF2B5EF4-FFF2-40B4-BE49-F238E27FC236}">
                <a16:creationId xmlns:a16="http://schemas.microsoft.com/office/drawing/2014/main" id="{9374723E-6FC4-47E8-AACF-8C6639610DF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a:extLst>
              <a:ext uri="{FF2B5EF4-FFF2-40B4-BE49-F238E27FC236}">
                <a16:creationId xmlns:a16="http://schemas.microsoft.com/office/drawing/2014/main" id="{E98049C9-171A-492B-9DC7-7A27A12F9354}"/>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5126" name="Rectangle 6">
            <a:extLst>
              <a:ext uri="{FF2B5EF4-FFF2-40B4-BE49-F238E27FC236}">
                <a16:creationId xmlns:a16="http://schemas.microsoft.com/office/drawing/2014/main" id="{64B557F6-D882-4A38-8FB6-3C63EA55CB1E}"/>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pitchFamily="34" charset="0"/>
                <a:ea typeface="宋体" pitchFamily="2" charset="-122"/>
              </a:defRPr>
            </a:lvl1pPr>
          </a:lstStyle>
          <a:p>
            <a:pPr>
              <a:defRPr/>
            </a:pPr>
            <a:endParaRPr lang="en-US" altLang="zh-CN"/>
          </a:p>
        </p:txBody>
      </p:sp>
      <p:sp>
        <p:nvSpPr>
          <p:cNvPr id="5127" name="Rectangle 7">
            <a:extLst>
              <a:ext uri="{FF2B5EF4-FFF2-40B4-BE49-F238E27FC236}">
                <a16:creationId xmlns:a16="http://schemas.microsoft.com/office/drawing/2014/main" id="{C1D88E8C-6D73-4D34-83E8-811AD2DB0BCF}"/>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9316F8E0-1BBA-4A93-882D-D45FC28DBB64}"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9219" name="Rectangle 3"/>
          <p:cNvSpPr>
            <a:spLocks noGrp="1" noChangeArrowheads="1"/>
          </p:cNvSpPr>
          <p:nvPr>
            <p:ph type="ctrTitle"/>
          </p:nvPr>
        </p:nvSpPr>
        <p:spPr>
          <a:xfrm>
            <a:off x="0" y="3048000"/>
            <a:ext cx="9144000" cy="1470025"/>
          </a:xfrm>
        </p:spPr>
        <p:txBody>
          <a:bodyPr/>
          <a:lstStyle>
            <a:lvl1pPr algn="ctr">
              <a:defRPr sz="4800"/>
            </a:lvl1pPr>
          </a:lstStyle>
          <a:p>
            <a:r>
              <a:rPr lang="zh-CN" altLang="en-US"/>
              <a:t>单击此处编辑母版标题样式</a:t>
            </a:r>
          </a:p>
        </p:txBody>
      </p:sp>
    </p:spTree>
    <p:extLst>
      <p:ext uri="{BB962C8B-B14F-4D97-AF65-F5344CB8AC3E}">
        <p14:creationId xmlns:p14="http://schemas.microsoft.com/office/powerpoint/2010/main" val="401109709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a:xfrm>
            <a:off x="432511" y="1143000"/>
            <a:ext cx="8296656" cy="5410200"/>
          </a:xfrm>
        </p:spPr>
        <p:txBody>
          <a:bodyPr/>
          <a:lstStyle>
            <a:lvl1pPr algn="just">
              <a:defRPr/>
            </a:lvl1pPr>
            <a:lvl2pPr algn="just">
              <a:defRPr/>
            </a:lvl2pPr>
            <a:lvl3pPr algn="just">
              <a:defRPr/>
            </a:lvl3pPr>
            <a:lvl4pPr algn="just">
              <a:defRPr/>
            </a:lvl4pPr>
            <a:lvl5pPr algn="just">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6">
            <a:extLst>
              <a:ext uri="{FF2B5EF4-FFF2-40B4-BE49-F238E27FC236}">
                <a16:creationId xmlns:a16="http://schemas.microsoft.com/office/drawing/2014/main" id="{2A7BE597-D35E-4EE1-90BA-71BA5B38008C}"/>
              </a:ext>
            </a:extLst>
          </p:cNvPr>
          <p:cNvSpPr>
            <a:spLocks noGrp="1" noChangeArrowheads="1"/>
          </p:cNvSpPr>
          <p:nvPr>
            <p:ph type="sldNum" sz="quarter" idx="10"/>
          </p:nvPr>
        </p:nvSpPr>
        <p:spPr>
          <a:ln/>
        </p:spPr>
        <p:txBody>
          <a:bodyPr/>
          <a:lstStyle>
            <a:lvl1pPr>
              <a:defRPr/>
            </a:lvl1pPr>
          </a:lstStyle>
          <a:p>
            <a:r>
              <a:rPr lang="en-US" altLang="zh-CN"/>
              <a:t>Page </a:t>
            </a:r>
            <a:fld id="{AF655B59-12D5-4828-87B1-F838F673600E}" type="slidenum">
              <a:rPr lang="en-US" altLang="zh-CN"/>
              <a:pPr/>
              <a:t>‹#›</a:t>
            </a:fld>
            <a:endParaRPr lang="en-US" altLang="zh-CN"/>
          </a:p>
        </p:txBody>
      </p:sp>
    </p:spTree>
    <p:extLst>
      <p:ext uri="{BB962C8B-B14F-4D97-AF65-F5344CB8AC3E}">
        <p14:creationId xmlns:p14="http://schemas.microsoft.com/office/powerpoint/2010/main" val="113114838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a:extLst>
              <a:ext uri="{FF2B5EF4-FFF2-40B4-BE49-F238E27FC236}">
                <a16:creationId xmlns:a16="http://schemas.microsoft.com/office/drawing/2014/main" id="{222D9F3E-E5FB-4DC4-B7EA-0E097F0CA5D2}"/>
              </a:ext>
            </a:extLst>
          </p:cNvPr>
          <p:cNvSpPr>
            <a:spLocks noGrp="1" noChangeArrowheads="1"/>
          </p:cNvSpPr>
          <p:nvPr>
            <p:ph type="sldNum" sz="quarter" idx="10"/>
          </p:nvPr>
        </p:nvSpPr>
        <p:spPr>
          <a:ln/>
        </p:spPr>
        <p:txBody>
          <a:bodyPr/>
          <a:lstStyle>
            <a:lvl1pPr>
              <a:defRPr/>
            </a:lvl1pPr>
          </a:lstStyle>
          <a:p>
            <a:r>
              <a:rPr lang="en-US" altLang="zh-CN"/>
              <a:t>Page </a:t>
            </a:r>
            <a:fld id="{4362435E-E02B-4C7E-9C19-7BF2D6971288}" type="slidenum">
              <a:rPr lang="en-US" altLang="zh-CN"/>
              <a:pPr/>
              <a:t>‹#›</a:t>
            </a:fld>
            <a:endParaRPr lang="en-US" altLang="zh-CN"/>
          </a:p>
        </p:txBody>
      </p:sp>
    </p:spTree>
    <p:extLst>
      <p:ext uri="{BB962C8B-B14F-4D97-AF65-F5344CB8AC3E}">
        <p14:creationId xmlns:p14="http://schemas.microsoft.com/office/powerpoint/2010/main" val="156113667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43000"/>
            <a:ext cx="40386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143000"/>
            <a:ext cx="40386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a:extLst>
              <a:ext uri="{FF2B5EF4-FFF2-40B4-BE49-F238E27FC236}">
                <a16:creationId xmlns:a16="http://schemas.microsoft.com/office/drawing/2014/main" id="{919BC834-BBC1-4B3A-BB38-0489EC54C2F9}"/>
              </a:ext>
            </a:extLst>
          </p:cNvPr>
          <p:cNvSpPr>
            <a:spLocks noGrp="1" noChangeArrowheads="1"/>
          </p:cNvSpPr>
          <p:nvPr>
            <p:ph type="sldNum" sz="quarter" idx="10"/>
          </p:nvPr>
        </p:nvSpPr>
        <p:spPr>
          <a:ln/>
        </p:spPr>
        <p:txBody>
          <a:bodyPr/>
          <a:lstStyle>
            <a:lvl1pPr>
              <a:defRPr/>
            </a:lvl1pPr>
          </a:lstStyle>
          <a:p>
            <a:r>
              <a:rPr lang="en-US" altLang="zh-CN"/>
              <a:t>Page </a:t>
            </a:r>
            <a:fld id="{6DD43F50-8A97-4F22-A0E7-90F754BABBF2}" type="slidenum">
              <a:rPr lang="en-US" altLang="zh-CN"/>
              <a:pPr/>
              <a:t>‹#›</a:t>
            </a:fld>
            <a:endParaRPr lang="en-US" altLang="zh-CN"/>
          </a:p>
        </p:txBody>
      </p:sp>
    </p:spTree>
    <p:extLst>
      <p:ext uri="{BB962C8B-B14F-4D97-AF65-F5344CB8AC3E}">
        <p14:creationId xmlns:p14="http://schemas.microsoft.com/office/powerpoint/2010/main" val="145921384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a:extLst>
              <a:ext uri="{FF2B5EF4-FFF2-40B4-BE49-F238E27FC236}">
                <a16:creationId xmlns:a16="http://schemas.microsoft.com/office/drawing/2014/main" id="{13FFEDDB-2E5C-4E9A-9357-A41373181C7F}"/>
              </a:ext>
            </a:extLst>
          </p:cNvPr>
          <p:cNvSpPr>
            <a:spLocks noGrp="1" noChangeArrowheads="1"/>
          </p:cNvSpPr>
          <p:nvPr>
            <p:ph type="sldNum" sz="quarter" idx="10"/>
          </p:nvPr>
        </p:nvSpPr>
        <p:spPr>
          <a:ln/>
        </p:spPr>
        <p:txBody>
          <a:bodyPr/>
          <a:lstStyle>
            <a:lvl1pPr>
              <a:defRPr/>
            </a:lvl1pPr>
          </a:lstStyle>
          <a:p>
            <a:r>
              <a:rPr lang="en-US" altLang="zh-CN"/>
              <a:t>Page </a:t>
            </a:r>
            <a:fld id="{10B188B5-18EC-4A9C-B06B-7F5038A1C47C}" type="slidenum">
              <a:rPr lang="en-US" altLang="zh-CN"/>
              <a:pPr/>
              <a:t>‹#›</a:t>
            </a:fld>
            <a:endParaRPr lang="en-US" altLang="zh-CN"/>
          </a:p>
        </p:txBody>
      </p:sp>
    </p:spTree>
    <p:extLst>
      <p:ext uri="{BB962C8B-B14F-4D97-AF65-F5344CB8AC3E}">
        <p14:creationId xmlns:p14="http://schemas.microsoft.com/office/powerpoint/2010/main" val="198132104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a:extLst>
              <a:ext uri="{FF2B5EF4-FFF2-40B4-BE49-F238E27FC236}">
                <a16:creationId xmlns:a16="http://schemas.microsoft.com/office/drawing/2014/main" id="{546F372C-B9A3-4D75-9247-2535986F3AC7}"/>
              </a:ext>
            </a:extLst>
          </p:cNvPr>
          <p:cNvSpPr>
            <a:spLocks noGrp="1" noChangeArrowheads="1"/>
          </p:cNvSpPr>
          <p:nvPr>
            <p:ph type="sldNum" sz="quarter" idx="10"/>
          </p:nvPr>
        </p:nvSpPr>
        <p:spPr>
          <a:ln/>
        </p:spPr>
        <p:txBody>
          <a:bodyPr/>
          <a:lstStyle>
            <a:lvl1pPr>
              <a:defRPr/>
            </a:lvl1pPr>
          </a:lstStyle>
          <a:p>
            <a:r>
              <a:rPr lang="en-US" altLang="zh-CN"/>
              <a:t>Page </a:t>
            </a:r>
            <a:fld id="{8C4D4238-2023-4B3B-BDC0-DD03B993CAD4}" type="slidenum">
              <a:rPr lang="en-US" altLang="zh-CN"/>
              <a:pPr/>
              <a:t>‹#›</a:t>
            </a:fld>
            <a:endParaRPr lang="en-US" altLang="zh-CN"/>
          </a:p>
        </p:txBody>
      </p:sp>
    </p:spTree>
    <p:extLst>
      <p:ext uri="{BB962C8B-B14F-4D97-AF65-F5344CB8AC3E}">
        <p14:creationId xmlns:p14="http://schemas.microsoft.com/office/powerpoint/2010/main" val="154006286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CFA0C189-524B-4DDA-BF7A-2459D5B97881}"/>
              </a:ext>
            </a:extLst>
          </p:cNvPr>
          <p:cNvSpPr>
            <a:spLocks noGrp="1" noChangeArrowheads="1"/>
          </p:cNvSpPr>
          <p:nvPr>
            <p:ph type="sldNum" sz="quarter" idx="10"/>
          </p:nvPr>
        </p:nvSpPr>
        <p:spPr>
          <a:ln/>
        </p:spPr>
        <p:txBody>
          <a:bodyPr/>
          <a:lstStyle>
            <a:lvl1pPr>
              <a:defRPr/>
            </a:lvl1pPr>
          </a:lstStyle>
          <a:p>
            <a:r>
              <a:rPr lang="en-US" altLang="zh-CN"/>
              <a:t>Page </a:t>
            </a:r>
            <a:fld id="{36ED1FC7-8A77-4A97-9141-D450373E7966}" type="slidenum">
              <a:rPr lang="en-US" altLang="zh-CN"/>
              <a:pPr/>
              <a:t>‹#›</a:t>
            </a:fld>
            <a:endParaRPr lang="en-US" altLang="zh-CN"/>
          </a:p>
        </p:txBody>
      </p:sp>
    </p:spTree>
    <p:extLst>
      <p:ext uri="{BB962C8B-B14F-4D97-AF65-F5344CB8AC3E}">
        <p14:creationId xmlns:p14="http://schemas.microsoft.com/office/powerpoint/2010/main" val="229804891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a:extLst>
              <a:ext uri="{FF2B5EF4-FFF2-40B4-BE49-F238E27FC236}">
                <a16:creationId xmlns:a16="http://schemas.microsoft.com/office/drawing/2014/main" id="{2D74275B-4CED-4A01-B37D-FE5B613B4ABE}"/>
              </a:ext>
            </a:extLst>
          </p:cNvPr>
          <p:cNvSpPr>
            <a:spLocks noGrp="1" noChangeArrowheads="1"/>
          </p:cNvSpPr>
          <p:nvPr>
            <p:ph type="sldNum" sz="quarter" idx="10"/>
          </p:nvPr>
        </p:nvSpPr>
        <p:spPr>
          <a:ln/>
        </p:spPr>
        <p:txBody>
          <a:bodyPr/>
          <a:lstStyle>
            <a:lvl1pPr>
              <a:defRPr/>
            </a:lvl1pPr>
          </a:lstStyle>
          <a:p>
            <a:r>
              <a:rPr lang="en-US" altLang="zh-CN"/>
              <a:t>Page </a:t>
            </a:r>
            <a:fld id="{E7D1A55F-5D23-46F5-A05F-E3BB482C3D2B}" type="slidenum">
              <a:rPr lang="en-US" altLang="zh-CN"/>
              <a:pPr/>
              <a:t>‹#›</a:t>
            </a:fld>
            <a:endParaRPr lang="en-US" altLang="zh-CN"/>
          </a:p>
        </p:txBody>
      </p:sp>
    </p:spTree>
    <p:extLst>
      <p:ext uri="{BB962C8B-B14F-4D97-AF65-F5344CB8AC3E}">
        <p14:creationId xmlns:p14="http://schemas.microsoft.com/office/powerpoint/2010/main" val="385329788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a:extLst>
              <a:ext uri="{FF2B5EF4-FFF2-40B4-BE49-F238E27FC236}">
                <a16:creationId xmlns:a16="http://schemas.microsoft.com/office/drawing/2014/main" id="{D967C328-7DB9-49EA-8E6A-760292B5B1EC}"/>
              </a:ext>
            </a:extLst>
          </p:cNvPr>
          <p:cNvSpPr>
            <a:spLocks noGrp="1" noChangeArrowheads="1"/>
          </p:cNvSpPr>
          <p:nvPr>
            <p:ph type="sldNum" sz="quarter" idx="10"/>
          </p:nvPr>
        </p:nvSpPr>
        <p:spPr>
          <a:ln/>
        </p:spPr>
        <p:txBody>
          <a:bodyPr/>
          <a:lstStyle>
            <a:lvl1pPr>
              <a:defRPr/>
            </a:lvl1pPr>
          </a:lstStyle>
          <a:p>
            <a:r>
              <a:rPr lang="en-US" altLang="zh-CN"/>
              <a:t>Page </a:t>
            </a:r>
            <a:fld id="{D891015E-355F-4BB3-A338-EAF87778CB6E}" type="slidenum">
              <a:rPr lang="en-US" altLang="zh-CN"/>
              <a:pPr/>
              <a:t>‹#›</a:t>
            </a:fld>
            <a:endParaRPr lang="en-US" altLang="zh-CN"/>
          </a:p>
        </p:txBody>
      </p:sp>
    </p:spTree>
    <p:extLst>
      <p:ext uri="{BB962C8B-B14F-4D97-AF65-F5344CB8AC3E}">
        <p14:creationId xmlns:p14="http://schemas.microsoft.com/office/powerpoint/2010/main" val="171322086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381000" y="1143000"/>
            <a:ext cx="8229600" cy="53340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a:extLst>
              <a:ext uri="{FF2B5EF4-FFF2-40B4-BE49-F238E27FC236}">
                <a16:creationId xmlns:a16="http://schemas.microsoft.com/office/drawing/2014/main" id="{7B7B9762-A4D6-4DD5-8364-23ABA8BE8CD6}"/>
              </a:ext>
            </a:extLst>
          </p:cNvPr>
          <p:cNvSpPr>
            <a:spLocks noGrp="1" noChangeArrowheads="1"/>
          </p:cNvSpPr>
          <p:nvPr>
            <p:ph type="sldNum" sz="quarter" idx="10"/>
          </p:nvPr>
        </p:nvSpPr>
        <p:spPr>
          <a:ln/>
        </p:spPr>
        <p:txBody>
          <a:bodyPr/>
          <a:lstStyle>
            <a:lvl1pPr>
              <a:defRPr/>
            </a:lvl1pPr>
          </a:lstStyle>
          <a:p>
            <a:r>
              <a:rPr lang="en-US" altLang="zh-CN"/>
              <a:t>Page </a:t>
            </a:r>
            <a:fld id="{D963CCF5-2688-446E-8BC9-3EC1BA46132D}" type="slidenum">
              <a:rPr lang="en-US" altLang="zh-CN"/>
              <a:pPr/>
              <a:t>‹#›</a:t>
            </a:fld>
            <a:endParaRPr lang="en-US" altLang="zh-CN"/>
          </a:p>
        </p:txBody>
      </p:sp>
    </p:spTree>
    <p:extLst>
      <p:ext uri="{BB962C8B-B14F-4D97-AF65-F5344CB8AC3E}">
        <p14:creationId xmlns:p14="http://schemas.microsoft.com/office/powerpoint/2010/main" val="303044499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10350" y="228600"/>
            <a:ext cx="207645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81000" y="228600"/>
            <a:ext cx="607695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a:extLst>
              <a:ext uri="{FF2B5EF4-FFF2-40B4-BE49-F238E27FC236}">
                <a16:creationId xmlns:a16="http://schemas.microsoft.com/office/drawing/2014/main" id="{5021E8FD-E585-4EA0-AC09-EEFAFBBE1AEA}"/>
              </a:ext>
            </a:extLst>
          </p:cNvPr>
          <p:cNvSpPr>
            <a:spLocks noGrp="1" noChangeArrowheads="1"/>
          </p:cNvSpPr>
          <p:nvPr>
            <p:ph type="sldNum" sz="quarter" idx="10"/>
          </p:nvPr>
        </p:nvSpPr>
        <p:spPr>
          <a:ln/>
        </p:spPr>
        <p:txBody>
          <a:bodyPr/>
          <a:lstStyle>
            <a:lvl1pPr>
              <a:defRPr/>
            </a:lvl1pPr>
          </a:lstStyle>
          <a:p>
            <a:r>
              <a:rPr lang="en-US" altLang="zh-CN"/>
              <a:t>Page </a:t>
            </a:r>
            <a:fld id="{6DB51796-25E8-4528-926D-EB8BF65E375A}" type="slidenum">
              <a:rPr lang="en-US" altLang="zh-CN"/>
              <a:pPr/>
              <a:t>‹#›</a:t>
            </a:fld>
            <a:endParaRPr lang="en-US" altLang="zh-CN"/>
          </a:p>
        </p:txBody>
      </p:sp>
    </p:spTree>
    <p:extLst>
      <p:ext uri="{BB962C8B-B14F-4D97-AF65-F5344CB8AC3E}">
        <p14:creationId xmlns:p14="http://schemas.microsoft.com/office/powerpoint/2010/main" val="38493513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81000" y="228600"/>
            <a:ext cx="6248400" cy="639763"/>
          </a:xfrm>
        </p:spPr>
        <p:txBody>
          <a:bodyPr/>
          <a:lstStyle/>
          <a:p>
            <a:r>
              <a:rPr lang="zh-CN" altLang="en-US"/>
              <a:t>单击此处编辑母版标题样式</a:t>
            </a:r>
          </a:p>
        </p:txBody>
      </p:sp>
      <p:sp>
        <p:nvSpPr>
          <p:cNvPr id="3" name="表格占位符 2"/>
          <p:cNvSpPr>
            <a:spLocks noGrp="1"/>
          </p:cNvSpPr>
          <p:nvPr>
            <p:ph type="tbl" idx="1"/>
          </p:nvPr>
        </p:nvSpPr>
        <p:spPr>
          <a:xfrm>
            <a:off x="457200" y="1295400"/>
            <a:ext cx="8229600" cy="5029200"/>
          </a:xfrm>
        </p:spPr>
        <p:txBody>
          <a:bodyPr/>
          <a:lstStyle/>
          <a:p>
            <a:pPr lvl="0"/>
            <a:endParaRPr lang="zh-CN" altLang="en-US" noProof="0"/>
          </a:p>
        </p:txBody>
      </p:sp>
      <p:sp>
        <p:nvSpPr>
          <p:cNvPr id="4" name="Rectangle 6">
            <a:extLst>
              <a:ext uri="{FF2B5EF4-FFF2-40B4-BE49-F238E27FC236}">
                <a16:creationId xmlns:a16="http://schemas.microsoft.com/office/drawing/2014/main" id="{429E1032-8ECE-445C-A626-5F3F3F99F363}"/>
              </a:ext>
            </a:extLst>
          </p:cNvPr>
          <p:cNvSpPr>
            <a:spLocks noGrp="1" noChangeArrowheads="1"/>
          </p:cNvSpPr>
          <p:nvPr>
            <p:ph type="sldNum" sz="quarter" idx="10"/>
          </p:nvPr>
        </p:nvSpPr>
        <p:spPr>
          <a:ln/>
        </p:spPr>
        <p:txBody>
          <a:bodyPr/>
          <a:lstStyle>
            <a:lvl1pPr>
              <a:defRPr/>
            </a:lvl1pPr>
          </a:lstStyle>
          <a:p>
            <a:r>
              <a:rPr lang="en-US" altLang="zh-CN"/>
              <a:t>Page </a:t>
            </a:r>
            <a:fld id="{CE33FC4E-3D3E-4CCC-9026-9F4411793A16}" type="slidenum">
              <a:rPr lang="en-US" altLang="zh-CN"/>
              <a:pPr/>
              <a:t>‹#›</a:t>
            </a:fld>
            <a:endParaRPr lang="en-US" altLang="zh-CN"/>
          </a:p>
        </p:txBody>
      </p:sp>
    </p:spTree>
    <p:extLst>
      <p:ext uri="{BB962C8B-B14F-4D97-AF65-F5344CB8AC3E}">
        <p14:creationId xmlns:p14="http://schemas.microsoft.com/office/powerpoint/2010/main" val="380466716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microsoft.com/office/2007/relationships/hdphoto" Target="../media/hdphoto1.wdp"/><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266" name="Picture 9" descr="1024-766副本">
            <a:extLst>
              <a:ext uri="{FF2B5EF4-FFF2-40B4-BE49-F238E27FC236}">
                <a16:creationId xmlns:a16="http://schemas.microsoft.com/office/drawing/2014/main" id="{78830588-E866-4219-A749-F689216A6661}"/>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9144000" cy="685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7" name="Rectangle 3">
            <a:extLst>
              <a:ext uri="{FF2B5EF4-FFF2-40B4-BE49-F238E27FC236}">
                <a16:creationId xmlns:a16="http://schemas.microsoft.com/office/drawing/2014/main" id="{0264DF58-A59C-4019-8DE9-21D4913CA1F5}"/>
              </a:ext>
            </a:extLst>
          </p:cNvPr>
          <p:cNvSpPr>
            <a:spLocks noGrp="1" noChangeArrowheads="1"/>
          </p:cNvSpPr>
          <p:nvPr>
            <p:ph type="body" idx="1"/>
          </p:nvPr>
        </p:nvSpPr>
        <p:spPr bwMode="auto">
          <a:xfrm>
            <a:off x="441350" y="1156785"/>
            <a:ext cx="8296656"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endParaRPr lang="zh-CN" altLang="zh-CN" dirty="0"/>
          </a:p>
        </p:txBody>
      </p:sp>
      <p:sp>
        <p:nvSpPr>
          <p:cNvPr id="1030" name="Rectangle 6">
            <a:extLst>
              <a:ext uri="{FF2B5EF4-FFF2-40B4-BE49-F238E27FC236}">
                <a16:creationId xmlns:a16="http://schemas.microsoft.com/office/drawing/2014/main" id="{ABF12F94-5F04-4882-B5A2-0E314D9CE5A0}"/>
              </a:ext>
            </a:extLst>
          </p:cNvPr>
          <p:cNvSpPr>
            <a:spLocks noGrp="1" noChangeArrowheads="1"/>
          </p:cNvSpPr>
          <p:nvPr>
            <p:ph type="sldNum" sz="quarter" idx="4"/>
          </p:nvPr>
        </p:nvSpPr>
        <p:spPr bwMode="auto">
          <a:xfrm>
            <a:off x="6705600" y="6553200"/>
            <a:ext cx="2133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chemeClr val="bg1"/>
                </a:solidFill>
              </a:defRPr>
            </a:lvl1pPr>
          </a:lstStyle>
          <a:p>
            <a:r>
              <a:rPr lang="en-US" altLang="zh-CN"/>
              <a:t>Page </a:t>
            </a:r>
            <a:fld id="{C0DBB459-C9A1-48D0-B620-DB1E8F0104D3}" type="slidenum">
              <a:rPr lang="en-US" altLang="zh-CN"/>
              <a:pPr/>
              <a:t>‹#›</a:t>
            </a:fld>
            <a:endParaRPr lang="en-US" altLang="zh-CN"/>
          </a:p>
        </p:txBody>
      </p:sp>
      <p:sp>
        <p:nvSpPr>
          <p:cNvPr id="11269" name="Rectangle 10">
            <a:extLst>
              <a:ext uri="{FF2B5EF4-FFF2-40B4-BE49-F238E27FC236}">
                <a16:creationId xmlns:a16="http://schemas.microsoft.com/office/drawing/2014/main" id="{3D716894-567D-44B6-912C-5994CF8A478C}"/>
              </a:ext>
            </a:extLst>
          </p:cNvPr>
          <p:cNvSpPr>
            <a:spLocks noGrp="1" noChangeArrowheads="1"/>
          </p:cNvSpPr>
          <p:nvPr>
            <p:ph type="title"/>
          </p:nvPr>
        </p:nvSpPr>
        <p:spPr bwMode="auto">
          <a:xfrm>
            <a:off x="381000" y="228600"/>
            <a:ext cx="6248400"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pic>
        <p:nvPicPr>
          <p:cNvPr id="2" name="图片 1">
            <a:extLst>
              <a:ext uri="{FF2B5EF4-FFF2-40B4-BE49-F238E27FC236}">
                <a16:creationId xmlns:a16="http://schemas.microsoft.com/office/drawing/2014/main" id="{57597D74-B150-4919-A4AB-0713293FD402}"/>
              </a:ext>
            </a:extLst>
          </p:cNvPr>
          <p:cNvPicPr>
            <a:picLocks noChangeAspect="1"/>
          </p:cNvPicPr>
          <p:nvPr userDrawn="1"/>
        </p:nvPicPr>
        <p:blipFill>
          <a:blip r:embed="rId15">
            <a:alphaModFix amt="98000"/>
            <a:duotone>
              <a:prstClr val="black"/>
              <a:srgbClr val="1F4EDA">
                <a:tint val="45000"/>
                <a:satMod val="400000"/>
              </a:srgbClr>
            </a:duotone>
            <a:extLst>
              <a:ext uri="{BEBA8EAE-BF5A-486C-A8C5-ECC9F3942E4B}">
                <a14:imgProps xmlns:a14="http://schemas.microsoft.com/office/drawing/2010/main">
                  <a14:imgLayer r:embed="rId16">
                    <a14:imgEffect>
                      <a14:artisticGlowEdges/>
                    </a14:imgEffect>
                  </a14:imgLayer>
                </a14:imgProps>
              </a:ext>
            </a:extLst>
          </a:blip>
          <a:stretch>
            <a:fillRect/>
          </a:stretch>
        </p:blipFill>
        <p:spPr>
          <a:xfrm>
            <a:off x="6629401" y="-14287"/>
            <a:ext cx="2538970" cy="1157287"/>
          </a:xfrm>
          <a:prstGeom prst="rect">
            <a:avLst/>
          </a:prstGeom>
          <a:effectLst>
            <a:softEdge rad="12700"/>
          </a:effectLst>
        </p:spPr>
      </p:pic>
    </p:spTree>
  </p:cSld>
  <p:clrMap bg1="lt1" tx1="dk1" bg2="lt2" tx2="dk2" accent1="accent1" accent2="accent2" accent3="accent3" accent4="accent4" accent5="accent5" accent6="accent6" hlink="hlink" folHlink="folHlink"/>
  <p:sldLayoutIdLst>
    <p:sldLayoutId id="2147483699"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hf hdr="0" ftr="0" dt="0"/>
  <p:txStyles>
    <p:titleStyle>
      <a:lvl1pPr algn="l" rtl="0" eaLnBrk="0" fontAlgn="base" hangingPunct="0">
        <a:spcBef>
          <a:spcPct val="0"/>
        </a:spcBef>
        <a:spcAft>
          <a:spcPct val="0"/>
        </a:spcAft>
        <a:defRPr sz="3200" b="1">
          <a:solidFill>
            <a:schemeClr val="bg1"/>
          </a:solidFill>
          <a:latin typeface="+mj-lt"/>
          <a:ea typeface="+mj-ea"/>
          <a:cs typeface="+mj-cs"/>
        </a:defRPr>
      </a:lvl1pPr>
      <a:lvl2pPr algn="l" rtl="0" eaLnBrk="0" fontAlgn="base" hangingPunct="0">
        <a:spcBef>
          <a:spcPct val="0"/>
        </a:spcBef>
        <a:spcAft>
          <a:spcPct val="0"/>
        </a:spcAft>
        <a:defRPr sz="3200" b="1">
          <a:solidFill>
            <a:schemeClr val="bg1"/>
          </a:solidFill>
          <a:latin typeface="Arial" pitchFamily="34" charset="0"/>
          <a:ea typeface="黑体" pitchFamily="2" charset="-122"/>
        </a:defRPr>
      </a:lvl2pPr>
      <a:lvl3pPr algn="l" rtl="0" eaLnBrk="0" fontAlgn="base" hangingPunct="0">
        <a:spcBef>
          <a:spcPct val="0"/>
        </a:spcBef>
        <a:spcAft>
          <a:spcPct val="0"/>
        </a:spcAft>
        <a:defRPr sz="3200" b="1">
          <a:solidFill>
            <a:schemeClr val="bg1"/>
          </a:solidFill>
          <a:latin typeface="Arial" pitchFamily="34" charset="0"/>
          <a:ea typeface="黑体" pitchFamily="2" charset="-122"/>
        </a:defRPr>
      </a:lvl3pPr>
      <a:lvl4pPr algn="l" rtl="0" eaLnBrk="0" fontAlgn="base" hangingPunct="0">
        <a:spcBef>
          <a:spcPct val="0"/>
        </a:spcBef>
        <a:spcAft>
          <a:spcPct val="0"/>
        </a:spcAft>
        <a:defRPr sz="3200" b="1">
          <a:solidFill>
            <a:schemeClr val="bg1"/>
          </a:solidFill>
          <a:latin typeface="Arial" pitchFamily="34" charset="0"/>
          <a:ea typeface="黑体" pitchFamily="2" charset="-122"/>
        </a:defRPr>
      </a:lvl4pPr>
      <a:lvl5pPr algn="l" rtl="0" eaLnBrk="0" fontAlgn="base" hangingPunct="0">
        <a:spcBef>
          <a:spcPct val="0"/>
        </a:spcBef>
        <a:spcAft>
          <a:spcPct val="0"/>
        </a:spcAft>
        <a:defRPr sz="3200" b="1">
          <a:solidFill>
            <a:schemeClr val="bg1"/>
          </a:solidFill>
          <a:latin typeface="Arial" pitchFamily="34" charset="0"/>
          <a:ea typeface="黑体" pitchFamily="2" charset="-122"/>
        </a:defRPr>
      </a:lvl5pPr>
      <a:lvl6pPr marL="457200" algn="l" rtl="0" fontAlgn="base">
        <a:spcBef>
          <a:spcPct val="0"/>
        </a:spcBef>
        <a:spcAft>
          <a:spcPct val="0"/>
        </a:spcAft>
        <a:defRPr sz="3200" b="1">
          <a:solidFill>
            <a:schemeClr val="bg1"/>
          </a:solidFill>
          <a:latin typeface="Arial" pitchFamily="34" charset="0"/>
          <a:ea typeface="黑体" pitchFamily="2" charset="-122"/>
        </a:defRPr>
      </a:lvl6pPr>
      <a:lvl7pPr marL="914400" algn="l" rtl="0" fontAlgn="base">
        <a:spcBef>
          <a:spcPct val="0"/>
        </a:spcBef>
        <a:spcAft>
          <a:spcPct val="0"/>
        </a:spcAft>
        <a:defRPr sz="3200" b="1">
          <a:solidFill>
            <a:schemeClr val="bg1"/>
          </a:solidFill>
          <a:latin typeface="Arial" pitchFamily="34" charset="0"/>
          <a:ea typeface="黑体" pitchFamily="2" charset="-122"/>
        </a:defRPr>
      </a:lvl7pPr>
      <a:lvl8pPr marL="1371600" algn="l" rtl="0" fontAlgn="base">
        <a:spcBef>
          <a:spcPct val="0"/>
        </a:spcBef>
        <a:spcAft>
          <a:spcPct val="0"/>
        </a:spcAft>
        <a:defRPr sz="3200" b="1">
          <a:solidFill>
            <a:schemeClr val="bg1"/>
          </a:solidFill>
          <a:latin typeface="Arial" pitchFamily="34" charset="0"/>
          <a:ea typeface="黑体" pitchFamily="2" charset="-122"/>
        </a:defRPr>
      </a:lvl8pPr>
      <a:lvl9pPr marL="1828800" algn="l" rtl="0" fontAlgn="base">
        <a:spcBef>
          <a:spcPct val="0"/>
        </a:spcBef>
        <a:spcAft>
          <a:spcPct val="0"/>
        </a:spcAft>
        <a:defRPr sz="3200" b="1">
          <a:solidFill>
            <a:schemeClr val="bg1"/>
          </a:solidFill>
          <a:latin typeface="Arial" pitchFamily="34" charset="0"/>
          <a:ea typeface="黑体" pitchFamily="2" charset="-122"/>
        </a:defRPr>
      </a:lvl9pPr>
    </p:titleStyle>
    <p:bodyStyle>
      <a:lvl1pPr marL="342900" indent="-342900" algn="l" rtl="0" eaLnBrk="0" fontAlgn="base" hangingPunct="0">
        <a:spcBef>
          <a:spcPct val="20000"/>
        </a:spcBef>
        <a:spcAft>
          <a:spcPct val="0"/>
        </a:spcAft>
        <a:buClr>
          <a:srgbClr val="FF0000"/>
        </a:buClr>
        <a:buFont typeface="Wingdings" panose="05000000000000000000" pitchFamily="2" charset="2"/>
        <a:buChar char="Ø"/>
        <a:defRPr sz="24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宋体" pitchFamily="2" charset="-122"/>
        </a:defRPr>
      </a:lvl2pPr>
      <a:lvl3pPr marL="1143000" indent="-228600" algn="l" rtl="0" eaLnBrk="0" fontAlgn="base" hangingPunct="0">
        <a:spcBef>
          <a:spcPct val="20000"/>
        </a:spcBef>
        <a:spcAft>
          <a:spcPct val="0"/>
        </a:spcAft>
        <a:buChar char="•"/>
        <a:defRPr sz="2400">
          <a:solidFill>
            <a:schemeClr val="tx1"/>
          </a:solidFill>
          <a:latin typeface="+mn-lt"/>
          <a:ea typeface="宋体" pitchFamily="2" charset="-122"/>
        </a:defRPr>
      </a:lvl3pPr>
      <a:lvl4pPr marL="1600200" indent="-228600" algn="l" rtl="0" eaLnBrk="0" fontAlgn="base" hangingPunct="0">
        <a:spcBef>
          <a:spcPct val="20000"/>
        </a:spcBef>
        <a:spcAft>
          <a:spcPct val="0"/>
        </a:spcAft>
        <a:buChar char="–"/>
        <a:defRPr sz="2000">
          <a:solidFill>
            <a:schemeClr val="tx1"/>
          </a:solidFill>
          <a:latin typeface="+mn-lt"/>
          <a:ea typeface="宋体"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宋体" pitchFamily="2" charset="-122"/>
        </a:defRPr>
      </a:lvl5pPr>
      <a:lvl6pPr marL="2514600" indent="-228600" algn="l" rtl="0" fontAlgn="base">
        <a:spcBef>
          <a:spcPct val="20000"/>
        </a:spcBef>
        <a:spcAft>
          <a:spcPct val="0"/>
        </a:spcAft>
        <a:buChar char="»"/>
        <a:defRPr sz="2000">
          <a:solidFill>
            <a:schemeClr val="tx1"/>
          </a:solidFill>
          <a:latin typeface="+mn-lt"/>
          <a:ea typeface="宋体" pitchFamily="2" charset="-122"/>
        </a:defRPr>
      </a:lvl6pPr>
      <a:lvl7pPr marL="2971800" indent="-228600" algn="l" rtl="0" fontAlgn="base">
        <a:spcBef>
          <a:spcPct val="20000"/>
        </a:spcBef>
        <a:spcAft>
          <a:spcPct val="0"/>
        </a:spcAft>
        <a:buChar char="»"/>
        <a:defRPr sz="2000">
          <a:solidFill>
            <a:schemeClr val="tx1"/>
          </a:solidFill>
          <a:latin typeface="+mn-lt"/>
          <a:ea typeface="宋体" pitchFamily="2" charset="-122"/>
        </a:defRPr>
      </a:lvl7pPr>
      <a:lvl8pPr marL="3429000" indent="-228600" algn="l" rtl="0" fontAlgn="base">
        <a:spcBef>
          <a:spcPct val="20000"/>
        </a:spcBef>
        <a:spcAft>
          <a:spcPct val="0"/>
        </a:spcAft>
        <a:buChar char="»"/>
        <a:defRPr sz="2000">
          <a:solidFill>
            <a:schemeClr val="tx1"/>
          </a:solidFill>
          <a:latin typeface="+mn-lt"/>
          <a:ea typeface="宋体" pitchFamily="2" charset="-122"/>
        </a:defRPr>
      </a:lvl8pPr>
      <a:lvl9pPr marL="3886200" indent="-228600" algn="l" rtl="0" fontAlgn="base">
        <a:spcBef>
          <a:spcPct val="20000"/>
        </a:spcBef>
        <a:spcAft>
          <a:spcPct val="0"/>
        </a:spcAft>
        <a:buChar char="»"/>
        <a:defRPr sz="2000">
          <a:solidFill>
            <a:schemeClr val="tx1"/>
          </a:solidFill>
          <a:latin typeface="+mn-lt"/>
          <a:ea typeface="宋体"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C7542D44-1E8F-4854-B9AE-6BF24A1DFB84}"/>
              </a:ext>
            </a:extLst>
          </p:cNvPr>
          <p:cNvSpPr>
            <a:spLocks noGrp="1"/>
          </p:cNvSpPr>
          <p:nvPr>
            <p:ph type="title"/>
          </p:nvPr>
        </p:nvSpPr>
        <p:spPr/>
        <p:txBody>
          <a:bodyPr/>
          <a:lstStyle/>
          <a:p>
            <a:endParaRPr lang="zh-CN" altLang="en-US"/>
          </a:p>
        </p:txBody>
      </p:sp>
      <p:sp>
        <p:nvSpPr>
          <p:cNvPr id="5" name="内容占位符 4">
            <a:extLst>
              <a:ext uri="{FF2B5EF4-FFF2-40B4-BE49-F238E27FC236}">
                <a16:creationId xmlns:a16="http://schemas.microsoft.com/office/drawing/2014/main" id="{E0E709DF-EE82-4F9C-A480-544D2816765F}"/>
              </a:ext>
            </a:extLst>
          </p:cNvPr>
          <p:cNvSpPr>
            <a:spLocks noGrp="1"/>
          </p:cNvSpPr>
          <p:nvPr>
            <p:ph idx="1"/>
          </p:nvPr>
        </p:nvSpPr>
        <p:spPr/>
        <p:txBody>
          <a:bodyPr/>
          <a:lstStyle/>
          <a:p>
            <a:endParaRPr lang="zh-CN" altLang="en-US" dirty="0"/>
          </a:p>
        </p:txBody>
      </p:sp>
      <p:sp>
        <p:nvSpPr>
          <p:cNvPr id="2" name="灯片编号占位符 1">
            <a:extLst>
              <a:ext uri="{FF2B5EF4-FFF2-40B4-BE49-F238E27FC236}">
                <a16:creationId xmlns:a16="http://schemas.microsoft.com/office/drawing/2014/main" id="{17E443D1-1237-46AF-B6EC-E9339AA144EC}"/>
              </a:ext>
            </a:extLst>
          </p:cNvPr>
          <p:cNvSpPr>
            <a:spLocks noGrp="1"/>
          </p:cNvSpPr>
          <p:nvPr>
            <p:ph type="sldNum" sz="quarter" idx="10"/>
          </p:nvPr>
        </p:nvSpPr>
        <p:spPr/>
        <p:txBody>
          <a:bodyPr/>
          <a:lstStyle/>
          <a:p>
            <a:r>
              <a:rPr lang="en-US" altLang="zh-CN"/>
              <a:t>Page </a:t>
            </a:r>
            <a:fld id="{36ED1FC7-8A77-4A97-9141-D450373E7966}" type="slidenum">
              <a:rPr lang="en-US" altLang="zh-CN" smtClean="0"/>
              <a:pPr/>
              <a:t>1</a:t>
            </a:fld>
            <a:endParaRPr lang="en-US" altLang="zh-CN"/>
          </a:p>
        </p:txBody>
      </p:sp>
      <p:sp>
        <p:nvSpPr>
          <p:cNvPr id="3" name="文本框 2">
            <a:extLst>
              <a:ext uri="{FF2B5EF4-FFF2-40B4-BE49-F238E27FC236}">
                <a16:creationId xmlns:a16="http://schemas.microsoft.com/office/drawing/2014/main" id="{09C8F47B-A1DC-48C9-972D-0B78005D6110}"/>
              </a:ext>
            </a:extLst>
          </p:cNvPr>
          <p:cNvSpPr txBox="1"/>
          <p:nvPr/>
        </p:nvSpPr>
        <p:spPr>
          <a:xfrm>
            <a:off x="1066800" y="2730124"/>
            <a:ext cx="7772399" cy="830997"/>
          </a:xfrm>
          <a:prstGeom prst="rect">
            <a:avLst/>
          </a:prstGeom>
          <a:noFill/>
        </p:spPr>
        <p:txBody>
          <a:bodyPr wrap="square" rtlCol="0">
            <a:spAutoFit/>
          </a:bodyPr>
          <a:lstStyle/>
          <a:p>
            <a:pPr algn="ctr"/>
            <a:r>
              <a:rPr lang="en-US" altLang="zh-CN" sz="4800" b="1" dirty="0">
                <a:latin typeface="+mj-ea"/>
                <a:ea typeface="+mj-ea"/>
              </a:rPr>
              <a:t>TPM</a:t>
            </a:r>
            <a:r>
              <a:rPr lang="zh-CN" altLang="en-US" sz="4800" b="1" dirty="0">
                <a:latin typeface="+mj-ea"/>
                <a:ea typeface="+mj-ea"/>
              </a:rPr>
              <a:t>扩展授权与密钥管理</a:t>
            </a:r>
          </a:p>
        </p:txBody>
      </p:sp>
    </p:spTree>
    <p:extLst>
      <p:ext uri="{BB962C8B-B14F-4D97-AF65-F5344CB8AC3E}">
        <p14:creationId xmlns:p14="http://schemas.microsoft.com/office/powerpoint/2010/main" val="8754153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5068DF-F1DE-4701-81EE-CD8FB734AE6C}"/>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A17BE7CF-6042-4D3A-AEAA-AEF13CEABB14}"/>
              </a:ext>
            </a:extLst>
          </p:cNvPr>
          <p:cNvSpPr>
            <a:spLocks noGrp="1"/>
          </p:cNvSpPr>
          <p:nvPr>
            <p:ph idx="1"/>
          </p:nvPr>
        </p:nvSpPr>
        <p:spPr/>
        <p:txBody>
          <a:bodyPr/>
          <a:lstStyle/>
          <a:p>
            <a:r>
              <a:rPr lang="en-US" altLang="zh-CN" dirty="0"/>
              <a:t>TPM2.0</a:t>
            </a:r>
            <a:r>
              <a:rPr lang="zh-CN" altLang="en-US" dirty="0"/>
              <a:t>已经统一了所有由</a:t>
            </a:r>
            <a:r>
              <a:rPr lang="en-US" altLang="zh-CN" dirty="0"/>
              <a:t>TPM</a:t>
            </a:r>
            <a:r>
              <a:rPr lang="zh-CN" altLang="en-US" dirty="0"/>
              <a:t>控制的实体的授权方式。前面的章节已经讨论了口令和</a:t>
            </a:r>
            <a:r>
              <a:rPr lang="en-US" altLang="zh-CN" dirty="0"/>
              <a:t>HMAC</a:t>
            </a:r>
            <a:r>
              <a:rPr lang="zh-CN" altLang="en-US" dirty="0"/>
              <a:t>授权需要使用的授权数据。这一章将详细讨论</a:t>
            </a:r>
            <a:r>
              <a:rPr lang="en-US" altLang="zh-CN" dirty="0"/>
              <a:t>TPM</a:t>
            </a:r>
            <a:r>
              <a:rPr lang="zh-CN" altLang="en-US" dirty="0"/>
              <a:t>的一个新型的而且非常强大的授权方式</a:t>
            </a:r>
            <a:r>
              <a:rPr lang="en-US" altLang="zh-CN" dirty="0"/>
              <a:t>---</a:t>
            </a:r>
            <a:r>
              <a:rPr lang="zh-CN" altLang="en-US" dirty="0"/>
              <a:t>扩展授权，也称作策略授权。</a:t>
            </a:r>
            <a:endParaRPr lang="en-US" altLang="zh-CN" dirty="0"/>
          </a:p>
          <a:p>
            <a:endParaRPr lang="zh-CN" altLang="en-US" dirty="0"/>
          </a:p>
        </p:txBody>
      </p:sp>
      <p:sp>
        <p:nvSpPr>
          <p:cNvPr id="4" name="灯片编号占位符 3">
            <a:extLst>
              <a:ext uri="{FF2B5EF4-FFF2-40B4-BE49-F238E27FC236}">
                <a16:creationId xmlns:a16="http://schemas.microsoft.com/office/drawing/2014/main" id="{4F07D645-9745-446C-8009-1C98852E41F3}"/>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a:t>
            </a:fld>
            <a:endParaRPr lang="en-US" altLang="zh-CN"/>
          </a:p>
        </p:txBody>
      </p:sp>
      <p:graphicFrame>
        <p:nvGraphicFramePr>
          <p:cNvPr id="6" name="图示 5">
            <a:extLst>
              <a:ext uri="{FF2B5EF4-FFF2-40B4-BE49-F238E27FC236}">
                <a16:creationId xmlns:a16="http://schemas.microsoft.com/office/drawing/2014/main" id="{2469BF42-90EB-406F-8CA6-B5929CC50D4A}"/>
              </a:ext>
            </a:extLst>
          </p:cNvPr>
          <p:cNvGraphicFramePr/>
          <p:nvPr>
            <p:extLst>
              <p:ext uri="{D42A27DB-BD31-4B8C-83A1-F6EECF244321}">
                <p14:modId xmlns:p14="http://schemas.microsoft.com/office/powerpoint/2010/main" val="3063337516"/>
              </p:ext>
            </p:extLst>
          </p:nvPr>
        </p:nvGraphicFramePr>
        <p:xfrm>
          <a:off x="1676400" y="2737062"/>
          <a:ext cx="6096000" cy="35415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5627459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AAADA7-EE14-4D6E-ACB1-E5F560E2C70A}"/>
              </a:ext>
            </a:extLst>
          </p:cNvPr>
          <p:cNvSpPr>
            <a:spLocks noGrp="1"/>
          </p:cNvSpPr>
          <p:nvPr>
            <p:ph type="title"/>
          </p:nvPr>
        </p:nvSpPr>
        <p:spPr/>
        <p:txBody>
          <a:bodyPr/>
          <a:lstStyle/>
          <a:p>
            <a:r>
              <a:rPr lang="zh-CN" altLang="en-US" dirty="0"/>
              <a:t>策略授权</a:t>
            </a:r>
          </a:p>
        </p:txBody>
      </p:sp>
      <p:sp>
        <p:nvSpPr>
          <p:cNvPr id="3" name="内容占位符 2">
            <a:extLst>
              <a:ext uri="{FF2B5EF4-FFF2-40B4-BE49-F238E27FC236}">
                <a16:creationId xmlns:a16="http://schemas.microsoft.com/office/drawing/2014/main" id="{ABC98547-B413-4473-B293-70C4F8428D8A}"/>
              </a:ext>
            </a:extLst>
          </p:cNvPr>
          <p:cNvSpPr>
            <a:spLocks noGrp="1"/>
          </p:cNvSpPr>
          <p:nvPr>
            <p:ph idx="1"/>
          </p:nvPr>
        </p:nvSpPr>
        <p:spPr>
          <a:xfrm>
            <a:off x="512290" y="1132277"/>
            <a:ext cx="7901417" cy="1359305"/>
          </a:xfr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r>
              <a:rPr lang="zh-CN" altLang="en-US" dirty="0"/>
              <a:t>策略授权：如果一个用户想限制一个实体只能在某些特定情况下才能被使用，所有针对这个实体使用的限制的总和就叫做一个策略。</a:t>
            </a:r>
          </a:p>
        </p:txBody>
      </p:sp>
      <p:sp>
        <p:nvSpPr>
          <p:cNvPr id="4" name="灯片编号占位符 3">
            <a:extLst>
              <a:ext uri="{FF2B5EF4-FFF2-40B4-BE49-F238E27FC236}">
                <a16:creationId xmlns:a16="http://schemas.microsoft.com/office/drawing/2014/main" id="{A8CAAAD8-3598-4268-8D42-9F2BCB3D4A90}"/>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a:t>
            </a:fld>
            <a:endParaRPr lang="en-US" altLang="zh-CN"/>
          </a:p>
        </p:txBody>
      </p:sp>
      <p:grpSp>
        <p:nvGrpSpPr>
          <p:cNvPr id="8" name="组合 7">
            <a:extLst>
              <a:ext uri="{FF2B5EF4-FFF2-40B4-BE49-F238E27FC236}">
                <a16:creationId xmlns:a16="http://schemas.microsoft.com/office/drawing/2014/main" id="{C7FC502E-D6A9-4787-8B89-8C0D426C1B94}"/>
              </a:ext>
            </a:extLst>
          </p:cNvPr>
          <p:cNvGrpSpPr/>
          <p:nvPr/>
        </p:nvGrpSpPr>
        <p:grpSpPr>
          <a:xfrm>
            <a:off x="300709" y="2338165"/>
            <a:ext cx="8290969" cy="4038088"/>
            <a:chOff x="300709" y="2338165"/>
            <a:chExt cx="8290969" cy="4038088"/>
          </a:xfrm>
        </p:grpSpPr>
        <p:graphicFrame>
          <p:nvGraphicFramePr>
            <p:cNvPr id="6" name="图示 5">
              <a:extLst>
                <a:ext uri="{FF2B5EF4-FFF2-40B4-BE49-F238E27FC236}">
                  <a16:creationId xmlns:a16="http://schemas.microsoft.com/office/drawing/2014/main" id="{B60DEE69-722B-48B6-BC5B-A5864D6C387C}"/>
                </a:ext>
              </a:extLst>
            </p:cNvPr>
            <p:cNvGraphicFramePr/>
            <p:nvPr>
              <p:extLst>
                <p:ext uri="{D42A27DB-BD31-4B8C-83A1-F6EECF244321}">
                  <p14:modId xmlns:p14="http://schemas.microsoft.com/office/powerpoint/2010/main" val="4232901622"/>
                </p:ext>
              </p:extLst>
            </p:nvPr>
          </p:nvGraphicFramePr>
          <p:xfrm>
            <a:off x="300709" y="2338165"/>
            <a:ext cx="8290969" cy="40380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文本框 6">
              <a:extLst>
                <a:ext uri="{FF2B5EF4-FFF2-40B4-BE49-F238E27FC236}">
                  <a16:creationId xmlns:a16="http://schemas.microsoft.com/office/drawing/2014/main" id="{E9665EE0-7539-4DF7-BCE4-4C4F00AD00E0}"/>
                </a:ext>
              </a:extLst>
            </p:cNvPr>
            <p:cNvSpPr txBox="1"/>
            <p:nvPr/>
          </p:nvSpPr>
          <p:spPr>
            <a:xfrm>
              <a:off x="2780021" y="3858587"/>
              <a:ext cx="736430" cy="1015663"/>
            </a:xfrm>
            <a:prstGeom prst="rect">
              <a:avLst/>
            </a:prstGeom>
            <a:noFill/>
          </p:spPr>
          <p:txBody>
            <a:bodyPr wrap="square" rtlCol="0">
              <a:spAutoFit/>
            </a:bodyPr>
            <a:lstStyle/>
            <a:p>
              <a:r>
                <a:rPr lang="zh-CN" altLang="en-US" sz="2000" b="1" dirty="0"/>
                <a:t>策略授权类型</a:t>
              </a:r>
            </a:p>
          </p:txBody>
        </p:sp>
      </p:grpSp>
    </p:spTree>
    <p:extLst>
      <p:ext uri="{BB962C8B-B14F-4D97-AF65-F5344CB8AC3E}">
        <p14:creationId xmlns:p14="http://schemas.microsoft.com/office/powerpoint/2010/main" val="131057880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F626A0-1CDB-4332-A55E-7F9CC1291171}"/>
              </a:ext>
            </a:extLst>
          </p:cNvPr>
          <p:cNvSpPr>
            <a:spLocks noGrp="1"/>
          </p:cNvSpPr>
          <p:nvPr>
            <p:ph type="title"/>
          </p:nvPr>
        </p:nvSpPr>
        <p:spPr/>
        <p:txBody>
          <a:bodyPr/>
          <a:lstStyle/>
          <a:p>
            <a:r>
              <a:rPr lang="zh-CN" altLang="en-US" dirty="0"/>
              <a:t>策略授权与口令授权</a:t>
            </a:r>
          </a:p>
        </p:txBody>
      </p:sp>
      <p:sp>
        <p:nvSpPr>
          <p:cNvPr id="4" name="灯片编号占位符 3">
            <a:extLst>
              <a:ext uri="{FF2B5EF4-FFF2-40B4-BE49-F238E27FC236}">
                <a16:creationId xmlns:a16="http://schemas.microsoft.com/office/drawing/2014/main" id="{AFE7DB34-D3E5-477B-9044-62CBA241A974}"/>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a:t>
            </a:fld>
            <a:endParaRPr lang="en-US" altLang="zh-CN"/>
          </a:p>
        </p:txBody>
      </p:sp>
      <p:sp>
        <p:nvSpPr>
          <p:cNvPr id="5" name="内容占位符 2">
            <a:extLst>
              <a:ext uri="{FF2B5EF4-FFF2-40B4-BE49-F238E27FC236}">
                <a16:creationId xmlns:a16="http://schemas.microsoft.com/office/drawing/2014/main" id="{21D95BD2-0432-4C21-BAD3-AACACA6D2449}"/>
              </a:ext>
            </a:extLst>
          </p:cNvPr>
          <p:cNvSpPr txBox="1">
            <a:spLocks/>
          </p:cNvSpPr>
          <p:nvPr/>
        </p:nvSpPr>
        <p:spPr bwMode="auto">
          <a:xfrm>
            <a:off x="512290" y="1132277"/>
            <a:ext cx="7901417" cy="1359305"/>
          </a:xfrm>
          <a:prstGeom prst="rect">
            <a:avLst/>
          </a:prstGeom>
          <a:solidFill>
            <a:srgbClr val="92D050"/>
          </a:solidFill>
          <a:ln>
            <a:noFill/>
          </a:ln>
          <a:effectLst>
            <a:outerShdw blurRad="50800" dist="38100" dir="13500000" algn="br" rotWithShape="0">
              <a:prstClr val="black">
                <a:alpha val="40000"/>
              </a:prstClr>
            </a:outerShdw>
          </a:effectLst>
          <a:scene3d>
            <a:camera prst="orthographicFront">
              <a:rot lat="0" lon="0" rev="0"/>
            </a:camera>
            <a:lightRig rig="balanced" dir="t">
              <a:rot lat="0" lon="0" rev="8700000"/>
            </a:lightRig>
          </a:scene3d>
          <a:sp3d>
            <a:bevelT w="190500" h="38100"/>
          </a:sp3d>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spcBef>
                <a:spcPct val="20000"/>
              </a:spcBef>
              <a:spcAft>
                <a:spcPct val="0"/>
              </a:spcAft>
              <a:buClr>
                <a:srgbClr val="FF0000"/>
              </a:buClr>
              <a:buFont typeface="Wingdings" panose="05000000000000000000" pitchFamily="2" charset="2"/>
              <a:buChar char="Ø"/>
              <a:defRPr sz="2400" b="1">
                <a:solidFill>
                  <a:schemeClr val="tx1"/>
                </a:solidFill>
                <a:latin typeface="+mn-lt"/>
                <a:ea typeface="+mn-ea"/>
                <a:cs typeface="+mn-cs"/>
              </a:defRPr>
            </a:lvl1pPr>
            <a:lvl2pPr marL="742950" indent="-285750" algn="just" rtl="0" eaLnBrk="0" fontAlgn="base" hangingPunct="0">
              <a:spcBef>
                <a:spcPct val="20000"/>
              </a:spcBef>
              <a:spcAft>
                <a:spcPct val="0"/>
              </a:spcAft>
              <a:buChar char="–"/>
              <a:defRPr sz="2800">
                <a:solidFill>
                  <a:schemeClr val="tx1"/>
                </a:solidFill>
                <a:latin typeface="+mn-lt"/>
                <a:ea typeface="宋体" pitchFamily="2" charset="-122"/>
              </a:defRPr>
            </a:lvl2pPr>
            <a:lvl3pPr marL="1143000" indent="-228600" algn="just" rtl="0" eaLnBrk="0" fontAlgn="base" hangingPunct="0">
              <a:spcBef>
                <a:spcPct val="20000"/>
              </a:spcBef>
              <a:spcAft>
                <a:spcPct val="0"/>
              </a:spcAft>
              <a:buChar char="•"/>
              <a:defRPr sz="2400">
                <a:solidFill>
                  <a:schemeClr val="tx1"/>
                </a:solidFill>
                <a:latin typeface="+mn-lt"/>
                <a:ea typeface="宋体" pitchFamily="2" charset="-122"/>
              </a:defRPr>
            </a:lvl3pPr>
            <a:lvl4pPr marL="1600200" indent="-228600" algn="just" rtl="0" eaLnBrk="0" fontAlgn="base" hangingPunct="0">
              <a:spcBef>
                <a:spcPct val="20000"/>
              </a:spcBef>
              <a:spcAft>
                <a:spcPct val="0"/>
              </a:spcAft>
              <a:buChar char="–"/>
              <a:defRPr sz="2000">
                <a:solidFill>
                  <a:schemeClr val="tx1"/>
                </a:solidFill>
                <a:latin typeface="+mn-lt"/>
                <a:ea typeface="宋体" pitchFamily="2" charset="-122"/>
              </a:defRPr>
            </a:lvl4pPr>
            <a:lvl5pPr marL="2057400" indent="-228600" algn="just" rtl="0" eaLnBrk="0" fontAlgn="base" hangingPunct="0">
              <a:spcBef>
                <a:spcPct val="20000"/>
              </a:spcBef>
              <a:spcAft>
                <a:spcPct val="0"/>
              </a:spcAft>
              <a:buChar char="»"/>
              <a:defRPr sz="2000">
                <a:solidFill>
                  <a:schemeClr val="tx1"/>
                </a:solidFill>
                <a:latin typeface="+mn-lt"/>
                <a:ea typeface="宋体" pitchFamily="2" charset="-122"/>
              </a:defRPr>
            </a:lvl5pPr>
            <a:lvl6pPr marL="2514600" indent="-228600" algn="l" rtl="0" fontAlgn="base">
              <a:spcBef>
                <a:spcPct val="20000"/>
              </a:spcBef>
              <a:spcAft>
                <a:spcPct val="0"/>
              </a:spcAft>
              <a:buChar char="»"/>
              <a:defRPr sz="2000">
                <a:solidFill>
                  <a:schemeClr val="tx1"/>
                </a:solidFill>
                <a:latin typeface="+mn-lt"/>
                <a:ea typeface="宋体" pitchFamily="2" charset="-122"/>
              </a:defRPr>
            </a:lvl6pPr>
            <a:lvl7pPr marL="2971800" indent="-228600" algn="l" rtl="0" fontAlgn="base">
              <a:spcBef>
                <a:spcPct val="20000"/>
              </a:spcBef>
              <a:spcAft>
                <a:spcPct val="0"/>
              </a:spcAft>
              <a:buChar char="»"/>
              <a:defRPr sz="2000">
                <a:solidFill>
                  <a:schemeClr val="tx1"/>
                </a:solidFill>
                <a:latin typeface="+mn-lt"/>
                <a:ea typeface="宋体" pitchFamily="2" charset="-122"/>
              </a:defRPr>
            </a:lvl7pPr>
            <a:lvl8pPr marL="3429000" indent="-228600" algn="l" rtl="0" fontAlgn="base">
              <a:spcBef>
                <a:spcPct val="20000"/>
              </a:spcBef>
              <a:spcAft>
                <a:spcPct val="0"/>
              </a:spcAft>
              <a:buChar char="»"/>
              <a:defRPr sz="2000">
                <a:solidFill>
                  <a:schemeClr val="tx1"/>
                </a:solidFill>
                <a:latin typeface="+mn-lt"/>
                <a:ea typeface="宋体" pitchFamily="2" charset="-122"/>
              </a:defRPr>
            </a:lvl8pPr>
            <a:lvl9pPr marL="3886200" indent="-228600" algn="l" rtl="0" fontAlgn="base">
              <a:spcBef>
                <a:spcPct val="20000"/>
              </a:spcBef>
              <a:spcAft>
                <a:spcPct val="0"/>
              </a:spcAft>
              <a:buChar char="»"/>
              <a:defRPr sz="2000">
                <a:solidFill>
                  <a:schemeClr val="tx1"/>
                </a:solidFill>
                <a:latin typeface="+mn-lt"/>
                <a:ea typeface="宋体" pitchFamily="2" charset="-122"/>
              </a:defRPr>
            </a:lvl9pPr>
          </a:lstStyle>
          <a:p>
            <a:r>
              <a:rPr lang="zh-CN" altLang="en-US" kern="0" dirty="0"/>
              <a:t>所有</a:t>
            </a:r>
            <a:r>
              <a:rPr lang="en-US" altLang="zh-CN" kern="0" dirty="0"/>
              <a:t>TPM</a:t>
            </a:r>
            <a:r>
              <a:rPr lang="zh-CN" altLang="en-US" kern="0" dirty="0"/>
              <a:t>的实体都可以通过两种基本的方式授权。第一个是基于实体创建时期关联的口令，另外一种是实体创建时与该实体相关联的策略。</a:t>
            </a:r>
          </a:p>
        </p:txBody>
      </p:sp>
      <p:sp>
        <p:nvSpPr>
          <p:cNvPr id="6" name="内容占位符 2">
            <a:extLst>
              <a:ext uri="{FF2B5EF4-FFF2-40B4-BE49-F238E27FC236}">
                <a16:creationId xmlns:a16="http://schemas.microsoft.com/office/drawing/2014/main" id="{B9634D97-ED19-43C2-8C3E-603C642BD6EC}"/>
              </a:ext>
            </a:extLst>
          </p:cNvPr>
          <p:cNvSpPr txBox="1">
            <a:spLocks/>
          </p:cNvSpPr>
          <p:nvPr/>
        </p:nvSpPr>
        <p:spPr bwMode="auto">
          <a:xfrm>
            <a:off x="512289" y="2801002"/>
            <a:ext cx="7901417" cy="1672807"/>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spcBef>
                <a:spcPct val="20000"/>
              </a:spcBef>
              <a:spcAft>
                <a:spcPct val="0"/>
              </a:spcAft>
              <a:buClr>
                <a:srgbClr val="FF0000"/>
              </a:buClr>
              <a:buFont typeface="Wingdings" panose="05000000000000000000" pitchFamily="2" charset="2"/>
              <a:buChar char="Ø"/>
              <a:defRPr sz="2400" b="1">
                <a:solidFill>
                  <a:schemeClr val="tx1"/>
                </a:solidFill>
                <a:latin typeface="+mn-lt"/>
                <a:ea typeface="+mn-ea"/>
                <a:cs typeface="+mn-cs"/>
              </a:defRPr>
            </a:lvl1pPr>
            <a:lvl2pPr marL="742950" indent="-285750" algn="just" rtl="0" eaLnBrk="0" fontAlgn="base" hangingPunct="0">
              <a:spcBef>
                <a:spcPct val="20000"/>
              </a:spcBef>
              <a:spcAft>
                <a:spcPct val="0"/>
              </a:spcAft>
              <a:buChar char="–"/>
              <a:defRPr sz="2800">
                <a:solidFill>
                  <a:schemeClr val="tx1"/>
                </a:solidFill>
                <a:latin typeface="+mn-lt"/>
                <a:ea typeface="宋体" pitchFamily="2" charset="-122"/>
              </a:defRPr>
            </a:lvl2pPr>
            <a:lvl3pPr marL="1143000" indent="-228600" algn="just" rtl="0" eaLnBrk="0" fontAlgn="base" hangingPunct="0">
              <a:spcBef>
                <a:spcPct val="20000"/>
              </a:spcBef>
              <a:spcAft>
                <a:spcPct val="0"/>
              </a:spcAft>
              <a:buChar char="•"/>
              <a:defRPr sz="2400">
                <a:solidFill>
                  <a:schemeClr val="tx1"/>
                </a:solidFill>
                <a:latin typeface="+mn-lt"/>
                <a:ea typeface="宋体" pitchFamily="2" charset="-122"/>
              </a:defRPr>
            </a:lvl3pPr>
            <a:lvl4pPr marL="1600200" indent="-228600" algn="just" rtl="0" eaLnBrk="0" fontAlgn="base" hangingPunct="0">
              <a:spcBef>
                <a:spcPct val="20000"/>
              </a:spcBef>
              <a:spcAft>
                <a:spcPct val="0"/>
              </a:spcAft>
              <a:buChar char="–"/>
              <a:defRPr sz="2000">
                <a:solidFill>
                  <a:schemeClr val="tx1"/>
                </a:solidFill>
                <a:latin typeface="+mn-lt"/>
                <a:ea typeface="宋体" pitchFamily="2" charset="-122"/>
              </a:defRPr>
            </a:lvl4pPr>
            <a:lvl5pPr marL="2057400" indent="-228600" algn="just" rtl="0" eaLnBrk="0" fontAlgn="base" hangingPunct="0">
              <a:spcBef>
                <a:spcPct val="20000"/>
              </a:spcBef>
              <a:spcAft>
                <a:spcPct val="0"/>
              </a:spcAft>
              <a:buChar char="»"/>
              <a:defRPr sz="2000">
                <a:solidFill>
                  <a:schemeClr val="tx1"/>
                </a:solidFill>
                <a:latin typeface="+mn-lt"/>
                <a:ea typeface="宋体" pitchFamily="2" charset="-122"/>
              </a:defRPr>
            </a:lvl5pPr>
            <a:lvl6pPr marL="2514600" indent="-228600" algn="l" rtl="0" fontAlgn="base">
              <a:spcBef>
                <a:spcPct val="20000"/>
              </a:spcBef>
              <a:spcAft>
                <a:spcPct val="0"/>
              </a:spcAft>
              <a:buChar char="»"/>
              <a:defRPr sz="2000">
                <a:solidFill>
                  <a:schemeClr val="tx1"/>
                </a:solidFill>
                <a:latin typeface="+mn-lt"/>
                <a:ea typeface="宋体" pitchFamily="2" charset="-122"/>
              </a:defRPr>
            </a:lvl6pPr>
            <a:lvl7pPr marL="2971800" indent="-228600" algn="l" rtl="0" fontAlgn="base">
              <a:spcBef>
                <a:spcPct val="20000"/>
              </a:spcBef>
              <a:spcAft>
                <a:spcPct val="0"/>
              </a:spcAft>
              <a:buChar char="»"/>
              <a:defRPr sz="2000">
                <a:solidFill>
                  <a:schemeClr val="tx1"/>
                </a:solidFill>
                <a:latin typeface="+mn-lt"/>
                <a:ea typeface="宋体" pitchFamily="2" charset="-122"/>
              </a:defRPr>
            </a:lvl7pPr>
            <a:lvl8pPr marL="3429000" indent="-228600" algn="l" rtl="0" fontAlgn="base">
              <a:spcBef>
                <a:spcPct val="20000"/>
              </a:spcBef>
              <a:spcAft>
                <a:spcPct val="0"/>
              </a:spcAft>
              <a:buChar char="»"/>
              <a:defRPr sz="2000">
                <a:solidFill>
                  <a:schemeClr val="tx1"/>
                </a:solidFill>
                <a:latin typeface="+mn-lt"/>
                <a:ea typeface="宋体" pitchFamily="2" charset="-122"/>
              </a:defRPr>
            </a:lvl8pPr>
            <a:lvl9pPr marL="3886200" indent="-228600" algn="l" rtl="0" fontAlgn="base">
              <a:spcBef>
                <a:spcPct val="20000"/>
              </a:spcBef>
              <a:spcAft>
                <a:spcPct val="0"/>
              </a:spcAft>
              <a:buChar char="»"/>
              <a:defRPr sz="2000">
                <a:solidFill>
                  <a:schemeClr val="tx1"/>
                </a:solidFill>
                <a:latin typeface="+mn-lt"/>
                <a:ea typeface="宋体" pitchFamily="2" charset="-122"/>
              </a:defRPr>
            </a:lvl9pPr>
          </a:lstStyle>
          <a:p>
            <a:r>
              <a:rPr lang="zh-CN" altLang="en-US" kern="0" dirty="0"/>
              <a:t>一些由</a:t>
            </a:r>
            <a:r>
              <a:rPr lang="en-US" altLang="zh-CN" kern="0" dirty="0"/>
              <a:t>TPM</a:t>
            </a:r>
            <a:r>
              <a:rPr lang="zh-CN" altLang="en-US" kern="0" dirty="0"/>
              <a:t>系统自身创建的实体具有默认的访问口令和策略（如各种基本的组织架构、字典攻击重置句柄）。这样的实体拥有固定的名称，其自身并不依赖于附带的策略，同时这些策略是可以改变的。</a:t>
            </a:r>
          </a:p>
        </p:txBody>
      </p:sp>
      <p:sp>
        <p:nvSpPr>
          <p:cNvPr id="7" name="内容占位符 2">
            <a:extLst>
              <a:ext uri="{FF2B5EF4-FFF2-40B4-BE49-F238E27FC236}">
                <a16:creationId xmlns:a16="http://schemas.microsoft.com/office/drawing/2014/main" id="{4E48B7CA-AD54-40D7-9C4A-0FD3E1B6EC74}"/>
              </a:ext>
            </a:extLst>
          </p:cNvPr>
          <p:cNvSpPr txBox="1">
            <a:spLocks/>
          </p:cNvSpPr>
          <p:nvPr/>
        </p:nvSpPr>
        <p:spPr bwMode="auto">
          <a:xfrm>
            <a:off x="512288" y="4733641"/>
            <a:ext cx="7901417" cy="1672807"/>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spcBef>
                <a:spcPct val="20000"/>
              </a:spcBef>
              <a:spcAft>
                <a:spcPct val="0"/>
              </a:spcAft>
              <a:buClr>
                <a:srgbClr val="FF0000"/>
              </a:buClr>
              <a:buFont typeface="Wingdings" panose="05000000000000000000" pitchFamily="2" charset="2"/>
              <a:buChar char="Ø"/>
              <a:defRPr sz="2400" b="1">
                <a:solidFill>
                  <a:schemeClr val="tx1"/>
                </a:solidFill>
                <a:latin typeface="+mn-lt"/>
                <a:ea typeface="+mn-ea"/>
                <a:cs typeface="+mn-cs"/>
              </a:defRPr>
            </a:lvl1pPr>
            <a:lvl2pPr marL="742950" indent="-285750" algn="just" rtl="0" eaLnBrk="0" fontAlgn="base" hangingPunct="0">
              <a:spcBef>
                <a:spcPct val="20000"/>
              </a:spcBef>
              <a:spcAft>
                <a:spcPct val="0"/>
              </a:spcAft>
              <a:buChar char="–"/>
              <a:defRPr sz="2800">
                <a:solidFill>
                  <a:schemeClr val="tx1"/>
                </a:solidFill>
                <a:latin typeface="+mn-lt"/>
                <a:ea typeface="宋体" pitchFamily="2" charset="-122"/>
              </a:defRPr>
            </a:lvl2pPr>
            <a:lvl3pPr marL="1143000" indent="-228600" algn="just" rtl="0" eaLnBrk="0" fontAlgn="base" hangingPunct="0">
              <a:spcBef>
                <a:spcPct val="20000"/>
              </a:spcBef>
              <a:spcAft>
                <a:spcPct val="0"/>
              </a:spcAft>
              <a:buChar char="•"/>
              <a:defRPr sz="2400">
                <a:solidFill>
                  <a:schemeClr val="tx1"/>
                </a:solidFill>
                <a:latin typeface="+mn-lt"/>
                <a:ea typeface="宋体" pitchFamily="2" charset="-122"/>
              </a:defRPr>
            </a:lvl3pPr>
            <a:lvl4pPr marL="1600200" indent="-228600" algn="just" rtl="0" eaLnBrk="0" fontAlgn="base" hangingPunct="0">
              <a:spcBef>
                <a:spcPct val="20000"/>
              </a:spcBef>
              <a:spcAft>
                <a:spcPct val="0"/>
              </a:spcAft>
              <a:buChar char="–"/>
              <a:defRPr sz="2000">
                <a:solidFill>
                  <a:schemeClr val="tx1"/>
                </a:solidFill>
                <a:latin typeface="+mn-lt"/>
                <a:ea typeface="宋体" pitchFamily="2" charset="-122"/>
              </a:defRPr>
            </a:lvl4pPr>
            <a:lvl5pPr marL="2057400" indent="-228600" algn="just" rtl="0" eaLnBrk="0" fontAlgn="base" hangingPunct="0">
              <a:spcBef>
                <a:spcPct val="20000"/>
              </a:spcBef>
              <a:spcAft>
                <a:spcPct val="0"/>
              </a:spcAft>
              <a:buChar char="»"/>
              <a:defRPr sz="2000">
                <a:solidFill>
                  <a:schemeClr val="tx1"/>
                </a:solidFill>
                <a:latin typeface="+mn-lt"/>
                <a:ea typeface="宋体" pitchFamily="2" charset="-122"/>
              </a:defRPr>
            </a:lvl5pPr>
            <a:lvl6pPr marL="2514600" indent="-228600" algn="l" rtl="0" fontAlgn="base">
              <a:spcBef>
                <a:spcPct val="20000"/>
              </a:spcBef>
              <a:spcAft>
                <a:spcPct val="0"/>
              </a:spcAft>
              <a:buChar char="»"/>
              <a:defRPr sz="2000">
                <a:solidFill>
                  <a:schemeClr val="tx1"/>
                </a:solidFill>
                <a:latin typeface="+mn-lt"/>
                <a:ea typeface="宋体" pitchFamily="2" charset="-122"/>
              </a:defRPr>
            </a:lvl6pPr>
            <a:lvl7pPr marL="2971800" indent="-228600" algn="l" rtl="0" fontAlgn="base">
              <a:spcBef>
                <a:spcPct val="20000"/>
              </a:spcBef>
              <a:spcAft>
                <a:spcPct val="0"/>
              </a:spcAft>
              <a:buChar char="»"/>
              <a:defRPr sz="2000">
                <a:solidFill>
                  <a:schemeClr val="tx1"/>
                </a:solidFill>
                <a:latin typeface="+mn-lt"/>
                <a:ea typeface="宋体" pitchFamily="2" charset="-122"/>
              </a:defRPr>
            </a:lvl7pPr>
            <a:lvl8pPr marL="3429000" indent="-228600" algn="l" rtl="0" fontAlgn="base">
              <a:spcBef>
                <a:spcPct val="20000"/>
              </a:spcBef>
              <a:spcAft>
                <a:spcPct val="0"/>
              </a:spcAft>
              <a:buChar char="»"/>
              <a:defRPr sz="2000">
                <a:solidFill>
                  <a:schemeClr val="tx1"/>
                </a:solidFill>
                <a:latin typeface="+mn-lt"/>
                <a:ea typeface="宋体" pitchFamily="2" charset="-122"/>
              </a:defRPr>
            </a:lvl8pPr>
            <a:lvl9pPr marL="3886200" indent="-228600" algn="l" rtl="0" fontAlgn="base">
              <a:spcBef>
                <a:spcPct val="20000"/>
              </a:spcBef>
              <a:spcAft>
                <a:spcPct val="0"/>
              </a:spcAft>
              <a:buChar char="»"/>
              <a:defRPr sz="2000">
                <a:solidFill>
                  <a:schemeClr val="tx1"/>
                </a:solidFill>
                <a:latin typeface="+mn-lt"/>
                <a:ea typeface="宋体" pitchFamily="2" charset="-122"/>
              </a:defRPr>
            </a:lvl9pPr>
          </a:lstStyle>
          <a:p>
            <a:r>
              <a:rPr lang="zh-CN" altLang="en-US" kern="0" dirty="0"/>
              <a:t>很多实体（如</a:t>
            </a:r>
            <a:r>
              <a:rPr lang="en-US" altLang="zh-CN" kern="0" dirty="0"/>
              <a:t>NV</a:t>
            </a:r>
            <a:r>
              <a:rPr lang="zh-CN" altLang="en-US" kern="0" dirty="0"/>
              <a:t>索引和密钥）的名称是根据它们创建时分配的策略计算哈希得到的，所以访问这些实体的口令可以更改，但是其访问策略不能更改，修改后这个实体的真实性无法通过验证。</a:t>
            </a:r>
          </a:p>
        </p:txBody>
      </p:sp>
    </p:spTree>
    <p:extLst>
      <p:ext uri="{BB962C8B-B14F-4D97-AF65-F5344CB8AC3E}">
        <p14:creationId xmlns:p14="http://schemas.microsoft.com/office/powerpoint/2010/main" val="364012851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down)">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down)">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F626A0-1CDB-4332-A55E-7F9CC1291171}"/>
              </a:ext>
            </a:extLst>
          </p:cNvPr>
          <p:cNvSpPr>
            <a:spLocks noGrp="1"/>
          </p:cNvSpPr>
          <p:nvPr>
            <p:ph type="title"/>
          </p:nvPr>
        </p:nvSpPr>
        <p:spPr/>
        <p:txBody>
          <a:bodyPr/>
          <a:lstStyle/>
          <a:p>
            <a:r>
              <a:rPr lang="zh-CN" altLang="en-US" dirty="0"/>
              <a:t>策略授权与口令授权</a:t>
            </a:r>
          </a:p>
        </p:txBody>
      </p:sp>
      <p:sp>
        <p:nvSpPr>
          <p:cNvPr id="4" name="灯片编号占位符 3">
            <a:extLst>
              <a:ext uri="{FF2B5EF4-FFF2-40B4-BE49-F238E27FC236}">
                <a16:creationId xmlns:a16="http://schemas.microsoft.com/office/drawing/2014/main" id="{AFE7DB34-D3E5-477B-9044-62CBA241A974}"/>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a:t>
            </a:fld>
            <a:endParaRPr lang="en-US" altLang="zh-CN"/>
          </a:p>
        </p:txBody>
      </p:sp>
      <p:sp>
        <p:nvSpPr>
          <p:cNvPr id="5" name="内容占位符 2">
            <a:extLst>
              <a:ext uri="{FF2B5EF4-FFF2-40B4-BE49-F238E27FC236}">
                <a16:creationId xmlns:a16="http://schemas.microsoft.com/office/drawing/2014/main" id="{21D95BD2-0432-4C21-BAD3-AACACA6D2449}"/>
              </a:ext>
            </a:extLst>
          </p:cNvPr>
          <p:cNvSpPr txBox="1">
            <a:spLocks/>
          </p:cNvSpPr>
          <p:nvPr/>
        </p:nvSpPr>
        <p:spPr bwMode="auto">
          <a:xfrm>
            <a:off x="512290" y="1801201"/>
            <a:ext cx="7901417" cy="1359305"/>
          </a:xfrm>
          <a:prstGeom prst="rect">
            <a:avLst/>
          </a:prstGeom>
          <a:solidFill>
            <a:srgbClr val="92D050"/>
          </a:solidFill>
          <a:ln>
            <a:noFill/>
          </a:ln>
          <a:effectLst>
            <a:outerShdw blurRad="50800" dist="38100" dir="13500000" algn="br" rotWithShape="0">
              <a:prstClr val="black">
                <a:alpha val="40000"/>
              </a:prstClr>
            </a:outerShdw>
          </a:effectLst>
          <a:scene3d>
            <a:camera prst="orthographicFront">
              <a:rot lat="0" lon="0" rev="0"/>
            </a:camera>
            <a:lightRig rig="balanced" dir="t">
              <a:rot lat="0" lon="0" rev="8700000"/>
            </a:lightRig>
          </a:scene3d>
          <a:sp3d>
            <a:bevelT w="190500" h="38100"/>
          </a:sp3d>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spcBef>
                <a:spcPct val="20000"/>
              </a:spcBef>
              <a:spcAft>
                <a:spcPct val="0"/>
              </a:spcAft>
              <a:buClr>
                <a:srgbClr val="FF0000"/>
              </a:buClr>
              <a:buFont typeface="Wingdings" panose="05000000000000000000" pitchFamily="2" charset="2"/>
              <a:buChar char="Ø"/>
              <a:defRPr sz="2400" b="1">
                <a:solidFill>
                  <a:schemeClr val="tx1"/>
                </a:solidFill>
                <a:latin typeface="+mn-lt"/>
                <a:ea typeface="+mn-ea"/>
                <a:cs typeface="+mn-cs"/>
              </a:defRPr>
            </a:lvl1pPr>
            <a:lvl2pPr marL="742950" indent="-285750" algn="just" rtl="0" eaLnBrk="0" fontAlgn="base" hangingPunct="0">
              <a:spcBef>
                <a:spcPct val="20000"/>
              </a:spcBef>
              <a:spcAft>
                <a:spcPct val="0"/>
              </a:spcAft>
              <a:buChar char="–"/>
              <a:defRPr sz="2800">
                <a:solidFill>
                  <a:schemeClr val="tx1"/>
                </a:solidFill>
                <a:latin typeface="+mn-lt"/>
                <a:ea typeface="宋体" pitchFamily="2" charset="-122"/>
              </a:defRPr>
            </a:lvl2pPr>
            <a:lvl3pPr marL="1143000" indent="-228600" algn="just" rtl="0" eaLnBrk="0" fontAlgn="base" hangingPunct="0">
              <a:spcBef>
                <a:spcPct val="20000"/>
              </a:spcBef>
              <a:spcAft>
                <a:spcPct val="0"/>
              </a:spcAft>
              <a:buChar char="•"/>
              <a:defRPr sz="2400">
                <a:solidFill>
                  <a:schemeClr val="tx1"/>
                </a:solidFill>
                <a:latin typeface="+mn-lt"/>
                <a:ea typeface="宋体" pitchFamily="2" charset="-122"/>
              </a:defRPr>
            </a:lvl3pPr>
            <a:lvl4pPr marL="1600200" indent="-228600" algn="just" rtl="0" eaLnBrk="0" fontAlgn="base" hangingPunct="0">
              <a:spcBef>
                <a:spcPct val="20000"/>
              </a:spcBef>
              <a:spcAft>
                <a:spcPct val="0"/>
              </a:spcAft>
              <a:buChar char="–"/>
              <a:defRPr sz="2000">
                <a:solidFill>
                  <a:schemeClr val="tx1"/>
                </a:solidFill>
                <a:latin typeface="+mn-lt"/>
                <a:ea typeface="宋体" pitchFamily="2" charset="-122"/>
              </a:defRPr>
            </a:lvl4pPr>
            <a:lvl5pPr marL="2057400" indent="-228600" algn="just" rtl="0" eaLnBrk="0" fontAlgn="base" hangingPunct="0">
              <a:spcBef>
                <a:spcPct val="20000"/>
              </a:spcBef>
              <a:spcAft>
                <a:spcPct val="0"/>
              </a:spcAft>
              <a:buChar char="»"/>
              <a:defRPr sz="2000">
                <a:solidFill>
                  <a:schemeClr val="tx1"/>
                </a:solidFill>
                <a:latin typeface="+mn-lt"/>
                <a:ea typeface="宋体" pitchFamily="2" charset="-122"/>
              </a:defRPr>
            </a:lvl5pPr>
            <a:lvl6pPr marL="2514600" indent="-228600" algn="l" rtl="0" fontAlgn="base">
              <a:spcBef>
                <a:spcPct val="20000"/>
              </a:spcBef>
              <a:spcAft>
                <a:spcPct val="0"/>
              </a:spcAft>
              <a:buChar char="»"/>
              <a:defRPr sz="2000">
                <a:solidFill>
                  <a:schemeClr val="tx1"/>
                </a:solidFill>
                <a:latin typeface="+mn-lt"/>
                <a:ea typeface="宋体" pitchFamily="2" charset="-122"/>
              </a:defRPr>
            </a:lvl6pPr>
            <a:lvl7pPr marL="2971800" indent="-228600" algn="l" rtl="0" fontAlgn="base">
              <a:spcBef>
                <a:spcPct val="20000"/>
              </a:spcBef>
              <a:spcAft>
                <a:spcPct val="0"/>
              </a:spcAft>
              <a:buChar char="»"/>
              <a:defRPr sz="2000">
                <a:solidFill>
                  <a:schemeClr val="tx1"/>
                </a:solidFill>
                <a:latin typeface="+mn-lt"/>
                <a:ea typeface="宋体" pitchFamily="2" charset="-122"/>
              </a:defRPr>
            </a:lvl7pPr>
            <a:lvl8pPr marL="3429000" indent="-228600" algn="l" rtl="0" fontAlgn="base">
              <a:spcBef>
                <a:spcPct val="20000"/>
              </a:spcBef>
              <a:spcAft>
                <a:spcPct val="0"/>
              </a:spcAft>
              <a:buChar char="»"/>
              <a:defRPr sz="2000">
                <a:solidFill>
                  <a:schemeClr val="tx1"/>
                </a:solidFill>
                <a:latin typeface="+mn-lt"/>
                <a:ea typeface="宋体" pitchFamily="2" charset="-122"/>
              </a:defRPr>
            </a:lvl8pPr>
            <a:lvl9pPr marL="3886200" indent="-228600" algn="l" rtl="0" fontAlgn="base">
              <a:spcBef>
                <a:spcPct val="20000"/>
              </a:spcBef>
              <a:spcAft>
                <a:spcPct val="0"/>
              </a:spcAft>
              <a:buChar char="»"/>
              <a:defRPr sz="2000">
                <a:solidFill>
                  <a:schemeClr val="tx1"/>
                </a:solidFill>
                <a:latin typeface="+mn-lt"/>
                <a:ea typeface="宋体" pitchFamily="2" charset="-122"/>
              </a:defRPr>
            </a:lvl9pPr>
          </a:lstStyle>
          <a:p>
            <a:r>
              <a:rPr lang="zh-CN" altLang="en-US" kern="0" dirty="0"/>
              <a:t>任何可以使用口令直接完成的事情也可以通过策略来完成，但是反之则不然，某些事情（如密钥复制）只能通过策略完成授权。</a:t>
            </a:r>
          </a:p>
        </p:txBody>
      </p:sp>
      <p:sp>
        <p:nvSpPr>
          <p:cNvPr id="7" name="内容占位符 2">
            <a:extLst>
              <a:ext uri="{FF2B5EF4-FFF2-40B4-BE49-F238E27FC236}">
                <a16:creationId xmlns:a16="http://schemas.microsoft.com/office/drawing/2014/main" id="{4E48B7CA-AD54-40D7-9C4A-0FD3E1B6EC74}"/>
              </a:ext>
            </a:extLst>
          </p:cNvPr>
          <p:cNvSpPr txBox="1">
            <a:spLocks/>
          </p:cNvSpPr>
          <p:nvPr/>
        </p:nvSpPr>
        <p:spPr bwMode="auto">
          <a:xfrm>
            <a:off x="512289" y="4097924"/>
            <a:ext cx="7901417" cy="1672807"/>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spcBef>
                <a:spcPct val="20000"/>
              </a:spcBef>
              <a:spcAft>
                <a:spcPct val="0"/>
              </a:spcAft>
              <a:buClr>
                <a:srgbClr val="FF0000"/>
              </a:buClr>
              <a:buFont typeface="Wingdings" panose="05000000000000000000" pitchFamily="2" charset="2"/>
              <a:buChar char="Ø"/>
              <a:defRPr sz="2400" b="1">
                <a:solidFill>
                  <a:schemeClr val="tx1"/>
                </a:solidFill>
                <a:latin typeface="+mn-lt"/>
                <a:ea typeface="+mn-ea"/>
                <a:cs typeface="+mn-cs"/>
              </a:defRPr>
            </a:lvl1pPr>
            <a:lvl2pPr marL="742950" indent="-285750" algn="just" rtl="0" eaLnBrk="0" fontAlgn="base" hangingPunct="0">
              <a:spcBef>
                <a:spcPct val="20000"/>
              </a:spcBef>
              <a:spcAft>
                <a:spcPct val="0"/>
              </a:spcAft>
              <a:buChar char="–"/>
              <a:defRPr sz="2800">
                <a:solidFill>
                  <a:schemeClr val="tx1"/>
                </a:solidFill>
                <a:latin typeface="+mn-lt"/>
                <a:ea typeface="宋体" pitchFamily="2" charset="-122"/>
              </a:defRPr>
            </a:lvl2pPr>
            <a:lvl3pPr marL="1143000" indent="-228600" algn="just" rtl="0" eaLnBrk="0" fontAlgn="base" hangingPunct="0">
              <a:spcBef>
                <a:spcPct val="20000"/>
              </a:spcBef>
              <a:spcAft>
                <a:spcPct val="0"/>
              </a:spcAft>
              <a:buChar char="•"/>
              <a:defRPr sz="2400">
                <a:solidFill>
                  <a:schemeClr val="tx1"/>
                </a:solidFill>
                <a:latin typeface="+mn-lt"/>
                <a:ea typeface="宋体" pitchFamily="2" charset="-122"/>
              </a:defRPr>
            </a:lvl3pPr>
            <a:lvl4pPr marL="1600200" indent="-228600" algn="just" rtl="0" eaLnBrk="0" fontAlgn="base" hangingPunct="0">
              <a:spcBef>
                <a:spcPct val="20000"/>
              </a:spcBef>
              <a:spcAft>
                <a:spcPct val="0"/>
              </a:spcAft>
              <a:buChar char="–"/>
              <a:defRPr sz="2000">
                <a:solidFill>
                  <a:schemeClr val="tx1"/>
                </a:solidFill>
                <a:latin typeface="+mn-lt"/>
                <a:ea typeface="宋体" pitchFamily="2" charset="-122"/>
              </a:defRPr>
            </a:lvl4pPr>
            <a:lvl5pPr marL="2057400" indent="-228600" algn="just" rtl="0" eaLnBrk="0" fontAlgn="base" hangingPunct="0">
              <a:spcBef>
                <a:spcPct val="20000"/>
              </a:spcBef>
              <a:spcAft>
                <a:spcPct val="0"/>
              </a:spcAft>
              <a:buChar char="»"/>
              <a:defRPr sz="2000">
                <a:solidFill>
                  <a:schemeClr val="tx1"/>
                </a:solidFill>
                <a:latin typeface="+mn-lt"/>
                <a:ea typeface="宋体" pitchFamily="2" charset="-122"/>
              </a:defRPr>
            </a:lvl5pPr>
            <a:lvl6pPr marL="2514600" indent="-228600" algn="l" rtl="0" fontAlgn="base">
              <a:spcBef>
                <a:spcPct val="20000"/>
              </a:spcBef>
              <a:spcAft>
                <a:spcPct val="0"/>
              </a:spcAft>
              <a:buChar char="»"/>
              <a:defRPr sz="2000">
                <a:solidFill>
                  <a:schemeClr val="tx1"/>
                </a:solidFill>
                <a:latin typeface="+mn-lt"/>
                <a:ea typeface="宋体" pitchFamily="2" charset="-122"/>
              </a:defRPr>
            </a:lvl6pPr>
            <a:lvl7pPr marL="2971800" indent="-228600" algn="l" rtl="0" fontAlgn="base">
              <a:spcBef>
                <a:spcPct val="20000"/>
              </a:spcBef>
              <a:spcAft>
                <a:spcPct val="0"/>
              </a:spcAft>
              <a:buChar char="»"/>
              <a:defRPr sz="2000">
                <a:solidFill>
                  <a:schemeClr val="tx1"/>
                </a:solidFill>
                <a:latin typeface="+mn-lt"/>
                <a:ea typeface="宋体" pitchFamily="2" charset="-122"/>
              </a:defRPr>
            </a:lvl7pPr>
            <a:lvl8pPr marL="3429000" indent="-228600" algn="l" rtl="0" fontAlgn="base">
              <a:spcBef>
                <a:spcPct val="20000"/>
              </a:spcBef>
              <a:spcAft>
                <a:spcPct val="0"/>
              </a:spcAft>
              <a:buChar char="»"/>
              <a:defRPr sz="2000">
                <a:solidFill>
                  <a:schemeClr val="tx1"/>
                </a:solidFill>
                <a:latin typeface="+mn-lt"/>
                <a:ea typeface="宋体" pitchFamily="2" charset="-122"/>
              </a:defRPr>
            </a:lvl8pPr>
            <a:lvl9pPr marL="3886200" indent="-228600" algn="l" rtl="0" fontAlgn="base">
              <a:spcBef>
                <a:spcPct val="20000"/>
              </a:spcBef>
              <a:spcAft>
                <a:spcPct val="0"/>
              </a:spcAft>
              <a:buChar char="»"/>
              <a:defRPr sz="2000">
                <a:solidFill>
                  <a:schemeClr val="tx1"/>
                </a:solidFill>
                <a:latin typeface="+mn-lt"/>
                <a:ea typeface="宋体" pitchFamily="2" charset="-122"/>
              </a:defRPr>
            </a:lvl9pPr>
          </a:lstStyle>
          <a:p>
            <a:r>
              <a:rPr lang="zh-CN" altLang="en-US" kern="0" dirty="0"/>
              <a:t>策略授权更加灵活，可以对策略进行精细的调整。既可以将策略设置为永远不能满足的</a:t>
            </a:r>
            <a:r>
              <a:rPr lang="en-US" altLang="zh-CN" kern="0" dirty="0"/>
              <a:t>NULL</a:t>
            </a:r>
            <a:r>
              <a:rPr lang="zh-CN" altLang="en-US" kern="0" dirty="0"/>
              <a:t>策略，也可以通过策略为单独的命令或适用于一个实体的不同用户提供不同的认证方式。</a:t>
            </a:r>
          </a:p>
        </p:txBody>
      </p:sp>
    </p:spTree>
    <p:extLst>
      <p:ext uri="{BB962C8B-B14F-4D97-AF65-F5344CB8AC3E}">
        <p14:creationId xmlns:p14="http://schemas.microsoft.com/office/powerpoint/2010/main" val="375038683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ipe(down)">
                                      <p:cBhvr>
                                        <p:cTn id="1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F626A0-1CDB-4332-A55E-7F9CC1291171}"/>
              </a:ext>
            </a:extLst>
          </p:cNvPr>
          <p:cNvSpPr>
            <a:spLocks noGrp="1"/>
          </p:cNvSpPr>
          <p:nvPr>
            <p:ph type="title"/>
          </p:nvPr>
        </p:nvSpPr>
        <p:spPr/>
        <p:txBody>
          <a:bodyPr/>
          <a:lstStyle/>
          <a:p>
            <a:r>
              <a:rPr lang="zh-CN" altLang="en-US" dirty="0"/>
              <a:t>策略授权的优点</a:t>
            </a:r>
          </a:p>
        </p:txBody>
      </p:sp>
      <p:sp>
        <p:nvSpPr>
          <p:cNvPr id="4" name="灯片编号占位符 3">
            <a:extLst>
              <a:ext uri="{FF2B5EF4-FFF2-40B4-BE49-F238E27FC236}">
                <a16:creationId xmlns:a16="http://schemas.microsoft.com/office/drawing/2014/main" id="{AFE7DB34-D3E5-477B-9044-62CBA241A974}"/>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a:t>
            </a:fld>
            <a:endParaRPr lang="en-US" altLang="zh-CN"/>
          </a:p>
        </p:txBody>
      </p:sp>
      <p:sp>
        <p:nvSpPr>
          <p:cNvPr id="7" name="内容占位符 2">
            <a:extLst>
              <a:ext uri="{FF2B5EF4-FFF2-40B4-BE49-F238E27FC236}">
                <a16:creationId xmlns:a16="http://schemas.microsoft.com/office/drawing/2014/main" id="{4E48B7CA-AD54-40D7-9C4A-0FD3E1B6EC74}"/>
              </a:ext>
            </a:extLst>
          </p:cNvPr>
          <p:cNvSpPr txBox="1">
            <a:spLocks/>
          </p:cNvSpPr>
          <p:nvPr/>
        </p:nvSpPr>
        <p:spPr bwMode="auto">
          <a:xfrm>
            <a:off x="381000" y="1707617"/>
            <a:ext cx="8253636" cy="3686729"/>
          </a:xfrm>
          <a:prstGeom prst="rect">
            <a:avLst/>
          </a:prstGeom>
          <a:solidFill>
            <a:srgbClr val="92D050"/>
          </a:solidFill>
          <a:ln>
            <a:noFill/>
          </a:ln>
          <a:effectLst>
            <a:glow rad="228600">
              <a:schemeClr val="accent2">
                <a:satMod val="175000"/>
                <a:alpha val="40000"/>
              </a:schemeClr>
            </a:glow>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spcBef>
                <a:spcPct val="20000"/>
              </a:spcBef>
              <a:spcAft>
                <a:spcPct val="0"/>
              </a:spcAft>
              <a:buClr>
                <a:srgbClr val="FF0000"/>
              </a:buClr>
              <a:buFont typeface="Wingdings" panose="05000000000000000000" pitchFamily="2" charset="2"/>
              <a:buChar char="Ø"/>
              <a:defRPr sz="2400" b="1">
                <a:solidFill>
                  <a:schemeClr val="tx1"/>
                </a:solidFill>
                <a:latin typeface="+mn-lt"/>
                <a:ea typeface="+mn-ea"/>
                <a:cs typeface="+mn-cs"/>
              </a:defRPr>
            </a:lvl1pPr>
            <a:lvl2pPr marL="742950" indent="-285750" algn="just" rtl="0" eaLnBrk="0" fontAlgn="base" hangingPunct="0">
              <a:spcBef>
                <a:spcPct val="20000"/>
              </a:spcBef>
              <a:spcAft>
                <a:spcPct val="0"/>
              </a:spcAft>
              <a:buChar char="–"/>
              <a:defRPr sz="2800">
                <a:solidFill>
                  <a:schemeClr val="tx1"/>
                </a:solidFill>
                <a:latin typeface="+mn-lt"/>
                <a:ea typeface="宋体" pitchFamily="2" charset="-122"/>
              </a:defRPr>
            </a:lvl2pPr>
            <a:lvl3pPr marL="1143000" indent="-228600" algn="just" rtl="0" eaLnBrk="0" fontAlgn="base" hangingPunct="0">
              <a:spcBef>
                <a:spcPct val="20000"/>
              </a:spcBef>
              <a:spcAft>
                <a:spcPct val="0"/>
              </a:spcAft>
              <a:buChar char="•"/>
              <a:defRPr sz="2400">
                <a:solidFill>
                  <a:schemeClr val="tx1"/>
                </a:solidFill>
                <a:latin typeface="+mn-lt"/>
                <a:ea typeface="宋体" pitchFamily="2" charset="-122"/>
              </a:defRPr>
            </a:lvl3pPr>
            <a:lvl4pPr marL="1600200" indent="-228600" algn="just" rtl="0" eaLnBrk="0" fontAlgn="base" hangingPunct="0">
              <a:spcBef>
                <a:spcPct val="20000"/>
              </a:spcBef>
              <a:spcAft>
                <a:spcPct val="0"/>
              </a:spcAft>
              <a:buChar char="–"/>
              <a:defRPr sz="2000">
                <a:solidFill>
                  <a:schemeClr val="tx1"/>
                </a:solidFill>
                <a:latin typeface="+mn-lt"/>
                <a:ea typeface="宋体" pitchFamily="2" charset="-122"/>
              </a:defRPr>
            </a:lvl4pPr>
            <a:lvl5pPr marL="2057400" indent="-228600" algn="just" rtl="0" eaLnBrk="0" fontAlgn="base" hangingPunct="0">
              <a:spcBef>
                <a:spcPct val="20000"/>
              </a:spcBef>
              <a:spcAft>
                <a:spcPct val="0"/>
              </a:spcAft>
              <a:buChar char="»"/>
              <a:defRPr sz="2000">
                <a:solidFill>
                  <a:schemeClr val="tx1"/>
                </a:solidFill>
                <a:latin typeface="+mn-lt"/>
                <a:ea typeface="宋体" pitchFamily="2" charset="-122"/>
              </a:defRPr>
            </a:lvl5pPr>
            <a:lvl6pPr marL="2514600" indent="-228600" algn="l" rtl="0" fontAlgn="base">
              <a:spcBef>
                <a:spcPct val="20000"/>
              </a:spcBef>
              <a:spcAft>
                <a:spcPct val="0"/>
              </a:spcAft>
              <a:buChar char="»"/>
              <a:defRPr sz="2000">
                <a:solidFill>
                  <a:schemeClr val="tx1"/>
                </a:solidFill>
                <a:latin typeface="+mn-lt"/>
                <a:ea typeface="宋体" pitchFamily="2" charset="-122"/>
              </a:defRPr>
            </a:lvl6pPr>
            <a:lvl7pPr marL="2971800" indent="-228600" algn="l" rtl="0" fontAlgn="base">
              <a:spcBef>
                <a:spcPct val="20000"/>
              </a:spcBef>
              <a:spcAft>
                <a:spcPct val="0"/>
              </a:spcAft>
              <a:buChar char="»"/>
              <a:defRPr sz="2000">
                <a:solidFill>
                  <a:schemeClr val="tx1"/>
                </a:solidFill>
                <a:latin typeface="+mn-lt"/>
                <a:ea typeface="宋体" pitchFamily="2" charset="-122"/>
              </a:defRPr>
            </a:lvl7pPr>
            <a:lvl8pPr marL="3429000" indent="-228600" algn="l" rtl="0" fontAlgn="base">
              <a:spcBef>
                <a:spcPct val="20000"/>
              </a:spcBef>
              <a:spcAft>
                <a:spcPct val="0"/>
              </a:spcAft>
              <a:buChar char="»"/>
              <a:defRPr sz="2000">
                <a:solidFill>
                  <a:schemeClr val="tx1"/>
                </a:solidFill>
                <a:latin typeface="+mn-lt"/>
                <a:ea typeface="宋体" pitchFamily="2" charset="-122"/>
              </a:defRPr>
            </a:lvl8pPr>
            <a:lvl9pPr marL="3886200" indent="-228600" algn="l" rtl="0" fontAlgn="base">
              <a:spcBef>
                <a:spcPct val="20000"/>
              </a:spcBef>
              <a:spcAft>
                <a:spcPct val="0"/>
              </a:spcAft>
              <a:buChar char="»"/>
              <a:defRPr sz="2000">
                <a:solidFill>
                  <a:schemeClr val="tx1"/>
                </a:solidFill>
                <a:latin typeface="+mn-lt"/>
                <a:ea typeface="宋体" pitchFamily="2" charset="-122"/>
              </a:defRPr>
            </a:lvl9pPr>
          </a:lstStyle>
          <a:p>
            <a:r>
              <a:rPr lang="zh-CN" altLang="en-US" sz="2800" kern="0" dirty="0"/>
              <a:t>允许多种变化的授权（口令，生物信息等等）。</a:t>
            </a:r>
          </a:p>
          <a:p>
            <a:r>
              <a:rPr lang="zh-CN" altLang="en-US" sz="2800" kern="0" dirty="0"/>
              <a:t>允许多因素授权方式（多于一种的授权类型）。</a:t>
            </a:r>
          </a:p>
          <a:p>
            <a:r>
              <a:rPr lang="zh-CN" altLang="en-US" sz="2800" kern="0" dirty="0"/>
              <a:t>允许在不使用</a:t>
            </a:r>
            <a:r>
              <a:rPr lang="en-US" altLang="zh-CN" sz="2800" kern="0" dirty="0"/>
              <a:t>TPM</a:t>
            </a:r>
            <a:r>
              <a:rPr lang="zh-CN" altLang="en-US" sz="2800" kern="0" dirty="0"/>
              <a:t>的情况下创建策略。策略本身不包含任何秘密信息，所以可以完全由软件来创建。但是这并不是说一个策略不需要秘密信息。</a:t>
            </a:r>
          </a:p>
          <a:p>
            <a:r>
              <a:rPr lang="zh-CN" altLang="en-US" sz="2800" kern="0" dirty="0"/>
              <a:t>允许认证与一个实体相关联的策略。为了使用实体，应该可以证明哪些授权是必要的。</a:t>
            </a:r>
            <a:endParaRPr lang="zh-CN" altLang="en-US" kern="0" dirty="0"/>
          </a:p>
        </p:txBody>
      </p:sp>
    </p:spTree>
    <p:extLst>
      <p:ext uri="{BB962C8B-B14F-4D97-AF65-F5344CB8AC3E}">
        <p14:creationId xmlns:p14="http://schemas.microsoft.com/office/powerpoint/2010/main" val="144649104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F626A0-1CDB-4332-A55E-7F9CC1291171}"/>
              </a:ext>
            </a:extLst>
          </p:cNvPr>
          <p:cNvSpPr>
            <a:spLocks noGrp="1"/>
          </p:cNvSpPr>
          <p:nvPr>
            <p:ph type="title"/>
          </p:nvPr>
        </p:nvSpPr>
        <p:spPr/>
        <p:txBody>
          <a:bodyPr/>
          <a:lstStyle/>
          <a:p>
            <a:r>
              <a:rPr lang="zh-CN" altLang="en-US" dirty="0"/>
              <a:t>策略授权的优点</a:t>
            </a:r>
          </a:p>
        </p:txBody>
      </p:sp>
      <p:sp>
        <p:nvSpPr>
          <p:cNvPr id="4" name="灯片编号占位符 3">
            <a:extLst>
              <a:ext uri="{FF2B5EF4-FFF2-40B4-BE49-F238E27FC236}">
                <a16:creationId xmlns:a16="http://schemas.microsoft.com/office/drawing/2014/main" id="{AFE7DB34-D3E5-477B-9044-62CBA241A974}"/>
              </a:ext>
            </a:extLst>
          </p:cNvPr>
          <p:cNvSpPr>
            <a:spLocks noGrp="1"/>
          </p:cNvSpPr>
          <p:nvPr>
            <p:ph type="sldNum" sz="quarter" idx="10"/>
          </p:nvPr>
        </p:nvSpPr>
        <p:spPr/>
        <p:txBody>
          <a:bodyPr/>
          <a:lstStyle/>
          <a:p>
            <a:r>
              <a:rPr lang="en-US" altLang="zh-CN"/>
              <a:t>Page </a:t>
            </a:r>
            <a:fld id="{AF655B59-12D5-4828-87B1-F838F673600E}" type="slidenum">
              <a:rPr lang="en-US" altLang="zh-CN" smtClean="0"/>
              <a:pPr/>
              <a:t>7</a:t>
            </a:fld>
            <a:endParaRPr lang="en-US" altLang="zh-CN"/>
          </a:p>
        </p:txBody>
      </p:sp>
      <p:sp>
        <p:nvSpPr>
          <p:cNvPr id="7" name="内容占位符 2">
            <a:extLst>
              <a:ext uri="{FF2B5EF4-FFF2-40B4-BE49-F238E27FC236}">
                <a16:creationId xmlns:a16="http://schemas.microsoft.com/office/drawing/2014/main" id="{4E48B7CA-AD54-40D7-9C4A-0FD3E1B6EC74}"/>
              </a:ext>
            </a:extLst>
          </p:cNvPr>
          <p:cNvSpPr txBox="1">
            <a:spLocks/>
          </p:cNvSpPr>
          <p:nvPr/>
        </p:nvSpPr>
        <p:spPr bwMode="auto">
          <a:xfrm>
            <a:off x="541511" y="1997577"/>
            <a:ext cx="7901417" cy="3556330"/>
          </a:xfrm>
          <a:prstGeom prst="rect">
            <a:avLst/>
          </a:prstGeom>
          <a:solidFill>
            <a:srgbClr val="92D050"/>
          </a:solidFill>
          <a:ln>
            <a:noFill/>
          </a:ln>
          <a:effectLst>
            <a:glow rad="228600">
              <a:schemeClr val="accent2">
                <a:satMod val="175000"/>
                <a:alpha val="40000"/>
              </a:schemeClr>
            </a:glow>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spcBef>
                <a:spcPct val="20000"/>
              </a:spcBef>
              <a:spcAft>
                <a:spcPct val="0"/>
              </a:spcAft>
              <a:buClr>
                <a:srgbClr val="FF0000"/>
              </a:buClr>
              <a:buFont typeface="Wingdings" panose="05000000000000000000" pitchFamily="2" charset="2"/>
              <a:buChar char="Ø"/>
              <a:defRPr sz="2400" b="1">
                <a:solidFill>
                  <a:schemeClr val="tx1"/>
                </a:solidFill>
                <a:latin typeface="+mn-lt"/>
                <a:ea typeface="+mn-ea"/>
                <a:cs typeface="+mn-cs"/>
              </a:defRPr>
            </a:lvl1pPr>
            <a:lvl2pPr marL="742950" indent="-285750" algn="just" rtl="0" eaLnBrk="0" fontAlgn="base" hangingPunct="0">
              <a:spcBef>
                <a:spcPct val="20000"/>
              </a:spcBef>
              <a:spcAft>
                <a:spcPct val="0"/>
              </a:spcAft>
              <a:buChar char="–"/>
              <a:defRPr sz="2800">
                <a:solidFill>
                  <a:schemeClr val="tx1"/>
                </a:solidFill>
                <a:latin typeface="+mn-lt"/>
                <a:ea typeface="宋体" pitchFamily="2" charset="-122"/>
              </a:defRPr>
            </a:lvl2pPr>
            <a:lvl3pPr marL="1143000" indent="-228600" algn="just" rtl="0" eaLnBrk="0" fontAlgn="base" hangingPunct="0">
              <a:spcBef>
                <a:spcPct val="20000"/>
              </a:spcBef>
              <a:spcAft>
                <a:spcPct val="0"/>
              </a:spcAft>
              <a:buChar char="•"/>
              <a:defRPr sz="2400">
                <a:solidFill>
                  <a:schemeClr val="tx1"/>
                </a:solidFill>
                <a:latin typeface="+mn-lt"/>
                <a:ea typeface="宋体" pitchFamily="2" charset="-122"/>
              </a:defRPr>
            </a:lvl3pPr>
            <a:lvl4pPr marL="1600200" indent="-228600" algn="just" rtl="0" eaLnBrk="0" fontAlgn="base" hangingPunct="0">
              <a:spcBef>
                <a:spcPct val="20000"/>
              </a:spcBef>
              <a:spcAft>
                <a:spcPct val="0"/>
              </a:spcAft>
              <a:buChar char="–"/>
              <a:defRPr sz="2000">
                <a:solidFill>
                  <a:schemeClr val="tx1"/>
                </a:solidFill>
                <a:latin typeface="+mn-lt"/>
                <a:ea typeface="宋体" pitchFamily="2" charset="-122"/>
              </a:defRPr>
            </a:lvl4pPr>
            <a:lvl5pPr marL="2057400" indent="-228600" algn="just" rtl="0" eaLnBrk="0" fontAlgn="base" hangingPunct="0">
              <a:spcBef>
                <a:spcPct val="20000"/>
              </a:spcBef>
              <a:spcAft>
                <a:spcPct val="0"/>
              </a:spcAft>
              <a:buChar char="»"/>
              <a:defRPr sz="2000">
                <a:solidFill>
                  <a:schemeClr val="tx1"/>
                </a:solidFill>
                <a:latin typeface="+mn-lt"/>
                <a:ea typeface="宋体" pitchFamily="2" charset="-122"/>
              </a:defRPr>
            </a:lvl5pPr>
            <a:lvl6pPr marL="2514600" indent="-228600" algn="l" rtl="0" fontAlgn="base">
              <a:spcBef>
                <a:spcPct val="20000"/>
              </a:spcBef>
              <a:spcAft>
                <a:spcPct val="0"/>
              </a:spcAft>
              <a:buChar char="»"/>
              <a:defRPr sz="2000">
                <a:solidFill>
                  <a:schemeClr val="tx1"/>
                </a:solidFill>
                <a:latin typeface="+mn-lt"/>
                <a:ea typeface="宋体" pitchFamily="2" charset="-122"/>
              </a:defRPr>
            </a:lvl6pPr>
            <a:lvl7pPr marL="2971800" indent="-228600" algn="l" rtl="0" fontAlgn="base">
              <a:spcBef>
                <a:spcPct val="20000"/>
              </a:spcBef>
              <a:spcAft>
                <a:spcPct val="0"/>
              </a:spcAft>
              <a:buChar char="»"/>
              <a:defRPr sz="2000">
                <a:solidFill>
                  <a:schemeClr val="tx1"/>
                </a:solidFill>
                <a:latin typeface="+mn-lt"/>
                <a:ea typeface="宋体" pitchFamily="2" charset="-122"/>
              </a:defRPr>
            </a:lvl7pPr>
            <a:lvl8pPr marL="3429000" indent="-228600" algn="l" rtl="0" fontAlgn="base">
              <a:spcBef>
                <a:spcPct val="20000"/>
              </a:spcBef>
              <a:spcAft>
                <a:spcPct val="0"/>
              </a:spcAft>
              <a:buChar char="»"/>
              <a:defRPr sz="2000">
                <a:solidFill>
                  <a:schemeClr val="tx1"/>
                </a:solidFill>
                <a:latin typeface="+mn-lt"/>
                <a:ea typeface="宋体" pitchFamily="2" charset="-122"/>
              </a:defRPr>
            </a:lvl8pPr>
            <a:lvl9pPr marL="3886200" indent="-228600" algn="l" rtl="0" fontAlgn="base">
              <a:spcBef>
                <a:spcPct val="20000"/>
              </a:spcBef>
              <a:spcAft>
                <a:spcPct val="0"/>
              </a:spcAft>
              <a:buChar char="»"/>
              <a:defRPr sz="2000">
                <a:solidFill>
                  <a:schemeClr val="tx1"/>
                </a:solidFill>
                <a:latin typeface="+mn-lt"/>
                <a:ea typeface="宋体" pitchFamily="2" charset="-122"/>
              </a:defRPr>
            </a:lvl9pPr>
          </a:lstStyle>
          <a:p>
            <a:r>
              <a:rPr lang="zh-CN" altLang="en-US" sz="2800" kern="0" dirty="0"/>
              <a:t>允许多个用户或者角色来满足一个策略。</a:t>
            </a:r>
          </a:p>
          <a:p>
            <a:r>
              <a:rPr lang="zh-CN" altLang="en-US" sz="2800" kern="0" dirty="0"/>
              <a:t>允许将一个对象的特定角色的功能限制在特定操作或用户。</a:t>
            </a:r>
          </a:p>
          <a:p>
            <a:r>
              <a:rPr lang="zh-CN" altLang="en-US" sz="2800" kern="0" dirty="0"/>
              <a:t>修正了</a:t>
            </a:r>
            <a:r>
              <a:rPr lang="en-US" altLang="zh-CN" sz="2800" kern="0" dirty="0"/>
              <a:t>PCR</a:t>
            </a:r>
            <a:r>
              <a:rPr lang="zh-CN" altLang="en-US" sz="2800" kern="0" dirty="0"/>
              <a:t>脆弱的问题。在</a:t>
            </a:r>
            <a:r>
              <a:rPr lang="en-US" altLang="zh-CN" sz="2800" kern="0" dirty="0"/>
              <a:t>TPM1.2</a:t>
            </a:r>
            <a:r>
              <a:rPr lang="zh-CN" altLang="en-US" sz="2800" kern="0" dirty="0"/>
              <a:t>中，如果一个实体被“锁定”到包含特定配置的一组</a:t>
            </a:r>
            <a:r>
              <a:rPr lang="en-US" altLang="zh-CN" sz="2800" kern="0" dirty="0"/>
              <a:t>PCR</a:t>
            </a:r>
            <a:r>
              <a:rPr lang="zh-CN" altLang="en-US" sz="2800" kern="0" dirty="0"/>
              <a:t>中，一旦配置必须被更改，那这个实体就不能使用了。</a:t>
            </a:r>
            <a:endParaRPr lang="en-US" altLang="zh-CN" sz="2800" kern="0" dirty="0"/>
          </a:p>
          <a:p>
            <a:endParaRPr lang="zh-CN" altLang="en-US" kern="0" dirty="0"/>
          </a:p>
        </p:txBody>
      </p:sp>
    </p:spTree>
    <p:extLst>
      <p:ext uri="{BB962C8B-B14F-4D97-AF65-F5344CB8AC3E}">
        <p14:creationId xmlns:p14="http://schemas.microsoft.com/office/powerpoint/2010/main" val="206212343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F626A0-1CDB-4332-A55E-7F9CC1291171}"/>
              </a:ext>
            </a:extLst>
          </p:cNvPr>
          <p:cNvSpPr>
            <a:spLocks noGrp="1"/>
          </p:cNvSpPr>
          <p:nvPr>
            <p:ph type="title"/>
          </p:nvPr>
        </p:nvSpPr>
        <p:spPr/>
        <p:txBody>
          <a:bodyPr/>
          <a:lstStyle/>
          <a:p>
            <a:r>
              <a:rPr lang="zh-CN" altLang="en-US" dirty="0"/>
              <a:t>多因素认证</a:t>
            </a:r>
          </a:p>
        </p:txBody>
      </p:sp>
      <p:sp>
        <p:nvSpPr>
          <p:cNvPr id="4" name="灯片编号占位符 3">
            <a:extLst>
              <a:ext uri="{FF2B5EF4-FFF2-40B4-BE49-F238E27FC236}">
                <a16:creationId xmlns:a16="http://schemas.microsoft.com/office/drawing/2014/main" id="{AFE7DB34-D3E5-477B-9044-62CBA241A974}"/>
              </a:ext>
            </a:extLst>
          </p:cNvPr>
          <p:cNvSpPr>
            <a:spLocks noGrp="1"/>
          </p:cNvSpPr>
          <p:nvPr>
            <p:ph type="sldNum" sz="quarter" idx="10"/>
          </p:nvPr>
        </p:nvSpPr>
        <p:spPr/>
        <p:txBody>
          <a:bodyPr/>
          <a:lstStyle/>
          <a:p>
            <a:r>
              <a:rPr lang="en-US" altLang="zh-CN"/>
              <a:t>Page </a:t>
            </a:r>
            <a:fld id="{AF655B59-12D5-4828-87B1-F838F673600E}" type="slidenum">
              <a:rPr lang="en-US" altLang="zh-CN" smtClean="0"/>
              <a:pPr/>
              <a:t>8</a:t>
            </a:fld>
            <a:endParaRPr lang="en-US" altLang="zh-CN"/>
          </a:p>
        </p:txBody>
      </p:sp>
      <p:sp>
        <p:nvSpPr>
          <p:cNvPr id="7" name="内容占位符 2">
            <a:extLst>
              <a:ext uri="{FF2B5EF4-FFF2-40B4-BE49-F238E27FC236}">
                <a16:creationId xmlns:a16="http://schemas.microsoft.com/office/drawing/2014/main" id="{4E48B7CA-AD54-40D7-9C4A-0FD3E1B6EC74}"/>
              </a:ext>
            </a:extLst>
          </p:cNvPr>
          <p:cNvSpPr txBox="1">
            <a:spLocks/>
          </p:cNvSpPr>
          <p:nvPr/>
        </p:nvSpPr>
        <p:spPr bwMode="auto">
          <a:xfrm>
            <a:off x="541511" y="1997577"/>
            <a:ext cx="7901417" cy="3556330"/>
          </a:xfrm>
          <a:prstGeom prst="rect">
            <a:avLst/>
          </a:prstGeom>
          <a:solidFill>
            <a:srgbClr val="92D050"/>
          </a:solidFill>
          <a:ln>
            <a:noFill/>
          </a:ln>
          <a:effectLst>
            <a:glow rad="228600">
              <a:schemeClr val="accent2">
                <a:satMod val="175000"/>
                <a:alpha val="40000"/>
              </a:schemeClr>
            </a:glow>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spcBef>
                <a:spcPct val="20000"/>
              </a:spcBef>
              <a:spcAft>
                <a:spcPct val="0"/>
              </a:spcAft>
              <a:buClr>
                <a:srgbClr val="FF0000"/>
              </a:buClr>
              <a:buFont typeface="Wingdings" panose="05000000000000000000" pitchFamily="2" charset="2"/>
              <a:buChar char="Ø"/>
              <a:defRPr sz="2400" b="1">
                <a:solidFill>
                  <a:schemeClr val="tx1"/>
                </a:solidFill>
                <a:latin typeface="+mn-lt"/>
                <a:ea typeface="+mn-ea"/>
                <a:cs typeface="+mn-cs"/>
              </a:defRPr>
            </a:lvl1pPr>
            <a:lvl2pPr marL="742950" indent="-285750" algn="just" rtl="0" eaLnBrk="0" fontAlgn="base" hangingPunct="0">
              <a:spcBef>
                <a:spcPct val="20000"/>
              </a:spcBef>
              <a:spcAft>
                <a:spcPct val="0"/>
              </a:spcAft>
              <a:buChar char="–"/>
              <a:defRPr sz="2800">
                <a:solidFill>
                  <a:schemeClr val="tx1"/>
                </a:solidFill>
                <a:latin typeface="+mn-lt"/>
                <a:ea typeface="宋体" pitchFamily="2" charset="-122"/>
              </a:defRPr>
            </a:lvl2pPr>
            <a:lvl3pPr marL="1143000" indent="-228600" algn="just" rtl="0" eaLnBrk="0" fontAlgn="base" hangingPunct="0">
              <a:spcBef>
                <a:spcPct val="20000"/>
              </a:spcBef>
              <a:spcAft>
                <a:spcPct val="0"/>
              </a:spcAft>
              <a:buChar char="•"/>
              <a:defRPr sz="2400">
                <a:solidFill>
                  <a:schemeClr val="tx1"/>
                </a:solidFill>
                <a:latin typeface="+mn-lt"/>
                <a:ea typeface="宋体" pitchFamily="2" charset="-122"/>
              </a:defRPr>
            </a:lvl3pPr>
            <a:lvl4pPr marL="1600200" indent="-228600" algn="just" rtl="0" eaLnBrk="0" fontAlgn="base" hangingPunct="0">
              <a:spcBef>
                <a:spcPct val="20000"/>
              </a:spcBef>
              <a:spcAft>
                <a:spcPct val="0"/>
              </a:spcAft>
              <a:buChar char="–"/>
              <a:defRPr sz="2000">
                <a:solidFill>
                  <a:schemeClr val="tx1"/>
                </a:solidFill>
                <a:latin typeface="+mn-lt"/>
                <a:ea typeface="宋体" pitchFamily="2" charset="-122"/>
              </a:defRPr>
            </a:lvl4pPr>
            <a:lvl5pPr marL="2057400" indent="-228600" algn="just" rtl="0" eaLnBrk="0" fontAlgn="base" hangingPunct="0">
              <a:spcBef>
                <a:spcPct val="20000"/>
              </a:spcBef>
              <a:spcAft>
                <a:spcPct val="0"/>
              </a:spcAft>
              <a:buChar char="»"/>
              <a:defRPr sz="2000">
                <a:solidFill>
                  <a:schemeClr val="tx1"/>
                </a:solidFill>
                <a:latin typeface="+mn-lt"/>
                <a:ea typeface="宋体" pitchFamily="2" charset="-122"/>
              </a:defRPr>
            </a:lvl5pPr>
            <a:lvl6pPr marL="2514600" indent="-228600" algn="l" rtl="0" fontAlgn="base">
              <a:spcBef>
                <a:spcPct val="20000"/>
              </a:spcBef>
              <a:spcAft>
                <a:spcPct val="0"/>
              </a:spcAft>
              <a:buChar char="»"/>
              <a:defRPr sz="2000">
                <a:solidFill>
                  <a:schemeClr val="tx1"/>
                </a:solidFill>
                <a:latin typeface="+mn-lt"/>
                <a:ea typeface="宋体" pitchFamily="2" charset="-122"/>
              </a:defRPr>
            </a:lvl6pPr>
            <a:lvl7pPr marL="2971800" indent="-228600" algn="l" rtl="0" fontAlgn="base">
              <a:spcBef>
                <a:spcPct val="20000"/>
              </a:spcBef>
              <a:spcAft>
                <a:spcPct val="0"/>
              </a:spcAft>
              <a:buChar char="»"/>
              <a:defRPr sz="2000">
                <a:solidFill>
                  <a:schemeClr val="tx1"/>
                </a:solidFill>
                <a:latin typeface="+mn-lt"/>
                <a:ea typeface="宋体" pitchFamily="2" charset="-122"/>
              </a:defRPr>
            </a:lvl7pPr>
            <a:lvl8pPr marL="3429000" indent="-228600" algn="l" rtl="0" fontAlgn="base">
              <a:spcBef>
                <a:spcPct val="20000"/>
              </a:spcBef>
              <a:spcAft>
                <a:spcPct val="0"/>
              </a:spcAft>
              <a:buChar char="»"/>
              <a:defRPr sz="2000">
                <a:solidFill>
                  <a:schemeClr val="tx1"/>
                </a:solidFill>
                <a:latin typeface="+mn-lt"/>
                <a:ea typeface="宋体" pitchFamily="2" charset="-122"/>
              </a:defRPr>
            </a:lvl8pPr>
            <a:lvl9pPr marL="3886200" indent="-228600" algn="l" rtl="0" fontAlgn="base">
              <a:spcBef>
                <a:spcPct val="20000"/>
              </a:spcBef>
              <a:spcAft>
                <a:spcPct val="0"/>
              </a:spcAft>
              <a:buChar char="»"/>
              <a:defRPr sz="2000">
                <a:solidFill>
                  <a:schemeClr val="tx1"/>
                </a:solidFill>
                <a:latin typeface="+mn-lt"/>
                <a:ea typeface="宋体" pitchFamily="2" charset="-122"/>
              </a:defRPr>
            </a:lvl9pPr>
          </a:lstStyle>
          <a:p>
            <a:r>
              <a:rPr lang="zh-CN" altLang="en-US" sz="2800" kern="0" dirty="0"/>
              <a:t>许多不同种类的技术和设备被用于授权。口令是最古老授权方式（或许也是强度最弱的）。生物信息比如说指纹，虹膜扫描，脸部识别，手写签名，甚至是心率都可用于授权。数字签名和</a:t>
            </a:r>
            <a:r>
              <a:rPr lang="en-US" altLang="zh-CN" sz="2800" kern="0" dirty="0"/>
              <a:t>HMAC</a:t>
            </a:r>
            <a:r>
              <a:rPr lang="zh-CN" altLang="en-US" sz="2800" kern="0" dirty="0"/>
              <a:t>是在令牌或密钥中使用的加密认证形式。银行的时钟把一天中的时间作为授权信息，它不允许在交易时间之外打开金库。</a:t>
            </a:r>
            <a:endParaRPr lang="zh-CN" altLang="en-US" kern="0" dirty="0"/>
          </a:p>
        </p:txBody>
      </p:sp>
    </p:spTree>
    <p:extLst>
      <p:ext uri="{BB962C8B-B14F-4D97-AF65-F5344CB8AC3E}">
        <p14:creationId xmlns:p14="http://schemas.microsoft.com/office/powerpoint/2010/main" val="290694577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F626A0-1CDB-4332-A55E-7F9CC1291171}"/>
              </a:ext>
            </a:extLst>
          </p:cNvPr>
          <p:cNvSpPr>
            <a:spLocks noGrp="1"/>
          </p:cNvSpPr>
          <p:nvPr>
            <p:ph type="title"/>
          </p:nvPr>
        </p:nvSpPr>
        <p:spPr/>
        <p:txBody>
          <a:bodyPr/>
          <a:lstStyle/>
          <a:p>
            <a:r>
              <a:rPr lang="zh-CN" altLang="en-US" dirty="0"/>
              <a:t>多因素认证</a:t>
            </a:r>
          </a:p>
        </p:txBody>
      </p:sp>
      <p:sp>
        <p:nvSpPr>
          <p:cNvPr id="4" name="灯片编号占位符 3">
            <a:extLst>
              <a:ext uri="{FF2B5EF4-FFF2-40B4-BE49-F238E27FC236}">
                <a16:creationId xmlns:a16="http://schemas.microsoft.com/office/drawing/2014/main" id="{AFE7DB34-D3E5-477B-9044-62CBA241A974}"/>
              </a:ext>
            </a:extLst>
          </p:cNvPr>
          <p:cNvSpPr>
            <a:spLocks noGrp="1"/>
          </p:cNvSpPr>
          <p:nvPr>
            <p:ph type="sldNum" sz="quarter" idx="10"/>
          </p:nvPr>
        </p:nvSpPr>
        <p:spPr/>
        <p:txBody>
          <a:bodyPr/>
          <a:lstStyle/>
          <a:p>
            <a:r>
              <a:rPr lang="en-US" altLang="zh-CN"/>
              <a:t>Page </a:t>
            </a:r>
            <a:fld id="{AF655B59-12D5-4828-87B1-F838F673600E}" type="slidenum">
              <a:rPr lang="en-US" altLang="zh-CN" smtClean="0"/>
              <a:pPr/>
              <a:t>9</a:t>
            </a:fld>
            <a:endParaRPr lang="en-US" altLang="zh-CN"/>
          </a:p>
        </p:txBody>
      </p:sp>
      <p:sp>
        <p:nvSpPr>
          <p:cNvPr id="7" name="内容占位符 2">
            <a:extLst>
              <a:ext uri="{FF2B5EF4-FFF2-40B4-BE49-F238E27FC236}">
                <a16:creationId xmlns:a16="http://schemas.microsoft.com/office/drawing/2014/main" id="{4E48B7CA-AD54-40D7-9C4A-0FD3E1B6EC74}"/>
              </a:ext>
            </a:extLst>
          </p:cNvPr>
          <p:cNvSpPr txBox="1">
            <a:spLocks/>
          </p:cNvSpPr>
          <p:nvPr/>
        </p:nvSpPr>
        <p:spPr bwMode="auto">
          <a:xfrm>
            <a:off x="541511" y="1997577"/>
            <a:ext cx="7901417" cy="3556330"/>
          </a:xfrm>
          <a:prstGeom prst="rect">
            <a:avLst/>
          </a:prstGeom>
          <a:solidFill>
            <a:srgbClr val="92D050"/>
          </a:solidFill>
          <a:ln>
            <a:noFill/>
          </a:ln>
          <a:effectLst>
            <a:glow rad="228600">
              <a:schemeClr val="accent2">
                <a:satMod val="175000"/>
                <a:alpha val="40000"/>
              </a:schemeClr>
            </a:glow>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spcBef>
                <a:spcPct val="20000"/>
              </a:spcBef>
              <a:spcAft>
                <a:spcPct val="0"/>
              </a:spcAft>
              <a:buClr>
                <a:srgbClr val="FF0000"/>
              </a:buClr>
              <a:buFont typeface="Wingdings" panose="05000000000000000000" pitchFamily="2" charset="2"/>
              <a:buChar char="Ø"/>
              <a:defRPr sz="2400" b="1">
                <a:solidFill>
                  <a:schemeClr val="tx1"/>
                </a:solidFill>
                <a:latin typeface="+mn-lt"/>
                <a:ea typeface="+mn-ea"/>
                <a:cs typeface="+mn-cs"/>
              </a:defRPr>
            </a:lvl1pPr>
            <a:lvl2pPr marL="742950" indent="-285750" algn="just" rtl="0" eaLnBrk="0" fontAlgn="base" hangingPunct="0">
              <a:spcBef>
                <a:spcPct val="20000"/>
              </a:spcBef>
              <a:spcAft>
                <a:spcPct val="0"/>
              </a:spcAft>
              <a:buChar char="–"/>
              <a:defRPr sz="2800">
                <a:solidFill>
                  <a:schemeClr val="tx1"/>
                </a:solidFill>
                <a:latin typeface="+mn-lt"/>
                <a:ea typeface="宋体" pitchFamily="2" charset="-122"/>
              </a:defRPr>
            </a:lvl2pPr>
            <a:lvl3pPr marL="1143000" indent="-228600" algn="just" rtl="0" eaLnBrk="0" fontAlgn="base" hangingPunct="0">
              <a:spcBef>
                <a:spcPct val="20000"/>
              </a:spcBef>
              <a:spcAft>
                <a:spcPct val="0"/>
              </a:spcAft>
              <a:buChar char="•"/>
              <a:defRPr sz="2400">
                <a:solidFill>
                  <a:schemeClr val="tx1"/>
                </a:solidFill>
                <a:latin typeface="+mn-lt"/>
                <a:ea typeface="宋体" pitchFamily="2" charset="-122"/>
              </a:defRPr>
            </a:lvl3pPr>
            <a:lvl4pPr marL="1600200" indent="-228600" algn="just" rtl="0" eaLnBrk="0" fontAlgn="base" hangingPunct="0">
              <a:spcBef>
                <a:spcPct val="20000"/>
              </a:spcBef>
              <a:spcAft>
                <a:spcPct val="0"/>
              </a:spcAft>
              <a:buChar char="–"/>
              <a:defRPr sz="2000">
                <a:solidFill>
                  <a:schemeClr val="tx1"/>
                </a:solidFill>
                <a:latin typeface="+mn-lt"/>
                <a:ea typeface="宋体" pitchFamily="2" charset="-122"/>
              </a:defRPr>
            </a:lvl4pPr>
            <a:lvl5pPr marL="2057400" indent="-228600" algn="just" rtl="0" eaLnBrk="0" fontAlgn="base" hangingPunct="0">
              <a:spcBef>
                <a:spcPct val="20000"/>
              </a:spcBef>
              <a:spcAft>
                <a:spcPct val="0"/>
              </a:spcAft>
              <a:buChar char="»"/>
              <a:defRPr sz="2000">
                <a:solidFill>
                  <a:schemeClr val="tx1"/>
                </a:solidFill>
                <a:latin typeface="+mn-lt"/>
                <a:ea typeface="宋体" pitchFamily="2" charset="-122"/>
              </a:defRPr>
            </a:lvl5pPr>
            <a:lvl6pPr marL="2514600" indent="-228600" algn="l" rtl="0" fontAlgn="base">
              <a:spcBef>
                <a:spcPct val="20000"/>
              </a:spcBef>
              <a:spcAft>
                <a:spcPct val="0"/>
              </a:spcAft>
              <a:buChar char="»"/>
              <a:defRPr sz="2000">
                <a:solidFill>
                  <a:schemeClr val="tx1"/>
                </a:solidFill>
                <a:latin typeface="+mn-lt"/>
                <a:ea typeface="宋体" pitchFamily="2" charset="-122"/>
              </a:defRPr>
            </a:lvl6pPr>
            <a:lvl7pPr marL="2971800" indent="-228600" algn="l" rtl="0" fontAlgn="base">
              <a:spcBef>
                <a:spcPct val="20000"/>
              </a:spcBef>
              <a:spcAft>
                <a:spcPct val="0"/>
              </a:spcAft>
              <a:buChar char="»"/>
              <a:defRPr sz="2000">
                <a:solidFill>
                  <a:schemeClr val="tx1"/>
                </a:solidFill>
                <a:latin typeface="+mn-lt"/>
                <a:ea typeface="宋体" pitchFamily="2" charset="-122"/>
              </a:defRPr>
            </a:lvl7pPr>
            <a:lvl8pPr marL="3429000" indent="-228600" algn="l" rtl="0" fontAlgn="base">
              <a:spcBef>
                <a:spcPct val="20000"/>
              </a:spcBef>
              <a:spcAft>
                <a:spcPct val="0"/>
              </a:spcAft>
              <a:buChar char="»"/>
              <a:defRPr sz="2000">
                <a:solidFill>
                  <a:schemeClr val="tx1"/>
                </a:solidFill>
                <a:latin typeface="+mn-lt"/>
                <a:ea typeface="宋体" pitchFamily="2" charset="-122"/>
              </a:defRPr>
            </a:lvl8pPr>
            <a:lvl9pPr marL="3886200" indent="-228600" algn="l" rtl="0" fontAlgn="base">
              <a:spcBef>
                <a:spcPct val="20000"/>
              </a:spcBef>
              <a:spcAft>
                <a:spcPct val="0"/>
              </a:spcAft>
              <a:buChar char="»"/>
              <a:defRPr sz="2000">
                <a:solidFill>
                  <a:schemeClr val="tx1"/>
                </a:solidFill>
                <a:latin typeface="+mn-lt"/>
                <a:ea typeface="宋体" pitchFamily="2" charset="-122"/>
              </a:defRPr>
            </a:lvl9pPr>
          </a:lstStyle>
          <a:p>
            <a:r>
              <a:rPr lang="zh-CN" altLang="en-US" sz="2800" kern="0" dirty="0"/>
              <a:t>多因素认证是安全的多种表现形式之一，并且它在当今很流行。为了授权执行一个命令，需要执行多种授权方式。这些授权可以有很多种形式</a:t>
            </a:r>
            <a:r>
              <a:rPr lang="en-US" altLang="zh-CN" sz="2800" kern="0" dirty="0"/>
              <a:t>——</a:t>
            </a:r>
            <a:r>
              <a:rPr lang="zh-CN" altLang="en-US" sz="2800" kern="0" dirty="0"/>
              <a:t>智能卡，口令，生物信息等等。基本的原理就是攻击多种授权比只攻击一种要难。不同类型的授权有不同的优缺点。比如说，口令可以很容易远程提供</a:t>
            </a:r>
            <a:r>
              <a:rPr lang="en-US" altLang="zh-CN" sz="2800" kern="0" dirty="0"/>
              <a:t>——</a:t>
            </a:r>
            <a:r>
              <a:rPr lang="zh-CN" altLang="en-US" sz="2800" kern="0" dirty="0"/>
              <a:t>但是指纹就没那么容易，尤其实在设计正确的情况下。</a:t>
            </a:r>
            <a:endParaRPr lang="zh-CN" altLang="en-US" kern="0" dirty="0"/>
          </a:p>
        </p:txBody>
      </p:sp>
    </p:spTree>
    <p:extLst>
      <p:ext uri="{BB962C8B-B14F-4D97-AF65-F5344CB8AC3E}">
        <p14:creationId xmlns:p14="http://schemas.microsoft.com/office/powerpoint/2010/main" val="370544017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F626A0-1CDB-4332-A55E-7F9CC1291171}"/>
              </a:ext>
            </a:extLst>
          </p:cNvPr>
          <p:cNvSpPr>
            <a:spLocks noGrp="1"/>
          </p:cNvSpPr>
          <p:nvPr>
            <p:ph type="title"/>
          </p:nvPr>
        </p:nvSpPr>
        <p:spPr/>
        <p:txBody>
          <a:bodyPr/>
          <a:lstStyle/>
          <a:p>
            <a:r>
              <a:rPr lang="zh-CN" altLang="en-US" dirty="0"/>
              <a:t>多因素认证</a:t>
            </a:r>
          </a:p>
        </p:txBody>
      </p:sp>
      <p:sp>
        <p:nvSpPr>
          <p:cNvPr id="4" name="灯片编号占位符 3">
            <a:extLst>
              <a:ext uri="{FF2B5EF4-FFF2-40B4-BE49-F238E27FC236}">
                <a16:creationId xmlns:a16="http://schemas.microsoft.com/office/drawing/2014/main" id="{AFE7DB34-D3E5-477B-9044-62CBA241A974}"/>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10</a:t>
            </a:fld>
            <a:endParaRPr lang="en-US" altLang="zh-CN"/>
          </a:p>
        </p:txBody>
      </p:sp>
      <p:sp>
        <p:nvSpPr>
          <p:cNvPr id="7" name="内容占位符 2">
            <a:extLst>
              <a:ext uri="{FF2B5EF4-FFF2-40B4-BE49-F238E27FC236}">
                <a16:creationId xmlns:a16="http://schemas.microsoft.com/office/drawing/2014/main" id="{4E48B7CA-AD54-40D7-9C4A-0FD3E1B6EC74}"/>
              </a:ext>
            </a:extLst>
          </p:cNvPr>
          <p:cNvSpPr txBox="1">
            <a:spLocks/>
          </p:cNvSpPr>
          <p:nvPr/>
        </p:nvSpPr>
        <p:spPr bwMode="auto">
          <a:xfrm>
            <a:off x="541511" y="1331710"/>
            <a:ext cx="7901417" cy="4547452"/>
          </a:xfrm>
          <a:prstGeom prst="rect">
            <a:avLst/>
          </a:prstGeom>
          <a:solidFill>
            <a:srgbClr val="92D050"/>
          </a:solidFill>
          <a:ln>
            <a:noFill/>
          </a:ln>
          <a:effectLst>
            <a:glow rad="228600">
              <a:schemeClr val="accent2">
                <a:satMod val="175000"/>
                <a:alpha val="40000"/>
              </a:schemeClr>
            </a:glow>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spcBef>
                <a:spcPct val="20000"/>
              </a:spcBef>
              <a:spcAft>
                <a:spcPct val="0"/>
              </a:spcAft>
              <a:buClr>
                <a:srgbClr val="FF0000"/>
              </a:buClr>
              <a:buFont typeface="Wingdings" panose="05000000000000000000" pitchFamily="2" charset="2"/>
              <a:buChar char="Ø"/>
              <a:defRPr sz="2400" b="1">
                <a:solidFill>
                  <a:schemeClr val="tx1"/>
                </a:solidFill>
                <a:latin typeface="+mn-lt"/>
                <a:ea typeface="+mn-ea"/>
                <a:cs typeface="+mn-cs"/>
              </a:defRPr>
            </a:lvl1pPr>
            <a:lvl2pPr marL="742950" indent="-285750" algn="just" rtl="0" eaLnBrk="0" fontAlgn="base" hangingPunct="0">
              <a:spcBef>
                <a:spcPct val="20000"/>
              </a:spcBef>
              <a:spcAft>
                <a:spcPct val="0"/>
              </a:spcAft>
              <a:buChar char="–"/>
              <a:defRPr sz="2800">
                <a:solidFill>
                  <a:schemeClr val="tx1"/>
                </a:solidFill>
                <a:latin typeface="+mn-lt"/>
                <a:ea typeface="宋体" pitchFamily="2" charset="-122"/>
              </a:defRPr>
            </a:lvl2pPr>
            <a:lvl3pPr marL="1143000" indent="-228600" algn="just" rtl="0" eaLnBrk="0" fontAlgn="base" hangingPunct="0">
              <a:spcBef>
                <a:spcPct val="20000"/>
              </a:spcBef>
              <a:spcAft>
                <a:spcPct val="0"/>
              </a:spcAft>
              <a:buChar char="•"/>
              <a:defRPr sz="2400">
                <a:solidFill>
                  <a:schemeClr val="tx1"/>
                </a:solidFill>
                <a:latin typeface="+mn-lt"/>
                <a:ea typeface="宋体" pitchFamily="2" charset="-122"/>
              </a:defRPr>
            </a:lvl3pPr>
            <a:lvl4pPr marL="1600200" indent="-228600" algn="just" rtl="0" eaLnBrk="0" fontAlgn="base" hangingPunct="0">
              <a:spcBef>
                <a:spcPct val="20000"/>
              </a:spcBef>
              <a:spcAft>
                <a:spcPct val="0"/>
              </a:spcAft>
              <a:buChar char="–"/>
              <a:defRPr sz="2000">
                <a:solidFill>
                  <a:schemeClr val="tx1"/>
                </a:solidFill>
                <a:latin typeface="+mn-lt"/>
                <a:ea typeface="宋体" pitchFamily="2" charset="-122"/>
              </a:defRPr>
            </a:lvl4pPr>
            <a:lvl5pPr marL="2057400" indent="-228600" algn="just" rtl="0" eaLnBrk="0" fontAlgn="base" hangingPunct="0">
              <a:spcBef>
                <a:spcPct val="20000"/>
              </a:spcBef>
              <a:spcAft>
                <a:spcPct val="0"/>
              </a:spcAft>
              <a:buChar char="»"/>
              <a:defRPr sz="2000">
                <a:solidFill>
                  <a:schemeClr val="tx1"/>
                </a:solidFill>
                <a:latin typeface="+mn-lt"/>
                <a:ea typeface="宋体" pitchFamily="2" charset="-122"/>
              </a:defRPr>
            </a:lvl5pPr>
            <a:lvl6pPr marL="2514600" indent="-228600" algn="l" rtl="0" fontAlgn="base">
              <a:spcBef>
                <a:spcPct val="20000"/>
              </a:spcBef>
              <a:spcAft>
                <a:spcPct val="0"/>
              </a:spcAft>
              <a:buChar char="»"/>
              <a:defRPr sz="2000">
                <a:solidFill>
                  <a:schemeClr val="tx1"/>
                </a:solidFill>
                <a:latin typeface="+mn-lt"/>
                <a:ea typeface="宋体" pitchFamily="2" charset="-122"/>
              </a:defRPr>
            </a:lvl6pPr>
            <a:lvl7pPr marL="2971800" indent="-228600" algn="l" rtl="0" fontAlgn="base">
              <a:spcBef>
                <a:spcPct val="20000"/>
              </a:spcBef>
              <a:spcAft>
                <a:spcPct val="0"/>
              </a:spcAft>
              <a:buChar char="»"/>
              <a:defRPr sz="2000">
                <a:solidFill>
                  <a:schemeClr val="tx1"/>
                </a:solidFill>
                <a:latin typeface="+mn-lt"/>
                <a:ea typeface="宋体" pitchFamily="2" charset="-122"/>
              </a:defRPr>
            </a:lvl7pPr>
            <a:lvl8pPr marL="3429000" indent="-228600" algn="l" rtl="0" fontAlgn="base">
              <a:spcBef>
                <a:spcPct val="20000"/>
              </a:spcBef>
              <a:spcAft>
                <a:spcPct val="0"/>
              </a:spcAft>
              <a:buChar char="»"/>
              <a:defRPr sz="2000">
                <a:solidFill>
                  <a:schemeClr val="tx1"/>
                </a:solidFill>
                <a:latin typeface="+mn-lt"/>
                <a:ea typeface="宋体" pitchFamily="2" charset="-122"/>
              </a:defRPr>
            </a:lvl8pPr>
            <a:lvl9pPr marL="3886200" indent="-228600" algn="l" rtl="0" fontAlgn="base">
              <a:spcBef>
                <a:spcPct val="20000"/>
              </a:spcBef>
              <a:spcAft>
                <a:spcPct val="0"/>
              </a:spcAft>
              <a:buChar char="»"/>
              <a:defRPr sz="2000">
                <a:solidFill>
                  <a:schemeClr val="tx1"/>
                </a:solidFill>
                <a:latin typeface="+mn-lt"/>
                <a:ea typeface="宋体" pitchFamily="2" charset="-122"/>
              </a:defRPr>
            </a:lvl9pPr>
          </a:lstStyle>
          <a:p>
            <a:r>
              <a:rPr lang="zh-CN" altLang="en-US" sz="2800" kern="0" dirty="0"/>
              <a:t>口令</a:t>
            </a:r>
          </a:p>
          <a:p>
            <a:r>
              <a:rPr lang="en-US" altLang="zh-CN" sz="2800" kern="0" dirty="0"/>
              <a:t>HMAC</a:t>
            </a:r>
            <a:endParaRPr lang="zh-CN" altLang="en-US" sz="2800" kern="0" dirty="0"/>
          </a:p>
          <a:p>
            <a:r>
              <a:rPr lang="zh-CN" altLang="en-US" sz="2800" kern="0" dirty="0"/>
              <a:t>提供数字签名的智能卡</a:t>
            </a:r>
          </a:p>
          <a:p>
            <a:r>
              <a:rPr lang="zh-CN" altLang="en-US" sz="2800" kern="0" dirty="0"/>
              <a:t>物理存在</a:t>
            </a:r>
            <a:r>
              <a:rPr lang="en-US" altLang="zh-CN" sz="2800" kern="0" dirty="0"/>
              <a:t>/</a:t>
            </a:r>
            <a:r>
              <a:rPr lang="zh-CN" altLang="en-US" sz="2800" kern="0" dirty="0"/>
              <a:t>接触（</a:t>
            </a:r>
            <a:r>
              <a:rPr lang="en-US" altLang="zh-CN" sz="2800" kern="0" dirty="0"/>
              <a:t>Physical presence</a:t>
            </a:r>
            <a:r>
              <a:rPr lang="zh-CN" altLang="en-US" sz="2800" kern="0" dirty="0"/>
              <a:t>）</a:t>
            </a:r>
          </a:p>
          <a:p>
            <a:r>
              <a:rPr lang="zh-CN" altLang="en-US" sz="2800" kern="0" dirty="0"/>
              <a:t>机器的状态（</a:t>
            </a:r>
            <a:r>
              <a:rPr lang="en-US" altLang="zh-CN" sz="2800" kern="0" dirty="0"/>
              <a:t>PCR</a:t>
            </a:r>
            <a:r>
              <a:rPr lang="zh-CN" altLang="en-US" sz="2800" kern="0" dirty="0"/>
              <a:t>）</a:t>
            </a:r>
          </a:p>
          <a:p>
            <a:r>
              <a:rPr lang="en-US" altLang="zh-CN" sz="2800" kern="0" dirty="0"/>
              <a:t>TPM</a:t>
            </a:r>
            <a:r>
              <a:rPr lang="zh-CN" altLang="en-US" sz="2800" kern="0" dirty="0"/>
              <a:t>的状态（计数器，时间）</a:t>
            </a:r>
          </a:p>
          <a:p>
            <a:r>
              <a:rPr lang="zh-CN" altLang="en-US" sz="2800" kern="0" dirty="0"/>
              <a:t>外部设备的状态（指纹读卡器，</a:t>
            </a:r>
            <a:r>
              <a:rPr lang="en-US" altLang="zh-CN" sz="2800" kern="0" dirty="0"/>
              <a:t>GPS</a:t>
            </a:r>
            <a:r>
              <a:rPr lang="zh-CN" altLang="en-US" sz="2800" kern="0" dirty="0"/>
              <a:t>等等）</a:t>
            </a:r>
            <a:endParaRPr lang="en-US" altLang="zh-CN" sz="2800" kern="0" dirty="0"/>
          </a:p>
          <a:p>
            <a:pPr marL="0" indent="0">
              <a:buNone/>
            </a:pPr>
            <a:r>
              <a:rPr lang="zh-CN" altLang="en-US" sz="3200" kern="0" dirty="0">
                <a:solidFill>
                  <a:srgbClr val="FF0000"/>
                </a:solidFill>
              </a:rPr>
              <a:t>          用于认证的每种机制称作断言</a:t>
            </a:r>
          </a:p>
        </p:txBody>
      </p:sp>
    </p:spTree>
    <p:extLst>
      <p:ext uri="{BB962C8B-B14F-4D97-AF65-F5344CB8AC3E}">
        <p14:creationId xmlns:p14="http://schemas.microsoft.com/office/powerpoint/2010/main" val="174453156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2909A8-0A13-462B-813C-0154FF16ADE4}"/>
              </a:ext>
            </a:extLst>
          </p:cNvPr>
          <p:cNvSpPr>
            <a:spLocks noGrp="1"/>
          </p:cNvSpPr>
          <p:nvPr>
            <p:ph type="title"/>
          </p:nvPr>
        </p:nvSpPr>
        <p:spPr/>
        <p:txBody>
          <a:bodyPr/>
          <a:lstStyle/>
          <a:p>
            <a:r>
              <a:rPr lang="zh-CN" altLang="en-US" dirty="0"/>
              <a:t>扩展授权的工作原理</a:t>
            </a:r>
          </a:p>
        </p:txBody>
      </p:sp>
      <p:sp>
        <p:nvSpPr>
          <p:cNvPr id="4" name="灯片编号占位符 3">
            <a:extLst>
              <a:ext uri="{FF2B5EF4-FFF2-40B4-BE49-F238E27FC236}">
                <a16:creationId xmlns:a16="http://schemas.microsoft.com/office/drawing/2014/main" id="{28C699A2-DD94-4E64-A270-9AF1DFA6B417}"/>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11</a:t>
            </a:fld>
            <a:endParaRPr lang="en-US" altLang="zh-CN"/>
          </a:p>
        </p:txBody>
      </p:sp>
      <p:sp>
        <p:nvSpPr>
          <p:cNvPr id="6" name="内容占位符 2">
            <a:extLst>
              <a:ext uri="{FF2B5EF4-FFF2-40B4-BE49-F238E27FC236}">
                <a16:creationId xmlns:a16="http://schemas.microsoft.com/office/drawing/2014/main" id="{F91994C3-632D-4804-8BA8-CD158F14718E}"/>
              </a:ext>
            </a:extLst>
          </p:cNvPr>
          <p:cNvSpPr txBox="1">
            <a:spLocks noGrp="1"/>
          </p:cNvSpPr>
          <p:nvPr>
            <p:ph idx="1"/>
          </p:nvPr>
        </p:nvSpPr>
        <p:spPr bwMode="auto">
          <a:xfrm>
            <a:off x="431800" y="1584857"/>
            <a:ext cx="8407400" cy="3257167"/>
          </a:xfrm>
          <a:prstGeom prst="rect">
            <a:avLst/>
          </a:prstGeom>
          <a:solidFill>
            <a:srgbClr val="92D050"/>
          </a:solidFill>
          <a:ln>
            <a:noFill/>
          </a:ln>
          <a:effectLst>
            <a:glow rad="228600">
              <a:schemeClr val="accent2">
                <a:satMod val="175000"/>
                <a:alpha val="40000"/>
              </a:schemeClr>
            </a:glow>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spcBef>
                <a:spcPct val="20000"/>
              </a:spcBef>
              <a:spcAft>
                <a:spcPct val="0"/>
              </a:spcAft>
              <a:buClr>
                <a:srgbClr val="FF0000"/>
              </a:buClr>
              <a:buFont typeface="Wingdings" panose="05000000000000000000" pitchFamily="2" charset="2"/>
              <a:buChar char="Ø"/>
              <a:defRPr sz="2400" b="1">
                <a:solidFill>
                  <a:schemeClr val="tx1"/>
                </a:solidFill>
                <a:latin typeface="+mn-lt"/>
                <a:ea typeface="+mn-ea"/>
                <a:cs typeface="+mn-cs"/>
              </a:defRPr>
            </a:lvl1pPr>
            <a:lvl2pPr marL="742950" indent="-285750" algn="just" rtl="0" eaLnBrk="0" fontAlgn="base" hangingPunct="0">
              <a:spcBef>
                <a:spcPct val="20000"/>
              </a:spcBef>
              <a:spcAft>
                <a:spcPct val="0"/>
              </a:spcAft>
              <a:buChar char="–"/>
              <a:defRPr sz="2800">
                <a:solidFill>
                  <a:schemeClr val="tx1"/>
                </a:solidFill>
                <a:latin typeface="+mn-lt"/>
                <a:ea typeface="宋体" pitchFamily="2" charset="-122"/>
              </a:defRPr>
            </a:lvl2pPr>
            <a:lvl3pPr marL="1143000" indent="-228600" algn="just" rtl="0" eaLnBrk="0" fontAlgn="base" hangingPunct="0">
              <a:spcBef>
                <a:spcPct val="20000"/>
              </a:spcBef>
              <a:spcAft>
                <a:spcPct val="0"/>
              </a:spcAft>
              <a:buChar char="•"/>
              <a:defRPr sz="2400">
                <a:solidFill>
                  <a:schemeClr val="tx1"/>
                </a:solidFill>
                <a:latin typeface="+mn-lt"/>
                <a:ea typeface="宋体" pitchFamily="2" charset="-122"/>
              </a:defRPr>
            </a:lvl3pPr>
            <a:lvl4pPr marL="1600200" indent="-228600" algn="just" rtl="0" eaLnBrk="0" fontAlgn="base" hangingPunct="0">
              <a:spcBef>
                <a:spcPct val="20000"/>
              </a:spcBef>
              <a:spcAft>
                <a:spcPct val="0"/>
              </a:spcAft>
              <a:buChar char="–"/>
              <a:defRPr sz="2000">
                <a:solidFill>
                  <a:schemeClr val="tx1"/>
                </a:solidFill>
                <a:latin typeface="+mn-lt"/>
                <a:ea typeface="宋体" pitchFamily="2" charset="-122"/>
              </a:defRPr>
            </a:lvl4pPr>
            <a:lvl5pPr marL="2057400" indent="-228600" algn="just" rtl="0" eaLnBrk="0" fontAlgn="base" hangingPunct="0">
              <a:spcBef>
                <a:spcPct val="20000"/>
              </a:spcBef>
              <a:spcAft>
                <a:spcPct val="0"/>
              </a:spcAft>
              <a:buChar char="»"/>
              <a:defRPr sz="2000">
                <a:solidFill>
                  <a:schemeClr val="tx1"/>
                </a:solidFill>
                <a:latin typeface="+mn-lt"/>
                <a:ea typeface="宋体" pitchFamily="2" charset="-122"/>
              </a:defRPr>
            </a:lvl5pPr>
            <a:lvl6pPr marL="2514600" indent="-228600" algn="l" rtl="0" fontAlgn="base">
              <a:spcBef>
                <a:spcPct val="20000"/>
              </a:spcBef>
              <a:spcAft>
                <a:spcPct val="0"/>
              </a:spcAft>
              <a:buChar char="»"/>
              <a:defRPr sz="2000">
                <a:solidFill>
                  <a:schemeClr val="tx1"/>
                </a:solidFill>
                <a:latin typeface="+mn-lt"/>
                <a:ea typeface="宋体" pitchFamily="2" charset="-122"/>
              </a:defRPr>
            </a:lvl6pPr>
            <a:lvl7pPr marL="2971800" indent="-228600" algn="l" rtl="0" fontAlgn="base">
              <a:spcBef>
                <a:spcPct val="20000"/>
              </a:spcBef>
              <a:spcAft>
                <a:spcPct val="0"/>
              </a:spcAft>
              <a:buChar char="»"/>
              <a:defRPr sz="2000">
                <a:solidFill>
                  <a:schemeClr val="tx1"/>
                </a:solidFill>
                <a:latin typeface="+mn-lt"/>
                <a:ea typeface="宋体" pitchFamily="2" charset="-122"/>
              </a:defRPr>
            </a:lvl7pPr>
            <a:lvl8pPr marL="3429000" indent="-228600" algn="l" rtl="0" fontAlgn="base">
              <a:spcBef>
                <a:spcPct val="20000"/>
              </a:spcBef>
              <a:spcAft>
                <a:spcPct val="0"/>
              </a:spcAft>
              <a:buChar char="»"/>
              <a:defRPr sz="2000">
                <a:solidFill>
                  <a:schemeClr val="tx1"/>
                </a:solidFill>
                <a:latin typeface="+mn-lt"/>
                <a:ea typeface="宋体" pitchFamily="2" charset="-122"/>
              </a:defRPr>
            </a:lvl8pPr>
            <a:lvl9pPr marL="3886200" indent="-228600" algn="l" rtl="0" fontAlgn="base">
              <a:spcBef>
                <a:spcPct val="20000"/>
              </a:spcBef>
              <a:spcAft>
                <a:spcPct val="0"/>
              </a:spcAft>
              <a:buChar char="»"/>
              <a:defRPr sz="2000">
                <a:solidFill>
                  <a:schemeClr val="tx1"/>
                </a:solidFill>
                <a:latin typeface="+mn-lt"/>
                <a:ea typeface="宋体" pitchFamily="2" charset="-122"/>
              </a:defRPr>
            </a:lvl9pPr>
          </a:lstStyle>
          <a:p>
            <a:endParaRPr lang="en-US" altLang="zh-CN" sz="2800" dirty="0"/>
          </a:p>
          <a:p>
            <a:r>
              <a:rPr lang="zh-CN" altLang="en-US" sz="2800" dirty="0"/>
              <a:t>一个策略就是一个可以表示一组授权的哈希值，这些授权组合起来可以描述如何满足一个策略。当一个实体（比如说一个密钥）被创建策略的时候，它可能和一个策略关联。为了使用这个实体，用户需要向</a:t>
            </a:r>
            <a:r>
              <a:rPr lang="en-US" altLang="zh-CN" sz="2800" dirty="0"/>
              <a:t>TPM</a:t>
            </a:r>
            <a:r>
              <a:rPr lang="zh-CN" altLang="en-US" sz="2800" dirty="0"/>
              <a:t>证明这个策略已经被满足了。</a:t>
            </a:r>
            <a:endParaRPr lang="zh-CN" altLang="en-US" kern="0" dirty="0"/>
          </a:p>
        </p:txBody>
      </p:sp>
    </p:spTree>
    <p:extLst>
      <p:ext uri="{BB962C8B-B14F-4D97-AF65-F5344CB8AC3E}">
        <p14:creationId xmlns:p14="http://schemas.microsoft.com/office/powerpoint/2010/main" val="308201079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2909A8-0A13-462B-813C-0154FF16ADE4}"/>
              </a:ext>
            </a:extLst>
          </p:cNvPr>
          <p:cNvSpPr>
            <a:spLocks noGrp="1"/>
          </p:cNvSpPr>
          <p:nvPr>
            <p:ph type="title"/>
          </p:nvPr>
        </p:nvSpPr>
        <p:spPr/>
        <p:txBody>
          <a:bodyPr/>
          <a:lstStyle/>
          <a:p>
            <a:r>
              <a:rPr lang="zh-CN" altLang="en-US" dirty="0"/>
              <a:t>扩展授权的工作原理</a:t>
            </a:r>
          </a:p>
        </p:txBody>
      </p:sp>
      <p:sp>
        <p:nvSpPr>
          <p:cNvPr id="4" name="灯片编号占位符 3">
            <a:extLst>
              <a:ext uri="{FF2B5EF4-FFF2-40B4-BE49-F238E27FC236}">
                <a16:creationId xmlns:a16="http://schemas.microsoft.com/office/drawing/2014/main" id="{28C699A2-DD94-4E64-A270-9AF1DFA6B417}"/>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12</a:t>
            </a:fld>
            <a:endParaRPr lang="en-US" altLang="zh-CN"/>
          </a:p>
        </p:txBody>
      </p:sp>
      <p:sp>
        <p:nvSpPr>
          <p:cNvPr id="6" name="内容占位符 2">
            <a:extLst>
              <a:ext uri="{FF2B5EF4-FFF2-40B4-BE49-F238E27FC236}">
                <a16:creationId xmlns:a16="http://schemas.microsoft.com/office/drawing/2014/main" id="{F91994C3-632D-4804-8BA8-CD158F14718E}"/>
              </a:ext>
            </a:extLst>
          </p:cNvPr>
          <p:cNvSpPr txBox="1">
            <a:spLocks noGrp="1"/>
          </p:cNvSpPr>
          <p:nvPr>
            <p:ph idx="1"/>
          </p:nvPr>
        </p:nvSpPr>
        <p:spPr bwMode="auto">
          <a:xfrm>
            <a:off x="431800" y="1584857"/>
            <a:ext cx="8407400" cy="4521371"/>
          </a:xfrm>
          <a:prstGeom prst="rect">
            <a:avLst/>
          </a:prstGeom>
          <a:solidFill>
            <a:srgbClr val="92D050"/>
          </a:solidFill>
          <a:ln>
            <a:noFill/>
          </a:ln>
          <a:effectLst>
            <a:glow rad="228600">
              <a:schemeClr val="accent2">
                <a:satMod val="175000"/>
                <a:alpha val="40000"/>
              </a:schemeClr>
            </a:glow>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spcBef>
                <a:spcPct val="20000"/>
              </a:spcBef>
              <a:spcAft>
                <a:spcPct val="0"/>
              </a:spcAft>
              <a:buClr>
                <a:srgbClr val="FF0000"/>
              </a:buClr>
              <a:buFont typeface="Wingdings" panose="05000000000000000000" pitchFamily="2" charset="2"/>
              <a:buChar char="Ø"/>
              <a:defRPr sz="2400" b="1">
                <a:solidFill>
                  <a:schemeClr val="tx1"/>
                </a:solidFill>
                <a:latin typeface="+mn-lt"/>
                <a:ea typeface="+mn-ea"/>
                <a:cs typeface="+mn-cs"/>
              </a:defRPr>
            </a:lvl1pPr>
            <a:lvl2pPr marL="742950" indent="-285750" algn="just" rtl="0" eaLnBrk="0" fontAlgn="base" hangingPunct="0">
              <a:spcBef>
                <a:spcPct val="20000"/>
              </a:spcBef>
              <a:spcAft>
                <a:spcPct val="0"/>
              </a:spcAft>
              <a:buChar char="–"/>
              <a:defRPr sz="2800">
                <a:solidFill>
                  <a:schemeClr val="tx1"/>
                </a:solidFill>
                <a:latin typeface="+mn-lt"/>
                <a:ea typeface="宋体" pitchFamily="2" charset="-122"/>
              </a:defRPr>
            </a:lvl2pPr>
            <a:lvl3pPr marL="1143000" indent="-228600" algn="just" rtl="0" eaLnBrk="0" fontAlgn="base" hangingPunct="0">
              <a:spcBef>
                <a:spcPct val="20000"/>
              </a:spcBef>
              <a:spcAft>
                <a:spcPct val="0"/>
              </a:spcAft>
              <a:buChar char="•"/>
              <a:defRPr sz="2400">
                <a:solidFill>
                  <a:schemeClr val="tx1"/>
                </a:solidFill>
                <a:latin typeface="+mn-lt"/>
                <a:ea typeface="宋体" pitchFamily="2" charset="-122"/>
              </a:defRPr>
            </a:lvl3pPr>
            <a:lvl4pPr marL="1600200" indent="-228600" algn="just" rtl="0" eaLnBrk="0" fontAlgn="base" hangingPunct="0">
              <a:spcBef>
                <a:spcPct val="20000"/>
              </a:spcBef>
              <a:spcAft>
                <a:spcPct val="0"/>
              </a:spcAft>
              <a:buChar char="–"/>
              <a:defRPr sz="2000">
                <a:solidFill>
                  <a:schemeClr val="tx1"/>
                </a:solidFill>
                <a:latin typeface="+mn-lt"/>
                <a:ea typeface="宋体" pitchFamily="2" charset="-122"/>
              </a:defRPr>
            </a:lvl4pPr>
            <a:lvl5pPr marL="2057400" indent="-228600" algn="just" rtl="0" eaLnBrk="0" fontAlgn="base" hangingPunct="0">
              <a:spcBef>
                <a:spcPct val="20000"/>
              </a:spcBef>
              <a:spcAft>
                <a:spcPct val="0"/>
              </a:spcAft>
              <a:buChar char="»"/>
              <a:defRPr sz="2000">
                <a:solidFill>
                  <a:schemeClr val="tx1"/>
                </a:solidFill>
                <a:latin typeface="+mn-lt"/>
                <a:ea typeface="宋体" pitchFamily="2" charset="-122"/>
              </a:defRPr>
            </a:lvl5pPr>
            <a:lvl6pPr marL="2514600" indent="-228600" algn="l" rtl="0" fontAlgn="base">
              <a:spcBef>
                <a:spcPct val="20000"/>
              </a:spcBef>
              <a:spcAft>
                <a:spcPct val="0"/>
              </a:spcAft>
              <a:buChar char="»"/>
              <a:defRPr sz="2000">
                <a:solidFill>
                  <a:schemeClr val="tx1"/>
                </a:solidFill>
                <a:latin typeface="+mn-lt"/>
                <a:ea typeface="宋体" pitchFamily="2" charset="-122"/>
              </a:defRPr>
            </a:lvl6pPr>
            <a:lvl7pPr marL="2971800" indent="-228600" algn="l" rtl="0" fontAlgn="base">
              <a:spcBef>
                <a:spcPct val="20000"/>
              </a:spcBef>
              <a:spcAft>
                <a:spcPct val="0"/>
              </a:spcAft>
              <a:buChar char="»"/>
              <a:defRPr sz="2000">
                <a:solidFill>
                  <a:schemeClr val="tx1"/>
                </a:solidFill>
                <a:latin typeface="+mn-lt"/>
                <a:ea typeface="宋体" pitchFamily="2" charset="-122"/>
              </a:defRPr>
            </a:lvl7pPr>
            <a:lvl8pPr marL="3429000" indent="-228600" algn="l" rtl="0" fontAlgn="base">
              <a:spcBef>
                <a:spcPct val="20000"/>
              </a:spcBef>
              <a:spcAft>
                <a:spcPct val="0"/>
              </a:spcAft>
              <a:buChar char="»"/>
              <a:defRPr sz="2000">
                <a:solidFill>
                  <a:schemeClr val="tx1"/>
                </a:solidFill>
                <a:latin typeface="+mn-lt"/>
                <a:ea typeface="宋体" pitchFamily="2" charset="-122"/>
              </a:defRPr>
            </a:lvl8pPr>
            <a:lvl9pPr marL="3886200" indent="-228600" algn="l" rtl="0" fontAlgn="base">
              <a:spcBef>
                <a:spcPct val="20000"/>
              </a:spcBef>
              <a:spcAft>
                <a:spcPct val="0"/>
              </a:spcAft>
              <a:buChar char="»"/>
              <a:defRPr sz="2000">
                <a:solidFill>
                  <a:schemeClr val="tx1"/>
                </a:solidFill>
                <a:latin typeface="+mn-lt"/>
                <a:ea typeface="宋体" pitchFamily="2" charset="-122"/>
              </a:defRPr>
            </a:lvl9pPr>
          </a:lstStyle>
          <a:p>
            <a:r>
              <a:rPr lang="en-US" altLang="zh-CN" dirty="0"/>
              <a:t>1. </a:t>
            </a:r>
            <a:r>
              <a:rPr lang="zh-CN" altLang="en-US" dirty="0"/>
              <a:t>创建一个策略会话。策略会话被启动时，</a:t>
            </a:r>
            <a:r>
              <a:rPr lang="en-US" altLang="zh-CN" dirty="0"/>
              <a:t>TPM</a:t>
            </a:r>
            <a:r>
              <a:rPr lang="zh-CN" altLang="en-US" dirty="0"/>
              <a:t>会为这个会话创建一个会话策略缓冲区。（缓冲区的大小与创建会话时选择的哈希算法相匹配，并且初始化为全</a:t>
            </a:r>
            <a:r>
              <a:rPr lang="en-US" altLang="zh-CN" dirty="0"/>
              <a:t>0</a:t>
            </a:r>
            <a:r>
              <a:rPr lang="zh-CN" altLang="en-US" dirty="0"/>
              <a:t>）</a:t>
            </a:r>
          </a:p>
          <a:p>
            <a:r>
              <a:rPr lang="en-US" altLang="zh-CN" dirty="0"/>
              <a:t>2. </a:t>
            </a:r>
            <a:r>
              <a:rPr lang="zh-CN" altLang="en-US" dirty="0"/>
              <a:t>用于通过</a:t>
            </a:r>
            <a:r>
              <a:rPr lang="en-US" altLang="zh-CN" dirty="0"/>
              <a:t>TPM2_PolicyXXX</a:t>
            </a:r>
            <a:r>
              <a:rPr lang="zh-CN" altLang="en-US" dirty="0"/>
              <a:t>命令向</a:t>
            </a:r>
            <a:r>
              <a:rPr lang="en-US" altLang="zh-CN" dirty="0"/>
              <a:t>TPM</a:t>
            </a:r>
            <a:r>
              <a:rPr lang="zh-CN" altLang="en-US" dirty="0"/>
              <a:t>会话提供一个或者多个授权信息。这些操作会改变会话策略缓冲区的值。这些操作还可能会设置会话的一些标志位，这些标志位用于指示</a:t>
            </a:r>
            <a:r>
              <a:rPr lang="en-US" altLang="zh-CN" dirty="0"/>
              <a:t>TPM</a:t>
            </a:r>
            <a:r>
              <a:rPr lang="zh-CN" altLang="en-US" dirty="0"/>
              <a:t>在执行命令时必须执行的一些检查。</a:t>
            </a:r>
          </a:p>
          <a:p>
            <a:r>
              <a:rPr lang="en-US" altLang="zh-CN" dirty="0"/>
              <a:t>3. </a:t>
            </a:r>
            <a:r>
              <a:rPr lang="zh-CN" altLang="en-US" dirty="0"/>
              <a:t>当一个命令使用一个实体时，</a:t>
            </a:r>
            <a:r>
              <a:rPr lang="en-US" altLang="zh-CN" dirty="0"/>
              <a:t>TPM</a:t>
            </a:r>
            <a:r>
              <a:rPr lang="zh-CN" altLang="en-US" dirty="0"/>
              <a:t>会比较会话策略缓冲区与实体的授权策略。如果这两者不同，命令就不会被执行。（此时，与策略授权相关的会话标志位也会被检查。如果它们也不满足，这个命令也不会被执行）</a:t>
            </a:r>
            <a:r>
              <a:rPr lang="zh-CN" altLang="en-US" sz="2800" dirty="0"/>
              <a:t>。</a:t>
            </a:r>
            <a:endParaRPr lang="zh-CN" altLang="en-US" kern="0" dirty="0"/>
          </a:p>
        </p:txBody>
      </p:sp>
    </p:spTree>
    <p:extLst>
      <p:ext uri="{BB962C8B-B14F-4D97-AF65-F5344CB8AC3E}">
        <p14:creationId xmlns:p14="http://schemas.microsoft.com/office/powerpoint/2010/main" val="305190274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2909A8-0A13-462B-813C-0154FF16ADE4}"/>
              </a:ext>
            </a:extLst>
          </p:cNvPr>
          <p:cNvSpPr>
            <a:spLocks noGrp="1"/>
          </p:cNvSpPr>
          <p:nvPr>
            <p:ph type="title"/>
          </p:nvPr>
        </p:nvSpPr>
        <p:spPr/>
        <p:txBody>
          <a:bodyPr/>
          <a:lstStyle/>
          <a:p>
            <a:r>
              <a:rPr lang="zh-CN" altLang="en-US" dirty="0"/>
              <a:t>扩展授权的工作原理</a:t>
            </a:r>
          </a:p>
        </p:txBody>
      </p:sp>
      <p:sp>
        <p:nvSpPr>
          <p:cNvPr id="4" name="灯片编号占位符 3">
            <a:extLst>
              <a:ext uri="{FF2B5EF4-FFF2-40B4-BE49-F238E27FC236}">
                <a16:creationId xmlns:a16="http://schemas.microsoft.com/office/drawing/2014/main" id="{28C699A2-DD94-4E64-A270-9AF1DFA6B417}"/>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13</a:t>
            </a:fld>
            <a:endParaRPr lang="en-US" altLang="zh-CN"/>
          </a:p>
        </p:txBody>
      </p:sp>
      <p:sp>
        <p:nvSpPr>
          <p:cNvPr id="6" name="内容占位符 2">
            <a:extLst>
              <a:ext uri="{FF2B5EF4-FFF2-40B4-BE49-F238E27FC236}">
                <a16:creationId xmlns:a16="http://schemas.microsoft.com/office/drawing/2014/main" id="{F91994C3-632D-4804-8BA8-CD158F14718E}"/>
              </a:ext>
            </a:extLst>
          </p:cNvPr>
          <p:cNvSpPr txBox="1">
            <a:spLocks noGrp="1"/>
          </p:cNvSpPr>
          <p:nvPr>
            <p:ph idx="1"/>
          </p:nvPr>
        </p:nvSpPr>
        <p:spPr bwMode="auto">
          <a:xfrm>
            <a:off x="431800" y="2066122"/>
            <a:ext cx="8407400" cy="3073770"/>
          </a:xfrm>
          <a:prstGeom prst="rect">
            <a:avLst/>
          </a:prstGeom>
          <a:solidFill>
            <a:srgbClr val="92D050"/>
          </a:solidFill>
          <a:ln>
            <a:noFill/>
          </a:ln>
          <a:effectLst>
            <a:glow rad="228600">
              <a:schemeClr val="accent2">
                <a:satMod val="175000"/>
                <a:alpha val="40000"/>
              </a:schemeClr>
            </a:glow>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spcBef>
                <a:spcPct val="20000"/>
              </a:spcBef>
              <a:spcAft>
                <a:spcPct val="0"/>
              </a:spcAft>
              <a:buClr>
                <a:srgbClr val="FF0000"/>
              </a:buClr>
              <a:buFont typeface="Wingdings" panose="05000000000000000000" pitchFamily="2" charset="2"/>
              <a:buChar char="Ø"/>
              <a:defRPr sz="2400" b="1">
                <a:solidFill>
                  <a:schemeClr val="tx1"/>
                </a:solidFill>
                <a:latin typeface="+mn-lt"/>
                <a:ea typeface="+mn-ea"/>
                <a:cs typeface="+mn-cs"/>
              </a:defRPr>
            </a:lvl1pPr>
            <a:lvl2pPr marL="742950" indent="-285750" algn="just" rtl="0" eaLnBrk="0" fontAlgn="base" hangingPunct="0">
              <a:spcBef>
                <a:spcPct val="20000"/>
              </a:spcBef>
              <a:spcAft>
                <a:spcPct val="0"/>
              </a:spcAft>
              <a:buChar char="–"/>
              <a:defRPr sz="2800">
                <a:solidFill>
                  <a:schemeClr val="tx1"/>
                </a:solidFill>
                <a:latin typeface="+mn-lt"/>
                <a:ea typeface="宋体" pitchFamily="2" charset="-122"/>
              </a:defRPr>
            </a:lvl2pPr>
            <a:lvl3pPr marL="1143000" indent="-228600" algn="just" rtl="0" eaLnBrk="0" fontAlgn="base" hangingPunct="0">
              <a:spcBef>
                <a:spcPct val="20000"/>
              </a:spcBef>
              <a:spcAft>
                <a:spcPct val="0"/>
              </a:spcAft>
              <a:buChar char="•"/>
              <a:defRPr sz="2400">
                <a:solidFill>
                  <a:schemeClr val="tx1"/>
                </a:solidFill>
                <a:latin typeface="+mn-lt"/>
                <a:ea typeface="宋体" pitchFamily="2" charset="-122"/>
              </a:defRPr>
            </a:lvl3pPr>
            <a:lvl4pPr marL="1600200" indent="-228600" algn="just" rtl="0" eaLnBrk="0" fontAlgn="base" hangingPunct="0">
              <a:spcBef>
                <a:spcPct val="20000"/>
              </a:spcBef>
              <a:spcAft>
                <a:spcPct val="0"/>
              </a:spcAft>
              <a:buChar char="–"/>
              <a:defRPr sz="2000">
                <a:solidFill>
                  <a:schemeClr val="tx1"/>
                </a:solidFill>
                <a:latin typeface="+mn-lt"/>
                <a:ea typeface="宋体" pitchFamily="2" charset="-122"/>
              </a:defRPr>
            </a:lvl4pPr>
            <a:lvl5pPr marL="2057400" indent="-228600" algn="just" rtl="0" eaLnBrk="0" fontAlgn="base" hangingPunct="0">
              <a:spcBef>
                <a:spcPct val="20000"/>
              </a:spcBef>
              <a:spcAft>
                <a:spcPct val="0"/>
              </a:spcAft>
              <a:buChar char="»"/>
              <a:defRPr sz="2000">
                <a:solidFill>
                  <a:schemeClr val="tx1"/>
                </a:solidFill>
                <a:latin typeface="+mn-lt"/>
                <a:ea typeface="宋体" pitchFamily="2" charset="-122"/>
              </a:defRPr>
            </a:lvl5pPr>
            <a:lvl6pPr marL="2514600" indent="-228600" algn="l" rtl="0" fontAlgn="base">
              <a:spcBef>
                <a:spcPct val="20000"/>
              </a:spcBef>
              <a:spcAft>
                <a:spcPct val="0"/>
              </a:spcAft>
              <a:buChar char="»"/>
              <a:defRPr sz="2000">
                <a:solidFill>
                  <a:schemeClr val="tx1"/>
                </a:solidFill>
                <a:latin typeface="+mn-lt"/>
                <a:ea typeface="宋体" pitchFamily="2" charset="-122"/>
              </a:defRPr>
            </a:lvl6pPr>
            <a:lvl7pPr marL="2971800" indent="-228600" algn="l" rtl="0" fontAlgn="base">
              <a:spcBef>
                <a:spcPct val="20000"/>
              </a:spcBef>
              <a:spcAft>
                <a:spcPct val="0"/>
              </a:spcAft>
              <a:buChar char="»"/>
              <a:defRPr sz="2000">
                <a:solidFill>
                  <a:schemeClr val="tx1"/>
                </a:solidFill>
                <a:latin typeface="+mn-lt"/>
                <a:ea typeface="宋体" pitchFamily="2" charset="-122"/>
              </a:defRPr>
            </a:lvl7pPr>
            <a:lvl8pPr marL="3429000" indent="-228600" algn="l" rtl="0" fontAlgn="base">
              <a:spcBef>
                <a:spcPct val="20000"/>
              </a:spcBef>
              <a:spcAft>
                <a:spcPct val="0"/>
              </a:spcAft>
              <a:buChar char="»"/>
              <a:defRPr sz="2000">
                <a:solidFill>
                  <a:schemeClr val="tx1"/>
                </a:solidFill>
                <a:latin typeface="+mn-lt"/>
                <a:ea typeface="宋体" pitchFamily="2" charset="-122"/>
              </a:defRPr>
            </a:lvl8pPr>
            <a:lvl9pPr marL="3886200" indent="-228600" algn="l" rtl="0" fontAlgn="base">
              <a:spcBef>
                <a:spcPct val="20000"/>
              </a:spcBef>
              <a:spcAft>
                <a:spcPct val="0"/>
              </a:spcAft>
              <a:buChar char="»"/>
              <a:defRPr sz="2000">
                <a:solidFill>
                  <a:schemeClr val="tx1"/>
                </a:solidFill>
                <a:latin typeface="+mn-lt"/>
                <a:ea typeface="宋体" pitchFamily="2" charset="-122"/>
              </a:defRPr>
            </a:lvl9pPr>
          </a:lstStyle>
          <a:p>
            <a:r>
              <a:rPr lang="zh-CN" altLang="en-US" dirty="0"/>
              <a:t>策略不包含任何秘密信息。也就是说，所有的策略都可以使用纯软件的方式在</a:t>
            </a:r>
            <a:r>
              <a:rPr lang="en-US" altLang="zh-CN" dirty="0"/>
              <a:t>TPM</a:t>
            </a:r>
            <a:r>
              <a:rPr lang="zh-CN" altLang="en-US" dirty="0"/>
              <a:t>之外创建。但是，为了使用它们，</a:t>
            </a:r>
            <a:r>
              <a:rPr lang="en-US" altLang="zh-CN" dirty="0"/>
              <a:t>TPM</a:t>
            </a:r>
            <a:r>
              <a:rPr lang="zh-CN" altLang="en-US" dirty="0"/>
              <a:t>必须能够重新生成这些策略（以会话的策略摘要的形式）。因为</a:t>
            </a:r>
            <a:r>
              <a:rPr lang="en-US" altLang="zh-CN" dirty="0"/>
              <a:t>TPM</a:t>
            </a:r>
            <a:r>
              <a:rPr lang="zh-CN" altLang="en-US" dirty="0"/>
              <a:t>有产生策略的能力，所以允许用户使用</a:t>
            </a:r>
            <a:r>
              <a:rPr lang="en-US" altLang="zh-CN" dirty="0"/>
              <a:t>TPM</a:t>
            </a:r>
            <a:r>
              <a:rPr lang="zh-CN" altLang="en-US" dirty="0"/>
              <a:t>的这个功能来产生策略就比较合理了。这是通过</a:t>
            </a:r>
            <a:r>
              <a:rPr lang="en-US" altLang="zh-CN" dirty="0"/>
              <a:t>Trial </a:t>
            </a:r>
            <a:r>
              <a:rPr lang="zh-CN" altLang="en-US" dirty="0"/>
              <a:t>策略来实现的。一个</a:t>
            </a:r>
            <a:r>
              <a:rPr lang="en-US" altLang="zh-CN" dirty="0"/>
              <a:t>Trial </a:t>
            </a:r>
            <a:r>
              <a:rPr lang="zh-CN" altLang="en-US" dirty="0"/>
              <a:t>策略不能用于满足一个策略，但是它可以用于计算一个策略的哈希值。</a:t>
            </a:r>
            <a:endParaRPr lang="zh-CN" altLang="en-US" kern="0" dirty="0"/>
          </a:p>
        </p:txBody>
      </p:sp>
    </p:spTree>
    <p:extLst>
      <p:ext uri="{BB962C8B-B14F-4D97-AF65-F5344CB8AC3E}">
        <p14:creationId xmlns:p14="http://schemas.microsoft.com/office/powerpoint/2010/main" val="419723979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2909A8-0A13-462B-813C-0154FF16ADE4}"/>
              </a:ext>
            </a:extLst>
          </p:cNvPr>
          <p:cNvSpPr>
            <a:spLocks noGrp="1"/>
          </p:cNvSpPr>
          <p:nvPr>
            <p:ph type="title"/>
          </p:nvPr>
        </p:nvSpPr>
        <p:spPr/>
        <p:txBody>
          <a:bodyPr/>
          <a:lstStyle/>
          <a:p>
            <a:r>
              <a:rPr lang="zh-CN" altLang="en-US" dirty="0"/>
              <a:t>扩展授权的工作原理</a:t>
            </a:r>
          </a:p>
        </p:txBody>
      </p:sp>
      <p:sp>
        <p:nvSpPr>
          <p:cNvPr id="4" name="灯片编号占位符 3">
            <a:extLst>
              <a:ext uri="{FF2B5EF4-FFF2-40B4-BE49-F238E27FC236}">
                <a16:creationId xmlns:a16="http://schemas.microsoft.com/office/drawing/2014/main" id="{28C699A2-DD94-4E64-A270-9AF1DFA6B417}"/>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14</a:t>
            </a:fld>
            <a:endParaRPr lang="en-US" altLang="zh-CN"/>
          </a:p>
        </p:txBody>
      </p:sp>
      <p:sp>
        <p:nvSpPr>
          <p:cNvPr id="6" name="内容占位符 2">
            <a:extLst>
              <a:ext uri="{FF2B5EF4-FFF2-40B4-BE49-F238E27FC236}">
                <a16:creationId xmlns:a16="http://schemas.microsoft.com/office/drawing/2014/main" id="{F91994C3-632D-4804-8BA8-CD158F14718E}"/>
              </a:ext>
            </a:extLst>
          </p:cNvPr>
          <p:cNvSpPr txBox="1">
            <a:spLocks noGrp="1"/>
          </p:cNvSpPr>
          <p:nvPr>
            <p:ph idx="1"/>
          </p:nvPr>
        </p:nvSpPr>
        <p:spPr bwMode="auto">
          <a:xfrm>
            <a:off x="985253" y="2465569"/>
            <a:ext cx="7350225" cy="2558818"/>
          </a:xfrm>
          <a:prstGeom prst="rect">
            <a:avLst/>
          </a:prstGeom>
          <a:solidFill>
            <a:srgbClr val="92D050"/>
          </a:solidFill>
          <a:ln>
            <a:noFill/>
          </a:ln>
          <a:effectLst>
            <a:glow rad="228600">
              <a:schemeClr val="accent2">
                <a:satMod val="175000"/>
                <a:alpha val="40000"/>
              </a:schemeClr>
            </a:glow>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spcBef>
                <a:spcPct val="20000"/>
              </a:spcBef>
              <a:spcAft>
                <a:spcPct val="0"/>
              </a:spcAft>
              <a:buClr>
                <a:srgbClr val="FF0000"/>
              </a:buClr>
              <a:buFont typeface="Wingdings" panose="05000000000000000000" pitchFamily="2" charset="2"/>
              <a:buChar char="Ø"/>
              <a:defRPr sz="2400" b="1">
                <a:solidFill>
                  <a:schemeClr val="tx1"/>
                </a:solidFill>
                <a:latin typeface="+mn-lt"/>
                <a:ea typeface="+mn-ea"/>
                <a:cs typeface="+mn-cs"/>
              </a:defRPr>
            </a:lvl1pPr>
            <a:lvl2pPr marL="742950" indent="-285750" algn="just" rtl="0" eaLnBrk="0" fontAlgn="base" hangingPunct="0">
              <a:spcBef>
                <a:spcPct val="20000"/>
              </a:spcBef>
              <a:spcAft>
                <a:spcPct val="0"/>
              </a:spcAft>
              <a:buChar char="–"/>
              <a:defRPr sz="2800">
                <a:solidFill>
                  <a:schemeClr val="tx1"/>
                </a:solidFill>
                <a:latin typeface="+mn-lt"/>
                <a:ea typeface="宋体" pitchFamily="2" charset="-122"/>
              </a:defRPr>
            </a:lvl2pPr>
            <a:lvl3pPr marL="1143000" indent="-228600" algn="just" rtl="0" eaLnBrk="0" fontAlgn="base" hangingPunct="0">
              <a:spcBef>
                <a:spcPct val="20000"/>
              </a:spcBef>
              <a:spcAft>
                <a:spcPct val="0"/>
              </a:spcAft>
              <a:buChar char="•"/>
              <a:defRPr sz="2400">
                <a:solidFill>
                  <a:schemeClr val="tx1"/>
                </a:solidFill>
                <a:latin typeface="+mn-lt"/>
                <a:ea typeface="宋体" pitchFamily="2" charset="-122"/>
              </a:defRPr>
            </a:lvl3pPr>
            <a:lvl4pPr marL="1600200" indent="-228600" algn="just" rtl="0" eaLnBrk="0" fontAlgn="base" hangingPunct="0">
              <a:spcBef>
                <a:spcPct val="20000"/>
              </a:spcBef>
              <a:spcAft>
                <a:spcPct val="0"/>
              </a:spcAft>
              <a:buChar char="–"/>
              <a:defRPr sz="2000">
                <a:solidFill>
                  <a:schemeClr val="tx1"/>
                </a:solidFill>
                <a:latin typeface="+mn-lt"/>
                <a:ea typeface="宋体" pitchFamily="2" charset="-122"/>
              </a:defRPr>
            </a:lvl4pPr>
            <a:lvl5pPr marL="2057400" indent="-228600" algn="just" rtl="0" eaLnBrk="0" fontAlgn="base" hangingPunct="0">
              <a:spcBef>
                <a:spcPct val="20000"/>
              </a:spcBef>
              <a:spcAft>
                <a:spcPct val="0"/>
              </a:spcAft>
              <a:buChar char="»"/>
              <a:defRPr sz="2000">
                <a:solidFill>
                  <a:schemeClr val="tx1"/>
                </a:solidFill>
                <a:latin typeface="+mn-lt"/>
                <a:ea typeface="宋体" pitchFamily="2" charset="-122"/>
              </a:defRPr>
            </a:lvl5pPr>
            <a:lvl6pPr marL="2514600" indent="-228600" algn="l" rtl="0" fontAlgn="base">
              <a:spcBef>
                <a:spcPct val="20000"/>
              </a:spcBef>
              <a:spcAft>
                <a:spcPct val="0"/>
              </a:spcAft>
              <a:buChar char="»"/>
              <a:defRPr sz="2000">
                <a:solidFill>
                  <a:schemeClr val="tx1"/>
                </a:solidFill>
                <a:latin typeface="+mn-lt"/>
                <a:ea typeface="宋体" pitchFamily="2" charset="-122"/>
              </a:defRPr>
            </a:lvl6pPr>
            <a:lvl7pPr marL="2971800" indent="-228600" algn="l" rtl="0" fontAlgn="base">
              <a:spcBef>
                <a:spcPct val="20000"/>
              </a:spcBef>
              <a:spcAft>
                <a:spcPct val="0"/>
              </a:spcAft>
              <a:buChar char="»"/>
              <a:defRPr sz="2000">
                <a:solidFill>
                  <a:schemeClr val="tx1"/>
                </a:solidFill>
                <a:latin typeface="+mn-lt"/>
                <a:ea typeface="宋体" pitchFamily="2" charset="-122"/>
              </a:defRPr>
            </a:lvl7pPr>
            <a:lvl8pPr marL="3429000" indent="-228600" algn="l" rtl="0" fontAlgn="base">
              <a:spcBef>
                <a:spcPct val="20000"/>
              </a:spcBef>
              <a:spcAft>
                <a:spcPct val="0"/>
              </a:spcAft>
              <a:buChar char="»"/>
              <a:defRPr sz="2000">
                <a:solidFill>
                  <a:schemeClr val="tx1"/>
                </a:solidFill>
                <a:latin typeface="+mn-lt"/>
                <a:ea typeface="宋体" pitchFamily="2" charset="-122"/>
              </a:defRPr>
            </a:lvl8pPr>
            <a:lvl9pPr marL="3886200" indent="-228600" algn="l" rtl="0" fontAlgn="base">
              <a:spcBef>
                <a:spcPct val="20000"/>
              </a:spcBef>
              <a:spcAft>
                <a:spcPct val="0"/>
              </a:spcAft>
              <a:buChar char="»"/>
              <a:defRPr sz="2000">
                <a:solidFill>
                  <a:schemeClr val="tx1"/>
                </a:solidFill>
                <a:latin typeface="+mn-lt"/>
                <a:ea typeface="宋体" pitchFamily="2" charset="-122"/>
              </a:defRPr>
            </a:lvl9pPr>
          </a:lstStyle>
          <a:p>
            <a:r>
              <a:rPr lang="zh-CN" altLang="en-US" dirty="0"/>
              <a:t>用于满足授权策略的策略会话在某种程度上要比用于创建策略的</a:t>
            </a:r>
            <a:r>
              <a:rPr lang="en-US" altLang="zh-CN" dirty="0"/>
              <a:t>Trial </a:t>
            </a:r>
            <a:r>
              <a:rPr lang="zh-CN" altLang="en-US" dirty="0"/>
              <a:t>策略会话复杂。一些策略命令会立即检查一些断言并更新存储在会话中的策略缓冲区。另外一些命令则会设置标志或者设置会话中的变量，当命令真正被执行时这些标志和变量会被检查。</a:t>
            </a:r>
            <a:endParaRPr lang="zh-CN" altLang="en-US" kern="0" dirty="0"/>
          </a:p>
        </p:txBody>
      </p:sp>
    </p:spTree>
    <p:extLst>
      <p:ext uri="{BB962C8B-B14F-4D97-AF65-F5344CB8AC3E}">
        <p14:creationId xmlns:p14="http://schemas.microsoft.com/office/powerpoint/2010/main" val="29259895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2909A8-0A13-462B-813C-0154FF16ADE4}"/>
              </a:ext>
            </a:extLst>
          </p:cNvPr>
          <p:cNvSpPr>
            <a:spLocks noGrp="1"/>
          </p:cNvSpPr>
          <p:nvPr>
            <p:ph type="title"/>
          </p:nvPr>
        </p:nvSpPr>
        <p:spPr/>
        <p:txBody>
          <a:bodyPr/>
          <a:lstStyle/>
          <a:p>
            <a:r>
              <a:rPr lang="zh-CN" altLang="en-US" dirty="0"/>
              <a:t>可创建的策略类型</a:t>
            </a:r>
          </a:p>
        </p:txBody>
      </p:sp>
      <p:sp>
        <p:nvSpPr>
          <p:cNvPr id="4" name="灯片编号占位符 3">
            <a:extLst>
              <a:ext uri="{FF2B5EF4-FFF2-40B4-BE49-F238E27FC236}">
                <a16:creationId xmlns:a16="http://schemas.microsoft.com/office/drawing/2014/main" id="{28C699A2-DD94-4E64-A270-9AF1DFA6B417}"/>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15</a:t>
            </a:fld>
            <a:endParaRPr lang="en-US" altLang="zh-CN"/>
          </a:p>
        </p:txBody>
      </p:sp>
      <p:sp>
        <p:nvSpPr>
          <p:cNvPr id="6" name="内容占位符 2">
            <a:extLst>
              <a:ext uri="{FF2B5EF4-FFF2-40B4-BE49-F238E27FC236}">
                <a16:creationId xmlns:a16="http://schemas.microsoft.com/office/drawing/2014/main" id="{F91994C3-632D-4804-8BA8-CD158F14718E}"/>
              </a:ext>
            </a:extLst>
          </p:cNvPr>
          <p:cNvSpPr txBox="1">
            <a:spLocks noGrp="1"/>
          </p:cNvSpPr>
          <p:nvPr>
            <p:ph idx="1"/>
          </p:nvPr>
        </p:nvSpPr>
        <p:spPr bwMode="auto">
          <a:xfrm>
            <a:off x="381000" y="1627816"/>
            <a:ext cx="8407400" cy="4214526"/>
          </a:xfrm>
          <a:prstGeom prst="rect">
            <a:avLst/>
          </a:prstGeom>
          <a:solidFill>
            <a:srgbClr val="92D050"/>
          </a:solidFill>
          <a:ln>
            <a:noFill/>
          </a:ln>
          <a:effectLst>
            <a:glow rad="228600">
              <a:schemeClr val="accent2">
                <a:satMod val="175000"/>
                <a:alpha val="40000"/>
              </a:schemeClr>
            </a:glow>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spcBef>
                <a:spcPct val="20000"/>
              </a:spcBef>
              <a:spcAft>
                <a:spcPct val="0"/>
              </a:spcAft>
              <a:buClr>
                <a:srgbClr val="FF0000"/>
              </a:buClr>
              <a:buFont typeface="Wingdings" panose="05000000000000000000" pitchFamily="2" charset="2"/>
              <a:buChar char="Ø"/>
              <a:defRPr sz="2400" b="1">
                <a:solidFill>
                  <a:schemeClr val="tx1"/>
                </a:solidFill>
                <a:latin typeface="+mn-lt"/>
                <a:ea typeface="+mn-ea"/>
                <a:cs typeface="+mn-cs"/>
              </a:defRPr>
            </a:lvl1pPr>
            <a:lvl2pPr marL="742950" indent="-285750" algn="just" rtl="0" eaLnBrk="0" fontAlgn="base" hangingPunct="0">
              <a:spcBef>
                <a:spcPct val="20000"/>
              </a:spcBef>
              <a:spcAft>
                <a:spcPct val="0"/>
              </a:spcAft>
              <a:buChar char="–"/>
              <a:defRPr sz="2800">
                <a:solidFill>
                  <a:schemeClr val="tx1"/>
                </a:solidFill>
                <a:latin typeface="+mn-lt"/>
                <a:ea typeface="宋体" pitchFamily="2" charset="-122"/>
              </a:defRPr>
            </a:lvl2pPr>
            <a:lvl3pPr marL="1143000" indent="-228600" algn="just" rtl="0" eaLnBrk="0" fontAlgn="base" hangingPunct="0">
              <a:spcBef>
                <a:spcPct val="20000"/>
              </a:spcBef>
              <a:spcAft>
                <a:spcPct val="0"/>
              </a:spcAft>
              <a:buChar char="•"/>
              <a:defRPr sz="2400">
                <a:solidFill>
                  <a:schemeClr val="tx1"/>
                </a:solidFill>
                <a:latin typeface="+mn-lt"/>
                <a:ea typeface="宋体" pitchFamily="2" charset="-122"/>
              </a:defRPr>
            </a:lvl3pPr>
            <a:lvl4pPr marL="1600200" indent="-228600" algn="just" rtl="0" eaLnBrk="0" fontAlgn="base" hangingPunct="0">
              <a:spcBef>
                <a:spcPct val="20000"/>
              </a:spcBef>
              <a:spcAft>
                <a:spcPct val="0"/>
              </a:spcAft>
              <a:buChar char="–"/>
              <a:defRPr sz="2000">
                <a:solidFill>
                  <a:schemeClr val="tx1"/>
                </a:solidFill>
                <a:latin typeface="+mn-lt"/>
                <a:ea typeface="宋体" pitchFamily="2" charset="-122"/>
              </a:defRPr>
            </a:lvl4pPr>
            <a:lvl5pPr marL="2057400" indent="-228600" algn="just" rtl="0" eaLnBrk="0" fontAlgn="base" hangingPunct="0">
              <a:spcBef>
                <a:spcPct val="20000"/>
              </a:spcBef>
              <a:spcAft>
                <a:spcPct val="0"/>
              </a:spcAft>
              <a:buChar char="»"/>
              <a:defRPr sz="2000">
                <a:solidFill>
                  <a:schemeClr val="tx1"/>
                </a:solidFill>
                <a:latin typeface="+mn-lt"/>
                <a:ea typeface="宋体" pitchFamily="2" charset="-122"/>
              </a:defRPr>
            </a:lvl5pPr>
            <a:lvl6pPr marL="2514600" indent="-228600" algn="l" rtl="0" fontAlgn="base">
              <a:spcBef>
                <a:spcPct val="20000"/>
              </a:spcBef>
              <a:spcAft>
                <a:spcPct val="0"/>
              </a:spcAft>
              <a:buChar char="»"/>
              <a:defRPr sz="2000">
                <a:solidFill>
                  <a:schemeClr val="tx1"/>
                </a:solidFill>
                <a:latin typeface="+mn-lt"/>
                <a:ea typeface="宋体" pitchFamily="2" charset="-122"/>
              </a:defRPr>
            </a:lvl6pPr>
            <a:lvl7pPr marL="2971800" indent="-228600" algn="l" rtl="0" fontAlgn="base">
              <a:spcBef>
                <a:spcPct val="20000"/>
              </a:spcBef>
              <a:spcAft>
                <a:spcPct val="0"/>
              </a:spcAft>
              <a:buChar char="»"/>
              <a:defRPr sz="2000">
                <a:solidFill>
                  <a:schemeClr val="tx1"/>
                </a:solidFill>
                <a:latin typeface="+mn-lt"/>
                <a:ea typeface="宋体" pitchFamily="2" charset="-122"/>
              </a:defRPr>
            </a:lvl7pPr>
            <a:lvl8pPr marL="3429000" indent="-228600" algn="l" rtl="0" fontAlgn="base">
              <a:spcBef>
                <a:spcPct val="20000"/>
              </a:spcBef>
              <a:spcAft>
                <a:spcPct val="0"/>
              </a:spcAft>
              <a:buChar char="»"/>
              <a:defRPr sz="2000">
                <a:solidFill>
                  <a:schemeClr val="tx1"/>
                </a:solidFill>
                <a:latin typeface="+mn-lt"/>
                <a:ea typeface="宋体" pitchFamily="2" charset="-122"/>
              </a:defRPr>
            </a:lvl8pPr>
            <a:lvl9pPr marL="3886200" indent="-228600" algn="l" rtl="0" fontAlgn="base">
              <a:spcBef>
                <a:spcPct val="20000"/>
              </a:spcBef>
              <a:spcAft>
                <a:spcPct val="0"/>
              </a:spcAft>
              <a:buChar char="»"/>
              <a:defRPr sz="2000">
                <a:solidFill>
                  <a:schemeClr val="tx1"/>
                </a:solidFill>
                <a:latin typeface="+mn-lt"/>
                <a:ea typeface="宋体" pitchFamily="2" charset="-122"/>
              </a:defRPr>
            </a:lvl9pPr>
          </a:lstStyle>
          <a:p>
            <a:r>
              <a:rPr lang="zh-CN" altLang="en-US" sz="2000" dirty="0"/>
              <a:t>简单断言策略：使用一个认证方式创建策略。比如口令，智能卡，生物信息，时间等等。</a:t>
            </a:r>
          </a:p>
          <a:p>
            <a:r>
              <a:rPr lang="zh-CN" altLang="en-US" sz="2000" dirty="0"/>
              <a:t>多断言策略：将几种断言结合起来，比如同时要求生物信息和口令；或者智能卡和</a:t>
            </a:r>
            <a:r>
              <a:rPr lang="en-US" altLang="zh-CN" sz="2000" dirty="0"/>
              <a:t>PIN</a:t>
            </a:r>
            <a:r>
              <a:rPr lang="zh-CN" altLang="en-US" sz="2000" dirty="0"/>
              <a:t>码；或者口令，智能卡，生物信息，以及</a:t>
            </a:r>
            <a:r>
              <a:rPr lang="en-US" altLang="zh-CN" sz="2000" dirty="0"/>
              <a:t>GPS</a:t>
            </a:r>
            <a:r>
              <a:rPr lang="zh-CN" altLang="en-US" sz="2000" dirty="0"/>
              <a:t>位置信息。这样的策略等价于使用</a:t>
            </a:r>
            <a:r>
              <a:rPr lang="en-US" altLang="zh-CN" sz="2000" dirty="0"/>
              <a:t>AND</a:t>
            </a:r>
            <a:r>
              <a:rPr lang="zh-CN" altLang="en-US" sz="2000" dirty="0"/>
              <a:t>操作将多种断言组合。</a:t>
            </a:r>
          </a:p>
          <a:p>
            <a:r>
              <a:rPr lang="zh-CN" altLang="en-US" sz="2000" dirty="0"/>
              <a:t>混合策略：这里引入逻辑操作</a:t>
            </a:r>
            <a:r>
              <a:rPr lang="en-US" altLang="zh-CN" sz="2000" dirty="0"/>
              <a:t>OR</a:t>
            </a:r>
            <a:r>
              <a:rPr lang="zh-CN" altLang="en-US" sz="2000" dirty="0"/>
              <a:t>，比如说”</a:t>
            </a:r>
            <a:r>
              <a:rPr lang="en-US" altLang="zh-CN" sz="2000" dirty="0"/>
              <a:t>Bill</a:t>
            </a:r>
            <a:r>
              <a:rPr lang="zh-CN" altLang="en-US" sz="2000" dirty="0"/>
              <a:t>可以使用一个智能卡授权或者</a:t>
            </a:r>
            <a:r>
              <a:rPr lang="en-US" altLang="zh-CN" sz="2000" dirty="0"/>
              <a:t>Sally</a:t>
            </a:r>
            <a:r>
              <a:rPr lang="zh-CN" altLang="en-US" sz="2000" dirty="0"/>
              <a:t>可以使用口令授权“。混合策略可以由任何其他种类的策略组成。</a:t>
            </a:r>
          </a:p>
          <a:p>
            <a:r>
              <a:rPr lang="zh-CN" altLang="en-US" sz="2000" dirty="0"/>
              <a:t>灵活多变的策略：使用通配符或者占位符，具体的授权内容以后定义。一个策略的特定部分可以被其他允许的策略替换。这看起来像是一个简单的断言，但是实际上是任意的（简单或者复杂的）策略都可以替换它。</a:t>
            </a:r>
            <a:endParaRPr lang="zh-CN" altLang="en-US" sz="2000" kern="0" dirty="0"/>
          </a:p>
        </p:txBody>
      </p:sp>
    </p:spTree>
    <p:extLst>
      <p:ext uri="{BB962C8B-B14F-4D97-AF65-F5344CB8AC3E}">
        <p14:creationId xmlns:p14="http://schemas.microsoft.com/office/powerpoint/2010/main" val="50406656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2909A8-0A13-462B-813C-0154FF16ADE4}"/>
              </a:ext>
            </a:extLst>
          </p:cNvPr>
          <p:cNvSpPr>
            <a:spLocks noGrp="1"/>
          </p:cNvSpPr>
          <p:nvPr>
            <p:ph type="title"/>
          </p:nvPr>
        </p:nvSpPr>
        <p:spPr/>
        <p:txBody>
          <a:bodyPr/>
          <a:lstStyle/>
          <a:p>
            <a:r>
              <a:rPr lang="zh-CN" altLang="en-US" dirty="0"/>
              <a:t>策略授权的运行原理</a:t>
            </a:r>
          </a:p>
        </p:txBody>
      </p:sp>
      <p:sp>
        <p:nvSpPr>
          <p:cNvPr id="4" name="灯片编号占位符 3">
            <a:extLst>
              <a:ext uri="{FF2B5EF4-FFF2-40B4-BE49-F238E27FC236}">
                <a16:creationId xmlns:a16="http://schemas.microsoft.com/office/drawing/2014/main" id="{28C699A2-DD94-4E64-A270-9AF1DFA6B417}"/>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16</a:t>
            </a:fld>
            <a:endParaRPr lang="en-US" altLang="zh-CN"/>
          </a:p>
        </p:txBody>
      </p:sp>
      <p:sp>
        <p:nvSpPr>
          <p:cNvPr id="6" name="内容占位符 2">
            <a:extLst>
              <a:ext uri="{FF2B5EF4-FFF2-40B4-BE49-F238E27FC236}">
                <a16:creationId xmlns:a16="http://schemas.microsoft.com/office/drawing/2014/main" id="{F91994C3-632D-4804-8BA8-CD158F14718E}"/>
              </a:ext>
            </a:extLst>
          </p:cNvPr>
          <p:cNvSpPr txBox="1">
            <a:spLocks noGrp="1"/>
          </p:cNvSpPr>
          <p:nvPr>
            <p:ph idx="1"/>
          </p:nvPr>
        </p:nvSpPr>
        <p:spPr bwMode="auto">
          <a:xfrm>
            <a:off x="381000" y="1627816"/>
            <a:ext cx="8407400" cy="4214526"/>
          </a:xfrm>
          <a:prstGeom prst="rect">
            <a:avLst/>
          </a:prstGeom>
          <a:solidFill>
            <a:srgbClr val="92D050"/>
          </a:solidFill>
          <a:ln>
            <a:noFill/>
          </a:ln>
          <a:effectLst>
            <a:glow rad="228600">
              <a:schemeClr val="accent2">
                <a:satMod val="175000"/>
                <a:alpha val="40000"/>
              </a:schemeClr>
            </a:glow>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spcBef>
                <a:spcPct val="20000"/>
              </a:spcBef>
              <a:spcAft>
                <a:spcPct val="0"/>
              </a:spcAft>
              <a:buClr>
                <a:srgbClr val="FF0000"/>
              </a:buClr>
              <a:buFont typeface="Wingdings" panose="05000000000000000000" pitchFamily="2" charset="2"/>
              <a:buChar char="Ø"/>
              <a:defRPr sz="2400" b="1">
                <a:solidFill>
                  <a:schemeClr val="tx1"/>
                </a:solidFill>
                <a:latin typeface="+mn-lt"/>
                <a:ea typeface="+mn-ea"/>
                <a:cs typeface="+mn-cs"/>
              </a:defRPr>
            </a:lvl1pPr>
            <a:lvl2pPr marL="742950" indent="-285750" algn="just" rtl="0" eaLnBrk="0" fontAlgn="base" hangingPunct="0">
              <a:spcBef>
                <a:spcPct val="20000"/>
              </a:spcBef>
              <a:spcAft>
                <a:spcPct val="0"/>
              </a:spcAft>
              <a:buChar char="–"/>
              <a:defRPr sz="2800">
                <a:solidFill>
                  <a:schemeClr val="tx1"/>
                </a:solidFill>
                <a:latin typeface="+mn-lt"/>
                <a:ea typeface="宋体" pitchFamily="2" charset="-122"/>
              </a:defRPr>
            </a:lvl2pPr>
            <a:lvl3pPr marL="1143000" indent="-228600" algn="just" rtl="0" eaLnBrk="0" fontAlgn="base" hangingPunct="0">
              <a:spcBef>
                <a:spcPct val="20000"/>
              </a:spcBef>
              <a:spcAft>
                <a:spcPct val="0"/>
              </a:spcAft>
              <a:buChar char="•"/>
              <a:defRPr sz="2400">
                <a:solidFill>
                  <a:schemeClr val="tx1"/>
                </a:solidFill>
                <a:latin typeface="+mn-lt"/>
                <a:ea typeface="宋体" pitchFamily="2" charset="-122"/>
              </a:defRPr>
            </a:lvl3pPr>
            <a:lvl4pPr marL="1600200" indent="-228600" algn="just" rtl="0" eaLnBrk="0" fontAlgn="base" hangingPunct="0">
              <a:spcBef>
                <a:spcPct val="20000"/>
              </a:spcBef>
              <a:spcAft>
                <a:spcPct val="0"/>
              </a:spcAft>
              <a:buChar char="–"/>
              <a:defRPr sz="2000">
                <a:solidFill>
                  <a:schemeClr val="tx1"/>
                </a:solidFill>
                <a:latin typeface="+mn-lt"/>
                <a:ea typeface="宋体" pitchFamily="2" charset="-122"/>
              </a:defRPr>
            </a:lvl4pPr>
            <a:lvl5pPr marL="2057400" indent="-228600" algn="just" rtl="0" eaLnBrk="0" fontAlgn="base" hangingPunct="0">
              <a:spcBef>
                <a:spcPct val="20000"/>
              </a:spcBef>
              <a:spcAft>
                <a:spcPct val="0"/>
              </a:spcAft>
              <a:buChar char="»"/>
              <a:defRPr sz="2000">
                <a:solidFill>
                  <a:schemeClr val="tx1"/>
                </a:solidFill>
                <a:latin typeface="+mn-lt"/>
                <a:ea typeface="宋体" pitchFamily="2" charset="-122"/>
              </a:defRPr>
            </a:lvl5pPr>
            <a:lvl6pPr marL="2514600" indent="-228600" algn="l" rtl="0" fontAlgn="base">
              <a:spcBef>
                <a:spcPct val="20000"/>
              </a:spcBef>
              <a:spcAft>
                <a:spcPct val="0"/>
              </a:spcAft>
              <a:buChar char="»"/>
              <a:defRPr sz="2000">
                <a:solidFill>
                  <a:schemeClr val="tx1"/>
                </a:solidFill>
                <a:latin typeface="+mn-lt"/>
                <a:ea typeface="宋体" pitchFamily="2" charset="-122"/>
              </a:defRPr>
            </a:lvl6pPr>
            <a:lvl7pPr marL="2971800" indent="-228600" algn="l" rtl="0" fontAlgn="base">
              <a:spcBef>
                <a:spcPct val="20000"/>
              </a:spcBef>
              <a:spcAft>
                <a:spcPct val="0"/>
              </a:spcAft>
              <a:buChar char="»"/>
              <a:defRPr sz="2000">
                <a:solidFill>
                  <a:schemeClr val="tx1"/>
                </a:solidFill>
                <a:latin typeface="+mn-lt"/>
                <a:ea typeface="宋体" pitchFamily="2" charset="-122"/>
              </a:defRPr>
            </a:lvl7pPr>
            <a:lvl8pPr marL="3429000" indent="-228600" algn="l" rtl="0" fontAlgn="base">
              <a:spcBef>
                <a:spcPct val="20000"/>
              </a:spcBef>
              <a:spcAft>
                <a:spcPct val="0"/>
              </a:spcAft>
              <a:buChar char="»"/>
              <a:defRPr sz="2000">
                <a:solidFill>
                  <a:schemeClr val="tx1"/>
                </a:solidFill>
                <a:latin typeface="+mn-lt"/>
                <a:ea typeface="宋体" pitchFamily="2" charset="-122"/>
              </a:defRPr>
            </a:lvl8pPr>
            <a:lvl9pPr marL="3886200" indent="-228600" algn="l" rtl="0" fontAlgn="base">
              <a:spcBef>
                <a:spcPct val="20000"/>
              </a:spcBef>
              <a:spcAft>
                <a:spcPct val="0"/>
              </a:spcAft>
              <a:buChar char="»"/>
              <a:defRPr sz="2000">
                <a:solidFill>
                  <a:schemeClr val="tx1"/>
                </a:solidFill>
                <a:latin typeface="+mn-lt"/>
                <a:ea typeface="宋体" pitchFamily="2" charset="-122"/>
              </a:defRPr>
            </a:lvl9pPr>
          </a:lstStyle>
          <a:p>
            <a:r>
              <a:rPr lang="zh-CN" altLang="en-US" sz="2800" dirty="0">
                <a:solidFill>
                  <a:srgbClr val="FF0000"/>
                </a:solidFill>
              </a:rPr>
              <a:t>一个策略表现为一个哈希值，这个哈希值表现为满足这个策略的方式。一个策略启动时表现为一个缓冲区，缓冲区大小为相关实体的哈希算法对应的哈希长度，缓冲区会被初始化成全</a:t>
            </a:r>
            <a:r>
              <a:rPr lang="en-US" altLang="zh-CN" sz="2800" dirty="0">
                <a:solidFill>
                  <a:srgbClr val="FF0000"/>
                </a:solidFill>
              </a:rPr>
              <a:t>0</a:t>
            </a:r>
            <a:r>
              <a:rPr lang="zh-CN" altLang="en-US" sz="2800" dirty="0">
                <a:solidFill>
                  <a:srgbClr val="FF0000"/>
                </a:solidFill>
              </a:rPr>
              <a:t>。当部分策略被满足时，这个缓冲区会被扩展能够表示这一事件（具体来说就是策略相关命令的执行）的值。扩展缓冲区的操作就是连接缓冲区当前值和新的数据，然后使用指定的哈希算法对上述的连接结果做哈希，将缓冲区更新成这个哈希值。</a:t>
            </a:r>
            <a:endParaRPr lang="zh-CN" altLang="en-US" sz="2000" kern="0" dirty="0">
              <a:solidFill>
                <a:srgbClr val="FF0000"/>
              </a:solidFill>
            </a:endParaRPr>
          </a:p>
        </p:txBody>
      </p:sp>
    </p:spTree>
    <p:extLst>
      <p:ext uri="{BB962C8B-B14F-4D97-AF65-F5344CB8AC3E}">
        <p14:creationId xmlns:p14="http://schemas.microsoft.com/office/powerpoint/2010/main" val="95322009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B9237F-C0AE-4956-B424-5B073E0B9EF8}"/>
              </a:ext>
            </a:extLst>
          </p:cNvPr>
          <p:cNvSpPr>
            <a:spLocks noGrp="1"/>
          </p:cNvSpPr>
          <p:nvPr>
            <p:ph type="title"/>
          </p:nvPr>
        </p:nvSpPr>
        <p:spPr/>
        <p:txBody>
          <a:bodyPr/>
          <a:lstStyle/>
          <a:p>
            <a:r>
              <a:rPr lang="zh-CN" altLang="en-US" dirty="0"/>
              <a:t>简单断言策略</a:t>
            </a:r>
          </a:p>
        </p:txBody>
      </p:sp>
      <p:sp>
        <p:nvSpPr>
          <p:cNvPr id="3" name="内容占位符 2">
            <a:extLst>
              <a:ext uri="{FF2B5EF4-FFF2-40B4-BE49-F238E27FC236}">
                <a16:creationId xmlns:a16="http://schemas.microsoft.com/office/drawing/2014/main" id="{E79DFFBC-78FD-454E-8286-12DD34774F7D}"/>
              </a:ext>
            </a:extLst>
          </p:cNvPr>
          <p:cNvSpPr>
            <a:spLocks noGrp="1"/>
          </p:cNvSpPr>
          <p:nvPr>
            <p:ph idx="1"/>
          </p:nvPr>
        </p:nvSpPr>
        <p:spPr>
          <a:xfrm>
            <a:off x="239340" y="1143000"/>
            <a:ext cx="8861702" cy="5410200"/>
          </a:xfrm>
        </p:spPr>
        <p:txBody>
          <a:bodyPr/>
          <a:lstStyle/>
          <a:p>
            <a:r>
              <a:rPr lang="zh-CN" altLang="en-US" dirty="0"/>
              <a:t>口令或者</a:t>
            </a:r>
            <a:r>
              <a:rPr lang="en-US" altLang="zh-CN" dirty="0"/>
              <a:t>HMAC</a:t>
            </a:r>
            <a:r>
              <a:rPr lang="zh-CN" altLang="en-US" dirty="0"/>
              <a:t>（需要向</a:t>
            </a:r>
            <a:r>
              <a:rPr lang="en-US" altLang="zh-CN" dirty="0"/>
              <a:t>TPM</a:t>
            </a:r>
            <a:r>
              <a:rPr lang="zh-CN" altLang="en-US" dirty="0"/>
              <a:t>证明，用户知道对象的口令的策略）。</a:t>
            </a:r>
          </a:p>
          <a:p>
            <a:r>
              <a:rPr lang="zh-CN" altLang="en-US" dirty="0"/>
              <a:t>数字签名（智能卡）。</a:t>
            </a:r>
          </a:p>
          <a:p>
            <a:r>
              <a:rPr lang="zh-CN" altLang="en-US" dirty="0"/>
              <a:t>外部设备的认证（一个生物信息读卡器用于验证特定的用户身份，或者一个用于证明机器在特定位置的</a:t>
            </a:r>
            <a:r>
              <a:rPr lang="en-US" altLang="zh-CN" dirty="0"/>
              <a:t>GPS</a:t>
            </a:r>
            <a:r>
              <a:rPr lang="zh-CN" altLang="en-US" dirty="0"/>
              <a:t>设备）。</a:t>
            </a:r>
          </a:p>
          <a:p>
            <a:r>
              <a:rPr lang="zh-CN" altLang="en-US" dirty="0"/>
              <a:t>物理存在（是一个类似开关的指示，它可以证明一个用户可以在物理上接触到</a:t>
            </a:r>
            <a:r>
              <a:rPr lang="en-US" altLang="zh-CN" dirty="0"/>
              <a:t>TPM</a:t>
            </a:r>
            <a:r>
              <a:rPr lang="zh-CN" altLang="en-US" dirty="0"/>
              <a:t>。尽管这个在规范中有定义，但是很可能不会实现，所以我们后续会忽略这个功能）。</a:t>
            </a:r>
          </a:p>
          <a:p>
            <a:r>
              <a:rPr lang="en-US" altLang="zh-CN" dirty="0"/>
              <a:t>PCR</a:t>
            </a:r>
            <a:r>
              <a:rPr lang="zh-CN" altLang="en-US" dirty="0"/>
              <a:t>（</a:t>
            </a:r>
            <a:r>
              <a:rPr lang="en-US" altLang="zh-CN" dirty="0"/>
              <a:t>TPM</a:t>
            </a:r>
            <a:r>
              <a:rPr lang="zh-CN" altLang="en-US" dirty="0"/>
              <a:t>宿主设备的状态）。</a:t>
            </a:r>
          </a:p>
          <a:p>
            <a:r>
              <a:rPr lang="en-US" altLang="zh-CN" dirty="0"/>
              <a:t>Locality</a:t>
            </a:r>
            <a:r>
              <a:rPr lang="zh-CN" altLang="en-US" dirty="0"/>
              <a:t>（表示发出</a:t>
            </a:r>
            <a:r>
              <a:rPr lang="en-US" altLang="zh-CN" dirty="0"/>
              <a:t>TPM</a:t>
            </a:r>
            <a:r>
              <a:rPr lang="zh-CN" altLang="en-US" dirty="0"/>
              <a:t>命令的软件所在的系统特权级别）。</a:t>
            </a:r>
          </a:p>
          <a:p>
            <a:r>
              <a:rPr lang="en-US" altLang="zh-CN" dirty="0"/>
              <a:t>TPM</a:t>
            </a:r>
            <a:r>
              <a:rPr lang="zh-CN" altLang="en-US" dirty="0"/>
              <a:t>内部状态（计数器值，定时器的值等等）。</a:t>
            </a:r>
          </a:p>
        </p:txBody>
      </p:sp>
      <p:sp>
        <p:nvSpPr>
          <p:cNvPr id="4" name="灯片编号占位符 3">
            <a:extLst>
              <a:ext uri="{FF2B5EF4-FFF2-40B4-BE49-F238E27FC236}">
                <a16:creationId xmlns:a16="http://schemas.microsoft.com/office/drawing/2014/main" id="{758C7314-F76E-43B4-8F50-21D73BBB6789}"/>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17</a:t>
            </a:fld>
            <a:endParaRPr lang="en-US" altLang="zh-CN"/>
          </a:p>
        </p:txBody>
      </p:sp>
    </p:spTree>
    <p:extLst>
      <p:ext uri="{BB962C8B-B14F-4D97-AF65-F5344CB8AC3E}">
        <p14:creationId xmlns:p14="http://schemas.microsoft.com/office/powerpoint/2010/main" val="222249917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F3C75B-B8B1-6C91-6292-C18FC4CACA84}"/>
              </a:ext>
            </a:extLst>
          </p:cNvPr>
          <p:cNvSpPr>
            <a:spLocks noGrp="1"/>
          </p:cNvSpPr>
          <p:nvPr>
            <p:ph type="title"/>
          </p:nvPr>
        </p:nvSpPr>
        <p:spPr/>
        <p:txBody>
          <a:bodyPr/>
          <a:lstStyle/>
          <a:p>
            <a:r>
              <a:rPr lang="zh-CN" altLang="en-US" dirty="0"/>
              <a:t>创建断言策略的通用步骤</a:t>
            </a:r>
          </a:p>
        </p:txBody>
      </p:sp>
      <p:sp>
        <p:nvSpPr>
          <p:cNvPr id="3" name="内容占位符 2">
            <a:extLst>
              <a:ext uri="{FF2B5EF4-FFF2-40B4-BE49-F238E27FC236}">
                <a16:creationId xmlns:a16="http://schemas.microsoft.com/office/drawing/2014/main" id="{F09616BC-C0F4-0234-F644-F8FE7CD017EA}"/>
              </a:ext>
            </a:extLst>
          </p:cNvPr>
          <p:cNvSpPr>
            <a:spLocks noGrp="1"/>
          </p:cNvSpPr>
          <p:nvPr>
            <p:ph idx="1"/>
          </p:nvPr>
        </p:nvSpPr>
        <p:spPr/>
        <p:txBody>
          <a:bodyPr/>
          <a:lstStyle/>
          <a:p>
            <a:r>
              <a:rPr lang="en-US" altLang="zh-CN" dirty="0"/>
              <a:t>1. </a:t>
            </a:r>
            <a:r>
              <a:rPr lang="zh-CN" altLang="en-US" dirty="0"/>
              <a:t>创建一个</a:t>
            </a:r>
            <a:r>
              <a:rPr lang="en-US" altLang="zh-CN" dirty="0"/>
              <a:t>Trial </a:t>
            </a:r>
            <a:r>
              <a:rPr lang="zh-CN" altLang="en-US" dirty="0"/>
              <a:t>策略会话，执行下面的命令：</a:t>
            </a:r>
          </a:p>
          <a:p>
            <a:pPr marL="0" indent="0">
              <a:buNone/>
            </a:pPr>
            <a:r>
              <a:rPr lang="en-US" altLang="zh-CN" dirty="0"/>
              <a:t>     TPM2_StartAuthSession</a:t>
            </a:r>
          </a:p>
          <a:p>
            <a:pPr marL="0" indent="0">
              <a:buNone/>
            </a:pPr>
            <a:r>
              <a:rPr lang="zh-CN" altLang="en-US" dirty="0"/>
              <a:t>   （传递一个参数</a:t>
            </a:r>
            <a:r>
              <a:rPr lang="en-US" altLang="zh-CN" dirty="0"/>
              <a:t>TPM_SE_TRIAL</a:t>
            </a:r>
            <a:r>
              <a:rPr lang="zh-CN" altLang="en-US" dirty="0"/>
              <a:t>告知</a:t>
            </a:r>
            <a:r>
              <a:rPr lang="en-US" altLang="zh-CN" dirty="0"/>
              <a:t>TPM</a:t>
            </a:r>
            <a:r>
              <a:rPr lang="zh-CN" altLang="en-US" dirty="0"/>
              <a:t>启动一个</a:t>
            </a:r>
            <a:r>
              <a:rPr lang="en-US" altLang="zh-CN" dirty="0"/>
              <a:t>Trial</a:t>
            </a:r>
            <a:r>
              <a:rPr lang="zh-CN" altLang="en-US" dirty="0"/>
              <a:t>会话，还需要一个哈希算法的参数用于计算策略的值。该命令会返回会话的</a:t>
            </a:r>
            <a:r>
              <a:rPr lang="en-US" altLang="zh-CN" dirty="0"/>
              <a:t>handle</a:t>
            </a:r>
            <a:r>
              <a:rPr lang="zh-CN" altLang="en-US" dirty="0"/>
              <a:t>，可称为</a:t>
            </a:r>
            <a:r>
              <a:rPr lang="en-US" altLang="zh-CN" dirty="0" err="1"/>
              <a:t>myTrialSessionHandle</a:t>
            </a:r>
            <a:r>
              <a:rPr lang="zh-CN" altLang="en-US" dirty="0"/>
              <a:t>）</a:t>
            </a:r>
            <a:endParaRPr lang="en-US" altLang="zh-CN" dirty="0"/>
          </a:p>
          <a:p>
            <a:pPr marL="0" indent="0">
              <a:buNone/>
            </a:pPr>
            <a:endParaRPr lang="zh-CN" altLang="en-US" dirty="0"/>
          </a:p>
          <a:p>
            <a:r>
              <a:rPr lang="en-US" altLang="zh-CN" dirty="0"/>
              <a:t>2. </a:t>
            </a:r>
            <a:r>
              <a:rPr lang="zh-CN" altLang="en-US" dirty="0"/>
              <a:t>执行描述策略的</a:t>
            </a:r>
            <a:r>
              <a:rPr lang="en-US" altLang="zh-CN" dirty="0"/>
              <a:t>TPM2</a:t>
            </a:r>
            <a:r>
              <a:rPr lang="zh-CN" altLang="en-US" dirty="0"/>
              <a:t>策略命令。</a:t>
            </a:r>
            <a:endParaRPr lang="en-US" altLang="zh-CN" dirty="0"/>
          </a:p>
          <a:p>
            <a:endParaRPr lang="zh-CN" altLang="en-US" dirty="0"/>
          </a:p>
          <a:p>
            <a:r>
              <a:rPr lang="en-US" altLang="zh-CN" dirty="0"/>
              <a:t>3. </a:t>
            </a:r>
            <a:r>
              <a:rPr lang="zh-CN" altLang="en-US" dirty="0"/>
              <a:t>通过执行下面的命令请求</a:t>
            </a:r>
            <a:r>
              <a:rPr lang="en-US" altLang="zh-CN" dirty="0"/>
              <a:t>TPM</a:t>
            </a:r>
            <a:r>
              <a:rPr lang="zh-CN" altLang="en-US" dirty="0"/>
              <a:t>创建策略的哈希值</a:t>
            </a:r>
          </a:p>
          <a:p>
            <a:pPr marL="0" indent="0">
              <a:buNone/>
            </a:pPr>
            <a:r>
              <a:rPr lang="en-US" altLang="zh-CN" dirty="0"/>
              <a:t>    TPM2_PolicyGetDigest</a:t>
            </a:r>
          </a:p>
          <a:p>
            <a:pPr marL="0" indent="0">
              <a:buNone/>
            </a:pPr>
            <a:r>
              <a:rPr lang="zh-CN" altLang="en-US" dirty="0"/>
              <a:t>    这个命令需要传递</a:t>
            </a:r>
            <a:r>
              <a:rPr lang="en-US" altLang="zh-CN" dirty="0"/>
              <a:t>Trial</a:t>
            </a:r>
            <a:r>
              <a:rPr lang="zh-CN" altLang="en-US" dirty="0"/>
              <a:t>会话的</a:t>
            </a:r>
            <a:r>
              <a:rPr lang="en-US" altLang="zh-CN" dirty="0"/>
              <a:t>Handle</a:t>
            </a:r>
            <a:r>
              <a:rPr lang="zh-CN" altLang="en-US" dirty="0"/>
              <a:t>：</a:t>
            </a:r>
            <a:r>
              <a:rPr lang="en-US" altLang="zh-CN" dirty="0" err="1"/>
              <a:t>myTrialSessionHandle</a:t>
            </a:r>
            <a:r>
              <a:rPr lang="zh-CN" altLang="en-US" dirty="0"/>
              <a:t>。</a:t>
            </a:r>
          </a:p>
          <a:p>
            <a:endParaRPr lang="zh-CN" altLang="en-US" dirty="0"/>
          </a:p>
        </p:txBody>
      </p:sp>
      <p:sp>
        <p:nvSpPr>
          <p:cNvPr id="4" name="灯片编号占位符 3">
            <a:extLst>
              <a:ext uri="{FF2B5EF4-FFF2-40B4-BE49-F238E27FC236}">
                <a16:creationId xmlns:a16="http://schemas.microsoft.com/office/drawing/2014/main" id="{6CC82574-BF6E-12A9-C3BA-B2BBAC38F8C5}"/>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18</a:t>
            </a:fld>
            <a:endParaRPr lang="en-US" altLang="zh-CN"/>
          </a:p>
        </p:txBody>
      </p:sp>
    </p:spTree>
    <p:extLst>
      <p:ext uri="{BB962C8B-B14F-4D97-AF65-F5344CB8AC3E}">
        <p14:creationId xmlns:p14="http://schemas.microsoft.com/office/powerpoint/2010/main" val="178558343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B3F1CA-A210-A691-3ECD-AE3614D1EA8E}"/>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D6D90E7C-A459-BD3E-9A99-BEDEC54706B9}"/>
              </a:ext>
            </a:extLst>
          </p:cNvPr>
          <p:cNvSpPr>
            <a:spLocks noGrp="1"/>
          </p:cNvSpPr>
          <p:nvPr>
            <p:ph idx="1"/>
          </p:nvPr>
        </p:nvSpPr>
        <p:spPr/>
        <p:txBody>
          <a:bodyPr/>
          <a:lstStyle/>
          <a:p>
            <a:r>
              <a:rPr lang="en-US" altLang="zh-CN" dirty="0"/>
              <a:t>4. </a:t>
            </a:r>
            <a:r>
              <a:rPr lang="zh-CN" altLang="en-US" dirty="0"/>
              <a:t>通过执行如下命令来结束会话</a:t>
            </a:r>
          </a:p>
          <a:p>
            <a:pPr marL="0" indent="0">
              <a:buNone/>
            </a:pPr>
            <a:r>
              <a:rPr lang="en-US" altLang="zh-CN" dirty="0"/>
              <a:t>    TPM2_FlushContext</a:t>
            </a:r>
            <a:r>
              <a:rPr lang="zh-CN" altLang="en-US" dirty="0"/>
              <a:t> </a:t>
            </a:r>
            <a:endParaRPr lang="en-US" altLang="zh-CN" dirty="0"/>
          </a:p>
          <a:p>
            <a:pPr marL="0" indent="0">
              <a:buNone/>
            </a:pPr>
            <a:r>
              <a:rPr lang="en-US" altLang="zh-CN" dirty="0"/>
              <a:t>    </a:t>
            </a:r>
            <a:r>
              <a:rPr lang="zh-CN" altLang="en-US" dirty="0"/>
              <a:t>这个命令同样需要传递</a:t>
            </a:r>
            <a:r>
              <a:rPr lang="en-US" altLang="zh-CN" dirty="0"/>
              <a:t>Trial</a:t>
            </a:r>
            <a:r>
              <a:rPr lang="zh-CN" altLang="en-US" dirty="0"/>
              <a:t>会话的</a:t>
            </a:r>
            <a:r>
              <a:rPr lang="en-US" altLang="zh-CN" dirty="0"/>
              <a:t>Handle</a:t>
            </a:r>
            <a:r>
              <a:rPr lang="zh-CN" altLang="en-US" dirty="0"/>
              <a:t>：</a:t>
            </a:r>
            <a:r>
              <a:rPr lang="en-US" altLang="zh-CN" dirty="0" err="1"/>
              <a:t>myTrialSessionHandle</a:t>
            </a:r>
            <a:r>
              <a:rPr lang="zh-CN" altLang="en-US" dirty="0"/>
              <a:t>。</a:t>
            </a:r>
            <a:endParaRPr lang="en-US" altLang="zh-CN" dirty="0"/>
          </a:p>
          <a:p>
            <a:pPr marL="0" indent="0">
              <a:buNone/>
            </a:pPr>
            <a:r>
              <a:rPr lang="zh-CN" altLang="en-US" dirty="0"/>
              <a:t>步骤</a:t>
            </a:r>
            <a:r>
              <a:rPr lang="en-US" altLang="zh-CN" dirty="0"/>
              <a:t>1</a:t>
            </a:r>
            <a:r>
              <a:rPr lang="zh-CN" altLang="en-US" dirty="0"/>
              <a:t>，</a:t>
            </a:r>
            <a:r>
              <a:rPr lang="en-US" altLang="zh-CN" dirty="0"/>
              <a:t>3</a:t>
            </a:r>
            <a:r>
              <a:rPr lang="zh-CN" altLang="en-US" dirty="0"/>
              <a:t>，</a:t>
            </a:r>
            <a:r>
              <a:rPr lang="en-US" altLang="zh-CN" dirty="0"/>
              <a:t>4</a:t>
            </a:r>
            <a:r>
              <a:rPr lang="zh-CN" altLang="en-US" dirty="0"/>
              <a:t>对于所有简单的断言是共同的，只有步骤</a:t>
            </a:r>
            <a:r>
              <a:rPr lang="en-US" altLang="zh-CN" dirty="0"/>
              <a:t>2</a:t>
            </a:r>
            <a:r>
              <a:rPr lang="zh-CN" altLang="en-US" dirty="0"/>
              <a:t>是独特的。</a:t>
            </a:r>
          </a:p>
          <a:p>
            <a:endParaRPr lang="zh-CN" altLang="en-US" dirty="0"/>
          </a:p>
        </p:txBody>
      </p:sp>
      <p:sp>
        <p:nvSpPr>
          <p:cNvPr id="4" name="灯片编号占位符 3">
            <a:extLst>
              <a:ext uri="{FF2B5EF4-FFF2-40B4-BE49-F238E27FC236}">
                <a16:creationId xmlns:a16="http://schemas.microsoft.com/office/drawing/2014/main" id="{CFA89BD9-0961-2CB8-D5E1-2073282B56DA}"/>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19</a:t>
            </a:fld>
            <a:endParaRPr lang="en-US" altLang="zh-CN"/>
          </a:p>
        </p:txBody>
      </p:sp>
    </p:spTree>
    <p:extLst>
      <p:ext uri="{BB962C8B-B14F-4D97-AF65-F5344CB8AC3E}">
        <p14:creationId xmlns:p14="http://schemas.microsoft.com/office/powerpoint/2010/main" val="310136006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11A237D-B0AD-7B93-DE23-2008BF240907}"/>
              </a:ext>
            </a:extLst>
          </p:cNvPr>
          <p:cNvSpPr>
            <a:spLocks noGrp="1"/>
          </p:cNvSpPr>
          <p:nvPr>
            <p:ph type="title"/>
          </p:nvPr>
        </p:nvSpPr>
        <p:spPr/>
        <p:txBody>
          <a:bodyPr/>
          <a:lstStyle/>
          <a:p>
            <a:r>
              <a:rPr lang="zh-CN" altLang="en-US" dirty="0"/>
              <a:t>创建基于口令（明文和</a:t>
            </a:r>
            <a:r>
              <a:rPr lang="en-US" altLang="zh-CN" dirty="0"/>
              <a:t>HMAC</a:t>
            </a:r>
            <a:r>
              <a:rPr lang="zh-CN" altLang="en-US" dirty="0"/>
              <a:t>）的断言策略</a:t>
            </a:r>
          </a:p>
        </p:txBody>
      </p:sp>
      <p:sp>
        <p:nvSpPr>
          <p:cNvPr id="3" name="内容占位符 2">
            <a:extLst>
              <a:ext uri="{FF2B5EF4-FFF2-40B4-BE49-F238E27FC236}">
                <a16:creationId xmlns:a16="http://schemas.microsoft.com/office/drawing/2014/main" id="{CE4E87E7-104F-6CC2-BBFC-3D078BF70B8E}"/>
              </a:ext>
            </a:extLst>
          </p:cNvPr>
          <p:cNvSpPr>
            <a:spLocks noGrp="1"/>
          </p:cNvSpPr>
          <p:nvPr>
            <p:ph idx="1"/>
          </p:nvPr>
        </p:nvSpPr>
        <p:spPr/>
        <p:txBody>
          <a:bodyPr/>
          <a:lstStyle/>
          <a:p>
            <a:r>
              <a:rPr lang="en-US" altLang="zh-CN" dirty="0"/>
              <a:t>1. </a:t>
            </a:r>
            <a:r>
              <a:rPr lang="zh-CN" altLang="en-US" dirty="0"/>
              <a:t>配置策略缓冲区并清零，缓冲区长度设置为哈希算法的输出长度。</a:t>
            </a:r>
            <a:endParaRPr lang="en-US" altLang="zh-CN" dirty="0"/>
          </a:p>
          <a:p>
            <a:pPr marL="0" indent="0">
              <a:buNone/>
            </a:pPr>
            <a:r>
              <a:rPr lang="zh-CN" altLang="en-US" dirty="0">
                <a:solidFill>
                  <a:srgbClr val="FF0000"/>
                </a:solidFill>
              </a:rPr>
              <a:t>    初始化策略值</a:t>
            </a:r>
            <a:r>
              <a:rPr lang="en-US" altLang="zh-CN" dirty="0">
                <a:solidFill>
                  <a:srgbClr val="FF0000"/>
                </a:solidFill>
              </a:rPr>
              <a:t> </a:t>
            </a:r>
            <a:r>
              <a:rPr lang="zh-CN" altLang="en-US" dirty="0">
                <a:solidFill>
                  <a:srgbClr val="FF0000"/>
                </a:solidFill>
              </a:rPr>
              <a:t>： </a:t>
            </a:r>
            <a:r>
              <a:rPr lang="en-US" altLang="zh-CN" dirty="0">
                <a:solidFill>
                  <a:srgbClr val="FF0000"/>
                </a:solidFill>
              </a:rPr>
              <a:t>0x0000....0000</a:t>
            </a:r>
          </a:p>
          <a:p>
            <a:r>
              <a:rPr lang="en-US" altLang="zh-CN" dirty="0"/>
              <a:t>2. </a:t>
            </a:r>
            <a:r>
              <a:rPr lang="zh-CN" altLang="en-US" dirty="0"/>
              <a:t>将缓冲区与</a:t>
            </a:r>
            <a:r>
              <a:rPr lang="en-US" altLang="zh-CN" dirty="0" err="1"/>
              <a:t>TPM_CC_PolicyAuthValue</a:t>
            </a:r>
            <a:r>
              <a:rPr lang="zh-CN" altLang="en-US" dirty="0"/>
              <a:t>连接在一起。</a:t>
            </a:r>
            <a:endParaRPr lang="en-US" altLang="zh-CN" dirty="0"/>
          </a:p>
          <a:p>
            <a:pPr marL="0" indent="0">
              <a:buNone/>
            </a:pPr>
            <a:r>
              <a:rPr lang="en-US" altLang="zh-CN" dirty="0"/>
              <a:t>    </a:t>
            </a:r>
            <a:r>
              <a:rPr lang="zh-CN" altLang="en-US" dirty="0"/>
              <a:t>变化值：</a:t>
            </a:r>
            <a:r>
              <a:rPr lang="en-US" altLang="zh-CN" dirty="0">
                <a:solidFill>
                  <a:srgbClr val="FF0000"/>
                </a:solidFill>
              </a:rPr>
              <a:t>0x0000....0000TPM_CC_</a:t>
            </a:r>
            <a:r>
              <a:rPr lang="zh-CN" altLang="en-US" dirty="0">
                <a:solidFill>
                  <a:srgbClr val="FF0000"/>
                </a:solidFill>
              </a:rPr>
              <a:t>策略</a:t>
            </a:r>
            <a:r>
              <a:rPr lang="en-US" altLang="zh-CN" dirty="0" err="1">
                <a:solidFill>
                  <a:srgbClr val="FF0000"/>
                </a:solidFill>
              </a:rPr>
              <a:t>AuthValue</a:t>
            </a:r>
            <a:endParaRPr lang="en-US" altLang="zh-CN" dirty="0">
              <a:solidFill>
                <a:srgbClr val="FF0000"/>
              </a:solidFill>
            </a:endParaRPr>
          </a:p>
          <a:p>
            <a:r>
              <a:rPr lang="en-US" altLang="zh-CN" dirty="0"/>
              <a:t>3. </a:t>
            </a:r>
            <a:r>
              <a:rPr lang="zh-CN" altLang="en-US" dirty="0"/>
              <a:t>根据</a:t>
            </a:r>
            <a:r>
              <a:rPr lang="en-US" altLang="zh-CN" dirty="0"/>
              <a:t>TPM2.0</a:t>
            </a:r>
            <a:r>
              <a:rPr lang="zh-CN" altLang="en-US" dirty="0"/>
              <a:t>规范第</a:t>
            </a:r>
            <a:r>
              <a:rPr lang="en-US" altLang="zh-CN" dirty="0"/>
              <a:t>2</a:t>
            </a:r>
            <a:r>
              <a:rPr lang="zh-CN" altLang="en-US" dirty="0"/>
              <a:t>部分将</a:t>
            </a:r>
            <a:r>
              <a:rPr lang="en-US" altLang="zh-CN" dirty="0" err="1"/>
              <a:t>TPM_CC_PolicyAuthValue</a:t>
            </a:r>
            <a:r>
              <a:rPr lang="zh-CN" altLang="en-US" dirty="0"/>
              <a:t>替换成对应的数值（示例）</a:t>
            </a:r>
            <a:endParaRPr lang="en-US" altLang="zh-CN" dirty="0"/>
          </a:p>
          <a:p>
            <a:pPr marL="0" indent="0">
              <a:buNone/>
            </a:pPr>
            <a:r>
              <a:rPr lang="en-US" altLang="zh-CN" dirty="0"/>
              <a:t>    </a:t>
            </a:r>
            <a:r>
              <a:rPr lang="zh-CN" altLang="en-US" dirty="0"/>
              <a:t>变化值：</a:t>
            </a:r>
            <a:r>
              <a:rPr lang="en-US" altLang="zh-CN" dirty="0">
                <a:solidFill>
                  <a:srgbClr val="FF0000"/>
                </a:solidFill>
              </a:rPr>
              <a:t>0x0000....00000x0000....000016B</a:t>
            </a:r>
          </a:p>
          <a:p>
            <a:r>
              <a:rPr lang="en-US" altLang="zh-CN" dirty="0"/>
              <a:t>4. </a:t>
            </a:r>
            <a:r>
              <a:rPr lang="zh-CN" altLang="en-US" dirty="0"/>
              <a:t>计算上述连接后数值的哈希值，然后将结果置于缓冲区中。这个最终的结果就是一个简单断言的策略值：</a:t>
            </a:r>
            <a:r>
              <a:rPr lang="en-US" altLang="zh-CN" dirty="0">
                <a:solidFill>
                  <a:srgbClr val="FF0000"/>
                </a:solidFill>
              </a:rPr>
              <a:t>0x8fcd2169ab92694...1fc7ac1eddc1fddb0e</a:t>
            </a:r>
          </a:p>
          <a:p>
            <a:r>
              <a:rPr lang="zh-CN" altLang="en-US" dirty="0">
                <a:solidFill>
                  <a:srgbClr val="FF0000"/>
                </a:solidFill>
              </a:rPr>
              <a:t>在当前例子中，</a:t>
            </a:r>
            <a:r>
              <a:rPr lang="en-US" altLang="zh-CN" dirty="0" err="1">
                <a:solidFill>
                  <a:srgbClr val="FF0000"/>
                </a:solidFill>
              </a:rPr>
              <a:t>TPM_CC_PolicyAuthValue</a:t>
            </a:r>
            <a:r>
              <a:rPr lang="zh-CN" altLang="en-US" dirty="0">
                <a:solidFill>
                  <a:srgbClr val="FF0000"/>
                </a:solidFill>
              </a:rPr>
              <a:t>会被调用者设置为和口令相关的值。</a:t>
            </a:r>
            <a:endParaRPr lang="en-US" altLang="zh-CN" dirty="0">
              <a:solidFill>
                <a:srgbClr val="FF0000"/>
              </a:solidFill>
            </a:endParaRPr>
          </a:p>
          <a:p>
            <a:endParaRPr lang="en-US" altLang="zh-CN" dirty="0"/>
          </a:p>
          <a:p>
            <a:endParaRPr lang="en-US" altLang="zh-CN" dirty="0"/>
          </a:p>
          <a:p>
            <a:endParaRPr lang="zh-CN" altLang="en-US" dirty="0"/>
          </a:p>
        </p:txBody>
      </p:sp>
      <p:sp>
        <p:nvSpPr>
          <p:cNvPr id="4" name="灯片编号占位符 3">
            <a:extLst>
              <a:ext uri="{FF2B5EF4-FFF2-40B4-BE49-F238E27FC236}">
                <a16:creationId xmlns:a16="http://schemas.microsoft.com/office/drawing/2014/main" id="{FC11E7D8-518C-CFA8-0DD7-D02111E62339}"/>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20</a:t>
            </a:fld>
            <a:endParaRPr lang="en-US" altLang="zh-CN"/>
          </a:p>
        </p:txBody>
      </p:sp>
    </p:spTree>
    <p:extLst>
      <p:ext uri="{BB962C8B-B14F-4D97-AF65-F5344CB8AC3E}">
        <p14:creationId xmlns:p14="http://schemas.microsoft.com/office/powerpoint/2010/main" val="264852260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03B75B-BDCF-82AA-8FF0-BEE89BFD0C7B}"/>
              </a:ext>
            </a:extLst>
          </p:cNvPr>
          <p:cNvSpPr>
            <a:spLocks noGrp="1"/>
          </p:cNvSpPr>
          <p:nvPr>
            <p:ph type="title"/>
          </p:nvPr>
        </p:nvSpPr>
        <p:spPr/>
        <p:txBody>
          <a:bodyPr/>
          <a:lstStyle/>
          <a:p>
            <a:r>
              <a:rPr lang="zh-CN" altLang="en-US" dirty="0"/>
              <a:t>利用</a:t>
            </a:r>
            <a:r>
              <a:rPr lang="en-US" altLang="zh-CN" dirty="0"/>
              <a:t>HMAC</a:t>
            </a:r>
            <a:r>
              <a:rPr lang="zh-CN" altLang="en-US" dirty="0"/>
              <a:t>断言进行授权</a:t>
            </a:r>
          </a:p>
        </p:txBody>
      </p:sp>
      <p:sp>
        <p:nvSpPr>
          <p:cNvPr id="3" name="内容占位符 2">
            <a:extLst>
              <a:ext uri="{FF2B5EF4-FFF2-40B4-BE49-F238E27FC236}">
                <a16:creationId xmlns:a16="http://schemas.microsoft.com/office/drawing/2014/main" id="{7E19A9A6-A03D-3EA6-3D30-96F9E0B889B4}"/>
              </a:ext>
            </a:extLst>
          </p:cNvPr>
          <p:cNvSpPr>
            <a:spLocks noGrp="1"/>
          </p:cNvSpPr>
          <p:nvPr>
            <p:ph idx="1"/>
          </p:nvPr>
        </p:nvSpPr>
        <p:spPr/>
        <p:txBody>
          <a:bodyPr/>
          <a:lstStyle/>
          <a:p>
            <a:pPr marL="0" indent="0">
              <a:buNone/>
            </a:pPr>
            <a:r>
              <a:rPr lang="zh-CN" altLang="en-US" dirty="0"/>
              <a:t>      方法和明文口令类似，只需要设置不同的</a:t>
            </a:r>
            <a:r>
              <a:rPr lang="en-US" altLang="zh-CN" dirty="0"/>
              <a:t>TPM_CC_PolicyAuthValue</a:t>
            </a:r>
            <a:r>
              <a:rPr lang="zh-CN" altLang="en-US" dirty="0"/>
              <a:t>。</a:t>
            </a:r>
            <a:endParaRPr lang="en-US" altLang="zh-CN" dirty="0"/>
          </a:p>
          <a:p>
            <a:pPr marL="0" indent="0">
              <a:buNone/>
            </a:pPr>
            <a:endParaRPr lang="en-US" altLang="zh-CN" dirty="0"/>
          </a:p>
          <a:p>
            <a:r>
              <a:rPr lang="zh-CN" altLang="en-US" dirty="0"/>
              <a:t>设置</a:t>
            </a:r>
            <a:r>
              <a:rPr lang="en-US" altLang="zh-CN" dirty="0"/>
              <a:t>TPM_CC_PolicyAuthValue</a:t>
            </a:r>
            <a:r>
              <a:rPr lang="zh-CN" altLang="en-US" dirty="0"/>
              <a:t>值</a:t>
            </a:r>
            <a:endParaRPr lang="en-US" altLang="zh-CN" dirty="0"/>
          </a:p>
          <a:p>
            <a:endParaRPr lang="en-US" altLang="zh-CN" dirty="0"/>
          </a:p>
          <a:p>
            <a:r>
              <a:rPr lang="zh-CN" altLang="en-US" dirty="0"/>
              <a:t>在</a:t>
            </a:r>
            <a:r>
              <a:rPr lang="en-US" altLang="zh-CN" dirty="0"/>
              <a:t>TPM</a:t>
            </a:r>
            <a:r>
              <a:rPr lang="zh-CN" altLang="en-US" dirty="0"/>
              <a:t>的会话中设置一个标志用于指示</a:t>
            </a:r>
            <a:r>
              <a:rPr lang="en-US" altLang="zh-CN" dirty="0"/>
              <a:t>TPM</a:t>
            </a:r>
            <a:r>
              <a:rPr lang="zh-CN" altLang="en-US" dirty="0"/>
              <a:t>，当一个命令使用的对象需要使用这个策略授权时，需要一个独立的</a:t>
            </a:r>
            <a:r>
              <a:rPr lang="en-US" altLang="zh-CN" dirty="0"/>
              <a:t>HMAC</a:t>
            </a:r>
            <a:r>
              <a:rPr lang="zh-CN" altLang="en-US" dirty="0"/>
              <a:t>会话。</a:t>
            </a:r>
            <a:r>
              <a:rPr lang="en-US" altLang="zh-CN" dirty="0"/>
              <a:t>TPM</a:t>
            </a:r>
            <a:r>
              <a:rPr lang="zh-CN" altLang="en-US" dirty="0"/>
              <a:t>会检查</a:t>
            </a:r>
            <a:r>
              <a:rPr lang="en-US" altLang="zh-CN" dirty="0"/>
              <a:t>HAMC</a:t>
            </a:r>
            <a:r>
              <a:rPr lang="zh-CN" altLang="en-US" dirty="0"/>
              <a:t>值并且与对象的授权值比较，如果匹配才会允许访问。</a:t>
            </a:r>
            <a:endParaRPr lang="en-US" altLang="zh-CN" dirty="0"/>
          </a:p>
          <a:p>
            <a:endParaRPr lang="zh-CN" altLang="en-US" dirty="0"/>
          </a:p>
        </p:txBody>
      </p:sp>
      <p:sp>
        <p:nvSpPr>
          <p:cNvPr id="4" name="灯片编号占位符 3">
            <a:extLst>
              <a:ext uri="{FF2B5EF4-FFF2-40B4-BE49-F238E27FC236}">
                <a16:creationId xmlns:a16="http://schemas.microsoft.com/office/drawing/2014/main" id="{E5075606-A5D3-B985-71EF-293096F6F5EA}"/>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21</a:t>
            </a:fld>
            <a:endParaRPr lang="en-US" altLang="zh-CN"/>
          </a:p>
        </p:txBody>
      </p:sp>
    </p:spTree>
    <p:extLst>
      <p:ext uri="{BB962C8B-B14F-4D97-AF65-F5344CB8AC3E}">
        <p14:creationId xmlns:p14="http://schemas.microsoft.com/office/powerpoint/2010/main" val="191199532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A71FF8-0772-934D-9F6E-E1067855E534}"/>
              </a:ext>
            </a:extLst>
          </p:cNvPr>
          <p:cNvSpPr>
            <a:spLocks noGrp="1"/>
          </p:cNvSpPr>
          <p:nvPr>
            <p:ph type="title"/>
          </p:nvPr>
        </p:nvSpPr>
        <p:spPr>
          <a:xfrm>
            <a:off x="381000" y="228600"/>
            <a:ext cx="6719408" cy="639763"/>
          </a:xfrm>
        </p:spPr>
        <p:txBody>
          <a:bodyPr/>
          <a:lstStyle/>
          <a:p>
            <a:r>
              <a:rPr lang="zh-CN" altLang="en-US" dirty="0"/>
              <a:t>利用数字签名（智能卡）进行授权</a:t>
            </a:r>
          </a:p>
        </p:txBody>
      </p:sp>
      <p:sp>
        <p:nvSpPr>
          <p:cNvPr id="3" name="内容占位符 2">
            <a:extLst>
              <a:ext uri="{FF2B5EF4-FFF2-40B4-BE49-F238E27FC236}">
                <a16:creationId xmlns:a16="http://schemas.microsoft.com/office/drawing/2014/main" id="{B256314A-56C0-73FB-23E0-BA9B6971B016}"/>
              </a:ext>
            </a:extLst>
          </p:cNvPr>
          <p:cNvSpPr>
            <a:spLocks noGrp="1"/>
          </p:cNvSpPr>
          <p:nvPr>
            <p:ph idx="1"/>
          </p:nvPr>
        </p:nvSpPr>
        <p:spPr/>
        <p:txBody>
          <a:bodyPr/>
          <a:lstStyle/>
          <a:p>
            <a:r>
              <a:rPr lang="en-US" altLang="zh-CN" dirty="0"/>
              <a:t>TPM2.0</a:t>
            </a:r>
            <a:r>
              <a:rPr lang="zh-CN" altLang="en-US" dirty="0"/>
              <a:t>可以使用数字签名来实施访问控制。当一个策略包含这样的断言时，策略的值会被扩展以下内容：</a:t>
            </a:r>
            <a:r>
              <a:rPr lang="en-US" altLang="zh-CN" dirty="0" err="1"/>
              <a:t>TPM_CC_PolicySigned</a:t>
            </a:r>
            <a:r>
              <a:rPr lang="zh-CN" altLang="en-US" dirty="0"/>
              <a:t>，</a:t>
            </a:r>
            <a:r>
              <a:rPr lang="en-US" altLang="zh-CN" dirty="0"/>
              <a:t>SHA256(</a:t>
            </a:r>
            <a:r>
              <a:rPr lang="en-US" altLang="zh-CN" dirty="0" err="1"/>
              <a:t>publicKey</a:t>
            </a:r>
            <a:r>
              <a:rPr lang="en-US" altLang="zh-CN" dirty="0"/>
              <a:t>)</a:t>
            </a:r>
            <a:r>
              <a:rPr lang="zh-CN" altLang="en-US" dirty="0"/>
              <a:t>以及一个策略</a:t>
            </a:r>
            <a:r>
              <a:rPr lang="en-US" altLang="zh-CN" dirty="0"/>
              <a:t>Ref</a:t>
            </a:r>
            <a:r>
              <a:rPr lang="zh-CN" altLang="en-US" dirty="0"/>
              <a:t>。（一个策略</a:t>
            </a:r>
            <a:r>
              <a:rPr lang="en-US" altLang="zh-CN" dirty="0"/>
              <a:t>Ref</a:t>
            </a:r>
            <a:r>
              <a:rPr lang="zh-CN" altLang="en-US" dirty="0"/>
              <a:t>用于精确地标识如何使用带有签名的断言，通常情况下它是一个空缓冲区。）</a:t>
            </a:r>
          </a:p>
        </p:txBody>
      </p:sp>
      <p:sp>
        <p:nvSpPr>
          <p:cNvPr id="4" name="灯片编号占位符 3">
            <a:extLst>
              <a:ext uri="{FF2B5EF4-FFF2-40B4-BE49-F238E27FC236}">
                <a16:creationId xmlns:a16="http://schemas.microsoft.com/office/drawing/2014/main" id="{3691943E-1497-C6E0-02E0-D3A296EF6D55}"/>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22</a:t>
            </a:fld>
            <a:endParaRPr lang="en-US" altLang="zh-CN"/>
          </a:p>
        </p:txBody>
      </p:sp>
    </p:spTree>
    <p:extLst>
      <p:ext uri="{BB962C8B-B14F-4D97-AF65-F5344CB8AC3E}">
        <p14:creationId xmlns:p14="http://schemas.microsoft.com/office/powerpoint/2010/main" val="278302106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550640-06DA-FB67-6453-C7F45CD37BA2}"/>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DD0F3B77-2604-D06B-301D-CA88DB238451}"/>
              </a:ext>
            </a:extLst>
          </p:cNvPr>
          <p:cNvSpPr>
            <a:spLocks noGrp="1"/>
          </p:cNvSpPr>
          <p:nvPr>
            <p:ph idx="1"/>
          </p:nvPr>
        </p:nvSpPr>
        <p:spPr/>
        <p:txBody>
          <a:bodyPr/>
          <a:lstStyle/>
          <a:p>
            <a:r>
              <a:rPr lang="zh-CN" altLang="en-US" dirty="0"/>
              <a:t>用户可以在</a:t>
            </a:r>
            <a:r>
              <a:rPr lang="en-US" altLang="zh-CN" dirty="0"/>
              <a:t>Trial</a:t>
            </a:r>
            <a:r>
              <a:rPr lang="zh-CN" altLang="en-US" dirty="0"/>
              <a:t>会话中执行</a:t>
            </a:r>
            <a:r>
              <a:rPr lang="en-US" altLang="zh-CN" dirty="0"/>
              <a:t>TPM2_</a:t>
            </a:r>
            <a:r>
              <a:rPr lang="zh-CN" altLang="en-US" dirty="0"/>
              <a:t>策略</a:t>
            </a:r>
            <a:r>
              <a:rPr lang="en-US" altLang="zh-CN" dirty="0"/>
              <a:t>Signed</a:t>
            </a:r>
            <a:r>
              <a:rPr lang="zh-CN" altLang="en-US" dirty="0"/>
              <a:t>命令创建上述的策略；但是在创建策略之前，</a:t>
            </a:r>
            <a:r>
              <a:rPr lang="en-US" altLang="zh-CN" dirty="0"/>
              <a:t>TPM</a:t>
            </a:r>
            <a:r>
              <a:rPr lang="zh-CN" altLang="en-US" dirty="0"/>
              <a:t>必须知道用于验证签名的公钥。因此，在此之前要将公钥加载到</a:t>
            </a:r>
            <a:r>
              <a:rPr lang="en-US" altLang="zh-CN" dirty="0"/>
              <a:t>TPM</a:t>
            </a:r>
            <a:r>
              <a:rPr lang="zh-CN" altLang="en-US" dirty="0"/>
              <a:t>中。一种简单的方式就是使用</a:t>
            </a:r>
            <a:r>
              <a:rPr lang="en-US" altLang="zh-CN" dirty="0"/>
              <a:t>TPM2_LoadExternal</a:t>
            </a:r>
            <a:r>
              <a:rPr lang="zh-CN" altLang="en-US" dirty="0"/>
              <a:t>命令将公钥加载到</a:t>
            </a:r>
            <a:r>
              <a:rPr lang="en-US" altLang="zh-CN" dirty="0"/>
              <a:t>TPM_RH_NULL</a:t>
            </a:r>
            <a:r>
              <a:rPr lang="zh-CN" altLang="en-US" dirty="0"/>
              <a:t>组织架构下。当你调用</a:t>
            </a:r>
            <a:r>
              <a:rPr lang="en-US" altLang="zh-CN" dirty="0"/>
              <a:t>TPM2_LoadExternal</a:t>
            </a:r>
            <a:r>
              <a:rPr lang="zh-CN" altLang="en-US" dirty="0"/>
              <a:t>时，需要传递一个公钥的数据结构。</a:t>
            </a:r>
            <a:endParaRPr lang="en-US" altLang="zh-CN" dirty="0"/>
          </a:p>
          <a:p>
            <a:r>
              <a:rPr lang="en-US" altLang="zh-CN" dirty="0"/>
              <a:t>TPM2_LoadExternal</a:t>
            </a:r>
            <a:r>
              <a:rPr lang="zh-CN" altLang="en-US" dirty="0"/>
              <a:t>命令会返回一个已加载公钥的</a:t>
            </a:r>
            <a:r>
              <a:rPr lang="en-US" altLang="zh-CN" dirty="0"/>
              <a:t>handle</a:t>
            </a:r>
            <a:r>
              <a:rPr lang="zh-CN" altLang="en-US" dirty="0"/>
              <a:t>，现在我们称作</a:t>
            </a:r>
            <a:r>
              <a:rPr lang="en-US" altLang="zh-CN" dirty="0" err="1"/>
              <a:t>aPublicHandle</a:t>
            </a:r>
            <a:r>
              <a:rPr lang="zh-CN" altLang="en-US" dirty="0"/>
              <a:t>。然后就可以执行</a:t>
            </a:r>
            <a:r>
              <a:rPr lang="en-US" altLang="zh-CN" dirty="0"/>
              <a:t>TPM2_</a:t>
            </a:r>
            <a:r>
              <a:rPr lang="zh-CN" altLang="en-US" dirty="0"/>
              <a:t>策略</a:t>
            </a:r>
            <a:r>
              <a:rPr lang="en-US" altLang="zh-CN" dirty="0"/>
              <a:t>Signed</a:t>
            </a:r>
            <a:r>
              <a:rPr lang="zh-CN" altLang="en-US" dirty="0"/>
              <a:t>命令，并且传递</a:t>
            </a:r>
            <a:r>
              <a:rPr lang="en-US" altLang="zh-CN" dirty="0"/>
              <a:t>Trial</a:t>
            </a:r>
            <a:r>
              <a:rPr lang="zh-CN" altLang="en-US" dirty="0"/>
              <a:t>会话的</a:t>
            </a:r>
            <a:r>
              <a:rPr lang="en-US" altLang="zh-CN" dirty="0"/>
              <a:t>handle</a:t>
            </a:r>
            <a:r>
              <a:rPr lang="zh-CN" altLang="en-US" dirty="0"/>
              <a:t>和刚刚加载的公钥</a:t>
            </a:r>
            <a:r>
              <a:rPr lang="en-US" altLang="zh-CN" dirty="0"/>
              <a:t>handle</a:t>
            </a:r>
            <a:r>
              <a:rPr lang="zh-CN" altLang="en-US" dirty="0"/>
              <a:t>。</a:t>
            </a:r>
          </a:p>
        </p:txBody>
      </p:sp>
      <p:sp>
        <p:nvSpPr>
          <p:cNvPr id="4" name="灯片编号占位符 3">
            <a:extLst>
              <a:ext uri="{FF2B5EF4-FFF2-40B4-BE49-F238E27FC236}">
                <a16:creationId xmlns:a16="http://schemas.microsoft.com/office/drawing/2014/main" id="{C49149D8-9EB3-BC17-E3CE-AB62E01C4806}"/>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23</a:t>
            </a:fld>
            <a:endParaRPr lang="en-US" altLang="zh-CN"/>
          </a:p>
        </p:txBody>
      </p:sp>
    </p:spTree>
    <p:extLst>
      <p:ext uri="{BB962C8B-B14F-4D97-AF65-F5344CB8AC3E}">
        <p14:creationId xmlns:p14="http://schemas.microsoft.com/office/powerpoint/2010/main" val="425790644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E3677C-E69D-AF83-94EF-BFB8D372B540}"/>
              </a:ext>
            </a:extLst>
          </p:cNvPr>
          <p:cNvSpPr>
            <a:spLocks noGrp="1"/>
          </p:cNvSpPr>
          <p:nvPr>
            <p:ph type="title"/>
          </p:nvPr>
        </p:nvSpPr>
        <p:spPr>
          <a:xfrm>
            <a:off x="381000" y="228600"/>
            <a:ext cx="6449384" cy="639763"/>
          </a:xfrm>
        </p:spPr>
        <p:txBody>
          <a:bodyPr/>
          <a:lstStyle/>
          <a:p>
            <a:r>
              <a:rPr lang="zh-CN" altLang="en-US" dirty="0"/>
              <a:t>利用</a:t>
            </a:r>
            <a:r>
              <a:rPr lang="en-US" altLang="zh-CN" dirty="0"/>
              <a:t>PCR</a:t>
            </a:r>
            <a:r>
              <a:rPr lang="zh-CN" altLang="en-US" dirty="0"/>
              <a:t>（机器的状态）进行授权</a:t>
            </a:r>
          </a:p>
        </p:txBody>
      </p:sp>
      <p:sp>
        <p:nvSpPr>
          <p:cNvPr id="3" name="内容占位符 2">
            <a:extLst>
              <a:ext uri="{FF2B5EF4-FFF2-40B4-BE49-F238E27FC236}">
                <a16:creationId xmlns:a16="http://schemas.microsoft.com/office/drawing/2014/main" id="{58E3EE0D-C9AD-FBB7-1C95-1F887AD8FFD2}"/>
              </a:ext>
            </a:extLst>
          </p:cNvPr>
          <p:cNvSpPr>
            <a:spLocks noGrp="1"/>
          </p:cNvSpPr>
          <p:nvPr>
            <p:ph idx="1"/>
          </p:nvPr>
        </p:nvSpPr>
        <p:spPr/>
        <p:txBody>
          <a:bodyPr/>
          <a:lstStyle/>
          <a:p>
            <a:r>
              <a:rPr lang="en-US" altLang="zh-CN" dirty="0"/>
              <a:t>TPM</a:t>
            </a:r>
            <a:r>
              <a:rPr lang="zh-CN" altLang="en-US" dirty="0"/>
              <a:t>中的</a:t>
            </a:r>
            <a:r>
              <a:rPr lang="en-US" altLang="zh-CN" dirty="0"/>
              <a:t>PCR</a:t>
            </a:r>
            <a:r>
              <a:rPr lang="zh-CN" altLang="en-US" dirty="0"/>
              <a:t>通常会被启动前后的软件使用，从而用于表示当前系统运行软件的状态。在</a:t>
            </a:r>
            <a:r>
              <a:rPr lang="en-US" altLang="zh-CN" dirty="0"/>
              <a:t>TPM1.2</a:t>
            </a:r>
            <a:r>
              <a:rPr lang="zh-CN" altLang="en-US" dirty="0"/>
              <a:t>的设计中，只有很少一部分功能可以使用这种授权。更槽糕的是，因为使用</a:t>
            </a:r>
            <a:r>
              <a:rPr lang="en-US" altLang="zh-CN" dirty="0"/>
              <a:t>PCR</a:t>
            </a:r>
            <a:r>
              <a:rPr lang="zh-CN" altLang="en-US" dirty="0"/>
              <a:t>授权</a:t>
            </a:r>
            <a:r>
              <a:rPr lang="en-US" altLang="zh-CN" dirty="0"/>
              <a:t>TPM1.2</a:t>
            </a:r>
            <a:r>
              <a:rPr lang="zh-CN" altLang="en-US" dirty="0"/>
              <a:t>的密钥是一种很脆弱的操作，这个限制也让</a:t>
            </a:r>
            <a:r>
              <a:rPr lang="en-US" altLang="zh-CN" dirty="0"/>
              <a:t>PCR</a:t>
            </a:r>
            <a:r>
              <a:rPr lang="zh-CN" altLang="en-US" dirty="0"/>
              <a:t>很难用于授权。</a:t>
            </a:r>
            <a:endParaRPr lang="en-US" altLang="zh-CN" dirty="0"/>
          </a:p>
          <a:p>
            <a:r>
              <a:rPr lang="en-US" altLang="zh-CN" dirty="0"/>
              <a:t>TPM2.0</a:t>
            </a:r>
            <a:r>
              <a:rPr lang="zh-CN" altLang="en-US" dirty="0"/>
              <a:t>的设计允许包含特定值的</a:t>
            </a:r>
            <a:r>
              <a:rPr lang="en-US" altLang="zh-CN" dirty="0"/>
              <a:t>PCR</a:t>
            </a:r>
            <a:r>
              <a:rPr lang="zh-CN" altLang="en-US" dirty="0"/>
              <a:t>用于授权任何命令或者实体。策略只需要指定被引用</a:t>
            </a:r>
            <a:r>
              <a:rPr lang="en-US" altLang="zh-CN" dirty="0"/>
              <a:t>PCR</a:t>
            </a:r>
            <a:r>
              <a:rPr lang="zh-CN" altLang="en-US" dirty="0"/>
              <a:t>的序号以及相应的哈希值。另外，</a:t>
            </a:r>
            <a:r>
              <a:rPr lang="en-US" altLang="zh-CN" dirty="0"/>
              <a:t>TPM2.0</a:t>
            </a:r>
            <a:r>
              <a:rPr lang="zh-CN" altLang="en-US" dirty="0"/>
              <a:t>包含了多种方式来处理</a:t>
            </a:r>
            <a:r>
              <a:rPr lang="en-US" altLang="zh-CN" dirty="0"/>
              <a:t>PCR</a:t>
            </a:r>
            <a:r>
              <a:rPr lang="zh-CN" altLang="en-US" dirty="0"/>
              <a:t>的脆弱性。所有的策略都由一个大小和哈希算法对应的全</a:t>
            </a:r>
            <a:r>
              <a:rPr lang="en-US" altLang="zh-CN" dirty="0"/>
              <a:t>0</a:t>
            </a:r>
            <a:r>
              <a:rPr lang="zh-CN" altLang="en-US" dirty="0"/>
              <a:t>缓冲区开始。为了使用</a:t>
            </a:r>
            <a:r>
              <a:rPr lang="en-US" altLang="zh-CN" dirty="0"/>
              <a:t>PCR</a:t>
            </a:r>
            <a:r>
              <a:rPr lang="zh-CN" altLang="en-US" dirty="0"/>
              <a:t>断言，策略会被扩展以下值：</a:t>
            </a:r>
            <a:r>
              <a:rPr lang="en-US" altLang="zh-CN" dirty="0" err="1"/>
              <a:t>TPM_CC_PolicyPCR</a:t>
            </a:r>
            <a:r>
              <a:rPr lang="en-US" altLang="zh-CN" dirty="0"/>
              <a:t>||PCRs selected||digest of the values to be in the PCRs selected</a:t>
            </a:r>
            <a:r>
              <a:rPr lang="zh-CN" altLang="en-US" dirty="0"/>
              <a:t>。</a:t>
            </a:r>
          </a:p>
        </p:txBody>
      </p:sp>
      <p:sp>
        <p:nvSpPr>
          <p:cNvPr id="4" name="灯片编号占位符 3">
            <a:extLst>
              <a:ext uri="{FF2B5EF4-FFF2-40B4-BE49-F238E27FC236}">
                <a16:creationId xmlns:a16="http://schemas.microsoft.com/office/drawing/2014/main" id="{1207025D-19D2-B7CB-19D9-203A4BEAA019}"/>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24</a:t>
            </a:fld>
            <a:endParaRPr lang="en-US" altLang="zh-CN"/>
          </a:p>
        </p:txBody>
      </p:sp>
    </p:spTree>
    <p:extLst>
      <p:ext uri="{BB962C8B-B14F-4D97-AF65-F5344CB8AC3E}">
        <p14:creationId xmlns:p14="http://schemas.microsoft.com/office/powerpoint/2010/main" val="313513250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42A7E2-29FC-D0EE-1BF8-2080CE9BFAF0}"/>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56B6231D-F8D0-AA2B-1CE0-249B1D105235}"/>
              </a:ext>
            </a:extLst>
          </p:cNvPr>
          <p:cNvSpPr>
            <a:spLocks noGrp="1"/>
          </p:cNvSpPr>
          <p:nvPr>
            <p:ph idx="1"/>
          </p:nvPr>
        </p:nvSpPr>
        <p:spPr/>
        <p:txBody>
          <a:bodyPr/>
          <a:lstStyle/>
          <a:p>
            <a:r>
              <a:rPr lang="zh-CN" altLang="en-US" dirty="0"/>
              <a:t>万一上述的断言通过之后</a:t>
            </a:r>
            <a:r>
              <a:rPr lang="en-US" altLang="zh-CN" dirty="0"/>
              <a:t>PCR</a:t>
            </a:r>
            <a:r>
              <a:rPr lang="zh-CN" altLang="en-US" dirty="0"/>
              <a:t>的值发生变化怎么办？在执行</a:t>
            </a:r>
            <a:r>
              <a:rPr lang="en-US" altLang="zh-CN" dirty="0" err="1"/>
              <a:t>TPM_PolicyPCR</a:t>
            </a:r>
            <a:r>
              <a:rPr lang="zh-CN" altLang="en-US" dirty="0"/>
              <a:t>命令时，</a:t>
            </a:r>
            <a:r>
              <a:rPr lang="en-US" altLang="zh-CN" dirty="0"/>
              <a:t>TPM</a:t>
            </a:r>
            <a:r>
              <a:rPr lang="zh-CN" altLang="en-US" dirty="0"/>
              <a:t>会通过记录</a:t>
            </a:r>
            <a:r>
              <a:rPr lang="en-US" altLang="zh-CN" dirty="0"/>
              <a:t>TPM</a:t>
            </a:r>
            <a:r>
              <a:rPr lang="zh-CN" altLang="en-US" dirty="0"/>
              <a:t>会话状态中的</a:t>
            </a:r>
            <a:r>
              <a:rPr lang="en-US" altLang="zh-CN" dirty="0"/>
              <a:t>PCR</a:t>
            </a:r>
            <a:r>
              <a:rPr lang="zh-CN" altLang="en-US" dirty="0"/>
              <a:t>生成计数器来阻止这样的漏洞。当策略会话正在用于一个命令的授权时，</a:t>
            </a:r>
            <a:r>
              <a:rPr lang="en-US" altLang="zh-CN" dirty="0"/>
              <a:t>TPM</a:t>
            </a:r>
            <a:r>
              <a:rPr lang="zh-CN" altLang="en-US" dirty="0"/>
              <a:t>会检查当前</a:t>
            </a:r>
            <a:r>
              <a:rPr lang="en-US" altLang="zh-CN" dirty="0"/>
              <a:t>PCR</a:t>
            </a:r>
            <a:r>
              <a:rPr lang="zh-CN" altLang="en-US" dirty="0"/>
              <a:t>的计数器与之前记录的值是否匹配，如果不匹配，那这个会话就不能用于授权。</a:t>
            </a:r>
          </a:p>
        </p:txBody>
      </p:sp>
      <p:sp>
        <p:nvSpPr>
          <p:cNvPr id="4" name="灯片编号占位符 3">
            <a:extLst>
              <a:ext uri="{FF2B5EF4-FFF2-40B4-BE49-F238E27FC236}">
                <a16:creationId xmlns:a16="http://schemas.microsoft.com/office/drawing/2014/main" id="{5976DE40-4153-1C1A-8D3F-A6E0A1022304}"/>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25</a:t>
            </a:fld>
            <a:endParaRPr lang="en-US" altLang="zh-CN"/>
          </a:p>
        </p:txBody>
      </p:sp>
    </p:spTree>
    <p:extLst>
      <p:ext uri="{BB962C8B-B14F-4D97-AF65-F5344CB8AC3E}">
        <p14:creationId xmlns:p14="http://schemas.microsoft.com/office/powerpoint/2010/main" val="413236888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9C4948-91C0-159B-0609-A7689F4A98AF}"/>
              </a:ext>
            </a:extLst>
          </p:cNvPr>
          <p:cNvSpPr>
            <a:spLocks noGrp="1"/>
          </p:cNvSpPr>
          <p:nvPr>
            <p:ph type="title"/>
          </p:nvPr>
        </p:nvSpPr>
        <p:spPr/>
        <p:txBody>
          <a:bodyPr/>
          <a:lstStyle/>
          <a:p>
            <a:r>
              <a:rPr lang="zh-CN" altLang="en-US" dirty="0"/>
              <a:t>采用命令的位置进行授权</a:t>
            </a:r>
          </a:p>
        </p:txBody>
      </p:sp>
      <p:sp>
        <p:nvSpPr>
          <p:cNvPr id="3" name="内容占位符 2">
            <a:extLst>
              <a:ext uri="{FF2B5EF4-FFF2-40B4-BE49-F238E27FC236}">
                <a16:creationId xmlns:a16="http://schemas.microsoft.com/office/drawing/2014/main" id="{0674486D-6766-AD3A-A406-29FF69EA2135}"/>
              </a:ext>
            </a:extLst>
          </p:cNvPr>
          <p:cNvSpPr>
            <a:spLocks noGrp="1"/>
          </p:cNvSpPr>
          <p:nvPr>
            <p:ph idx="1"/>
          </p:nvPr>
        </p:nvSpPr>
        <p:spPr/>
        <p:txBody>
          <a:bodyPr/>
          <a:lstStyle/>
          <a:p>
            <a:r>
              <a:rPr lang="en-US" altLang="zh-CN" dirty="0"/>
              <a:t>TPM1.2</a:t>
            </a:r>
            <a:r>
              <a:rPr lang="zh-CN" altLang="en-US" dirty="0"/>
              <a:t>版本的设计中有一个特性叫做</a:t>
            </a:r>
            <a:r>
              <a:rPr lang="en-US" altLang="zh-CN" dirty="0"/>
              <a:t>Locality</a:t>
            </a:r>
            <a:r>
              <a:rPr lang="zh-CN" altLang="en-US" dirty="0"/>
              <a:t>，它用于决定发送到</a:t>
            </a:r>
            <a:r>
              <a:rPr lang="en-US" altLang="zh-CN" dirty="0"/>
              <a:t>TPM</a:t>
            </a:r>
            <a:r>
              <a:rPr lang="zh-CN" altLang="en-US" dirty="0"/>
              <a:t>设备的命令来自于什么样的软件栈。</a:t>
            </a:r>
            <a:r>
              <a:rPr lang="en-US" altLang="zh-CN" dirty="0"/>
              <a:t>TPM1.2</a:t>
            </a:r>
            <a:r>
              <a:rPr lang="zh-CN" altLang="en-US" dirty="0"/>
              <a:t>中，</a:t>
            </a:r>
            <a:r>
              <a:rPr lang="en-US" altLang="zh-CN" dirty="0"/>
              <a:t>Locality</a:t>
            </a:r>
            <a:r>
              <a:rPr lang="zh-CN" altLang="en-US" dirty="0"/>
              <a:t>的主要用途是用于证明</a:t>
            </a:r>
            <a:r>
              <a:rPr lang="en-US" altLang="zh-CN" dirty="0"/>
              <a:t>CPU</a:t>
            </a:r>
            <a:r>
              <a:rPr lang="zh-CN" altLang="en-US" dirty="0"/>
              <a:t>处于一个特殊的模式中，这个特殊的模式是指进入</a:t>
            </a:r>
            <a:r>
              <a:rPr lang="en-US" altLang="zh-CN" dirty="0"/>
              <a:t>Intel TXT</a:t>
            </a:r>
            <a:r>
              <a:rPr lang="zh-CN" altLang="en-US" dirty="0"/>
              <a:t>或者</a:t>
            </a:r>
            <a:r>
              <a:rPr lang="en-US" altLang="zh-CN" dirty="0"/>
              <a:t>AMD-V</a:t>
            </a:r>
            <a:r>
              <a:rPr lang="zh-CN" altLang="en-US" dirty="0"/>
              <a:t>命令模式（这两种模式分别位于</a:t>
            </a:r>
            <a:r>
              <a:rPr lang="en-US" altLang="zh-CN" dirty="0"/>
              <a:t>Intel</a:t>
            </a:r>
            <a:r>
              <a:rPr lang="zh-CN" altLang="en-US" dirty="0"/>
              <a:t>和</a:t>
            </a:r>
            <a:r>
              <a:rPr lang="en-US" altLang="zh-CN" dirty="0"/>
              <a:t>AMD</a:t>
            </a:r>
            <a:r>
              <a:rPr lang="zh-CN" altLang="en-US" dirty="0"/>
              <a:t>的</a:t>
            </a:r>
            <a:r>
              <a:rPr lang="en-US" altLang="zh-CN" dirty="0"/>
              <a:t>CPU</a:t>
            </a:r>
            <a:r>
              <a:rPr lang="zh-CN" altLang="en-US" dirty="0"/>
              <a:t>中）。这些命令主要用于当机器处于不可信的系统运行状态时执行动态信任根测量（</a:t>
            </a:r>
            <a:r>
              <a:rPr lang="en-US" altLang="zh-CN" dirty="0"/>
              <a:t>DRTM</a:t>
            </a:r>
            <a:r>
              <a:rPr lang="zh-CN" altLang="en-US" dirty="0"/>
              <a:t>），这样一来就可以可信地报告软件的状态。</a:t>
            </a:r>
          </a:p>
          <a:p>
            <a:endParaRPr lang="zh-CN" altLang="en-US" dirty="0"/>
          </a:p>
          <a:p>
            <a:r>
              <a:rPr lang="zh-CN" altLang="en-US" dirty="0"/>
              <a:t>在</a:t>
            </a:r>
            <a:r>
              <a:rPr lang="en-US" altLang="zh-CN" dirty="0"/>
              <a:t>TPM2.0</a:t>
            </a:r>
            <a:r>
              <a:rPr lang="zh-CN" altLang="en-US" dirty="0"/>
              <a:t>中，就像</a:t>
            </a:r>
            <a:r>
              <a:rPr lang="en-US" altLang="zh-CN" dirty="0"/>
              <a:t>PCR</a:t>
            </a:r>
            <a:r>
              <a:rPr lang="zh-CN" altLang="en-US" dirty="0"/>
              <a:t>断言被扩展到任意的授权应用中一样，</a:t>
            </a:r>
            <a:r>
              <a:rPr lang="en-US" altLang="zh-CN" dirty="0"/>
              <a:t>Locality</a:t>
            </a:r>
            <a:r>
              <a:rPr lang="zh-CN" altLang="en-US" dirty="0"/>
              <a:t>也被扩展到通用的断言操作中。当策略的一个断言使用</a:t>
            </a:r>
            <a:r>
              <a:rPr lang="en-US" altLang="zh-CN" dirty="0"/>
              <a:t>Locality</a:t>
            </a:r>
            <a:r>
              <a:rPr lang="zh-CN" altLang="en-US" dirty="0"/>
              <a:t>时，会话的策略摘要会被扩展以下值：</a:t>
            </a:r>
            <a:r>
              <a:rPr lang="en-US" altLang="zh-CN" dirty="0"/>
              <a:t>TPM_CC_</a:t>
            </a:r>
            <a:r>
              <a:rPr lang="zh-CN" altLang="en-US" dirty="0"/>
              <a:t>策略</a:t>
            </a:r>
            <a:r>
              <a:rPr lang="en-US" altLang="zh-CN" dirty="0"/>
              <a:t>Locality||locality(</a:t>
            </a:r>
            <a:r>
              <a:rPr lang="en-US" altLang="zh-CN" dirty="0" err="1"/>
              <a:t>ies</a:t>
            </a:r>
            <a:r>
              <a:rPr lang="en-US" altLang="zh-CN" dirty="0"/>
              <a:t>)</a:t>
            </a:r>
            <a:r>
              <a:rPr lang="zh-CN" altLang="en-US" dirty="0"/>
              <a:t>。</a:t>
            </a:r>
          </a:p>
        </p:txBody>
      </p:sp>
      <p:sp>
        <p:nvSpPr>
          <p:cNvPr id="4" name="灯片编号占位符 3">
            <a:extLst>
              <a:ext uri="{FF2B5EF4-FFF2-40B4-BE49-F238E27FC236}">
                <a16:creationId xmlns:a16="http://schemas.microsoft.com/office/drawing/2014/main" id="{7243FF7E-EA2D-3198-6980-B0CE7DD4134D}"/>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26</a:t>
            </a:fld>
            <a:endParaRPr lang="en-US" altLang="zh-CN"/>
          </a:p>
        </p:txBody>
      </p:sp>
    </p:spTree>
    <p:extLst>
      <p:ext uri="{BB962C8B-B14F-4D97-AF65-F5344CB8AC3E}">
        <p14:creationId xmlns:p14="http://schemas.microsoft.com/office/powerpoint/2010/main" val="308655901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F8CDAB-0617-67B0-8EBD-A4EA22ECC376}"/>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DF52D3E9-3222-3C68-8F3D-DADAFFBA4997}"/>
              </a:ext>
            </a:extLst>
          </p:cNvPr>
          <p:cNvSpPr>
            <a:spLocks noGrp="1"/>
          </p:cNvSpPr>
          <p:nvPr>
            <p:ph idx="1"/>
          </p:nvPr>
        </p:nvSpPr>
        <p:spPr/>
        <p:txBody>
          <a:bodyPr/>
          <a:lstStyle/>
          <a:p>
            <a:r>
              <a:rPr lang="zh-CN" altLang="en-US" dirty="0"/>
              <a:t>当需要满足一个会话的</a:t>
            </a:r>
            <a:r>
              <a:rPr lang="en-US" altLang="zh-CN" dirty="0"/>
              <a:t>Locality</a:t>
            </a:r>
            <a:r>
              <a:rPr lang="zh-CN" altLang="en-US" dirty="0"/>
              <a:t>断言时，用户同样需要使用</a:t>
            </a:r>
            <a:r>
              <a:rPr lang="en-US" altLang="zh-CN" dirty="0"/>
              <a:t>TPM2_PolicyLocality</a:t>
            </a:r>
            <a:r>
              <a:rPr lang="zh-CN" altLang="en-US" dirty="0"/>
              <a:t>命令来传递与这个会话绑定的</a:t>
            </a:r>
            <a:r>
              <a:rPr lang="en-US" altLang="zh-CN" dirty="0"/>
              <a:t>Locality</a:t>
            </a:r>
            <a:r>
              <a:rPr lang="zh-CN" altLang="en-US" dirty="0"/>
              <a:t>信息。此时会发生以下两件事：</a:t>
            </a:r>
          </a:p>
          <a:p>
            <a:r>
              <a:rPr lang="en-US" altLang="zh-CN" dirty="0"/>
              <a:t>1. </a:t>
            </a:r>
            <a:r>
              <a:rPr lang="zh-CN" altLang="en-US" dirty="0"/>
              <a:t>会话的摘要被扩展以下的值：</a:t>
            </a:r>
            <a:r>
              <a:rPr lang="en-US" altLang="zh-CN" dirty="0" err="1"/>
              <a:t>TPM_CC_PolicyLocality</a:t>
            </a:r>
            <a:r>
              <a:rPr lang="en-US" altLang="zh-CN" dirty="0"/>
              <a:t>||locality(</a:t>
            </a:r>
            <a:r>
              <a:rPr lang="en-US" altLang="zh-CN" dirty="0" err="1"/>
              <a:t>ies</a:t>
            </a:r>
            <a:r>
              <a:rPr lang="en-US" altLang="zh-CN" dirty="0"/>
              <a:t>)</a:t>
            </a:r>
            <a:r>
              <a:rPr lang="zh-CN" altLang="en-US" dirty="0"/>
              <a:t>。</a:t>
            </a:r>
          </a:p>
          <a:p>
            <a:r>
              <a:rPr lang="en-US" altLang="zh-CN" dirty="0"/>
              <a:t>2. </a:t>
            </a:r>
            <a:r>
              <a:rPr lang="zh-CN" altLang="en-US" dirty="0"/>
              <a:t>一个会话的变量被设置成命令的参数</a:t>
            </a:r>
            <a:r>
              <a:rPr lang="en-US" altLang="zh-CN" dirty="0"/>
              <a:t>Locality</a:t>
            </a:r>
            <a:r>
              <a:rPr lang="zh-CN" altLang="en-US" dirty="0"/>
              <a:t>。</a:t>
            </a:r>
          </a:p>
          <a:p>
            <a:endParaRPr lang="zh-CN" altLang="en-US" dirty="0"/>
          </a:p>
          <a:p>
            <a:r>
              <a:rPr lang="zh-CN" altLang="en-US" dirty="0"/>
              <a:t>当用户使用这个会话执行命令时，</a:t>
            </a:r>
            <a:r>
              <a:rPr lang="en-US" altLang="zh-CN" dirty="0"/>
              <a:t>TPM</a:t>
            </a:r>
            <a:r>
              <a:rPr lang="zh-CN" altLang="en-US" dirty="0"/>
              <a:t>会比较命令数据中的</a:t>
            </a:r>
            <a:r>
              <a:rPr lang="en-US" altLang="zh-CN" dirty="0"/>
              <a:t>Locality</a:t>
            </a:r>
            <a:r>
              <a:rPr lang="zh-CN" altLang="en-US" dirty="0"/>
              <a:t>信息（查看以下</a:t>
            </a:r>
            <a:r>
              <a:rPr lang="en-US" altLang="zh-CN" dirty="0"/>
              <a:t>PTP</a:t>
            </a:r>
            <a:r>
              <a:rPr lang="zh-CN" altLang="en-US" dirty="0"/>
              <a:t>规范中的</a:t>
            </a:r>
            <a:r>
              <a:rPr lang="en-US" altLang="zh-CN" dirty="0"/>
              <a:t>Bit Protocol</a:t>
            </a:r>
            <a:r>
              <a:rPr lang="zh-CN" altLang="en-US" dirty="0"/>
              <a:t>）和会话之前用变量记录的</a:t>
            </a:r>
            <a:r>
              <a:rPr lang="en-US" altLang="zh-CN" dirty="0"/>
              <a:t>Locality</a:t>
            </a:r>
            <a:r>
              <a:rPr lang="zh-CN" altLang="en-US" dirty="0"/>
              <a:t>信息。如果不匹配，命令就不会执行。</a:t>
            </a:r>
          </a:p>
        </p:txBody>
      </p:sp>
      <p:sp>
        <p:nvSpPr>
          <p:cNvPr id="4" name="灯片编号占位符 3">
            <a:extLst>
              <a:ext uri="{FF2B5EF4-FFF2-40B4-BE49-F238E27FC236}">
                <a16:creationId xmlns:a16="http://schemas.microsoft.com/office/drawing/2014/main" id="{1A3A2185-5114-19E3-C1B4-78D502B5C0D5}"/>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27</a:t>
            </a:fld>
            <a:endParaRPr lang="en-US" altLang="zh-CN"/>
          </a:p>
        </p:txBody>
      </p:sp>
    </p:spTree>
    <p:extLst>
      <p:ext uri="{BB962C8B-B14F-4D97-AF65-F5344CB8AC3E}">
        <p14:creationId xmlns:p14="http://schemas.microsoft.com/office/powerpoint/2010/main" val="42177992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3E879E-79F0-88FC-D418-0ABAF1E8E14A}"/>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775002CF-ECFD-3764-ADCD-47CE6F651193}"/>
              </a:ext>
            </a:extLst>
          </p:cNvPr>
          <p:cNvSpPr>
            <a:spLocks noGrp="1"/>
          </p:cNvSpPr>
          <p:nvPr>
            <p:ph idx="1"/>
          </p:nvPr>
        </p:nvSpPr>
        <p:spPr/>
        <p:txBody>
          <a:bodyPr/>
          <a:lstStyle/>
          <a:p>
            <a:r>
              <a:rPr lang="en-US" altLang="zh-CN" dirty="0"/>
              <a:t>Locality</a:t>
            </a:r>
            <a:r>
              <a:rPr lang="zh-CN" altLang="en-US" dirty="0"/>
              <a:t>可以应用于很多地方。它可以用于表示创建实体的命令的来源。它们还可以用于将一些功能绑定到到特定的软件上。在</a:t>
            </a:r>
            <a:r>
              <a:rPr lang="en-US" altLang="zh-CN" dirty="0"/>
              <a:t>1.2</a:t>
            </a:r>
            <a:r>
              <a:rPr lang="zh-CN" altLang="en-US" dirty="0"/>
              <a:t>中，</a:t>
            </a:r>
            <a:r>
              <a:rPr lang="en-US" altLang="zh-CN" dirty="0"/>
              <a:t>Locality</a:t>
            </a:r>
            <a:r>
              <a:rPr lang="zh-CN" altLang="en-US" dirty="0"/>
              <a:t>会用于将</a:t>
            </a:r>
            <a:r>
              <a:rPr lang="en-US" altLang="zh-CN" dirty="0"/>
              <a:t>CPU</a:t>
            </a:r>
            <a:r>
              <a:rPr lang="zh-CN" altLang="en-US" dirty="0"/>
              <a:t>与复位和扩展特定的</a:t>
            </a:r>
            <a:r>
              <a:rPr lang="en-US" altLang="zh-CN" dirty="0"/>
              <a:t>PCR</a:t>
            </a:r>
            <a:r>
              <a:rPr lang="zh-CN" altLang="en-US" dirty="0"/>
              <a:t>绑定在一起（比如</a:t>
            </a:r>
            <a:r>
              <a:rPr lang="en-US" altLang="zh-CN" dirty="0"/>
              <a:t>PCR17</a:t>
            </a:r>
            <a:r>
              <a:rPr lang="zh-CN" altLang="en-US" dirty="0"/>
              <a:t>，</a:t>
            </a:r>
            <a:r>
              <a:rPr lang="en-US" altLang="zh-CN" dirty="0"/>
              <a:t>18</a:t>
            </a:r>
            <a:r>
              <a:rPr lang="zh-CN" altLang="en-US" dirty="0"/>
              <a:t>），这样是为了在</a:t>
            </a:r>
            <a:r>
              <a:rPr lang="en-US" altLang="zh-CN" dirty="0"/>
              <a:t>DRTM</a:t>
            </a:r>
            <a:r>
              <a:rPr lang="zh-CN" altLang="en-US" dirty="0"/>
              <a:t>之前将机器复位成一个已知的状态。</a:t>
            </a:r>
            <a:r>
              <a:rPr lang="en-US" altLang="zh-CN" dirty="0" err="1"/>
              <a:t>SourceForge</a:t>
            </a:r>
            <a:r>
              <a:rPr lang="zh-CN" altLang="en-US" dirty="0"/>
              <a:t>上的</a:t>
            </a:r>
            <a:r>
              <a:rPr lang="en-US" altLang="zh-CN" dirty="0" err="1"/>
              <a:t>tboot</a:t>
            </a:r>
            <a:r>
              <a:rPr lang="zh-CN" altLang="en-US" dirty="0"/>
              <a:t>软件展示了它是怎样使用</a:t>
            </a:r>
            <a:r>
              <a:rPr lang="en-US" altLang="zh-CN" dirty="0"/>
              <a:t>Locality</a:t>
            </a:r>
            <a:r>
              <a:rPr lang="zh-CN" altLang="en-US" dirty="0"/>
              <a:t>的；来自于</a:t>
            </a:r>
            <a:r>
              <a:rPr lang="en-US" altLang="zh-CN" dirty="0"/>
              <a:t>CMU</a:t>
            </a:r>
            <a:r>
              <a:rPr lang="zh-CN" altLang="en-US" dirty="0"/>
              <a:t>的</a:t>
            </a:r>
            <a:r>
              <a:rPr lang="en-US" altLang="zh-CN" dirty="0"/>
              <a:t>Flicker</a:t>
            </a:r>
            <a:r>
              <a:rPr lang="zh-CN" altLang="en-US" dirty="0"/>
              <a:t>使用</a:t>
            </a:r>
            <a:r>
              <a:rPr lang="en-US" altLang="zh-CN" dirty="0" err="1"/>
              <a:t>tboot</a:t>
            </a:r>
            <a:r>
              <a:rPr lang="zh-CN" altLang="en-US" dirty="0"/>
              <a:t>在与</a:t>
            </a:r>
            <a:r>
              <a:rPr lang="en-US" altLang="zh-CN" dirty="0"/>
              <a:t>OS</a:t>
            </a:r>
            <a:r>
              <a:rPr lang="zh-CN" altLang="en-US" dirty="0"/>
              <a:t>独立的内存空间内执行安全相关的操作。</a:t>
            </a:r>
          </a:p>
          <a:p>
            <a:endParaRPr lang="zh-CN" altLang="en-US" dirty="0"/>
          </a:p>
          <a:p>
            <a:r>
              <a:rPr lang="zh-CN" altLang="en-US" dirty="0"/>
              <a:t>因此，</a:t>
            </a:r>
            <a:r>
              <a:rPr lang="en-US" altLang="zh-CN" dirty="0"/>
              <a:t>Locality</a:t>
            </a:r>
            <a:r>
              <a:rPr lang="zh-CN" altLang="en-US" dirty="0"/>
              <a:t>会告诉</a:t>
            </a:r>
            <a:r>
              <a:rPr lang="en-US" altLang="zh-CN" dirty="0"/>
              <a:t>TPM</a:t>
            </a:r>
            <a:r>
              <a:rPr lang="zh-CN" altLang="en-US" dirty="0"/>
              <a:t>当前这个命令来自于什么软件（或者硬件）。因为</a:t>
            </a:r>
            <a:r>
              <a:rPr lang="en-US" altLang="zh-CN" dirty="0"/>
              <a:t>TPM</a:t>
            </a:r>
            <a:r>
              <a:rPr lang="zh-CN" altLang="en-US" dirty="0"/>
              <a:t>本来就知道命令的具体信息（</a:t>
            </a:r>
            <a:r>
              <a:rPr lang="en-US" altLang="zh-CN" dirty="0"/>
              <a:t>TPM</a:t>
            </a:r>
            <a:r>
              <a:rPr lang="zh-CN" altLang="en-US" dirty="0"/>
              <a:t>自己在解析命令的时候可以根据</a:t>
            </a:r>
            <a:r>
              <a:rPr lang="en-US" altLang="zh-CN" dirty="0"/>
              <a:t>Bit Protocol</a:t>
            </a:r>
            <a:r>
              <a:rPr lang="zh-CN" altLang="en-US" dirty="0"/>
              <a:t>解析出</a:t>
            </a:r>
            <a:r>
              <a:rPr lang="en-US" altLang="zh-CN" dirty="0"/>
              <a:t>Locality</a:t>
            </a:r>
            <a:r>
              <a:rPr lang="zh-CN" altLang="en-US" dirty="0"/>
              <a:t>等信息），</a:t>
            </a:r>
            <a:r>
              <a:rPr lang="en-US" altLang="zh-CN" dirty="0"/>
              <a:t>Locality</a:t>
            </a:r>
            <a:r>
              <a:rPr lang="zh-CN" altLang="en-US" dirty="0"/>
              <a:t>可以用于授权。</a:t>
            </a:r>
          </a:p>
        </p:txBody>
      </p:sp>
      <p:sp>
        <p:nvSpPr>
          <p:cNvPr id="4" name="灯片编号占位符 3">
            <a:extLst>
              <a:ext uri="{FF2B5EF4-FFF2-40B4-BE49-F238E27FC236}">
                <a16:creationId xmlns:a16="http://schemas.microsoft.com/office/drawing/2014/main" id="{D024F13F-626A-9BCD-F30A-1C76884C6CFA}"/>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28</a:t>
            </a:fld>
            <a:endParaRPr lang="en-US" altLang="zh-CN"/>
          </a:p>
        </p:txBody>
      </p:sp>
    </p:spTree>
    <p:extLst>
      <p:ext uri="{BB962C8B-B14F-4D97-AF65-F5344CB8AC3E}">
        <p14:creationId xmlns:p14="http://schemas.microsoft.com/office/powerpoint/2010/main" val="222618823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21D9EF-4538-B695-083B-827955A20172}"/>
              </a:ext>
            </a:extLst>
          </p:cNvPr>
          <p:cNvSpPr>
            <a:spLocks noGrp="1"/>
          </p:cNvSpPr>
          <p:nvPr>
            <p:ph type="title"/>
          </p:nvPr>
        </p:nvSpPr>
        <p:spPr/>
        <p:txBody>
          <a:bodyPr/>
          <a:lstStyle/>
          <a:p>
            <a:r>
              <a:rPr lang="zh-CN" altLang="en-US" dirty="0"/>
              <a:t>利用</a:t>
            </a:r>
            <a:r>
              <a:rPr lang="en-US" altLang="zh-CN" dirty="0"/>
              <a:t>TPM</a:t>
            </a:r>
            <a:r>
              <a:rPr lang="zh-CN" altLang="en-US" dirty="0"/>
              <a:t>的内部状态（引导计数器和计时器）进行授权</a:t>
            </a:r>
          </a:p>
        </p:txBody>
      </p:sp>
      <p:sp>
        <p:nvSpPr>
          <p:cNvPr id="3" name="内容占位符 2">
            <a:extLst>
              <a:ext uri="{FF2B5EF4-FFF2-40B4-BE49-F238E27FC236}">
                <a16:creationId xmlns:a16="http://schemas.microsoft.com/office/drawing/2014/main" id="{5766887B-FC3C-1F91-3C61-60ECCBD78083}"/>
              </a:ext>
            </a:extLst>
          </p:cNvPr>
          <p:cNvSpPr>
            <a:spLocks noGrp="1"/>
          </p:cNvSpPr>
          <p:nvPr>
            <p:ph idx="1"/>
          </p:nvPr>
        </p:nvSpPr>
        <p:spPr/>
        <p:txBody>
          <a:bodyPr/>
          <a:lstStyle/>
          <a:p>
            <a:r>
              <a:rPr lang="en-US" altLang="zh-CN" dirty="0"/>
              <a:t>TPM1.2</a:t>
            </a:r>
            <a:r>
              <a:rPr lang="zh-CN" altLang="en-US" dirty="0"/>
              <a:t>设备有一个内部定时器用于测量</a:t>
            </a:r>
            <a:r>
              <a:rPr lang="en-US" altLang="zh-CN" dirty="0"/>
              <a:t>TPM</a:t>
            </a:r>
            <a:r>
              <a:rPr lang="zh-CN" altLang="en-US" dirty="0"/>
              <a:t>上次启动到现在经过的时间（这个值可能和外部的时间相关），还有一个内部的单向计数器。但是这两种特性都不能用于授权。</a:t>
            </a:r>
            <a:r>
              <a:rPr lang="en-US" altLang="zh-CN" dirty="0"/>
              <a:t>TPM2.0</a:t>
            </a:r>
            <a:r>
              <a:rPr lang="zh-CN" altLang="en-US" dirty="0"/>
              <a:t>有一个定时器，一个时钟，以及启动计数器，它们可以通过复杂的配置方式来提供新的断言。启动计数器用于记录设备已经启动的次数。定时器用于记录</a:t>
            </a:r>
            <a:r>
              <a:rPr lang="en-US" altLang="zh-CN" dirty="0"/>
              <a:t>TPM</a:t>
            </a:r>
            <a:r>
              <a:rPr lang="zh-CN" altLang="en-US" dirty="0"/>
              <a:t>设备当次启动后经过的时间。时钟与定时器很像，但是时钟只能向前更新，并且可以被设置成与外部时间相同的值，在</a:t>
            </a:r>
            <a:r>
              <a:rPr lang="en-US" altLang="zh-CN" dirty="0"/>
              <a:t>TPM</a:t>
            </a:r>
            <a:r>
              <a:rPr lang="zh-CN" altLang="en-US" dirty="0"/>
              <a:t>掉电以后也就停止工作（这与主板上的</a:t>
            </a:r>
            <a:r>
              <a:rPr lang="en-US" altLang="zh-CN" dirty="0"/>
              <a:t>RTC</a:t>
            </a:r>
            <a:r>
              <a:rPr lang="zh-CN" altLang="en-US" dirty="0"/>
              <a:t>就不同了，这个时钟不需要额外的电池供电）。</a:t>
            </a:r>
          </a:p>
          <a:p>
            <a:endParaRPr lang="zh-CN" altLang="en-US" dirty="0"/>
          </a:p>
        </p:txBody>
      </p:sp>
      <p:sp>
        <p:nvSpPr>
          <p:cNvPr id="4" name="灯片编号占位符 3">
            <a:extLst>
              <a:ext uri="{FF2B5EF4-FFF2-40B4-BE49-F238E27FC236}">
                <a16:creationId xmlns:a16="http://schemas.microsoft.com/office/drawing/2014/main" id="{55E1C5E9-6638-70C3-C48C-B605753FA7B5}"/>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29</a:t>
            </a:fld>
            <a:endParaRPr lang="en-US" altLang="zh-CN"/>
          </a:p>
        </p:txBody>
      </p:sp>
    </p:spTree>
    <p:extLst>
      <p:ext uri="{BB962C8B-B14F-4D97-AF65-F5344CB8AC3E}">
        <p14:creationId xmlns:p14="http://schemas.microsoft.com/office/powerpoint/2010/main" val="386645471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1D7D2F-095B-7E20-8794-4F69F605E824}"/>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AD011056-66ED-9FE5-18C1-29EA6381053E}"/>
              </a:ext>
            </a:extLst>
          </p:cNvPr>
          <p:cNvSpPr>
            <a:spLocks noGrp="1"/>
          </p:cNvSpPr>
          <p:nvPr>
            <p:ph idx="1"/>
          </p:nvPr>
        </p:nvSpPr>
        <p:spPr/>
        <p:txBody>
          <a:bodyPr/>
          <a:lstStyle/>
          <a:p>
            <a:r>
              <a:rPr lang="zh-CN" altLang="en-US" dirty="0"/>
              <a:t>上述这些特点可以用于限制</a:t>
            </a:r>
            <a:r>
              <a:rPr lang="en-US" altLang="zh-CN" dirty="0"/>
              <a:t>TPM</a:t>
            </a:r>
            <a:r>
              <a:rPr lang="zh-CN" altLang="en-US" dirty="0"/>
              <a:t>实体只能在启动计数器没有变化，或者时钟在某一个时间段的情况下使用。实体的使用也可以被限制在白天的时间使用。后者是最有可能的应用场景</a:t>
            </a:r>
            <a:r>
              <a:rPr lang="en-US" altLang="zh-CN" dirty="0"/>
              <a:t>——</a:t>
            </a:r>
            <a:r>
              <a:rPr lang="zh-CN" altLang="en-US" dirty="0"/>
              <a:t>将一个计算机的文件访问限制在白天的工作时间内，这有助于阻止黑客在夜晚非法访问文件。</a:t>
            </a:r>
          </a:p>
          <a:p>
            <a:endParaRPr lang="zh-CN" altLang="en-US" dirty="0"/>
          </a:p>
          <a:p>
            <a:r>
              <a:rPr lang="en-US" altLang="zh-CN" dirty="0"/>
              <a:t>TPM</a:t>
            </a:r>
            <a:r>
              <a:rPr lang="zh-CN" altLang="en-US" dirty="0"/>
              <a:t>一直都可以检查内部时钟和启动计数器的值，所以它们被成为内部状态。内部状态断言要求在被授权的命令执行之前创建策略会话，并且还要在命令执行之前这些断言是通过的。命令执行时这些断言并不一定通过。</a:t>
            </a:r>
          </a:p>
        </p:txBody>
      </p:sp>
      <p:sp>
        <p:nvSpPr>
          <p:cNvPr id="4" name="灯片编号占位符 3">
            <a:extLst>
              <a:ext uri="{FF2B5EF4-FFF2-40B4-BE49-F238E27FC236}">
                <a16:creationId xmlns:a16="http://schemas.microsoft.com/office/drawing/2014/main" id="{3CA03597-2B33-1BE3-FBE4-69D5B8A8EB2F}"/>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30</a:t>
            </a:fld>
            <a:endParaRPr lang="en-US" altLang="zh-CN"/>
          </a:p>
        </p:txBody>
      </p:sp>
    </p:spTree>
    <p:extLst>
      <p:ext uri="{BB962C8B-B14F-4D97-AF65-F5344CB8AC3E}">
        <p14:creationId xmlns:p14="http://schemas.microsoft.com/office/powerpoint/2010/main" val="333746689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7D34AC-8FFA-4FD5-9D63-ADCD5FF250F3}"/>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70122711-5969-5BAE-D712-3E7D8B97AFBC}"/>
              </a:ext>
            </a:extLst>
          </p:cNvPr>
          <p:cNvSpPr>
            <a:spLocks noGrp="1"/>
          </p:cNvSpPr>
          <p:nvPr>
            <p:ph idx="1"/>
          </p:nvPr>
        </p:nvSpPr>
        <p:spPr/>
        <p:txBody>
          <a:bodyPr/>
          <a:lstStyle/>
          <a:p>
            <a:r>
              <a:rPr lang="zh-CN" altLang="en-US" dirty="0"/>
              <a:t>上述过程使用以下值扩展策略：</a:t>
            </a:r>
            <a:r>
              <a:rPr lang="en-US" altLang="zh-CN" dirty="0" err="1"/>
              <a:t>TPM_CC_PolicyCounterTimer</a:t>
            </a:r>
            <a:r>
              <a:rPr lang="en-US" altLang="zh-CN" dirty="0"/>
              <a:t>||HASH(Time or Counter value||offset to either the internal clock or the boot counter|| operation)</a:t>
            </a:r>
            <a:r>
              <a:rPr lang="zh-CN" altLang="en-US" dirty="0"/>
              <a:t>。这个</a:t>
            </a:r>
            <a:r>
              <a:rPr lang="en-US" altLang="zh-CN" dirty="0"/>
              <a:t>operation</a:t>
            </a:r>
            <a:r>
              <a:rPr lang="zh-CN" altLang="en-US" dirty="0"/>
              <a:t>参数指示了需要做的比较操作。</a:t>
            </a:r>
          </a:p>
        </p:txBody>
      </p:sp>
      <p:sp>
        <p:nvSpPr>
          <p:cNvPr id="4" name="灯片编号占位符 3">
            <a:extLst>
              <a:ext uri="{FF2B5EF4-FFF2-40B4-BE49-F238E27FC236}">
                <a16:creationId xmlns:a16="http://schemas.microsoft.com/office/drawing/2014/main" id="{E50D5B6E-1F16-ED66-FEC4-4C6EE3DA4F33}"/>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31</a:t>
            </a:fld>
            <a:endParaRPr lang="en-US" altLang="zh-CN"/>
          </a:p>
        </p:txBody>
      </p:sp>
    </p:spTree>
    <p:extLst>
      <p:ext uri="{BB962C8B-B14F-4D97-AF65-F5344CB8AC3E}">
        <p14:creationId xmlns:p14="http://schemas.microsoft.com/office/powerpoint/2010/main" val="305357341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45857A-C84E-B73F-B927-FEE76562BD6A}"/>
              </a:ext>
            </a:extLst>
          </p:cNvPr>
          <p:cNvSpPr>
            <a:spLocks noGrp="1"/>
          </p:cNvSpPr>
          <p:nvPr>
            <p:ph type="title"/>
          </p:nvPr>
        </p:nvSpPr>
        <p:spPr/>
        <p:txBody>
          <a:bodyPr/>
          <a:lstStyle/>
          <a:p>
            <a:r>
              <a:rPr lang="zh-CN" altLang="en-US" dirty="0"/>
              <a:t>利用</a:t>
            </a:r>
            <a:r>
              <a:rPr lang="en-US" altLang="zh-CN" dirty="0"/>
              <a:t>NV</a:t>
            </a:r>
            <a:r>
              <a:rPr lang="zh-CN" altLang="en-US" dirty="0"/>
              <a:t>内存位置进行授权</a:t>
            </a:r>
          </a:p>
        </p:txBody>
      </p:sp>
      <p:sp>
        <p:nvSpPr>
          <p:cNvPr id="3" name="内容占位符 2">
            <a:extLst>
              <a:ext uri="{FF2B5EF4-FFF2-40B4-BE49-F238E27FC236}">
                <a16:creationId xmlns:a16="http://schemas.microsoft.com/office/drawing/2014/main" id="{5FA730C2-2FD6-209F-DF85-BD8C1CD893BC}"/>
              </a:ext>
            </a:extLst>
          </p:cNvPr>
          <p:cNvSpPr>
            <a:spLocks noGrp="1"/>
          </p:cNvSpPr>
          <p:nvPr>
            <p:ph idx="1"/>
          </p:nvPr>
        </p:nvSpPr>
        <p:spPr/>
        <p:txBody>
          <a:bodyPr/>
          <a:lstStyle/>
          <a:p>
            <a:r>
              <a:rPr lang="en-US" altLang="zh-CN" dirty="0"/>
              <a:t>TPM2.0</a:t>
            </a:r>
            <a:r>
              <a:rPr lang="zh-CN" altLang="en-US" dirty="0"/>
              <a:t>规范新增加了一个命令，它用于使用特定</a:t>
            </a:r>
            <a:r>
              <a:rPr lang="en-US" altLang="zh-CN" dirty="0"/>
              <a:t>NVRAM</a:t>
            </a:r>
            <a:r>
              <a:rPr lang="zh-CN" altLang="en-US" dirty="0"/>
              <a:t>区域存储的值来授权</a:t>
            </a:r>
            <a:r>
              <a:rPr lang="en-US" altLang="zh-CN" dirty="0"/>
              <a:t>TPM</a:t>
            </a:r>
            <a:r>
              <a:rPr lang="zh-CN" altLang="en-US" dirty="0"/>
              <a:t>实体的访问。举例来说，如果一个</a:t>
            </a:r>
            <a:r>
              <a:rPr lang="en-US" altLang="zh-CN" dirty="0"/>
              <a:t>NV</a:t>
            </a:r>
            <a:r>
              <a:rPr lang="zh-CN" altLang="en-US" dirty="0"/>
              <a:t>索引对应一个</a:t>
            </a:r>
            <a:r>
              <a:rPr lang="en-US" altLang="zh-CN" dirty="0"/>
              <a:t>32</a:t>
            </a:r>
            <a:r>
              <a:rPr lang="zh-CN" altLang="en-US" dirty="0"/>
              <a:t>比特的内存区域，你可以使用其中一位的状态来控制</a:t>
            </a:r>
            <a:r>
              <a:rPr lang="en-US" altLang="zh-CN" dirty="0"/>
              <a:t>TPM</a:t>
            </a:r>
            <a:r>
              <a:rPr lang="zh-CN" altLang="en-US" dirty="0"/>
              <a:t>实体的访问权限。如果每一个比特都被分配给不同的用户，一个用户访问一个特定实体的权限可以通过修改</a:t>
            </a:r>
            <a:r>
              <a:rPr lang="en-US" altLang="zh-CN" dirty="0"/>
              <a:t>NVRAM</a:t>
            </a:r>
            <a:r>
              <a:rPr lang="zh-CN" altLang="en-US" dirty="0"/>
              <a:t>中响应比特的值来撤销或者使能。当然，这也意味着拥有权限写这个</a:t>
            </a:r>
            <a:r>
              <a:rPr lang="en-US" altLang="zh-CN" dirty="0"/>
              <a:t>NVRAM</a:t>
            </a:r>
            <a:r>
              <a:rPr lang="zh-CN" altLang="en-US" dirty="0"/>
              <a:t>区域的人拥有最高的密钥使用权限。</a:t>
            </a:r>
          </a:p>
        </p:txBody>
      </p:sp>
      <p:sp>
        <p:nvSpPr>
          <p:cNvPr id="4" name="灯片编号占位符 3">
            <a:extLst>
              <a:ext uri="{FF2B5EF4-FFF2-40B4-BE49-F238E27FC236}">
                <a16:creationId xmlns:a16="http://schemas.microsoft.com/office/drawing/2014/main" id="{4F962650-13E0-E302-B1AB-6A9DD82379DF}"/>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32</a:t>
            </a:fld>
            <a:endParaRPr lang="en-US" altLang="zh-CN"/>
          </a:p>
        </p:txBody>
      </p:sp>
    </p:spTree>
    <p:extLst>
      <p:ext uri="{BB962C8B-B14F-4D97-AF65-F5344CB8AC3E}">
        <p14:creationId xmlns:p14="http://schemas.microsoft.com/office/powerpoint/2010/main" val="73392698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06429E-8B5A-86C9-37D9-5C9C91552C0D}"/>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C0682B6C-BA73-A2B9-E9B7-E872104BC448}"/>
              </a:ext>
            </a:extLst>
          </p:cNvPr>
          <p:cNvSpPr>
            <a:spLocks noGrp="1"/>
          </p:cNvSpPr>
          <p:nvPr>
            <p:ph idx="1"/>
          </p:nvPr>
        </p:nvSpPr>
        <p:spPr/>
        <p:txBody>
          <a:bodyPr/>
          <a:lstStyle/>
          <a:p>
            <a:r>
              <a:rPr lang="zh-CN" altLang="en-US" dirty="0"/>
              <a:t>这个命令的功能不止于此，因为</a:t>
            </a:r>
            <a:r>
              <a:rPr lang="en-US" altLang="zh-CN" dirty="0"/>
              <a:t>TPM</a:t>
            </a:r>
            <a:r>
              <a:rPr lang="zh-CN" altLang="en-US" dirty="0"/>
              <a:t>允许针对</a:t>
            </a:r>
            <a:r>
              <a:rPr lang="en-US" altLang="zh-CN" dirty="0"/>
              <a:t>NVRAM</a:t>
            </a:r>
            <a:r>
              <a:rPr lang="zh-CN" altLang="en-US" dirty="0"/>
              <a:t>区域执行逻辑操作。所以你可以设定如下的断言条件：</a:t>
            </a:r>
          </a:p>
          <a:p>
            <a:endParaRPr lang="zh-CN" altLang="en-US" dirty="0"/>
          </a:p>
          <a:p>
            <a:pPr marL="0" indent="0">
              <a:buNone/>
            </a:pPr>
            <a:r>
              <a:rPr lang="en-US" altLang="zh-CN" dirty="0">
                <a:solidFill>
                  <a:srgbClr val="FF0000"/>
                </a:solidFill>
              </a:rPr>
              <a:t>    6 &lt;= NVRAM location &lt; 8 OR 9 &lt; NVRAM location &lt; 23</a:t>
            </a:r>
          </a:p>
          <a:p>
            <a:endParaRPr lang="en-US" altLang="zh-CN" dirty="0"/>
          </a:p>
          <a:p>
            <a:r>
              <a:rPr lang="en-US" altLang="zh-CN" dirty="0"/>
              <a:t>TPM2.0</a:t>
            </a:r>
            <a:r>
              <a:rPr lang="zh-CN" altLang="en-US" dirty="0"/>
              <a:t>的</a:t>
            </a:r>
            <a:r>
              <a:rPr lang="en-US" altLang="zh-CN" dirty="0"/>
              <a:t>NVRAM</a:t>
            </a:r>
            <a:r>
              <a:rPr lang="zh-CN" altLang="en-US" dirty="0"/>
              <a:t>区域可以被配置成计数器。这就意味着你可以在策略中通过灵活的配置将计数器配置成只能使用</a:t>
            </a:r>
            <a:r>
              <a:rPr lang="en-US" altLang="zh-CN" dirty="0"/>
              <a:t>n</a:t>
            </a:r>
            <a:r>
              <a:rPr lang="zh-CN" altLang="en-US" dirty="0"/>
              <a:t>次。</a:t>
            </a:r>
          </a:p>
        </p:txBody>
      </p:sp>
      <p:sp>
        <p:nvSpPr>
          <p:cNvPr id="4" name="灯片编号占位符 3">
            <a:extLst>
              <a:ext uri="{FF2B5EF4-FFF2-40B4-BE49-F238E27FC236}">
                <a16:creationId xmlns:a16="http://schemas.microsoft.com/office/drawing/2014/main" id="{4ADE7721-5585-1ADA-92BE-E644D4DA66F0}"/>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33</a:t>
            </a:fld>
            <a:endParaRPr lang="en-US" altLang="zh-CN"/>
          </a:p>
        </p:txBody>
      </p:sp>
    </p:spTree>
    <p:extLst>
      <p:ext uri="{BB962C8B-B14F-4D97-AF65-F5344CB8AC3E}">
        <p14:creationId xmlns:p14="http://schemas.microsoft.com/office/powerpoint/2010/main" val="82075414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B0C671-E27C-4FA4-ECAC-99755D7EE43A}"/>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82EDAF62-D4F3-011D-2F2F-B7FDF4504D35}"/>
              </a:ext>
            </a:extLst>
          </p:cNvPr>
          <p:cNvSpPr>
            <a:spLocks noGrp="1"/>
          </p:cNvSpPr>
          <p:nvPr>
            <p:ph idx="1"/>
          </p:nvPr>
        </p:nvSpPr>
        <p:spPr/>
        <p:txBody>
          <a:bodyPr/>
          <a:lstStyle/>
          <a:p>
            <a:r>
              <a:rPr lang="zh-CN" altLang="en-US" dirty="0"/>
              <a:t>这样的策略需要将策略缓冲区扩展以下的值：</a:t>
            </a:r>
            <a:r>
              <a:rPr lang="en-US" altLang="zh-CN" dirty="0" err="1"/>
              <a:t>TPM_CC_PolicyNV</a:t>
            </a:r>
            <a:r>
              <a:rPr lang="en-US" altLang="zh-CN" dirty="0"/>
              <a:t>||calculated Value||name of NV location</a:t>
            </a:r>
            <a:r>
              <a:rPr lang="zh-CN" altLang="en-US" dirty="0"/>
              <a:t>。</a:t>
            </a:r>
            <a:r>
              <a:rPr lang="en-US" altLang="zh-CN" dirty="0"/>
              <a:t>calculated value</a:t>
            </a:r>
            <a:r>
              <a:rPr lang="zh-CN" altLang="en-US" dirty="0"/>
              <a:t>表示</a:t>
            </a:r>
            <a:r>
              <a:rPr lang="en-US" altLang="zh-CN" dirty="0"/>
              <a:t>HASH(value to compare to || offset </a:t>
            </a:r>
            <a:r>
              <a:rPr lang="en-US" altLang="zh-CN" dirty="0" err="1"/>
              <a:t>inito</a:t>
            </a:r>
            <a:r>
              <a:rPr lang="en-US" altLang="zh-CN" dirty="0"/>
              <a:t> the NVRAM location) || number that represents the operation)</a:t>
            </a:r>
          </a:p>
          <a:p>
            <a:endParaRPr lang="en-US" altLang="zh-CN" dirty="0"/>
          </a:p>
          <a:p>
            <a:r>
              <a:rPr lang="zh-CN" altLang="en-US" dirty="0"/>
              <a:t>将一个实体看作一个锁，那</a:t>
            </a:r>
            <a:r>
              <a:rPr lang="en-US" altLang="zh-CN" dirty="0"/>
              <a:t>NVRAM</a:t>
            </a:r>
            <a:r>
              <a:rPr lang="zh-CN" altLang="en-US" dirty="0"/>
              <a:t>区域中的值就像是锁的制动栓。如果他们的值是正确的，就可以使用这个实体。如果实体内部的状态正确，锁就会被打开。</a:t>
            </a:r>
          </a:p>
        </p:txBody>
      </p:sp>
      <p:sp>
        <p:nvSpPr>
          <p:cNvPr id="4" name="灯片编号占位符 3">
            <a:extLst>
              <a:ext uri="{FF2B5EF4-FFF2-40B4-BE49-F238E27FC236}">
                <a16:creationId xmlns:a16="http://schemas.microsoft.com/office/drawing/2014/main" id="{30E2D7BE-5EC2-6867-C2F2-77C94A1F979B}"/>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34</a:t>
            </a:fld>
            <a:endParaRPr lang="en-US" altLang="zh-CN"/>
          </a:p>
        </p:txBody>
      </p:sp>
    </p:spTree>
    <p:extLst>
      <p:ext uri="{BB962C8B-B14F-4D97-AF65-F5344CB8AC3E}">
        <p14:creationId xmlns:p14="http://schemas.microsoft.com/office/powerpoint/2010/main" val="67627586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937778-94FE-3750-A6DE-05A6ED182ED2}"/>
              </a:ext>
            </a:extLst>
          </p:cNvPr>
          <p:cNvSpPr>
            <a:spLocks noGrp="1"/>
          </p:cNvSpPr>
          <p:nvPr>
            <p:ph type="title"/>
          </p:nvPr>
        </p:nvSpPr>
        <p:spPr>
          <a:xfrm>
            <a:off x="381000" y="228600"/>
            <a:ext cx="7026254" cy="639763"/>
          </a:xfrm>
        </p:spPr>
        <p:txBody>
          <a:bodyPr/>
          <a:lstStyle/>
          <a:p>
            <a:r>
              <a:rPr lang="zh-CN" altLang="en-US" dirty="0"/>
              <a:t>利用外部设备状态（</a:t>
            </a:r>
            <a:r>
              <a:rPr lang="en-US" altLang="zh-CN" dirty="0"/>
              <a:t>GPS,</a:t>
            </a:r>
            <a:r>
              <a:rPr lang="zh-CN" altLang="en-US" dirty="0"/>
              <a:t>指纹识别器）进行授权</a:t>
            </a:r>
          </a:p>
        </p:txBody>
      </p:sp>
      <p:sp>
        <p:nvSpPr>
          <p:cNvPr id="3" name="内容占位符 2">
            <a:extLst>
              <a:ext uri="{FF2B5EF4-FFF2-40B4-BE49-F238E27FC236}">
                <a16:creationId xmlns:a16="http://schemas.microsoft.com/office/drawing/2014/main" id="{0620157A-805F-1B18-EA6B-00050DD2DBAA}"/>
              </a:ext>
            </a:extLst>
          </p:cNvPr>
          <p:cNvSpPr>
            <a:spLocks noGrp="1"/>
          </p:cNvSpPr>
          <p:nvPr>
            <p:ph idx="1"/>
          </p:nvPr>
        </p:nvSpPr>
        <p:spPr/>
        <p:txBody>
          <a:bodyPr/>
          <a:lstStyle/>
          <a:p>
            <a:r>
              <a:rPr lang="en-US" altLang="zh-CN" dirty="0"/>
              <a:t>TPM2.0</a:t>
            </a:r>
            <a:r>
              <a:rPr lang="zh-CN" altLang="en-US" dirty="0"/>
              <a:t>设计中最有意思的新的断言方式就是，断言依赖于一个外部设备的状态。这个外部的设备可以代表一个公私密钥对。设备的状态可以是任何可以用它的私钥签名的东西（当然还要结合</a:t>
            </a:r>
            <a:r>
              <a:rPr lang="en-US" altLang="zh-CN" dirty="0"/>
              <a:t>TPM</a:t>
            </a:r>
            <a:r>
              <a:rPr lang="zh-CN" altLang="en-US" dirty="0"/>
              <a:t>产生的</a:t>
            </a:r>
            <a:r>
              <a:rPr lang="en-US" altLang="zh-CN" dirty="0"/>
              <a:t>nonce</a:t>
            </a:r>
            <a:r>
              <a:rPr lang="zh-CN" altLang="en-US" dirty="0"/>
              <a:t>值）。如果设备是一个生物信息设备，授权的形式可以是“</a:t>
            </a:r>
            <a:r>
              <a:rPr lang="en-US" altLang="zh-CN" dirty="0"/>
              <a:t>Bob </a:t>
            </a:r>
            <a:r>
              <a:rPr lang="zh-CN" altLang="en-US" dirty="0"/>
              <a:t>向我证明了他的身份”。如果设备是一个</a:t>
            </a:r>
            <a:r>
              <a:rPr lang="en-US" altLang="zh-CN" dirty="0"/>
              <a:t>GPS</a:t>
            </a:r>
            <a:r>
              <a:rPr lang="zh-CN" altLang="en-US" dirty="0"/>
              <a:t>设备，那就是“我现在的位置是巴尔的摩市”。如果是一个时间服务，断言有可能是“当前的时间是交易时间”。相关的断言会识别代表设备的公钥以及代表设备状态的值（一个签名值）。</a:t>
            </a:r>
            <a:r>
              <a:rPr lang="en-US" altLang="zh-CN" dirty="0"/>
              <a:t>TPM</a:t>
            </a:r>
            <a:r>
              <a:rPr lang="zh-CN" altLang="en-US" dirty="0"/>
              <a:t>仅仅是比较签名和期望的鉴定信息。</a:t>
            </a:r>
            <a:r>
              <a:rPr lang="en-US" altLang="zh-CN" dirty="0"/>
              <a:t>TPM</a:t>
            </a:r>
            <a:r>
              <a:rPr lang="zh-CN" altLang="en-US" dirty="0"/>
              <a:t>不会对比较的结果做任何进一步计算，所以是（</a:t>
            </a:r>
            <a:r>
              <a:rPr lang="en-US" altLang="zh-CN" dirty="0"/>
              <a:t>making the representation</a:t>
            </a:r>
            <a:r>
              <a:rPr lang="zh-CN" altLang="en-US" dirty="0"/>
              <a:t>）设备需要决定它的输入与它签名的内容一致。</a:t>
            </a:r>
          </a:p>
        </p:txBody>
      </p:sp>
      <p:sp>
        <p:nvSpPr>
          <p:cNvPr id="4" name="灯片编号占位符 3">
            <a:extLst>
              <a:ext uri="{FF2B5EF4-FFF2-40B4-BE49-F238E27FC236}">
                <a16:creationId xmlns:a16="http://schemas.microsoft.com/office/drawing/2014/main" id="{53E4CCF7-2B4C-F956-8048-1CB307EC5EE4}"/>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35</a:t>
            </a:fld>
            <a:endParaRPr lang="en-US" altLang="zh-CN"/>
          </a:p>
        </p:txBody>
      </p:sp>
    </p:spTree>
    <p:extLst>
      <p:ext uri="{BB962C8B-B14F-4D97-AF65-F5344CB8AC3E}">
        <p14:creationId xmlns:p14="http://schemas.microsoft.com/office/powerpoint/2010/main" val="294806632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D79CDA-2E4B-C368-32C7-E99021EFB404}"/>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0B370240-B03F-91BC-5ADE-D15C702248F8}"/>
              </a:ext>
            </a:extLst>
          </p:cNvPr>
          <p:cNvSpPr>
            <a:spLocks noGrp="1"/>
          </p:cNvSpPr>
          <p:nvPr>
            <p:ph idx="1"/>
          </p:nvPr>
        </p:nvSpPr>
        <p:spPr/>
        <p:txBody>
          <a:bodyPr/>
          <a:lstStyle/>
          <a:p>
            <a:r>
              <a:rPr lang="zh-CN" altLang="en-US" dirty="0"/>
              <a:t>这个特点为生物信息提供了灵活性：如果</a:t>
            </a:r>
            <a:r>
              <a:rPr lang="en-US" altLang="zh-CN" dirty="0"/>
              <a:t>Bob</a:t>
            </a:r>
            <a:r>
              <a:rPr lang="zh-CN" altLang="en-US" dirty="0"/>
              <a:t>向指纹识别器注册了几个手指的指纹，</a:t>
            </a:r>
            <a:r>
              <a:rPr lang="en-US" altLang="zh-CN" dirty="0"/>
              <a:t>TPM</a:t>
            </a:r>
            <a:r>
              <a:rPr lang="zh-CN" altLang="en-US" dirty="0"/>
              <a:t>不需要知道到底是哪一个指纹信息被签名</a:t>
            </a:r>
            <a:r>
              <a:rPr lang="en-US" altLang="zh-CN" dirty="0"/>
              <a:t>——</a:t>
            </a:r>
            <a:r>
              <a:rPr lang="zh-CN" altLang="en-US" dirty="0"/>
              <a:t>只需要知道这个指纹对应用户</a:t>
            </a:r>
            <a:r>
              <a:rPr lang="en-US" altLang="zh-CN" dirty="0"/>
              <a:t>Bob</a:t>
            </a:r>
            <a:r>
              <a:rPr lang="zh-CN" altLang="en-US" dirty="0"/>
              <a:t>。一个</a:t>
            </a:r>
            <a:r>
              <a:rPr lang="en-US" altLang="zh-CN" dirty="0"/>
              <a:t>GPS</a:t>
            </a:r>
            <a:r>
              <a:rPr lang="zh-CN" altLang="en-US" dirty="0"/>
              <a:t>设备不需要特别精确</a:t>
            </a:r>
            <a:r>
              <a:rPr lang="en-US" altLang="zh-CN" dirty="0"/>
              <a:t>——</a:t>
            </a:r>
            <a:r>
              <a:rPr lang="zh-CN" altLang="en-US" dirty="0"/>
              <a:t>仅仅是指定的一个区域即可。断言不需要指定一个特别精确的时间，而是指定一个可以接受的时间段就行。但是这个灵活性也不是完全通用的。这不是在说“一些指纹识别器已经证明</a:t>
            </a:r>
            <a:r>
              <a:rPr lang="en-US" altLang="zh-CN" dirty="0"/>
              <a:t>Bob</a:t>
            </a:r>
            <a:r>
              <a:rPr lang="zh-CN" altLang="en-US" dirty="0"/>
              <a:t>已经向设备做了身份认证”；而是说“这个特定的指纹识别器已经证明</a:t>
            </a:r>
            <a:r>
              <a:rPr lang="en-US" altLang="zh-CN" dirty="0"/>
              <a:t>Bob</a:t>
            </a:r>
            <a:r>
              <a:rPr lang="zh-CN" altLang="en-US" dirty="0"/>
              <a:t>已经向设备做了身份认证”。这就允许策略的创建者决定如何使用他信任的生物信息设备，从而防止被轻易地欺骗。</a:t>
            </a:r>
          </a:p>
        </p:txBody>
      </p:sp>
      <p:sp>
        <p:nvSpPr>
          <p:cNvPr id="4" name="灯片编号占位符 3">
            <a:extLst>
              <a:ext uri="{FF2B5EF4-FFF2-40B4-BE49-F238E27FC236}">
                <a16:creationId xmlns:a16="http://schemas.microsoft.com/office/drawing/2014/main" id="{DF3BB8DF-BB35-33E9-2A7F-C9813FD6E133}"/>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36</a:t>
            </a:fld>
            <a:endParaRPr lang="en-US" altLang="zh-CN"/>
          </a:p>
        </p:txBody>
      </p:sp>
    </p:spTree>
    <p:extLst>
      <p:ext uri="{BB962C8B-B14F-4D97-AF65-F5344CB8AC3E}">
        <p14:creationId xmlns:p14="http://schemas.microsoft.com/office/powerpoint/2010/main" val="422887934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0081C9-BB85-2103-7767-CA0C434FBDDC}"/>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91128E17-BFD8-5FB3-18CD-80E8096658D8}"/>
              </a:ext>
            </a:extLst>
          </p:cNvPr>
          <p:cNvSpPr>
            <a:spLocks noGrp="1"/>
          </p:cNvSpPr>
          <p:nvPr>
            <p:ph idx="1"/>
          </p:nvPr>
        </p:nvSpPr>
        <p:spPr/>
        <p:txBody>
          <a:bodyPr/>
          <a:lstStyle/>
          <a:p>
            <a:r>
              <a:rPr lang="zh-CN" altLang="en-US" dirty="0"/>
              <a:t>一旦这个策略被满足，就没有进一步的检查了，所以有可能在一个命令执行的时候，相关的断言已经再也不能通过了。</a:t>
            </a:r>
          </a:p>
          <a:p>
            <a:r>
              <a:rPr lang="zh-CN" altLang="en-US" dirty="0"/>
              <a:t>创建这样的策略同样由一个和哈希算法匹配的全</a:t>
            </a:r>
            <a:r>
              <a:rPr lang="en-US" altLang="zh-CN" dirty="0"/>
              <a:t>0</a:t>
            </a:r>
            <a:r>
              <a:rPr lang="zh-CN" altLang="en-US" dirty="0"/>
              <a:t>缓冲区开始。然后这个缓冲区会被扩展以下的值：</a:t>
            </a:r>
            <a:r>
              <a:rPr lang="en-US" altLang="zh-CN" dirty="0" err="1"/>
              <a:t>TPM_CC_PolicySigned</a:t>
            </a:r>
            <a:r>
              <a:rPr lang="en-US" altLang="zh-CN" dirty="0"/>
              <a:t>||SHA256(</a:t>
            </a:r>
            <a:r>
              <a:rPr lang="en-US" altLang="zh-CN" dirty="0" err="1"/>
              <a:t>publicKey</a:t>
            </a:r>
            <a:r>
              <a:rPr lang="en-US" altLang="zh-CN" dirty="0"/>
              <a:t>)|| </a:t>
            </a:r>
            <a:r>
              <a:rPr lang="en-US" altLang="zh-CN" dirty="0" err="1"/>
              <a:t>stateOfRemoteDevice</a:t>
            </a:r>
            <a:r>
              <a:rPr lang="zh-CN" altLang="en-US" dirty="0"/>
              <a:t>，</a:t>
            </a:r>
            <a:r>
              <a:rPr lang="en-US" altLang="zh-CN" dirty="0" err="1"/>
              <a:t>stateOfRemoteDevice</a:t>
            </a:r>
            <a:r>
              <a:rPr lang="zh-CN" altLang="en-US" dirty="0"/>
              <a:t>有两部分组成：描述的大小，和描述本身。</a:t>
            </a:r>
            <a:endParaRPr lang="en-US" altLang="zh-CN" dirty="0"/>
          </a:p>
          <a:p>
            <a:r>
              <a:rPr lang="zh-CN" altLang="en-US" dirty="0"/>
              <a:t>如果使用</a:t>
            </a:r>
            <a:r>
              <a:rPr lang="en-US" altLang="zh-CN" dirty="0"/>
              <a:t>Trial</a:t>
            </a:r>
            <a:r>
              <a:rPr lang="zh-CN" altLang="en-US" dirty="0"/>
              <a:t>会话创建这个策略，需要执行</a:t>
            </a:r>
            <a:r>
              <a:rPr lang="en-US" altLang="zh-CN" dirty="0"/>
              <a:t>TPM2_</a:t>
            </a:r>
            <a:r>
              <a:rPr lang="zh-CN" altLang="en-US" dirty="0"/>
              <a:t>策略</a:t>
            </a:r>
            <a:r>
              <a:rPr lang="en-US" altLang="zh-CN" dirty="0"/>
              <a:t>Signed</a:t>
            </a:r>
            <a:r>
              <a:rPr lang="zh-CN" altLang="en-US" dirty="0"/>
              <a:t>命令。再次说明，必须传递</a:t>
            </a:r>
            <a:r>
              <a:rPr lang="en-US" altLang="zh-CN" dirty="0"/>
              <a:t>Trial</a:t>
            </a:r>
            <a:r>
              <a:rPr lang="zh-CN" altLang="en-US" dirty="0"/>
              <a:t>会话的</a:t>
            </a:r>
            <a:r>
              <a:rPr lang="en-US" altLang="zh-CN" dirty="0"/>
              <a:t>handle</a:t>
            </a:r>
            <a:r>
              <a:rPr lang="zh-CN" altLang="en-US" dirty="0"/>
              <a:t>，与设备的私钥相对应的公钥</a:t>
            </a:r>
            <a:r>
              <a:rPr lang="en-US" altLang="zh-CN" dirty="0"/>
              <a:t>handle</a:t>
            </a:r>
            <a:r>
              <a:rPr lang="zh-CN" altLang="en-US" dirty="0"/>
              <a:t>，远程设备的状态。举例来说，如果远程设备是指纹识别器，它可以对这个信息签名“</a:t>
            </a:r>
            <a:r>
              <a:rPr lang="en-US" altLang="zh-CN" dirty="0"/>
              <a:t>Sally correctly authenticated”</a:t>
            </a:r>
            <a:r>
              <a:rPr lang="zh-CN" altLang="en-US" dirty="0"/>
              <a:t>。</a:t>
            </a:r>
          </a:p>
        </p:txBody>
      </p:sp>
      <p:sp>
        <p:nvSpPr>
          <p:cNvPr id="4" name="灯片编号占位符 3">
            <a:extLst>
              <a:ext uri="{FF2B5EF4-FFF2-40B4-BE49-F238E27FC236}">
                <a16:creationId xmlns:a16="http://schemas.microsoft.com/office/drawing/2014/main" id="{0441C738-2D6F-2222-F376-28F5C4DB562B}"/>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37</a:t>
            </a:fld>
            <a:endParaRPr lang="en-US" altLang="zh-CN"/>
          </a:p>
        </p:txBody>
      </p:sp>
    </p:spTree>
    <p:extLst>
      <p:ext uri="{BB962C8B-B14F-4D97-AF65-F5344CB8AC3E}">
        <p14:creationId xmlns:p14="http://schemas.microsoft.com/office/powerpoint/2010/main" val="412367397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4A6108-66A3-22F8-787A-A7EC50F0BFC1}"/>
              </a:ext>
            </a:extLst>
          </p:cNvPr>
          <p:cNvSpPr>
            <a:spLocks noGrp="1"/>
          </p:cNvSpPr>
          <p:nvPr>
            <p:ph type="title"/>
          </p:nvPr>
        </p:nvSpPr>
        <p:spPr/>
        <p:txBody>
          <a:bodyPr/>
          <a:lstStyle/>
          <a:p>
            <a:r>
              <a:rPr lang="zh-CN" altLang="en-US" dirty="0"/>
              <a:t>使用通配符进行授权</a:t>
            </a:r>
          </a:p>
        </p:txBody>
      </p:sp>
      <p:sp>
        <p:nvSpPr>
          <p:cNvPr id="3" name="内容占位符 2">
            <a:extLst>
              <a:ext uri="{FF2B5EF4-FFF2-40B4-BE49-F238E27FC236}">
                <a16:creationId xmlns:a16="http://schemas.microsoft.com/office/drawing/2014/main" id="{62F4F6D2-9E49-1C82-6B13-DF931BB2C587}"/>
              </a:ext>
            </a:extLst>
          </p:cNvPr>
          <p:cNvSpPr>
            <a:spLocks noGrp="1"/>
          </p:cNvSpPr>
          <p:nvPr>
            <p:ph idx="1"/>
          </p:nvPr>
        </p:nvSpPr>
        <p:spPr/>
        <p:txBody>
          <a:bodyPr/>
          <a:lstStyle/>
          <a:p>
            <a:r>
              <a:rPr lang="en-US" altLang="zh-CN" dirty="0"/>
              <a:t>TPM1.2</a:t>
            </a:r>
            <a:r>
              <a:rPr lang="zh-CN" altLang="en-US" dirty="0"/>
              <a:t>设计的一个主要问题是</a:t>
            </a:r>
            <a:r>
              <a:rPr lang="en-US" altLang="zh-CN" dirty="0"/>
              <a:t>PCR</a:t>
            </a:r>
            <a:r>
              <a:rPr lang="zh-CN" altLang="en-US" dirty="0"/>
              <a:t>太脆弱。当一个实体被锁定到一个</a:t>
            </a:r>
            <a:r>
              <a:rPr lang="en-US" altLang="zh-CN" dirty="0"/>
              <a:t>PCR</a:t>
            </a:r>
            <a:r>
              <a:rPr lang="zh-CN" altLang="en-US" dirty="0"/>
              <a:t>后，就不能修改</a:t>
            </a:r>
            <a:r>
              <a:rPr lang="en-US" altLang="zh-CN" dirty="0"/>
              <a:t>PCR</a:t>
            </a:r>
            <a:r>
              <a:rPr lang="zh-CN" altLang="en-US" dirty="0"/>
              <a:t>的值了。</a:t>
            </a:r>
            <a:r>
              <a:rPr lang="en-US" altLang="zh-CN" dirty="0"/>
              <a:t>PCR0</a:t>
            </a:r>
            <a:r>
              <a:rPr lang="zh-CN" altLang="en-US" dirty="0"/>
              <a:t>用于表示</a:t>
            </a:r>
            <a:r>
              <a:rPr lang="en-US" altLang="zh-CN" dirty="0"/>
              <a:t>BIOS</a:t>
            </a:r>
            <a:r>
              <a:rPr lang="zh-CN" altLang="en-US" dirty="0"/>
              <a:t>固件，安全性很重要。如果</a:t>
            </a:r>
            <a:r>
              <a:rPr lang="en-US" altLang="zh-CN" dirty="0"/>
              <a:t>PCR0</a:t>
            </a:r>
            <a:r>
              <a:rPr lang="zh-CN" altLang="en-US" dirty="0"/>
              <a:t>的值变化了，那可能表示有了安全性漏洞。微软的</a:t>
            </a:r>
            <a:r>
              <a:rPr lang="en-US" altLang="zh-CN" dirty="0"/>
              <a:t>BitLocker</a:t>
            </a:r>
            <a:r>
              <a:rPr lang="zh-CN" altLang="en-US" dirty="0"/>
              <a:t>应用就使用它来提供安全性。但是，</a:t>
            </a:r>
            <a:r>
              <a:rPr lang="en-US" altLang="zh-CN" dirty="0"/>
              <a:t>BIOS</a:t>
            </a:r>
            <a:r>
              <a:rPr lang="zh-CN" altLang="en-US" dirty="0"/>
              <a:t>固件可能需要升级。当升级完成以后，</a:t>
            </a:r>
            <a:r>
              <a:rPr lang="en-US" altLang="zh-CN" dirty="0"/>
              <a:t>PCR0</a:t>
            </a:r>
            <a:r>
              <a:rPr lang="zh-CN" altLang="en-US" dirty="0"/>
              <a:t>的值就会改变，也就使得锁定到旧</a:t>
            </a:r>
            <a:r>
              <a:rPr lang="en-US" altLang="zh-CN" dirty="0"/>
              <a:t>PCR</a:t>
            </a:r>
            <a:r>
              <a:rPr lang="zh-CN" altLang="en-US" dirty="0"/>
              <a:t>值的实体再也不能用了。</a:t>
            </a:r>
          </a:p>
          <a:p>
            <a:r>
              <a:rPr lang="zh-CN" altLang="en-US" dirty="0"/>
              <a:t>应用程序可以绕过这个</a:t>
            </a:r>
            <a:r>
              <a:rPr lang="en-US" altLang="zh-CN" dirty="0"/>
              <a:t>PCR</a:t>
            </a:r>
            <a:r>
              <a:rPr lang="zh-CN" altLang="en-US" dirty="0"/>
              <a:t>的限制，它是通过在升级</a:t>
            </a:r>
            <a:r>
              <a:rPr lang="en-US" altLang="zh-CN" dirty="0"/>
              <a:t>BIOS</a:t>
            </a:r>
            <a:r>
              <a:rPr lang="zh-CN" altLang="en-US" dirty="0"/>
              <a:t>之前将被锁定的密钥解密，然后升级，最后使用新的</a:t>
            </a:r>
            <a:r>
              <a:rPr lang="en-US" altLang="zh-CN" dirty="0"/>
              <a:t>PCR0</a:t>
            </a:r>
            <a:r>
              <a:rPr lang="zh-CN" altLang="en-US" dirty="0"/>
              <a:t>的值来锁定密钥。但是这个过程很烦琐，并且在升级</a:t>
            </a:r>
            <a:r>
              <a:rPr lang="en-US" altLang="zh-CN" dirty="0"/>
              <a:t>BIOS</a:t>
            </a:r>
            <a:r>
              <a:rPr lang="zh-CN" altLang="en-US" dirty="0"/>
              <a:t>期间这些密钥是处于明文状态的。因此，</a:t>
            </a:r>
            <a:r>
              <a:rPr lang="en-US" altLang="zh-CN" dirty="0"/>
              <a:t>EA</a:t>
            </a:r>
            <a:r>
              <a:rPr lang="zh-CN" altLang="en-US" dirty="0"/>
              <a:t>能够允许修改</a:t>
            </a:r>
            <a:r>
              <a:rPr lang="en-US" altLang="zh-CN" dirty="0"/>
              <a:t>PCR</a:t>
            </a:r>
            <a:r>
              <a:rPr lang="zh-CN" altLang="en-US" dirty="0"/>
              <a:t>的值但是不用解密锁定的数据这个特点很重要。但是这仍然需要很明显地检查在什么情况下策略可以改变。有很多可能的方案被考虑过，包括增加一个专门用于修改这个策略的授权。</a:t>
            </a:r>
          </a:p>
        </p:txBody>
      </p:sp>
      <p:sp>
        <p:nvSpPr>
          <p:cNvPr id="4" name="灯片编号占位符 3">
            <a:extLst>
              <a:ext uri="{FF2B5EF4-FFF2-40B4-BE49-F238E27FC236}">
                <a16:creationId xmlns:a16="http://schemas.microsoft.com/office/drawing/2014/main" id="{1288A59A-F957-CA6D-4817-96D1BA123097}"/>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38</a:t>
            </a:fld>
            <a:endParaRPr lang="en-US" altLang="zh-CN"/>
          </a:p>
        </p:txBody>
      </p:sp>
    </p:spTree>
    <p:extLst>
      <p:ext uri="{BB962C8B-B14F-4D97-AF65-F5344CB8AC3E}">
        <p14:creationId xmlns:p14="http://schemas.microsoft.com/office/powerpoint/2010/main" val="306545471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A532F1-CD8D-8BF0-3D69-C936148720D9}"/>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04D4CCFA-02C0-F94C-8EF7-7C1ADE6B80C4}"/>
              </a:ext>
            </a:extLst>
          </p:cNvPr>
          <p:cNvSpPr>
            <a:spLocks noGrp="1"/>
          </p:cNvSpPr>
          <p:nvPr>
            <p:ph idx="1"/>
          </p:nvPr>
        </p:nvSpPr>
        <p:spPr/>
        <p:txBody>
          <a:bodyPr/>
          <a:lstStyle/>
          <a:p>
            <a:r>
              <a:rPr lang="zh-CN" altLang="en-US" dirty="0"/>
              <a:t>最终的解决方案很机智，它通过使用</a:t>
            </a:r>
            <a:r>
              <a:rPr lang="en-US" altLang="zh-CN" dirty="0"/>
              <a:t>TPM2_PolicyAuthorize</a:t>
            </a:r>
            <a:r>
              <a:rPr lang="zh-CN" altLang="en-US" dirty="0"/>
              <a:t>命令来实现，称这种方法为通配型策略。在玩扑克时，一个通配卡可以替代任何通配卡持有者想要替换的卡。一个通配型的策略同样也可以替换任何持有者想要换的策略。更进一步讲，任何通配策略所有者同意的策略都可以用于满足这个通配型的策略。在创建一个通配型的策略时，可以通过一个</a:t>
            </a:r>
            <a:r>
              <a:rPr lang="en-US" altLang="zh-CN" dirty="0" err="1"/>
              <a:t>wildCardName</a:t>
            </a:r>
            <a:r>
              <a:rPr lang="zh-CN" altLang="en-US" dirty="0"/>
              <a:t>参数来限制策略。这就是说通配型策略的所有者可以选择具有特定名称的策略以满足通配型策略。一个与</a:t>
            </a:r>
            <a:r>
              <a:rPr lang="en-US" altLang="zh-CN" dirty="0"/>
              <a:t>OEM</a:t>
            </a:r>
            <a:r>
              <a:rPr lang="zh-CN" altLang="en-US" dirty="0"/>
              <a:t>的</a:t>
            </a:r>
            <a:r>
              <a:rPr lang="en-US" altLang="zh-CN" dirty="0"/>
              <a:t>BIOS</a:t>
            </a:r>
            <a:r>
              <a:rPr lang="zh-CN" altLang="en-US" dirty="0"/>
              <a:t>签名密钥相关的通配策略理论上可以被任何经过</a:t>
            </a:r>
            <a:r>
              <a:rPr lang="en-US" altLang="zh-CN" dirty="0"/>
              <a:t>BIOS</a:t>
            </a:r>
            <a:r>
              <a:rPr lang="zh-CN" altLang="en-US" dirty="0"/>
              <a:t>签名的策略替换。</a:t>
            </a:r>
          </a:p>
        </p:txBody>
      </p:sp>
      <p:sp>
        <p:nvSpPr>
          <p:cNvPr id="4" name="灯片编号占位符 3">
            <a:extLst>
              <a:ext uri="{FF2B5EF4-FFF2-40B4-BE49-F238E27FC236}">
                <a16:creationId xmlns:a16="http://schemas.microsoft.com/office/drawing/2014/main" id="{03E1A4FC-A1EB-5AB7-0A16-9D4C265C00EA}"/>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39</a:t>
            </a:fld>
            <a:endParaRPr lang="en-US" altLang="zh-CN"/>
          </a:p>
        </p:txBody>
      </p:sp>
    </p:spTree>
    <p:extLst>
      <p:ext uri="{BB962C8B-B14F-4D97-AF65-F5344CB8AC3E}">
        <p14:creationId xmlns:p14="http://schemas.microsoft.com/office/powerpoint/2010/main" val="88726221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21C767-2C91-C9AA-D1CC-7DA3F91DC17F}"/>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6BDDC7E7-76A7-9C8B-F060-D4C205A53EA6}"/>
              </a:ext>
            </a:extLst>
          </p:cNvPr>
          <p:cNvSpPr>
            <a:spLocks noGrp="1"/>
          </p:cNvSpPr>
          <p:nvPr>
            <p:ph idx="1"/>
          </p:nvPr>
        </p:nvSpPr>
        <p:spPr/>
        <p:txBody>
          <a:bodyPr/>
          <a:lstStyle/>
          <a:p>
            <a:r>
              <a:rPr lang="zh-CN" altLang="en-US" dirty="0"/>
              <a:t>通配型策略的创建方式与使用外部设备状态的策略类似。通过将策略会话扩展为以下内容：</a:t>
            </a:r>
            <a:r>
              <a:rPr lang="en-US" altLang="zh-CN" dirty="0" err="1"/>
              <a:t>TPM_CC_PolicyAuthorize</a:t>
            </a:r>
            <a:r>
              <a:rPr lang="en-US" altLang="zh-CN" dirty="0"/>
              <a:t>||</a:t>
            </a:r>
            <a:r>
              <a:rPr lang="en-US" altLang="zh-CN" dirty="0" err="1"/>
              <a:t>keySign</a:t>
            </a:r>
            <a:r>
              <a:rPr lang="en-US" altLang="zh-CN" dirty="0"/>
              <a:t>-&gt;</a:t>
            </a:r>
            <a:r>
              <a:rPr lang="en-US" altLang="zh-CN" dirty="0" err="1"/>
              <a:t>nameAlg</a:t>
            </a:r>
            <a:r>
              <a:rPr lang="en-US" altLang="zh-CN" dirty="0"/>
              <a:t>||</a:t>
            </a:r>
            <a:r>
              <a:rPr lang="en-US" altLang="zh-CN" dirty="0" err="1"/>
              <a:t>keyName</a:t>
            </a:r>
            <a:r>
              <a:rPr lang="en-US" altLang="zh-CN" dirty="0"/>
              <a:t>||</a:t>
            </a:r>
            <a:r>
              <a:rPr lang="en-US" altLang="zh-CN" dirty="0" err="1"/>
              <a:t>wildCardName</a:t>
            </a:r>
            <a:r>
              <a:rPr lang="zh-CN" altLang="en-US" dirty="0"/>
              <a:t>。与策略</a:t>
            </a:r>
            <a:r>
              <a:rPr lang="en-US" altLang="zh-CN" dirty="0"/>
              <a:t>Signed</a:t>
            </a:r>
            <a:r>
              <a:rPr lang="zh-CN" altLang="en-US" dirty="0"/>
              <a:t>断言一样，如果你使用</a:t>
            </a:r>
            <a:r>
              <a:rPr lang="en-US" altLang="zh-CN" dirty="0"/>
              <a:t>Trial</a:t>
            </a:r>
            <a:r>
              <a:rPr lang="zh-CN" altLang="en-US" dirty="0"/>
              <a:t>会话创建通配型的策略，首先需要加载一个公钥到</a:t>
            </a:r>
            <a:r>
              <a:rPr lang="en-US" altLang="zh-CN" dirty="0"/>
              <a:t>TPM</a:t>
            </a:r>
            <a:r>
              <a:rPr lang="zh-CN" altLang="en-US" dirty="0"/>
              <a:t>（使用</a:t>
            </a:r>
            <a:r>
              <a:rPr lang="en-US" altLang="zh-CN" dirty="0"/>
              <a:t>TPM2_LoadExternal</a:t>
            </a:r>
            <a:r>
              <a:rPr lang="zh-CN" altLang="en-US" dirty="0"/>
              <a:t>命令），然后执行策略</a:t>
            </a:r>
            <a:r>
              <a:rPr lang="en-US" altLang="zh-CN" dirty="0"/>
              <a:t>Authorize</a:t>
            </a:r>
            <a:r>
              <a:rPr lang="zh-CN" altLang="en-US" dirty="0"/>
              <a:t>命令。</a:t>
            </a:r>
          </a:p>
          <a:p>
            <a:endParaRPr lang="zh-CN" altLang="en-US" dirty="0"/>
          </a:p>
          <a:p>
            <a:r>
              <a:rPr lang="en-US" altLang="zh-CN" dirty="0"/>
              <a:t>TPM2_LoadExternal</a:t>
            </a:r>
            <a:r>
              <a:rPr lang="zh-CN" altLang="en-US" dirty="0"/>
              <a:t>命令会返回已加载公钥的</a:t>
            </a:r>
            <a:r>
              <a:rPr lang="en-US" altLang="zh-CN" dirty="0"/>
              <a:t>handle</a:t>
            </a:r>
            <a:r>
              <a:rPr lang="zh-CN" altLang="en-US" dirty="0"/>
              <a:t>，这里叫做</a:t>
            </a:r>
            <a:r>
              <a:rPr lang="en-US" altLang="zh-CN" dirty="0" err="1"/>
              <a:t>aPublicHandle</a:t>
            </a:r>
            <a:r>
              <a:rPr lang="zh-CN" altLang="en-US" dirty="0"/>
              <a:t>。然后你就可以执行</a:t>
            </a:r>
            <a:r>
              <a:rPr lang="en-US" altLang="zh-CN" dirty="0"/>
              <a:t>TPM2_</a:t>
            </a:r>
            <a:r>
              <a:rPr lang="zh-CN" altLang="en-US" dirty="0"/>
              <a:t>策略</a:t>
            </a:r>
            <a:r>
              <a:rPr lang="en-US" altLang="zh-CN" dirty="0"/>
              <a:t>Authorize</a:t>
            </a:r>
            <a:r>
              <a:rPr lang="zh-CN" altLang="en-US" dirty="0"/>
              <a:t>，并传递</a:t>
            </a:r>
            <a:r>
              <a:rPr lang="en-US" altLang="zh-CN" dirty="0"/>
              <a:t>Trial</a:t>
            </a:r>
            <a:r>
              <a:rPr lang="zh-CN" altLang="en-US" dirty="0"/>
              <a:t>会话的</a:t>
            </a:r>
            <a:r>
              <a:rPr lang="en-US" altLang="zh-CN" dirty="0"/>
              <a:t>handle</a:t>
            </a:r>
            <a:r>
              <a:rPr lang="zh-CN" altLang="en-US" dirty="0"/>
              <a:t>，</a:t>
            </a:r>
            <a:r>
              <a:rPr lang="en-US" altLang="zh-CN" dirty="0" err="1"/>
              <a:t>wildCardName</a:t>
            </a:r>
            <a:r>
              <a:rPr lang="zh-CN" altLang="en-US" dirty="0"/>
              <a:t>，以及</a:t>
            </a:r>
            <a:r>
              <a:rPr lang="en-US" altLang="zh-CN" dirty="0" err="1"/>
              <a:t>aPublicHandle</a:t>
            </a:r>
            <a:r>
              <a:rPr lang="zh-CN" altLang="en-US" dirty="0"/>
              <a:t>。</a:t>
            </a:r>
          </a:p>
        </p:txBody>
      </p:sp>
      <p:sp>
        <p:nvSpPr>
          <p:cNvPr id="4" name="灯片编号占位符 3">
            <a:extLst>
              <a:ext uri="{FF2B5EF4-FFF2-40B4-BE49-F238E27FC236}">
                <a16:creationId xmlns:a16="http://schemas.microsoft.com/office/drawing/2014/main" id="{5F27D688-89A5-EBC9-7FA0-A8282D6B28B2}"/>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40</a:t>
            </a:fld>
            <a:endParaRPr lang="en-US" altLang="zh-CN"/>
          </a:p>
        </p:txBody>
      </p:sp>
    </p:spTree>
    <p:extLst>
      <p:ext uri="{BB962C8B-B14F-4D97-AF65-F5344CB8AC3E}">
        <p14:creationId xmlns:p14="http://schemas.microsoft.com/office/powerpoint/2010/main" val="255088416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9FCA1A-1FB7-520E-F671-CFA27CA7BF17}"/>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CA2B0CC6-0F1D-4BA3-61D8-BDFBCAF412BB}"/>
              </a:ext>
            </a:extLst>
          </p:cNvPr>
          <p:cNvSpPr>
            <a:spLocks noGrp="1"/>
          </p:cNvSpPr>
          <p:nvPr>
            <p:ph idx="1"/>
          </p:nvPr>
        </p:nvSpPr>
        <p:spPr>
          <a:xfrm>
            <a:off x="423672" y="1927800"/>
            <a:ext cx="8296656" cy="2327400"/>
          </a:xfrm>
        </p:spPr>
        <p:txBody>
          <a:bodyPr/>
          <a:lstStyle/>
          <a:p>
            <a:r>
              <a:rPr lang="en-US" altLang="zh-CN" dirty="0">
                <a:solidFill>
                  <a:srgbClr val="FF0000"/>
                </a:solidFill>
              </a:rPr>
              <a:t>TPM2_PolicyAuthorize</a:t>
            </a:r>
            <a:r>
              <a:rPr lang="zh-CN" altLang="en-US" dirty="0">
                <a:solidFill>
                  <a:srgbClr val="FF0000"/>
                </a:solidFill>
              </a:rPr>
              <a:t>是</a:t>
            </a:r>
            <a:r>
              <a:rPr lang="en-US" altLang="zh-CN" dirty="0">
                <a:solidFill>
                  <a:srgbClr val="FF0000"/>
                </a:solidFill>
              </a:rPr>
              <a:t>TPM</a:t>
            </a:r>
            <a:r>
              <a:rPr lang="zh-CN" altLang="en-US" dirty="0">
                <a:solidFill>
                  <a:srgbClr val="FF0000"/>
                </a:solidFill>
              </a:rPr>
              <a:t>中最有用的策略之一，因为它是在对象创建之后可以修改对象策略的唯一方式。这就意味着如果对象已经被锁定到一组</a:t>
            </a:r>
            <a:r>
              <a:rPr lang="en-US" altLang="zh-CN" dirty="0">
                <a:solidFill>
                  <a:srgbClr val="FF0000"/>
                </a:solidFill>
              </a:rPr>
              <a:t>PCR</a:t>
            </a:r>
            <a:r>
              <a:rPr lang="zh-CN" altLang="en-US" dirty="0">
                <a:solidFill>
                  <a:srgbClr val="FF0000"/>
                </a:solidFill>
              </a:rPr>
              <a:t>值（对应一个特定的系统配置），然后系统的配置发生了变化，对象的策略可以通过这个方式进行有效修改，从而与新的配置匹配。</a:t>
            </a:r>
          </a:p>
        </p:txBody>
      </p:sp>
      <p:sp>
        <p:nvSpPr>
          <p:cNvPr id="4" name="灯片编号占位符 3">
            <a:extLst>
              <a:ext uri="{FF2B5EF4-FFF2-40B4-BE49-F238E27FC236}">
                <a16:creationId xmlns:a16="http://schemas.microsoft.com/office/drawing/2014/main" id="{0B906B33-20BC-E8AF-1877-2442EB7CEDF3}"/>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41</a:t>
            </a:fld>
            <a:endParaRPr lang="en-US" altLang="zh-CN"/>
          </a:p>
        </p:txBody>
      </p:sp>
    </p:spTree>
    <p:extLst>
      <p:ext uri="{BB962C8B-B14F-4D97-AF65-F5344CB8AC3E}">
        <p14:creationId xmlns:p14="http://schemas.microsoft.com/office/powerpoint/2010/main" val="29923494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C037ED-F108-518F-7C9F-38DBEF40BDB5}"/>
              </a:ext>
            </a:extLst>
          </p:cNvPr>
          <p:cNvSpPr>
            <a:spLocks noGrp="1"/>
          </p:cNvSpPr>
          <p:nvPr>
            <p:ph type="title"/>
          </p:nvPr>
        </p:nvSpPr>
        <p:spPr/>
        <p:txBody>
          <a:bodyPr/>
          <a:lstStyle/>
          <a:p>
            <a:r>
              <a:rPr lang="zh-CN" altLang="en-US" dirty="0"/>
              <a:t>基于限定命令的断言</a:t>
            </a:r>
          </a:p>
        </p:txBody>
      </p:sp>
      <p:sp>
        <p:nvSpPr>
          <p:cNvPr id="3" name="内容占位符 2">
            <a:extLst>
              <a:ext uri="{FF2B5EF4-FFF2-40B4-BE49-F238E27FC236}">
                <a16:creationId xmlns:a16="http://schemas.microsoft.com/office/drawing/2014/main" id="{654018B3-13EB-2D97-7590-7B6FA58D35FC}"/>
              </a:ext>
            </a:extLst>
          </p:cNvPr>
          <p:cNvSpPr>
            <a:spLocks noGrp="1"/>
          </p:cNvSpPr>
          <p:nvPr>
            <p:ph idx="1"/>
          </p:nvPr>
        </p:nvSpPr>
        <p:spPr/>
        <p:txBody>
          <a:bodyPr/>
          <a:lstStyle/>
          <a:p>
            <a:r>
              <a:rPr lang="zh-CN" altLang="en-US" dirty="0"/>
              <a:t>尽管这个特性严格来说并不是一个断言，</a:t>
            </a:r>
            <a:r>
              <a:rPr lang="en-US" altLang="zh-CN" dirty="0"/>
              <a:t>TPM</a:t>
            </a:r>
            <a:r>
              <a:rPr lang="zh-CN" altLang="en-US" dirty="0"/>
              <a:t>可以限制一个策略只能被特定的命令使用。比如说，你可以限制一个密钥只能用于签名但是不能用于认证其他密钥。如果做了这个限制，策略只能被这个特定的命令使用。通常来说，这个不会限制策略作为一个单独的断言，但是非要这样做技术上也没有问题。在一个密钥的策略中声明这个密钥只能用于签名，那这个密钥既不能认证其他的密钥也不能被其他密钥认证。这是因为当一个密钥在做认证或者被认证时，它需要提供它无法完成的授权。</a:t>
            </a:r>
          </a:p>
        </p:txBody>
      </p:sp>
      <p:sp>
        <p:nvSpPr>
          <p:cNvPr id="4" name="灯片编号占位符 3">
            <a:extLst>
              <a:ext uri="{FF2B5EF4-FFF2-40B4-BE49-F238E27FC236}">
                <a16:creationId xmlns:a16="http://schemas.microsoft.com/office/drawing/2014/main" id="{50E67E8D-4F35-835B-28B3-548AD6563075}"/>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42</a:t>
            </a:fld>
            <a:endParaRPr lang="en-US" altLang="zh-CN"/>
          </a:p>
        </p:txBody>
      </p:sp>
    </p:spTree>
    <p:extLst>
      <p:ext uri="{BB962C8B-B14F-4D97-AF65-F5344CB8AC3E}">
        <p14:creationId xmlns:p14="http://schemas.microsoft.com/office/powerpoint/2010/main" val="349932343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BC77CF-6E2B-9429-0EF7-7ACE5F923D7F}"/>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9569B24E-86C2-3E15-7508-68B39D489AC0}"/>
              </a:ext>
            </a:extLst>
          </p:cNvPr>
          <p:cNvSpPr>
            <a:spLocks noGrp="1"/>
          </p:cNvSpPr>
          <p:nvPr>
            <p:ph idx="1"/>
          </p:nvPr>
        </p:nvSpPr>
        <p:spPr/>
        <p:txBody>
          <a:bodyPr/>
          <a:lstStyle/>
          <a:p>
            <a:r>
              <a:rPr lang="zh-CN" altLang="en-US" dirty="0"/>
              <a:t>为了创建这样的策略断言，你首先将与哈希算法匹配的缓冲区初始化为全</a:t>
            </a:r>
            <a:r>
              <a:rPr lang="en-US" altLang="zh-CN" dirty="0"/>
              <a:t>0</a:t>
            </a:r>
            <a:r>
              <a:rPr lang="zh-CN" altLang="en-US" dirty="0"/>
              <a:t>。然后使用以下的值扩展：</a:t>
            </a:r>
            <a:r>
              <a:rPr lang="en-US" altLang="zh-CN" dirty="0" err="1"/>
              <a:t>TPM_CC_PolicyCommandCode</a:t>
            </a:r>
            <a:r>
              <a:rPr lang="en-US" altLang="zh-CN" dirty="0"/>
              <a:t>||the command code to which the Policy is to be restricted</a:t>
            </a:r>
            <a:r>
              <a:rPr lang="zh-CN" altLang="en-US" dirty="0"/>
              <a:t>。如果是使用</a:t>
            </a:r>
            <a:r>
              <a:rPr lang="en-US" altLang="zh-CN" dirty="0"/>
              <a:t>Trial</a:t>
            </a:r>
            <a:r>
              <a:rPr lang="zh-CN" altLang="en-US" dirty="0"/>
              <a:t>会话来创建这个策略，需要执行</a:t>
            </a:r>
            <a:r>
              <a:rPr lang="en-US" altLang="zh-CN" dirty="0"/>
              <a:t>TPM2_PolicyCommandCode</a:t>
            </a:r>
            <a:r>
              <a:rPr lang="zh-CN" altLang="en-US" dirty="0"/>
              <a:t>，同时传递</a:t>
            </a:r>
            <a:r>
              <a:rPr lang="en-US" altLang="zh-CN" dirty="0"/>
              <a:t>Trial</a:t>
            </a:r>
            <a:r>
              <a:rPr lang="zh-CN" altLang="en-US" dirty="0"/>
              <a:t>会话的</a:t>
            </a:r>
            <a:r>
              <a:rPr lang="en-US" altLang="zh-CN" dirty="0"/>
              <a:t>handle</a:t>
            </a:r>
            <a:r>
              <a:rPr lang="zh-CN" altLang="en-US" dirty="0"/>
              <a:t>以及相应的命令代码（</a:t>
            </a:r>
            <a:r>
              <a:rPr lang="en-US" altLang="zh-CN" dirty="0"/>
              <a:t>command code</a:t>
            </a:r>
            <a:r>
              <a:rPr lang="zh-CN" altLang="en-US" dirty="0"/>
              <a:t>）。</a:t>
            </a:r>
          </a:p>
          <a:p>
            <a:endParaRPr lang="zh-CN" altLang="en-US" dirty="0"/>
          </a:p>
          <a:p>
            <a:r>
              <a:rPr lang="zh-CN" altLang="en-US" dirty="0"/>
              <a:t>通常来说，如果你限制一个实体比如密钥只能用于一个命令，你应该也会认证这个命令的使用。这就要求对这个密钥施加不止一种限制，这就是多元素认证的主题了。</a:t>
            </a:r>
          </a:p>
        </p:txBody>
      </p:sp>
      <p:sp>
        <p:nvSpPr>
          <p:cNvPr id="4" name="灯片编号占位符 3">
            <a:extLst>
              <a:ext uri="{FF2B5EF4-FFF2-40B4-BE49-F238E27FC236}">
                <a16:creationId xmlns:a16="http://schemas.microsoft.com/office/drawing/2014/main" id="{6CCE3FBD-E0E4-ECD2-D56D-7961566CF12B}"/>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43</a:t>
            </a:fld>
            <a:endParaRPr lang="en-US" altLang="zh-CN"/>
          </a:p>
        </p:txBody>
      </p:sp>
    </p:spTree>
    <p:extLst>
      <p:ext uri="{BB962C8B-B14F-4D97-AF65-F5344CB8AC3E}">
        <p14:creationId xmlns:p14="http://schemas.microsoft.com/office/powerpoint/2010/main" val="3529444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7B1800-44AE-DE6E-9022-4BD1C03A8654}"/>
              </a:ext>
            </a:extLst>
          </p:cNvPr>
          <p:cNvSpPr>
            <a:spLocks noGrp="1"/>
          </p:cNvSpPr>
          <p:nvPr>
            <p:ph type="title"/>
          </p:nvPr>
        </p:nvSpPr>
        <p:spPr/>
        <p:txBody>
          <a:bodyPr/>
          <a:lstStyle/>
          <a:p>
            <a:r>
              <a:rPr lang="zh-CN" altLang="en-US" dirty="0"/>
              <a:t>使用多因素进行认证授权</a:t>
            </a:r>
          </a:p>
        </p:txBody>
      </p:sp>
      <p:sp>
        <p:nvSpPr>
          <p:cNvPr id="3" name="内容占位符 2">
            <a:extLst>
              <a:ext uri="{FF2B5EF4-FFF2-40B4-BE49-F238E27FC236}">
                <a16:creationId xmlns:a16="http://schemas.microsoft.com/office/drawing/2014/main" id="{2710EE0B-856A-37E6-F968-A852B81C1CA6}"/>
              </a:ext>
            </a:extLst>
          </p:cNvPr>
          <p:cNvSpPr>
            <a:spLocks noGrp="1"/>
          </p:cNvSpPr>
          <p:nvPr>
            <p:ph idx="1"/>
          </p:nvPr>
        </p:nvSpPr>
        <p:spPr/>
        <p:txBody>
          <a:bodyPr/>
          <a:lstStyle/>
          <a:p>
            <a:r>
              <a:rPr lang="en-US" altLang="zh-CN" dirty="0"/>
              <a:t>TPM</a:t>
            </a:r>
            <a:r>
              <a:rPr lang="zh-CN" altLang="en-US" dirty="0"/>
              <a:t>知道怎样使用断言来做认证。它还可以使用多个断言来做。举例来说，登录一台</a:t>
            </a:r>
            <a:r>
              <a:rPr lang="en-US" altLang="zh-CN" dirty="0"/>
              <a:t>PC</a:t>
            </a:r>
            <a:r>
              <a:rPr lang="zh-CN" altLang="en-US" dirty="0"/>
              <a:t>时，用户可能需要同时提供指纹和智能卡用于身份认证。</a:t>
            </a:r>
          </a:p>
          <a:p>
            <a:endParaRPr lang="zh-CN" altLang="en-US" dirty="0"/>
          </a:p>
          <a:p>
            <a:r>
              <a:rPr lang="zh-CN" altLang="en-US" dirty="0"/>
              <a:t>我们已经在前面的介绍中看到，</a:t>
            </a:r>
            <a:r>
              <a:rPr lang="zh-CN" altLang="en-US" dirty="0">
                <a:solidFill>
                  <a:srgbClr val="FF0000"/>
                </a:solidFill>
              </a:rPr>
              <a:t>策略的创建过程与</a:t>
            </a:r>
            <a:r>
              <a:rPr lang="en-US" altLang="zh-CN" dirty="0">
                <a:solidFill>
                  <a:srgbClr val="FF0000"/>
                </a:solidFill>
              </a:rPr>
              <a:t>PCR</a:t>
            </a:r>
            <a:r>
              <a:rPr lang="zh-CN" altLang="en-US" dirty="0">
                <a:solidFill>
                  <a:srgbClr val="FF0000"/>
                </a:solidFill>
              </a:rPr>
              <a:t>扩展的操作类似。它们都有一组全</a:t>
            </a:r>
            <a:r>
              <a:rPr lang="en-US" altLang="zh-CN" dirty="0">
                <a:solidFill>
                  <a:srgbClr val="FF0000"/>
                </a:solidFill>
              </a:rPr>
              <a:t>0</a:t>
            </a:r>
            <a:r>
              <a:rPr lang="zh-CN" altLang="en-US" dirty="0">
                <a:solidFill>
                  <a:srgbClr val="FF0000"/>
                </a:solidFill>
              </a:rPr>
              <a:t>的值开始（这组值的大小取决于创建策略时选择的哈希算法）</a:t>
            </a:r>
            <a:r>
              <a:rPr lang="zh-CN" altLang="en-US" dirty="0"/>
              <a:t>。当一个策略命令被调用时，当前策略的值就会被更新，首先在旧值的基础上扩展新参数，然后对这个结果做哈希，最后用新的哈希值替换旧的哈希值。</a:t>
            </a:r>
            <a:r>
              <a:rPr lang="zh-CN" altLang="en-US" dirty="0">
                <a:solidFill>
                  <a:srgbClr val="FF0000"/>
                </a:solidFill>
              </a:rPr>
              <a:t>这个操作在</a:t>
            </a:r>
            <a:r>
              <a:rPr lang="en-US" altLang="zh-CN" dirty="0">
                <a:solidFill>
                  <a:srgbClr val="FF0000"/>
                </a:solidFill>
              </a:rPr>
              <a:t>PCR</a:t>
            </a:r>
            <a:r>
              <a:rPr lang="zh-CN" altLang="en-US" dirty="0">
                <a:solidFill>
                  <a:srgbClr val="FF0000"/>
                </a:solidFill>
              </a:rPr>
              <a:t>中叫做扩展。一个针对策略的逻辑</a:t>
            </a:r>
            <a:r>
              <a:rPr lang="en-US" altLang="zh-CN" dirty="0">
                <a:solidFill>
                  <a:srgbClr val="FF0000"/>
                </a:solidFill>
              </a:rPr>
              <a:t>AND</a:t>
            </a:r>
            <a:r>
              <a:rPr lang="zh-CN" altLang="en-US" dirty="0">
                <a:solidFill>
                  <a:srgbClr val="FF0000"/>
                </a:solidFill>
              </a:rPr>
              <a:t>操作就是通过在策略上扩展新的断言来实现的</a:t>
            </a:r>
            <a:r>
              <a:rPr lang="zh-CN" altLang="en-US" dirty="0"/>
              <a:t>。就像一个</a:t>
            </a:r>
            <a:r>
              <a:rPr lang="en-US" altLang="zh-CN" dirty="0"/>
              <a:t>PCR</a:t>
            </a:r>
            <a:r>
              <a:rPr lang="zh-CN" altLang="en-US" dirty="0"/>
              <a:t>一样，策略在第一个断言之前是初始化的全</a:t>
            </a:r>
            <a:r>
              <a:rPr lang="en-US" altLang="zh-CN" dirty="0"/>
              <a:t>0</a:t>
            </a:r>
            <a:r>
              <a:rPr lang="zh-CN" altLang="en-US" dirty="0"/>
              <a:t>，但是之后断言就会在原有的基础上更新。</a:t>
            </a:r>
          </a:p>
        </p:txBody>
      </p:sp>
      <p:sp>
        <p:nvSpPr>
          <p:cNvPr id="4" name="灯片编号占位符 3">
            <a:extLst>
              <a:ext uri="{FF2B5EF4-FFF2-40B4-BE49-F238E27FC236}">
                <a16:creationId xmlns:a16="http://schemas.microsoft.com/office/drawing/2014/main" id="{D1151A08-03E8-845D-49CD-8EFF10DF2E81}"/>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44</a:t>
            </a:fld>
            <a:endParaRPr lang="en-US" altLang="zh-CN"/>
          </a:p>
        </p:txBody>
      </p:sp>
    </p:spTree>
    <p:extLst>
      <p:ext uri="{BB962C8B-B14F-4D97-AF65-F5344CB8AC3E}">
        <p14:creationId xmlns:p14="http://schemas.microsoft.com/office/powerpoint/2010/main" val="235465239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5BE362-90A3-686F-623F-6BAA920AA937}"/>
              </a:ext>
            </a:extLst>
          </p:cNvPr>
          <p:cNvSpPr>
            <a:spLocks noGrp="1"/>
          </p:cNvSpPr>
          <p:nvPr>
            <p:ph type="title"/>
          </p:nvPr>
        </p:nvSpPr>
        <p:spPr/>
        <p:txBody>
          <a:bodyPr/>
          <a:lstStyle/>
          <a:p>
            <a:r>
              <a:rPr lang="zh-CN" altLang="en-US" dirty="0"/>
              <a:t>授权示例</a:t>
            </a:r>
            <a:r>
              <a:rPr lang="en-US" altLang="zh-CN" dirty="0"/>
              <a:t>1</a:t>
            </a:r>
            <a:r>
              <a:rPr lang="zh-CN" altLang="en-US" dirty="0"/>
              <a:t>：智能卡与口令授权</a:t>
            </a:r>
          </a:p>
        </p:txBody>
      </p:sp>
      <p:sp>
        <p:nvSpPr>
          <p:cNvPr id="3" name="内容占位符 2">
            <a:extLst>
              <a:ext uri="{FF2B5EF4-FFF2-40B4-BE49-F238E27FC236}">
                <a16:creationId xmlns:a16="http://schemas.microsoft.com/office/drawing/2014/main" id="{AC610A5F-1C57-1DC6-5FB0-634A9636EBCB}"/>
              </a:ext>
            </a:extLst>
          </p:cNvPr>
          <p:cNvSpPr>
            <a:spLocks noGrp="1"/>
          </p:cNvSpPr>
          <p:nvPr>
            <p:ph idx="1"/>
          </p:nvPr>
        </p:nvSpPr>
        <p:spPr/>
        <p:txBody>
          <a:bodyPr/>
          <a:lstStyle/>
          <a:p>
            <a:r>
              <a:rPr lang="zh-CN" altLang="en-US" dirty="0"/>
              <a:t>如果你希望在策略中包含一个口令和使用一个密钥签名并且对应公钥为</a:t>
            </a:r>
            <a:r>
              <a:rPr lang="en-US" altLang="zh-CN" dirty="0"/>
              <a:t>S</a:t>
            </a:r>
            <a:r>
              <a:rPr lang="zh-CN" altLang="en-US" dirty="0"/>
              <a:t>的智能卡断言，创建策略时，可以首先用以下的值扩展全</a:t>
            </a:r>
            <a:r>
              <a:rPr lang="en-US" altLang="zh-CN" dirty="0"/>
              <a:t>0</a:t>
            </a:r>
            <a:r>
              <a:rPr lang="zh-CN" altLang="en-US" dirty="0"/>
              <a:t>的缓冲区：</a:t>
            </a:r>
          </a:p>
          <a:p>
            <a:r>
              <a:rPr lang="en-US" altLang="zh-CN" dirty="0" err="1"/>
              <a:t>TPM_CC_PolicySigned</a:t>
            </a:r>
            <a:r>
              <a:rPr lang="en-US" altLang="zh-CN" dirty="0"/>
              <a:t>||SHA256(</a:t>
            </a:r>
            <a:r>
              <a:rPr lang="en-US" altLang="zh-CN" dirty="0" err="1"/>
              <a:t>publicKey</a:t>
            </a:r>
            <a:r>
              <a:rPr lang="en-US" altLang="zh-CN" dirty="0"/>
              <a:t>)||0x0000=0x0000060||SHA256(S)||0x0000```</a:t>
            </a:r>
          </a:p>
          <a:p>
            <a:r>
              <a:rPr lang="zh-CN" altLang="en-US" dirty="0"/>
              <a:t>注：最后的</a:t>
            </a:r>
            <a:r>
              <a:rPr lang="en-US" altLang="zh-CN" dirty="0"/>
              <a:t>0x0000</a:t>
            </a:r>
            <a:r>
              <a:rPr lang="zh-CN" altLang="en-US" dirty="0"/>
              <a:t>表示你没有为签名提供策略</a:t>
            </a:r>
            <a:r>
              <a:rPr lang="en-US" altLang="zh-CN" dirty="0"/>
              <a:t>Reference</a:t>
            </a:r>
            <a:r>
              <a:rPr lang="zh-CN" altLang="en-US" dirty="0"/>
              <a:t>，所以最后的值是</a:t>
            </a:r>
            <a:r>
              <a:rPr lang="en-US" altLang="zh-CN" dirty="0"/>
              <a:t>2</a:t>
            </a:r>
            <a:r>
              <a:rPr lang="zh-CN" altLang="en-US" dirty="0"/>
              <a:t>个字节的全零。</a:t>
            </a:r>
          </a:p>
          <a:p>
            <a:r>
              <a:rPr lang="zh-CN" altLang="en-US" dirty="0"/>
              <a:t>然后再扩展口令相关的要求</a:t>
            </a:r>
          </a:p>
          <a:p>
            <a:r>
              <a:rPr lang="en-US" altLang="zh-CN" dirty="0"/>
              <a:t>TPM_CC_PolicyAuthValue=0x0000016B</a:t>
            </a:r>
          </a:p>
          <a:p>
            <a:r>
              <a:rPr lang="zh-CN" altLang="en-US" dirty="0"/>
              <a:t>如果你希望这个命令只能在</a:t>
            </a:r>
            <a:r>
              <a:rPr lang="en-US" altLang="zh-CN" dirty="0"/>
              <a:t>Locality4</a:t>
            </a:r>
            <a:r>
              <a:rPr lang="zh-CN" altLang="en-US" dirty="0"/>
              <a:t>中执行，还需要扩展如下的值：</a:t>
            </a:r>
          </a:p>
          <a:p>
            <a:r>
              <a:rPr lang="en-US" altLang="zh-CN" dirty="0" err="1"/>
              <a:t>TPM_CC_PolicyLocality</a:t>
            </a:r>
            <a:r>
              <a:rPr lang="en-US" altLang="zh-CN" dirty="0"/>
              <a:t>||Locality4</a:t>
            </a:r>
          </a:p>
          <a:p>
            <a:r>
              <a:rPr lang="zh-CN" altLang="en-US" dirty="0"/>
              <a:t>扩展一个新的要求等价于执行一个逻辑</a:t>
            </a:r>
            <a:r>
              <a:rPr lang="en-US" altLang="zh-CN" dirty="0"/>
              <a:t>AND</a:t>
            </a:r>
            <a:r>
              <a:rPr lang="zh-CN" altLang="en-US" dirty="0"/>
              <a:t>操作。</a:t>
            </a:r>
          </a:p>
        </p:txBody>
      </p:sp>
      <p:sp>
        <p:nvSpPr>
          <p:cNvPr id="4" name="灯片编号占位符 3">
            <a:extLst>
              <a:ext uri="{FF2B5EF4-FFF2-40B4-BE49-F238E27FC236}">
                <a16:creationId xmlns:a16="http://schemas.microsoft.com/office/drawing/2014/main" id="{B93E8760-6B43-C61B-35D4-8A36CB34ABC1}"/>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45</a:t>
            </a:fld>
            <a:endParaRPr lang="en-US" altLang="zh-CN"/>
          </a:p>
        </p:txBody>
      </p:sp>
    </p:spTree>
    <p:extLst>
      <p:ext uri="{BB962C8B-B14F-4D97-AF65-F5344CB8AC3E}">
        <p14:creationId xmlns:p14="http://schemas.microsoft.com/office/powerpoint/2010/main" val="139266166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0585BD-4F76-DAB2-21E0-6C4C30BC6016}"/>
              </a:ext>
            </a:extLst>
          </p:cNvPr>
          <p:cNvSpPr>
            <a:spLocks noGrp="1"/>
          </p:cNvSpPr>
          <p:nvPr>
            <p:ph type="title"/>
          </p:nvPr>
        </p:nvSpPr>
        <p:spPr/>
        <p:txBody>
          <a:bodyPr/>
          <a:lstStyle/>
          <a:p>
            <a:r>
              <a:rPr lang="zh-CN" altLang="en-US" dirty="0"/>
              <a:t>示例</a:t>
            </a:r>
            <a:r>
              <a:rPr lang="en-US" altLang="zh-CN" dirty="0"/>
              <a:t>2</a:t>
            </a:r>
            <a:r>
              <a:rPr lang="zh-CN" altLang="en-US" dirty="0"/>
              <a:t>：利用</a:t>
            </a:r>
            <a:r>
              <a:rPr lang="en-US" altLang="zh-CN" dirty="0"/>
              <a:t>PC</a:t>
            </a:r>
            <a:r>
              <a:rPr lang="zh-CN" altLang="en-US" dirty="0"/>
              <a:t>状态、口令和指纹进行授权</a:t>
            </a:r>
          </a:p>
        </p:txBody>
      </p:sp>
      <p:sp>
        <p:nvSpPr>
          <p:cNvPr id="3" name="内容占位符 2">
            <a:extLst>
              <a:ext uri="{FF2B5EF4-FFF2-40B4-BE49-F238E27FC236}">
                <a16:creationId xmlns:a16="http://schemas.microsoft.com/office/drawing/2014/main" id="{80DF4F2B-94C4-2ACC-A805-65664EEEB529}"/>
              </a:ext>
            </a:extLst>
          </p:cNvPr>
          <p:cNvSpPr>
            <a:spLocks noGrp="1"/>
          </p:cNvSpPr>
          <p:nvPr>
            <p:ph idx="1"/>
          </p:nvPr>
        </p:nvSpPr>
        <p:spPr/>
        <p:txBody>
          <a:bodyPr/>
          <a:lstStyle/>
          <a:p>
            <a:r>
              <a:rPr lang="en-US" altLang="zh-CN" dirty="0"/>
              <a:t>Bob</a:t>
            </a:r>
            <a:r>
              <a:rPr lang="zh-CN" altLang="en-US" dirty="0"/>
              <a:t>创建了一个密钥，它要求</a:t>
            </a:r>
            <a:r>
              <a:rPr lang="en-US" altLang="zh-CN" dirty="0"/>
              <a:t>PCR1</a:t>
            </a:r>
            <a:r>
              <a:rPr lang="zh-CN" altLang="en-US" dirty="0"/>
              <a:t>的值为</a:t>
            </a:r>
            <a:r>
              <a:rPr lang="en-US" altLang="zh-CN" dirty="0" err="1"/>
              <a:t>approvedPCRdigest</a:t>
            </a:r>
            <a:r>
              <a:rPr lang="zh-CN" altLang="en-US" dirty="0"/>
              <a:t>，一个口令，以及一个指纹信息。使用</a:t>
            </a:r>
            <a:r>
              <a:rPr lang="en-US" altLang="zh-CN" dirty="0"/>
              <a:t>TPM</a:t>
            </a:r>
            <a:r>
              <a:rPr lang="zh-CN" altLang="en-US" dirty="0"/>
              <a:t>创建这个策略的过程如下：</a:t>
            </a:r>
          </a:p>
          <a:p>
            <a:r>
              <a:rPr lang="en-US" altLang="zh-CN" dirty="0"/>
              <a:t>1. </a:t>
            </a:r>
            <a:r>
              <a:rPr lang="zh-CN" altLang="en-US" dirty="0"/>
              <a:t>启动一个</a:t>
            </a:r>
            <a:r>
              <a:rPr lang="en-US" altLang="zh-CN" dirty="0"/>
              <a:t>Trial</a:t>
            </a:r>
            <a:r>
              <a:rPr lang="zh-CN" altLang="en-US" dirty="0"/>
              <a:t>会话。</a:t>
            </a:r>
          </a:p>
          <a:p>
            <a:r>
              <a:rPr lang="en-US" altLang="zh-CN" dirty="0"/>
              <a:t>2.</a:t>
            </a:r>
            <a:r>
              <a:rPr lang="zh-CN" altLang="en-US" dirty="0"/>
              <a:t>使用</a:t>
            </a:r>
            <a:r>
              <a:rPr lang="en-US" altLang="zh-CN" dirty="0"/>
              <a:t>TPM2_PolicyPCR</a:t>
            </a:r>
            <a:r>
              <a:rPr lang="zh-CN" altLang="en-US" dirty="0"/>
              <a:t>命令来将策略锁定到</a:t>
            </a:r>
            <a:r>
              <a:rPr lang="en-US" altLang="zh-CN" dirty="0" err="1"/>
              <a:t>approvedPCRdigest</a:t>
            </a:r>
            <a:r>
              <a:rPr lang="zh-CN" altLang="en-US" dirty="0"/>
              <a:t>。</a:t>
            </a:r>
          </a:p>
          <a:p>
            <a:r>
              <a:rPr lang="en-US" altLang="zh-CN" dirty="0"/>
              <a:t>3. </a:t>
            </a:r>
            <a:r>
              <a:rPr lang="zh-CN" altLang="en-US" dirty="0"/>
              <a:t>使用</a:t>
            </a:r>
            <a:r>
              <a:rPr lang="en-US" altLang="zh-CN" dirty="0" err="1"/>
              <a:t>TPM_PolicyAuthValue</a:t>
            </a:r>
            <a:r>
              <a:rPr lang="zh-CN" altLang="en-US" dirty="0"/>
              <a:t>命令（指示</a:t>
            </a:r>
            <a:r>
              <a:rPr lang="en-US" altLang="zh-CN" dirty="0"/>
              <a:t>TPM</a:t>
            </a:r>
            <a:r>
              <a:rPr lang="zh-CN" altLang="en-US" dirty="0"/>
              <a:t>在命令执行时输入口令）。</a:t>
            </a:r>
          </a:p>
          <a:p>
            <a:r>
              <a:rPr lang="en-US" altLang="zh-CN" dirty="0"/>
              <a:t>4. </a:t>
            </a:r>
            <a:r>
              <a:rPr lang="zh-CN" altLang="en-US" dirty="0"/>
              <a:t>加载指纹识别器的</a:t>
            </a:r>
            <a:r>
              <a:rPr lang="en-US" altLang="zh-CN" dirty="0" err="1"/>
              <a:t>publicKey</a:t>
            </a:r>
            <a:r>
              <a:rPr lang="zh-CN" altLang="en-US" dirty="0"/>
              <a:t>到</a:t>
            </a:r>
            <a:r>
              <a:rPr lang="en-US" altLang="zh-CN" dirty="0"/>
              <a:t>TPM</a:t>
            </a:r>
            <a:r>
              <a:rPr lang="zh-CN" altLang="en-US" dirty="0"/>
              <a:t>中。</a:t>
            </a:r>
          </a:p>
          <a:p>
            <a:r>
              <a:rPr lang="en-US" altLang="zh-CN" dirty="0"/>
              <a:t>5. </a:t>
            </a:r>
            <a:r>
              <a:rPr lang="zh-CN" altLang="en-US" dirty="0"/>
              <a:t>使用</a:t>
            </a:r>
            <a:r>
              <a:rPr lang="en-US" altLang="zh-CN" dirty="0"/>
              <a:t>TPM2_PolicySigned</a:t>
            </a:r>
            <a:r>
              <a:rPr lang="zh-CN" altLang="en-US" dirty="0"/>
              <a:t>并传递公钥的</a:t>
            </a:r>
            <a:r>
              <a:rPr lang="en-US" altLang="zh-CN" dirty="0"/>
              <a:t>handle</a:t>
            </a:r>
            <a:r>
              <a:rPr lang="zh-CN" altLang="en-US" dirty="0"/>
              <a:t>和</a:t>
            </a:r>
            <a:r>
              <a:rPr lang="en-US" altLang="zh-CN" dirty="0" err="1"/>
              <a:t>stateOfRemoteDevice</a:t>
            </a:r>
            <a:r>
              <a:rPr lang="zh-CN" altLang="en-US" dirty="0"/>
              <a:t>（也就是“</a:t>
            </a:r>
            <a:r>
              <a:rPr lang="en-US" altLang="zh-CN" dirty="0"/>
              <a:t>Bob</a:t>
            </a:r>
            <a:r>
              <a:rPr lang="zh-CN" altLang="en-US" dirty="0"/>
              <a:t>的指纹信息”）。</a:t>
            </a:r>
          </a:p>
          <a:p>
            <a:r>
              <a:rPr lang="en-US" altLang="zh-CN" dirty="0"/>
              <a:t>6. </a:t>
            </a:r>
            <a:r>
              <a:rPr lang="zh-CN" altLang="en-US" dirty="0"/>
              <a:t>从</a:t>
            </a:r>
            <a:r>
              <a:rPr lang="en-US" altLang="zh-CN" dirty="0"/>
              <a:t>TPM</a:t>
            </a:r>
            <a:r>
              <a:rPr lang="zh-CN" altLang="en-US" dirty="0"/>
              <a:t>获取策略的值。</a:t>
            </a:r>
          </a:p>
          <a:p>
            <a:r>
              <a:rPr lang="en-US" altLang="zh-CN" dirty="0"/>
              <a:t>7. </a:t>
            </a:r>
            <a:r>
              <a:rPr lang="zh-CN" altLang="en-US" dirty="0"/>
              <a:t>结束会话。</a:t>
            </a:r>
          </a:p>
        </p:txBody>
      </p:sp>
      <p:sp>
        <p:nvSpPr>
          <p:cNvPr id="4" name="灯片编号占位符 3">
            <a:extLst>
              <a:ext uri="{FF2B5EF4-FFF2-40B4-BE49-F238E27FC236}">
                <a16:creationId xmlns:a16="http://schemas.microsoft.com/office/drawing/2014/main" id="{EA676B56-01B3-A2B5-8A5A-C9F38533DC6F}"/>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46</a:t>
            </a:fld>
            <a:endParaRPr lang="en-US" altLang="zh-CN"/>
          </a:p>
        </p:txBody>
      </p:sp>
    </p:spTree>
    <p:extLst>
      <p:ext uri="{BB962C8B-B14F-4D97-AF65-F5344CB8AC3E}">
        <p14:creationId xmlns:p14="http://schemas.microsoft.com/office/powerpoint/2010/main" val="401720568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7315D2-AD44-2113-01D7-811B40EB8D66}"/>
              </a:ext>
            </a:extLst>
          </p:cNvPr>
          <p:cNvSpPr>
            <a:spLocks noGrp="1"/>
          </p:cNvSpPr>
          <p:nvPr>
            <p:ph type="title"/>
          </p:nvPr>
        </p:nvSpPr>
        <p:spPr/>
        <p:txBody>
          <a:bodyPr/>
          <a:lstStyle/>
          <a:p>
            <a:r>
              <a:rPr lang="zh-CN" altLang="en-US" dirty="0"/>
              <a:t>复合策略</a:t>
            </a:r>
          </a:p>
        </p:txBody>
      </p:sp>
      <p:sp>
        <p:nvSpPr>
          <p:cNvPr id="3" name="内容占位符 2">
            <a:extLst>
              <a:ext uri="{FF2B5EF4-FFF2-40B4-BE49-F238E27FC236}">
                <a16:creationId xmlns:a16="http://schemas.microsoft.com/office/drawing/2014/main" id="{226034B1-98F7-A89A-2395-71B99082FDFA}"/>
              </a:ext>
            </a:extLst>
          </p:cNvPr>
          <p:cNvSpPr>
            <a:spLocks noGrp="1"/>
          </p:cNvSpPr>
          <p:nvPr>
            <p:ph idx="1"/>
          </p:nvPr>
        </p:nvSpPr>
        <p:spPr/>
        <p:txBody>
          <a:bodyPr/>
          <a:lstStyle/>
          <a:p>
            <a:r>
              <a:rPr lang="zh-CN" altLang="en-US" dirty="0"/>
              <a:t>假设有以下的应用场景：</a:t>
            </a:r>
          </a:p>
          <a:p>
            <a:r>
              <a:rPr lang="en-US" altLang="zh-CN" dirty="0"/>
              <a:t>1. Dave</a:t>
            </a:r>
            <a:r>
              <a:rPr lang="zh-CN" altLang="en-US" dirty="0"/>
              <a:t>使用一台机器时使用一个需要指纹和口令的策略来做身份验证。</a:t>
            </a:r>
          </a:p>
          <a:p>
            <a:r>
              <a:rPr lang="en-US" altLang="zh-CN" dirty="0"/>
              <a:t>2. Dave</a:t>
            </a:r>
            <a:r>
              <a:rPr lang="zh-CN" altLang="en-US" dirty="0"/>
              <a:t>还可以使用口令和智能卡来做身份验证。</a:t>
            </a:r>
          </a:p>
          <a:p>
            <a:r>
              <a:rPr lang="en-US" altLang="zh-CN" dirty="0"/>
              <a:t>3. Sally</a:t>
            </a:r>
            <a:r>
              <a:rPr lang="zh-CN" altLang="en-US" dirty="0"/>
              <a:t>使用智能卡和虹膜扫描器来做身份验证。</a:t>
            </a:r>
          </a:p>
          <a:p>
            <a:r>
              <a:rPr lang="en-US" altLang="zh-CN" dirty="0"/>
              <a:t>4. IT</a:t>
            </a:r>
            <a:r>
              <a:rPr lang="zh-CN" altLang="en-US" dirty="0"/>
              <a:t>管理员只能使用密钥复制功能，并且必须在系统的</a:t>
            </a:r>
            <a:r>
              <a:rPr lang="en-US" altLang="zh-CN" dirty="0"/>
              <a:t>PCR0-5</a:t>
            </a:r>
            <a:r>
              <a:rPr lang="zh-CN" altLang="en-US" dirty="0"/>
              <a:t>包含已知的值时通过智能卡来授权这个操作。</a:t>
            </a:r>
          </a:p>
        </p:txBody>
      </p:sp>
      <p:sp>
        <p:nvSpPr>
          <p:cNvPr id="4" name="灯片编号占位符 3">
            <a:extLst>
              <a:ext uri="{FF2B5EF4-FFF2-40B4-BE49-F238E27FC236}">
                <a16:creationId xmlns:a16="http://schemas.microsoft.com/office/drawing/2014/main" id="{912A2D6C-935B-AF58-94BD-61944677334A}"/>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47</a:t>
            </a:fld>
            <a:endParaRPr lang="en-US" altLang="zh-CN"/>
          </a:p>
        </p:txBody>
      </p:sp>
    </p:spTree>
    <p:extLst>
      <p:ext uri="{BB962C8B-B14F-4D97-AF65-F5344CB8AC3E}">
        <p14:creationId xmlns:p14="http://schemas.microsoft.com/office/powerpoint/2010/main" val="321071852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7754A8-C268-DD94-1D10-CC990DF30AD6}"/>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67745150-D628-B534-7FEB-BAC3351F93A3}"/>
              </a:ext>
            </a:extLst>
          </p:cNvPr>
          <p:cNvSpPr>
            <a:spLocks noGrp="1"/>
          </p:cNvSpPr>
          <p:nvPr>
            <p:ph idx="1"/>
          </p:nvPr>
        </p:nvSpPr>
        <p:spPr/>
        <p:txBody>
          <a:bodyPr/>
          <a:lstStyle/>
          <a:p>
            <a:r>
              <a:rPr lang="zh-CN" altLang="en-US" dirty="0"/>
              <a:t>第一个策略指定</a:t>
            </a:r>
            <a:r>
              <a:rPr lang="en-US" altLang="zh-CN" dirty="0"/>
              <a:t>Dave</a:t>
            </a:r>
            <a:r>
              <a:rPr lang="zh-CN" altLang="en-US" dirty="0"/>
              <a:t>必须通过一个外部设备（指纹识别器）来认证自己的身份。然后他还必须提供口令。之前我们已经有相关的介绍，具体的步骤如下：</a:t>
            </a:r>
          </a:p>
          <a:p>
            <a:r>
              <a:rPr lang="en-US" altLang="zh-CN" dirty="0"/>
              <a:t>1. </a:t>
            </a:r>
            <a:r>
              <a:rPr lang="zh-CN" altLang="en-US" dirty="0"/>
              <a:t>启动一个</a:t>
            </a:r>
            <a:r>
              <a:rPr lang="en-US" altLang="zh-CN" dirty="0"/>
              <a:t>Trial</a:t>
            </a:r>
            <a:r>
              <a:rPr lang="zh-CN" altLang="en-US" dirty="0"/>
              <a:t>会话。</a:t>
            </a:r>
          </a:p>
          <a:p>
            <a:r>
              <a:rPr lang="en-US" altLang="zh-CN" dirty="0"/>
              <a:t>2. </a:t>
            </a:r>
            <a:r>
              <a:rPr lang="zh-CN" altLang="en-US" dirty="0"/>
              <a:t>执行</a:t>
            </a:r>
            <a:r>
              <a:rPr lang="en-US" altLang="zh-CN" dirty="0"/>
              <a:t>TPM2_PolicySigned</a:t>
            </a:r>
            <a:r>
              <a:rPr lang="zh-CN" altLang="en-US" dirty="0"/>
              <a:t>命令（传递指纹识别器的公钥和合适的策略</a:t>
            </a:r>
            <a:r>
              <a:rPr lang="en-US" altLang="zh-CN" dirty="0"/>
              <a:t>Ref</a:t>
            </a:r>
            <a:r>
              <a:rPr lang="zh-CN" altLang="en-US" dirty="0"/>
              <a:t>值）。</a:t>
            </a:r>
          </a:p>
          <a:p>
            <a:r>
              <a:rPr lang="en-US" altLang="zh-CN" dirty="0"/>
              <a:t>3. </a:t>
            </a:r>
            <a:r>
              <a:rPr lang="zh-CN" altLang="en-US" dirty="0"/>
              <a:t>执行</a:t>
            </a:r>
            <a:r>
              <a:rPr lang="en-US" altLang="zh-CN" dirty="0"/>
              <a:t>TPM2_PolicyAuthValue</a:t>
            </a:r>
            <a:r>
              <a:rPr lang="zh-CN" altLang="en-US" dirty="0"/>
              <a:t>。</a:t>
            </a:r>
          </a:p>
          <a:p>
            <a:r>
              <a:rPr lang="en-US" altLang="zh-CN" dirty="0"/>
              <a:t>4. </a:t>
            </a:r>
            <a:r>
              <a:rPr lang="zh-CN" altLang="en-US" dirty="0"/>
              <a:t>从</a:t>
            </a:r>
            <a:r>
              <a:rPr lang="en-US" altLang="zh-CN" dirty="0"/>
              <a:t>TPM</a:t>
            </a:r>
            <a:r>
              <a:rPr lang="zh-CN" altLang="en-US" dirty="0"/>
              <a:t>拿到策略的值，我们称为策略</a:t>
            </a:r>
            <a:r>
              <a:rPr lang="en-US" altLang="zh-CN" dirty="0"/>
              <a:t>Dave1</a:t>
            </a:r>
            <a:r>
              <a:rPr lang="zh-CN" altLang="en-US" dirty="0"/>
              <a:t>。</a:t>
            </a:r>
          </a:p>
          <a:p>
            <a:r>
              <a:rPr lang="en-US" altLang="zh-CN" dirty="0"/>
              <a:t>5. </a:t>
            </a:r>
            <a:r>
              <a:rPr lang="zh-CN" altLang="en-US" dirty="0"/>
              <a:t>结束会话。</a:t>
            </a:r>
          </a:p>
        </p:txBody>
      </p:sp>
      <p:sp>
        <p:nvSpPr>
          <p:cNvPr id="4" name="灯片编号占位符 3">
            <a:extLst>
              <a:ext uri="{FF2B5EF4-FFF2-40B4-BE49-F238E27FC236}">
                <a16:creationId xmlns:a16="http://schemas.microsoft.com/office/drawing/2014/main" id="{C78D3043-8E67-D4D0-358C-180D09FAA49D}"/>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48</a:t>
            </a:fld>
            <a:endParaRPr lang="en-US" altLang="zh-CN"/>
          </a:p>
        </p:txBody>
      </p:sp>
    </p:spTree>
    <p:extLst>
      <p:ext uri="{BB962C8B-B14F-4D97-AF65-F5344CB8AC3E}">
        <p14:creationId xmlns:p14="http://schemas.microsoft.com/office/powerpoint/2010/main" val="30544955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5729DC-CC55-C802-6B22-B4CFD0018E74}"/>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749090B0-B4DB-6C04-7AF5-04B28A8399A8}"/>
              </a:ext>
            </a:extLst>
          </p:cNvPr>
          <p:cNvSpPr>
            <a:spLocks noGrp="1"/>
          </p:cNvSpPr>
          <p:nvPr>
            <p:ph idx="1"/>
          </p:nvPr>
        </p:nvSpPr>
        <p:spPr>
          <a:xfrm>
            <a:off x="432510" y="1143000"/>
            <a:ext cx="8406689" cy="5410200"/>
          </a:xfrm>
        </p:spPr>
        <p:txBody>
          <a:bodyPr/>
          <a:lstStyle/>
          <a:p>
            <a:r>
              <a:rPr lang="zh-CN" altLang="en-US" dirty="0"/>
              <a:t>第二个策略（</a:t>
            </a:r>
            <a:r>
              <a:rPr lang="en-US" altLang="zh-CN" dirty="0"/>
              <a:t>Dave2</a:t>
            </a:r>
            <a:r>
              <a:rPr lang="zh-CN" altLang="en-US" dirty="0"/>
              <a:t>）要求</a:t>
            </a:r>
            <a:r>
              <a:rPr lang="en-US" altLang="zh-CN" dirty="0"/>
              <a:t>Dave</a:t>
            </a:r>
            <a:r>
              <a:rPr lang="zh-CN" altLang="en-US" dirty="0"/>
              <a:t>输入口令并且使用智能卡签名一个来自</a:t>
            </a:r>
            <a:r>
              <a:rPr lang="en-US" altLang="zh-CN" dirty="0"/>
              <a:t>TPM</a:t>
            </a:r>
            <a:r>
              <a:rPr lang="zh-CN" altLang="en-US" dirty="0"/>
              <a:t>的</a:t>
            </a:r>
            <a:r>
              <a:rPr lang="en-US" altLang="zh-CN" dirty="0"/>
              <a:t>nonce</a:t>
            </a:r>
            <a:r>
              <a:rPr lang="zh-CN" altLang="en-US" dirty="0"/>
              <a:t>值，从而证明他是智能卡的所有者：</a:t>
            </a:r>
          </a:p>
          <a:p>
            <a:r>
              <a:rPr lang="en-US" altLang="zh-CN" dirty="0"/>
              <a:t>1. </a:t>
            </a:r>
            <a:r>
              <a:rPr lang="zh-CN" altLang="en-US" dirty="0"/>
              <a:t>启动一个</a:t>
            </a:r>
            <a:r>
              <a:rPr lang="en-US" altLang="zh-CN" dirty="0"/>
              <a:t>Trial</a:t>
            </a:r>
            <a:r>
              <a:rPr lang="zh-CN" altLang="en-US" dirty="0"/>
              <a:t>会话。</a:t>
            </a:r>
          </a:p>
          <a:p>
            <a:r>
              <a:rPr lang="en-US" altLang="zh-CN" dirty="0"/>
              <a:t>2. </a:t>
            </a:r>
            <a:r>
              <a:rPr lang="zh-CN" altLang="en-US" dirty="0"/>
              <a:t>执行</a:t>
            </a:r>
            <a:r>
              <a:rPr lang="en-US" altLang="zh-CN" dirty="0"/>
              <a:t>TPM2_PolicyAuthValue</a:t>
            </a:r>
            <a:r>
              <a:rPr lang="zh-CN" altLang="en-US" dirty="0"/>
              <a:t>。</a:t>
            </a:r>
          </a:p>
          <a:p>
            <a:r>
              <a:rPr lang="en-US" altLang="zh-CN" dirty="0"/>
              <a:t>3. </a:t>
            </a:r>
            <a:r>
              <a:rPr lang="zh-CN" altLang="en-US" dirty="0"/>
              <a:t>执行</a:t>
            </a:r>
            <a:r>
              <a:rPr lang="en-US" altLang="zh-CN" dirty="0"/>
              <a:t>TPM2_PolicySigned</a:t>
            </a:r>
            <a:r>
              <a:rPr lang="zh-CN" altLang="en-US" dirty="0"/>
              <a:t>命令（提供智能卡的公钥）。</a:t>
            </a:r>
          </a:p>
          <a:p>
            <a:r>
              <a:rPr lang="en-US" altLang="zh-CN" dirty="0"/>
              <a:t>4. </a:t>
            </a:r>
            <a:r>
              <a:rPr lang="zh-CN" altLang="en-US" dirty="0"/>
              <a:t>从</a:t>
            </a:r>
            <a:r>
              <a:rPr lang="en-US" altLang="zh-CN" dirty="0"/>
              <a:t>TPM</a:t>
            </a:r>
            <a:r>
              <a:rPr lang="zh-CN" altLang="en-US" dirty="0"/>
              <a:t>获取策略的值。我们称为策略</a:t>
            </a:r>
            <a:r>
              <a:rPr lang="en-US" altLang="zh-CN" dirty="0"/>
              <a:t>Dave2</a:t>
            </a:r>
            <a:r>
              <a:rPr lang="zh-CN" altLang="en-US" dirty="0"/>
              <a:t>。</a:t>
            </a:r>
          </a:p>
          <a:p>
            <a:r>
              <a:rPr lang="en-US" altLang="zh-CN" dirty="0"/>
              <a:t>5. </a:t>
            </a:r>
            <a:r>
              <a:rPr lang="zh-CN" altLang="en-US" dirty="0"/>
              <a:t>结束会话。</a:t>
            </a:r>
          </a:p>
        </p:txBody>
      </p:sp>
      <p:sp>
        <p:nvSpPr>
          <p:cNvPr id="4" name="灯片编号占位符 3">
            <a:extLst>
              <a:ext uri="{FF2B5EF4-FFF2-40B4-BE49-F238E27FC236}">
                <a16:creationId xmlns:a16="http://schemas.microsoft.com/office/drawing/2014/main" id="{5CAA310E-21D0-158C-0250-EE76289EB87E}"/>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49</a:t>
            </a:fld>
            <a:endParaRPr lang="en-US" altLang="zh-CN"/>
          </a:p>
        </p:txBody>
      </p:sp>
    </p:spTree>
    <p:extLst>
      <p:ext uri="{BB962C8B-B14F-4D97-AF65-F5344CB8AC3E}">
        <p14:creationId xmlns:p14="http://schemas.microsoft.com/office/powerpoint/2010/main" val="112465549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9FC749-BDAA-4275-8B34-4D6461D3103F}"/>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4A1AE642-E55E-1AB8-9621-CDEB6E9109D8}"/>
              </a:ext>
            </a:extLst>
          </p:cNvPr>
          <p:cNvSpPr>
            <a:spLocks noGrp="1"/>
          </p:cNvSpPr>
          <p:nvPr>
            <p:ph idx="1"/>
          </p:nvPr>
        </p:nvSpPr>
        <p:spPr/>
        <p:txBody>
          <a:bodyPr/>
          <a:lstStyle/>
          <a:p>
            <a:r>
              <a:rPr lang="zh-CN" altLang="en-US" dirty="0"/>
              <a:t>第三个策略要求</a:t>
            </a:r>
            <a:r>
              <a:rPr lang="en-US" altLang="zh-CN" dirty="0"/>
              <a:t>Sally</a:t>
            </a:r>
            <a:r>
              <a:rPr lang="zh-CN" altLang="en-US" dirty="0"/>
              <a:t>必须首先使用她的智能卡签名一个来自</a:t>
            </a:r>
            <a:r>
              <a:rPr lang="en-US" altLang="zh-CN" dirty="0"/>
              <a:t>TPM</a:t>
            </a:r>
            <a:r>
              <a:rPr lang="zh-CN" altLang="en-US" dirty="0"/>
              <a:t>的</a:t>
            </a:r>
            <a:r>
              <a:rPr lang="en-US" altLang="zh-CN" dirty="0"/>
              <a:t>nonce</a:t>
            </a:r>
            <a:r>
              <a:rPr lang="zh-CN" altLang="en-US" dirty="0"/>
              <a:t>来证明她是智能卡的授权拥有者，然后通过外部设备来授权她自己，即虹膜扫描仪，从而让外部设备来向</a:t>
            </a:r>
            <a:r>
              <a:rPr lang="en-US" altLang="zh-CN" dirty="0"/>
              <a:t>TPM</a:t>
            </a:r>
            <a:r>
              <a:rPr lang="zh-CN" altLang="en-US" dirty="0"/>
              <a:t>证明</a:t>
            </a:r>
            <a:r>
              <a:rPr lang="en-US" altLang="zh-CN" dirty="0"/>
              <a:t>Sally</a:t>
            </a:r>
            <a:r>
              <a:rPr lang="zh-CN" altLang="en-US" dirty="0"/>
              <a:t>的身份：</a:t>
            </a:r>
          </a:p>
          <a:p>
            <a:r>
              <a:rPr lang="en-US" altLang="zh-CN" dirty="0"/>
              <a:t>1. </a:t>
            </a:r>
            <a:r>
              <a:rPr lang="zh-CN" altLang="en-US" dirty="0"/>
              <a:t>启动一个</a:t>
            </a:r>
            <a:r>
              <a:rPr lang="en-US" altLang="zh-CN" dirty="0"/>
              <a:t>Trial</a:t>
            </a:r>
            <a:r>
              <a:rPr lang="zh-CN" altLang="en-US" dirty="0"/>
              <a:t>会话。</a:t>
            </a:r>
          </a:p>
          <a:p>
            <a:r>
              <a:rPr lang="en-US" altLang="zh-CN" dirty="0"/>
              <a:t>2. </a:t>
            </a:r>
            <a:r>
              <a:rPr lang="zh-CN" altLang="en-US" dirty="0"/>
              <a:t>执行</a:t>
            </a:r>
            <a:r>
              <a:rPr lang="en-US" altLang="zh-CN" dirty="0"/>
              <a:t>TPM2_PolicySigned</a:t>
            </a:r>
            <a:r>
              <a:rPr lang="zh-CN" altLang="en-US" dirty="0"/>
              <a:t>命令（使用智能卡的公钥）。</a:t>
            </a:r>
          </a:p>
          <a:p>
            <a:r>
              <a:rPr lang="en-US" altLang="zh-CN" dirty="0"/>
              <a:t>3. </a:t>
            </a:r>
            <a:r>
              <a:rPr lang="zh-CN" altLang="en-US" dirty="0"/>
              <a:t>执行</a:t>
            </a:r>
            <a:r>
              <a:rPr lang="en-US" altLang="zh-CN" dirty="0"/>
              <a:t>TPM2_PolicySigned</a:t>
            </a:r>
            <a:r>
              <a:rPr lang="zh-CN" altLang="en-US" dirty="0"/>
              <a:t>命令（提供虹膜扫描仪的公钥和合适的策略</a:t>
            </a:r>
            <a:r>
              <a:rPr lang="en-US" altLang="zh-CN" dirty="0"/>
              <a:t>Ref</a:t>
            </a:r>
            <a:r>
              <a:rPr lang="zh-CN" altLang="en-US" dirty="0"/>
              <a:t>）。</a:t>
            </a:r>
          </a:p>
          <a:p>
            <a:r>
              <a:rPr lang="en-US" altLang="zh-CN" dirty="0"/>
              <a:t>4. </a:t>
            </a:r>
            <a:r>
              <a:rPr lang="zh-CN" altLang="en-US" dirty="0"/>
              <a:t>从</a:t>
            </a:r>
            <a:r>
              <a:rPr lang="en-US" altLang="zh-CN" dirty="0"/>
              <a:t>TPM</a:t>
            </a:r>
            <a:r>
              <a:rPr lang="zh-CN" altLang="en-US" dirty="0"/>
              <a:t>获取策略的值。我们称为策略</a:t>
            </a:r>
            <a:r>
              <a:rPr lang="en-US" altLang="zh-CN" dirty="0"/>
              <a:t>Sally</a:t>
            </a:r>
            <a:r>
              <a:rPr lang="zh-CN" altLang="en-US" dirty="0"/>
              <a:t>。</a:t>
            </a:r>
          </a:p>
          <a:p>
            <a:r>
              <a:rPr lang="en-US" altLang="zh-CN" dirty="0"/>
              <a:t>5. </a:t>
            </a:r>
            <a:r>
              <a:rPr lang="zh-CN" altLang="en-US" dirty="0"/>
              <a:t>结束会话。</a:t>
            </a:r>
          </a:p>
        </p:txBody>
      </p:sp>
      <p:sp>
        <p:nvSpPr>
          <p:cNvPr id="4" name="灯片编号占位符 3">
            <a:extLst>
              <a:ext uri="{FF2B5EF4-FFF2-40B4-BE49-F238E27FC236}">
                <a16:creationId xmlns:a16="http://schemas.microsoft.com/office/drawing/2014/main" id="{0700D808-6F7A-2CD7-F744-35F91167B9BB}"/>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50</a:t>
            </a:fld>
            <a:endParaRPr lang="en-US" altLang="zh-CN"/>
          </a:p>
        </p:txBody>
      </p:sp>
    </p:spTree>
    <p:extLst>
      <p:ext uri="{BB962C8B-B14F-4D97-AF65-F5344CB8AC3E}">
        <p14:creationId xmlns:p14="http://schemas.microsoft.com/office/powerpoint/2010/main" val="255891726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EBCB36-E9E0-0700-F434-9B12790ADE8B}"/>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D2D56407-A23B-00D4-CF7E-4424429DE423}"/>
              </a:ext>
            </a:extLst>
          </p:cNvPr>
          <p:cNvSpPr>
            <a:spLocks noGrp="1"/>
          </p:cNvSpPr>
          <p:nvPr>
            <p:ph idx="1"/>
          </p:nvPr>
        </p:nvSpPr>
        <p:spPr/>
        <p:txBody>
          <a:bodyPr/>
          <a:lstStyle/>
          <a:p>
            <a:r>
              <a:rPr lang="zh-CN" altLang="en-US" dirty="0"/>
              <a:t>最后，</a:t>
            </a:r>
            <a:r>
              <a:rPr lang="en-US" altLang="zh-CN" dirty="0"/>
              <a:t>IT</a:t>
            </a:r>
            <a:r>
              <a:rPr lang="zh-CN" altLang="en-US" dirty="0"/>
              <a:t>管理员的策略要求管理员使用它的智能卡签名一个</a:t>
            </a:r>
            <a:r>
              <a:rPr lang="en-US" altLang="zh-CN" dirty="0"/>
              <a:t>TPM</a:t>
            </a:r>
            <a:r>
              <a:rPr lang="zh-CN" altLang="en-US" dirty="0"/>
              <a:t>产生的</a:t>
            </a:r>
            <a:r>
              <a:rPr lang="en-US" altLang="zh-CN" dirty="0"/>
              <a:t>nonce</a:t>
            </a:r>
            <a:r>
              <a:rPr lang="zh-CN" altLang="en-US" dirty="0"/>
              <a:t>，然后检查</a:t>
            </a:r>
            <a:r>
              <a:rPr lang="en-US" altLang="zh-CN" dirty="0"/>
              <a:t>PCR0-5</a:t>
            </a:r>
            <a:r>
              <a:rPr lang="zh-CN" altLang="en-US" dirty="0"/>
              <a:t>期望的状态。更进一步，</a:t>
            </a:r>
            <a:r>
              <a:rPr lang="en-US" altLang="zh-CN" dirty="0"/>
              <a:t>IT</a:t>
            </a:r>
            <a:r>
              <a:rPr lang="zh-CN" altLang="en-US" dirty="0"/>
              <a:t>管理员只能用这个授权做密钥复制：</a:t>
            </a:r>
          </a:p>
          <a:p>
            <a:r>
              <a:rPr lang="en-US" altLang="zh-CN" dirty="0"/>
              <a:t>1. </a:t>
            </a:r>
            <a:r>
              <a:rPr lang="zh-CN" altLang="en-US" dirty="0"/>
              <a:t>启动一个</a:t>
            </a:r>
            <a:r>
              <a:rPr lang="en-US" altLang="zh-CN" dirty="0"/>
              <a:t>Trial</a:t>
            </a:r>
            <a:r>
              <a:rPr lang="zh-CN" altLang="en-US" dirty="0"/>
              <a:t>会话。</a:t>
            </a:r>
          </a:p>
          <a:p>
            <a:r>
              <a:rPr lang="en-US" altLang="zh-CN" dirty="0"/>
              <a:t>2. </a:t>
            </a:r>
            <a:r>
              <a:rPr lang="zh-CN" altLang="en-US" dirty="0"/>
              <a:t>执行</a:t>
            </a:r>
            <a:r>
              <a:rPr lang="en-US" altLang="zh-CN" dirty="0"/>
              <a:t>TPM2_PolicySigned</a:t>
            </a:r>
            <a:r>
              <a:rPr lang="zh-CN" altLang="en-US" dirty="0"/>
              <a:t>（使用智能卡的公钥）。</a:t>
            </a:r>
          </a:p>
          <a:p>
            <a:r>
              <a:rPr lang="en-US" altLang="zh-CN" dirty="0"/>
              <a:t>3. </a:t>
            </a:r>
            <a:r>
              <a:rPr lang="zh-CN" altLang="en-US" dirty="0"/>
              <a:t>执行</a:t>
            </a:r>
            <a:r>
              <a:rPr lang="en-US" altLang="zh-CN" dirty="0"/>
              <a:t>TPM2_PolicyPCR</a:t>
            </a:r>
            <a:r>
              <a:rPr lang="zh-CN" altLang="en-US" dirty="0"/>
              <a:t>（传递选择的</a:t>
            </a:r>
            <a:r>
              <a:rPr lang="en-US" altLang="zh-CN" dirty="0"/>
              <a:t>PCR</a:t>
            </a:r>
            <a:r>
              <a:rPr lang="zh-CN" altLang="en-US" dirty="0"/>
              <a:t>，和它们的期望值）。</a:t>
            </a:r>
          </a:p>
          <a:p>
            <a:r>
              <a:rPr lang="en-US" altLang="zh-CN" dirty="0"/>
              <a:t>4. </a:t>
            </a:r>
            <a:r>
              <a:rPr lang="zh-CN" altLang="en-US" dirty="0"/>
              <a:t>执行</a:t>
            </a:r>
            <a:r>
              <a:rPr lang="en-US" altLang="zh-CN" dirty="0"/>
              <a:t>TPM2_PolicyCommandCode</a:t>
            </a:r>
            <a:r>
              <a:rPr lang="zh-CN" altLang="en-US" dirty="0"/>
              <a:t>，传递</a:t>
            </a:r>
            <a:r>
              <a:rPr lang="en-US" altLang="zh-CN" dirty="0" err="1"/>
              <a:t>TPM_CC_Duplicate</a:t>
            </a:r>
            <a:r>
              <a:rPr lang="zh-CN" altLang="en-US" dirty="0"/>
              <a:t>。</a:t>
            </a:r>
          </a:p>
          <a:p>
            <a:r>
              <a:rPr lang="en-US" altLang="zh-CN" dirty="0"/>
              <a:t>5. </a:t>
            </a:r>
            <a:r>
              <a:rPr lang="zh-CN" altLang="en-US" dirty="0"/>
              <a:t>从</a:t>
            </a:r>
            <a:r>
              <a:rPr lang="en-US" altLang="zh-CN" dirty="0"/>
              <a:t>TPM</a:t>
            </a:r>
            <a:r>
              <a:rPr lang="zh-CN" altLang="en-US" dirty="0"/>
              <a:t>拿到策略的值。我们称为策略</a:t>
            </a:r>
            <a:r>
              <a:rPr lang="en-US" altLang="zh-CN" dirty="0"/>
              <a:t>IT</a:t>
            </a:r>
            <a:r>
              <a:rPr lang="zh-CN" altLang="en-US" dirty="0"/>
              <a:t>。</a:t>
            </a:r>
          </a:p>
          <a:p>
            <a:r>
              <a:rPr lang="en-US" altLang="zh-CN" dirty="0"/>
              <a:t>6. </a:t>
            </a:r>
            <a:r>
              <a:rPr lang="zh-CN" altLang="en-US" dirty="0"/>
              <a:t>结束会话。</a:t>
            </a:r>
          </a:p>
        </p:txBody>
      </p:sp>
      <p:sp>
        <p:nvSpPr>
          <p:cNvPr id="4" name="灯片编号占位符 3">
            <a:extLst>
              <a:ext uri="{FF2B5EF4-FFF2-40B4-BE49-F238E27FC236}">
                <a16:creationId xmlns:a16="http://schemas.microsoft.com/office/drawing/2014/main" id="{0701B9EA-D289-B17E-AC8D-44633A30B6A1}"/>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51</a:t>
            </a:fld>
            <a:endParaRPr lang="en-US" altLang="zh-CN"/>
          </a:p>
        </p:txBody>
      </p:sp>
    </p:spTree>
    <p:extLst>
      <p:ext uri="{BB962C8B-B14F-4D97-AF65-F5344CB8AC3E}">
        <p14:creationId xmlns:p14="http://schemas.microsoft.com/office/powerpoint/2010/main" val="29390943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34873B-1875-4B37-8CF0-63CC260046D8}"/>
              </a:ext>
            </a:extLst>
          </p:cNvPr>
          <p:cNvSpPr>
            <a:spLocks noGrp="1"/>
          </p:cNvSpPr>
          <p:nvPr>
            <p:ph type="title"/>
          </p:nvPr>
        </p:nvSpPr>
        <p:spPr/>
        <p:txBody>
          <a:bodyPr/>
          <a:lstStyle/>
          <a:p>
            <a:r>
              <a:rPr lang="zh-CN" altLang="en-US" dirty="0"/>
              <a:t>第十五章：密钥管理</a:t>
            </a:r>
          </a:p>
        </p:txBody>
      </p:sp>
      <p:sp>
        <p:nvSpPr>
          <p:cNvPr id="3" name="内容占位符 2">
            <a:extLst>
              <a:ext uri="{FF2B5EF4-FFF2-40B4-BE49-F238E27FC236}">
                <a16:creationId xmlns:a16="http://schemas.microsoft.com/office/drawing/2014/main" id="{7CB23E5F-1E82-B600-DFE5-69AF06A75191}"/>
              </a:ext>
            </a:extLst>
          </p:cNvPr>
          <p:cNvSpPr>
            <a:spLocks noGrp="1"/>
          </p:cNvSpPr>
          <p:nvPr>
            <p:ph idx="1"/>
          </p:nvPr>
        </p:nvSpPr>
        <p:spPr/>
        <p:txBody>
          <a:bodyPr/>
          <a:lstStyle/>
          <a:p>
            <a:r>
              <a:rPr lang="zh-CN" altLang="en-US" dirty="0"/>
              <a:t>使用</a:t>
            </a:r>
            <a:r>
              <a:rPr lang="en-US" altLang="zh-CN" dirty="0"/>
              <a:t>TPM</a:t>
            </a:r>
            <a:r>
              <a:rPr lang="zh-CN" altLang="en-US" dirty="0"/>
              <a:t>设计一个密钥管理系统时需要考虑很多事情。如果密钥用于重要的操作，比如加密或者身份认证，使用一个提供标准方法来管理密钥的架构很重要，同时这个架构还要考虑到硬件损坏的情况。这样一个密钥管理架构必须能够处理密钥生成，密钥分发，密钥备份，密钥销毁。</a:t>
            </a:r>
          </a:p>
        </p:txBody>
      </p:sp>
      <p:sp>
        <p:nvSpPr>
          <p:cNvPr id="4" name="灯片编号占位符 3">
            <a:extLst>
              <a:ext uri="{FF2B5EF4-FFF2-40B4-BE49-F238E27FC236}">
                <a16:creationId xmlns:a16="http://schemas.microsoft.com/office/drawing/2014/main" id="{886610D2-3109-E7A6-C6E5-B14BF4D0D8C9}"/>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52</a:t>
            </a:fld>
            <a:endParaRPr lang="en-US" altLang="zh-CN"/>
          </a:p>
        </p:txBody>
      </p:sp>
    </p:spTree>
    <p:extLst>
      <p:ext uri="{BB962C8B-B14F-4D97-AF65-F5344CB8AC3E}">
        <p14:creationId xmlns:p14="http://schemas.microsoft.com/office/powerpoint/2010/main" val="122187350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66D6EC-3219-3086-EF36-2F24DCA91862}"/>
              </a:ext>
            </a:extLst>
          </p:cNvPr>
          <p:cNvSpPr>
            <a:spLocks noGrp="1"/>
          </p:cNvSpPr>
          <p:nvPr>
            <p:ph type="title"/>
          </p:nvPr>
        </p:nvSpPr>
        <p:spPr/>
        <p:txBody>
          <a:bodyPr/>
          <a:lstStyle/>
          <a:p>
            <a:r>
              <a:rPr lang="zh-CN" altLang="en-US" dirty="0"/>
              <a:t>密钥生成</a:t>
            </a:r>
          </a:p>
        </p:txBody>
      </p:sp>
      <p:sp>
        <p:nvSpPr>
          <p:cNvPr id="3" name="内容占位符 2">
            <a:extLst>
              <a:ext uri="{FF2B5EF4-FFF2-40B4-BE49-F238E27FC236}">
                <a16:creationId xmlns:a16="http://schemas.microsoft.com/office/drawing/2014/main" id="{8EE5908E-7F73-B6BC-237D-F11208C2FFD5}"/>
              </a:ext>
            </a:extLst>
          </p:cNvPr>
          <p:cNvSpPr>
            <a:spLocks noGrp="1"/>
          </p:cNvSpPr>
          <p:nvPr>
            <p:ph idx="1"/>
          </p:nvPr>
        </p:nvSpPr>
        <p:spPr/>
        <p:txBody>
          <a:bodyPr/>
          <a:lstStyle/>
          <a:p>
            <a:r>
              <a:rPr lang="zh-CN" altLang="en-US" dirty="0"/>
              <a:t>当我们生成一个密钥时，需要考虑的最重要的是密钥是否真的是随机产生的。如果选择了一个比较差的随机数发生器，那么生成的密钥就会不安全。其次就是要考虑保证密钥信息的机密性。</a:t>
            </a:r>
            <a:r>
              <a:rPr lang="en-US" altLang="zh-CN" dirty="0"/>
              <a:t>TPM</a:t>
            </a:r>
            <a:r>
              <a:rPr lang="zh-CN" altLang="en-US" dirty="0"/>
              <a:t>被设计成可以免受软件攻击。抗硬件攻击由制造商负责，并不属于</a:t>
            </a:r>
            <a:r>
              <a:rPr lang="en-US" altLang="zh-CN" dirty="0"/>
              <a:t>TPM</a:t>
            </a:r>
            <a:r>
              <a:rPr lang="zh-CN" altLang="en-US" dirty="0"/>
              <a:t>设计本身要考虑的范围。</a:t>
            </a:r>
            <a:r>
              <a:rPr lang="en-US" altLang="zh-CN" dirty="0"/>
              <a:t>TPM</a:t>
            </a:r>
            <a:r>
              <a:rPr lang="zh-CN" altLang="en-US" dirty="0"/>
              <a:t>的设计允许密钥的分离创建，这是指用于创建密钥的熵在</a:t>
            </a:r>
            <a:r>
              <a:rPr lang="en-US" altLang="zh-CN" dirty="0"/>
              <a:t>TPM</a:t>
            </a:r>
            <a:r>
              <a:rPr lang="zh-CN" altLang="en-US" dirty="0"/>
              <a:t>内部和外部都有存储，这样一来，当不使用</a:t>
            </a:r>
            <a:r>
              <a:rPr lang="en-US" altLang="zh-CN" dirty="0"/>
              <a:t>TPM</a:t>
            </a:r>
            <a:r>
              <a:rPr lang="zh-CN" altLang="en-US" dirty="0"/>
              <a:t>时，即使有人可以物理上接触到</a:t>
            </a:r>
            <a:r>
              <a:rPr lang="en-US" altLang="zh-CN" dirty="0"/>
              <a:t>TPM</a:t>
            </a:r>
            <a:r>
              <a:rPr lang="zh-CN" altLang="en-US" dirty="0"/>
              <a:t>，密钥也是安全的。</a:t>
            </a:r>
          </a:p>
        </p:txBody>
      </p:sp>
      <p:sp>
        <p:nvSpPr>
          <p:cNvPr id="4" name="灯片编号占位符 3">
            <a:extLst>
              <a:ext uri="{FF2B5EF4-FFF2-40B4-BE49-F238E27FC236}">
                <a16:creationId xmlns:a16="http://schemas.microsoft.com/office/drawing/2014/main" id="{9E2D70C3-3DC2-A938-AE74-01DCD39F0B4E}"/>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53</a:t>
            </a:fld>
            <a:endParaRPr lang="en-US" altLang="zh-CN"/>
          </a:p>
        </p:txBody>
      </p:sp>
    </p:spTree>
    <p:extLst>
      <p:ext uri="{BB962C8B-B14F-4D97-AF65-F5344CB8AC3E}">
        <p14:creationId xmlns:p14="http://schemas.microsoft.com/office/powerpoint/2010/main" val="281149342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FA3DA8-918B-AFDD-E598-E12E16831263}"/>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3F9F70DD-E6CC-0D08-6C36-6715CFA6A79F}"/>
              </a:ext>
            </a:extLst>
          </p:cNvPr>
          <p:cNvSpPr>
            <a:spLocks noGrp="1"/>
          </p:cNvSpPr>
          <p:nvPr>
            <p:ph idx="1"/>
          </p:nvPr>
        </p:nvSpPr>
        <p:spPr/>
        <p:txBody>
          <a:bodyPr/>
          <a:lstStyle/>
          <a:p>
            <a:r>
              <a:rPr lang="zh-CN" altLang="en-US" dirty="0"/>
              <a:t>密钥在</a:t>
            </a:r>
            <a:r>
              <a:rPr lang="en-US" altLang="zh-CN" dirty="0"/>
              <a:t>TPM</a:t>
            </a:r>
            <a:r>
              <a:rPr lang="zh-CN" altLang="en-US" dirty="0"/>
              <a:t>中有三种存在形式。密钥可以由一个种子生成，由</a:t>
            </a:r>
            <a:r>
              <a:rPr lang="en-US" altLang="zh-CN" dirty="0"/>
              <a:t>TPM</a:t>
            </a:r>
            <a:r>
              <a:rPr lang="zh-CN" altLang="en-US" dirty="0"/>
              <a:t>的随机数发生器生成，或者被导入到</a:t>
            </a:r>
            <a:r>
              <a:rPr lang="en-US" altLang="zh-CN" dirty="0"/>
              <a:t>TPM</a:t>
            </a:r>
            <a:r>
              <a:rPr lang="zh-CN" altLang="en-US" dirty="0"/>
              <a:t>中。主密钥是通过</a:t>
            </a:r>
            <a:r>
              <a:rPr lang="en-US" altLang="zh-CN" dirty="0"/>
              <a:t>TPM</a:t>
            </a:r>
            <a:r>
              <a:rPr lang="zh-CN" altLang="en-US" dirty="0"/>
              <a:t>中的种子生成的。用于生成</a:t>
            </a:r>
            <a:r>
              <a:rPr lang="en-US" altLang="zh-CN" dirty="0"/>
              <a:t>EK</a:t>
            </a:r>
            <a:r>
              <a:rPr lang="zh-CN" altLang="en-US" dirty="0"/>
              <a:t>的种子与背书密钥组织架构有关，并且终端用户不太可能去修改它。</a:t>
            </a:r>
          </a:p>
          <a:p>
            <a:r>
              <a:rPr lang="zh-CN" altLang="en-US" dirty="0"/>
              <a:t>另一方面，与存储密钥组织架构相关的种子值在</a:t>
            </a:r>
            <a:r>
              <a:rPr lang="en-US" altLang="zh-CN" dirty="0"/>
              <a:t>TPM</a:t>
            </a:r>
            <a:r>
              <a:rPr lang="zh-CN" altLang="en-US" dirty="0"/>
              <a:t>收到</a:t>
            </a:r>
            <a:r>
              <a:rPr lang="en-US" altLang="zh-CN" dirty="0" err="1"/>
              <a:t>TPM_Clear</a:t>
            </a:r>
            <a:r>
              <a:rPr lang="zh-CN" altLang="en-US" dirty="0"/>
              <a:t>命令时就会改变。这个操作可以由使用平台组织架构的</a:t>
            </a:r>
            <a:r>
              <a:rPr lang="en-US" altLang="zh-CN" dirty="0"/>
              <a:t>BIOS</a:t>
            </a:r>
            <a:r>
              <a:rPr lang="zh-CN" altLang="en-US" dirty="0"/>
              <a:t>执行，或者由终端用户使用字典攻击复位口令来实现。</a:t>
            </a:r>
          </a:p>
        </p:txBody>
      </p:sp>
      <p:sp>
        <p:nvSpPr>
          <p:cNvPr id="4" name="灯片编号占位符 3">
            <a:extLst>
              <a:ext uri="{FF2B5EF4-FFF2-40B4-BE49-F238E27FC236}">
                <a16:creationId xmlns:a16="http://schemas.microsoft.com/office/drawing/2014/main" id="{C1A22AEF-27D3-85E0-E1E8-C4DB813DE24B}"/>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54</a:t>
            </a:fld>
            <a:endParaRPr lang="en-US" altLang="zh-CN"/>
          </a:p>
        </p:txBody>
      </p:sp>
    </p:spTree>
    <p:extLst>
      <p:ext uri="{BB962C8B-B14F-4D97-AF65-F5344CB8AC3E}">
        <p14:creationId xmlns:p14="http://schemas.microsoft.com/office/powerpoint/2010/main" val="103575760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94B41D-DD85-C50D-03A9-EFC762E7CC38}"/>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9B83B53A-5623-9072-6433-3D0C3F1D005C}"/>
              </a:ext>
            </a:extLst>
          </p:cNvPr>
          <p:cNvSpPr>
            <a:spLocks noGrp="1"/>
          </p:cNvSpPr>
          <p:nvPr>
            <p:ph idx="1"/>
          </p:nvPr>
        </p:nvSpPr>
        <p:spPr/>
        <p:txBody>
          <a:bodyPr/>
          <a:lstStyle/>
          <a:p>
            <a:r>
              <a:rPr lang="zh-CN" altLang="en-US" dirty="0"/>
              <a:t>主密钥使用</a:t>
            </a:r>
            <a:r>
              <a:rPr lang="en-US" altLang="zh-CN" dirty="0"/>
              <a:t>FIPS</a:t>
            </a:r>
            <a:r>
              <a:rPr lang="zh-CN" altLang="en-US" dirty="0"/>
              <a:t>认可的</a:t>
            </a:r>
            <a:r>
              <a:rPr lang="en-US" altLang="zh-CN" dirty="0"/>
              <a:t>KDF</a:t>
            </a:r>
            <a:r>
              <a:rPr lang="zh-CN" altLang="en-US" dirty="0"/>
              <a:t>生成，</a:t>
            </a:r>
            <a:r>
              <a:rPr lang="en-US" altLang="zh-CN" dirty="0"/>
              <a:t>KDF</a:t>
            </a:r>
            <a:r>
              <a:rPr lang="zh-CN" altLang="en-US" dirty="0"/>
              <a:t>会将主种子和密钥模板组合起来做哈希。密钥生成的模板被分为两部分。第一部分是对密钥类型的描述</a:t>
            </a:r>
            <a:r>
              <a:rPr lang="en-US" altLang="zh-CN" dirty="0"/>
              <a:t>——</a:t>
            </a:r>
            <a:r>
              <a:rPr lang="zh-CN" altLang="en-US" dirty="0"/>
              <a:t>是否是一个签名密钥，具体的算法和密钥大小，等等。另外一部分描述的是密钥生成命令用于生成密钥的熵值从哪里来。大多数情况下，第二部分被设置成全</a:t>
            </a:r>
            <a:r>
              <a:rPr lang="en-US" altLang="zh-CN" dirty="0"/>
              <a:t>0</a:t>
            </a:r>
            <a:r>
              <a:rPr lang="zh-CN" altLang="en-US" dirty="0"/>
              <a:t>（</a:t>
            </a:r>
            <a:r>
              <a:rPr lang="en-US" altLang="zh-CN" dirty="0"/>
              <a:t>TCG</a:t>
            </a:r>
            <a:r>
              <a:rPr lang="zh-CN" altLang="en-US" dirty="0"/>
              <a:t>基础设施工作组公布的</a:t>
            </a:r>
            <a:r>
              <a:rPr lang="en-US" altLang="zh-CN" dirty="0"/>
              <a:t>EK</a:t>
            </a:r>
            <a:r>
              <a:rPr lang="zh-CN" altLang="en-US" dirty="0"/>
              <a:t>模板中有）。但是，如果用户不相信</a:t>
            </a:r>
            <a:r>
              <a:rPr lang="en-US" altLang="zh-CN" dirty="0"/>
              <a:t>TPM</a:t>
            </a:r>
            <a:r>
              <a:rPr lang="zh-CN" altLang="en-US" dirty="0"/>
              <a:t>内部的熵发生器，他们可以使用这个功能将密钥的熵分开，也就是密钥生成分割。</a:t>
            </a:r>
          </a:p>
        </p:txBody>
      </p:sp>
      <p:sp>
        <p:nvSpPr>
          <p:cNvPr id="4" name="灯片编号占位符 3">
            <a:extLst>
              <a:ext uri="{FF2B5EF4-FFF2-40B4-BE49-F238E27FC236}">
                <a16:creationId xmlns:a16="http://schemas.microsoft.com/office/drawing/2014/main" id="{85850B75-E238-DCF6-B59E-C41A49FD27B0}"/>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55</a:t>
            </a:fld>
            <a:endParaRPr lang="en-US" altLang="zh-CN"/>
          </a:p>
        </p:txBody>
      </p:sp>
    </p:spTree>
    <p:extLst>
      <p:ext uri="{BB962C8B-B14F-4D97-AF65-F5344CB8AC3E}">
        <p14:creationId xmlns:p14="http://schemas.microsoft.com/office/powerpoint/2010/main" val="364545902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51F5C6-5AA5-F84E-E8A2-BF52FF9B5F6C}"/>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27E3B0F4-D9B2-74A4-FDD7-2FCFD5423CF1}"/>
              </a:ext>
            </a:extLst>
          </p:cNvPr>
          <p:cNvSpPr>
            <a:spLocks noGrp="1"/>
          </p:cNvSpPr>
          <p:nvPr>
            <p:ph idx="1"/>
          </p:nvPr>
        </p:nvSpPr>
        <p:spPr/>
        <p:txBody>
          <a:bodyPr/>
          <a:lstStyle/>
          <a:p>
            <a:r>
              <a:rPr lang="zh-CN" altLang="en-US" dirty="0"/>
              <a:t>密钥分割是一个密码学构造，它包含两部分熵</a:t>
            </a:r>
            <a:r>
              <a:rPr lang="en-US" altLang="zh-CN" dirty="0"/>
              <a:t>——</a:t>
            </a:r>
            <a:r>
              <a:rPr lang="zh-CN" altLang="en-US" dirty="0"/>
              <a:t>每一部分都有与最终密钥相同的熵值</a:t>
            </a:r>
            <a:r>
              <a:rPr lang="en-US" altLang="zh-CN" dirty="0"/>
              <a:t>——</a:t>
            </a:r>
            <a:r>
              <a:rPr lang="zh-CN" altLang="en-US" dirty="0"/>
              <a:t>用于生成密钥。这两个中的任何单独一个都不能提供哪怕是一个比特的最终密钥的熵</a:t>
            </a:r>
            <a:r>
              <a:rPr lang="en-US" altLang="zh-CN" dirty="0"/>
              <a:t>——</a:t>
            </a:r>
            <a:r>
              <a:rPr lang="zh-CN" altLang="en-US" dirty="0"/>
              <a:t>所以这两者都是必需的。这样一来，一个可以独立于</a:t>
            </a:r>
            <a:r>
              <a:rPr lang="en-US" altLang="zh-CN" dirty="0"/>
              <a:t>TPM</a:t>
            </a:r>
            <a:r>
              <a:rPr lang="zh-CN" altLang="en-US" dirty="0"/>
              <a:t>存储，另外一个则存储在</a:t>
            </a:r>
            <a:r>
              <a:rPr lang="en-US" altLang="zh-CN" dirty="0"/>
              <a:t>TPM</a:t>
            </a:r>
            <a:r>
              <a:rPr lang="zh-CN" altLang="en-US" dirty="0"/>
              <a:t>中。</a:t>
            </a:r>
          </a:p>
          <a:p>
            <a:endParaRPr lang="zh-CN" altLang="en-US" dirty="0"/>
          </a:p>
          <a:p>
            <a:r>
              <a:rPr lang="zh-CN" altLang="en-US" dirty="0"/>
              <a:t>对于一个主密钥来说，一部分分割值是密钥对应组织架构的种子，这存在于</a:t>
            </a:r>
            <a:r>
              <a:rPr lang="en-US" altLang="zh-CN" dirty="0"/>
              <a:t>TPM</a:t>
            </a:r>
            <a:r>
              <a:rPr lang="zh-CN" altLang="en-US" dirty="0"/>
              <a:t>中。另外一部分存储在</a:t>
            </a:r>
            <a:r>
              <a:rPr lang="en-US" altLang="zh-CN" dirty="0"/>
              <a:t>TPM</a:t>
            </a:r>
            <a:r>
              <a:rPr lang="zh-CN" altLang="en-US" dirty="0"/>
              <a:t>之外的密钥模板中，当不使用时它可以被存储在安全的地方（比方说存储在智能卡中）。</a:t>
            </a:r>
          </a:p>
        </p:txBody>
      </p:sp>
      <p:sp>
        <p:nvSpPr>
          <p:cNvPr id="4" name="灯片编号占位符 3">
            <a:extLst>
              <a:ext uri="{FF2B5EF4-FFF2-40B4-BE49-F238E27FC236}">
                <a16:creationId xmlns:a16="http://schemas.microsoft.com/office/drawing/2014/main" id="{B6E9767D-F9D5-220B-2A7E-53FF6A1F7127}"/>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56</a:t>
            </a:fld>
            <a:endParaRPr lang="en-US" altLang="zh-CN"/>
          </a:p>
        </p:txBody>
      </p:sp>
    </p:spTree>
    <p:extLst>
      <p:ext uri="{BB962C8B-B14F-4D97-AF65-F5344CB8AC3E}">
        <p14:creationId xmlns:p14="http://schemas.microsoft.com/office/powerpoint/2010/main" val="377022646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2628CD-2222-4477-88EF-11DCA6FA77F5}"/>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DA6098E9-32C5-C52D-8084-B640BD6DA23F}"/>
              </a:ext>
            </a:extLst>
          </p:cNvPr>
          <p:cNvSpPr>
            <a:spLocks noGrp="1"/>
          </p:cNvSpPr>
          <p:nvPr>
            <p:ph idx="1"/>
          </p:nvPr>
        </p:nvSpPr>
        <p:spPr/>
        <p:txBody>
          <a:bodyPr/>
          <a:lstStyle/>
          <a:p>
            <a:r>
              <a:rPr lang="zh-CN" altLang="en-US" dirty="0"/>
              <a:t>主存储密钥有一个与之关联的对称密钥，它和主存储密钥一起生成。主密钥同样由主种子和外部引进的熵派生而来。只要与组织架构相关的种子没有变化，使用相同的密钥模板总会产生相同的主密钥和相关的对称密钥。因为这两种密钥都使用密钥模板，如果熵由模板提供，那模板中的熵也就是一部分分割的熵。</a:t>
            </a:r>
          </a:p>
        </p:txBody>
      </p:sp>
      <p:sp>
        <p:nvSpPr>
          <p:cNvPr id="4" name="灯片编号占位符 3">
            <a:extLst>
              <a:ext uri="{FF2B5EF4-FFF2-40B4-BE49-F238E27FC236}">
                <a16:creationId xmlns:a16="http://schemas.microsoft.com/office/drawing/2014/main" id="{E8EDA0F5-CD44-35BF-F814-7A6A212585A8}"/>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57</a:t>
            </a:fld>
            <a:endParaRPr lang="en-US" altLang="zh-CN"/>
          </a:p>
        </p:txBody>
      </p:sp>
    </p:spTree>
    <p:extLst>
      <p:ext uri="{BB962C8B-B14F-4D97-AF65-F5344CB8AC3E}">
        <p14:creationId xmlns:p14="http://schemas.microsoft.com/office/powerpoint/2010/main" val="72276350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5294E4-3171-CD9A-BF7F-DD6CCE2A8773}"/>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399F222B-20A4-323F-4F55-28645A6C2B31}"/>
              </a:ext>
            </a:extLst>
          </p:cNvPr>
          <p:cNvSpPr>
            <a:spLocks noGrp="1"/>
          </p:cNvSpPr>
          <p:nvPr>
            <p:ph idx="1"/>
          </p:nvPr>
        </p:nvSpPr>
        <p:spPr/>
        <p:txBody>
          <a:bodyPr/>
          <a:lstStyle/>
          <a:p>
            <a:r>
              <a:rPr lang="zh-CN" altLang="en-US" dirty="0"/>
              <a:t>生成主密钥可能会花费相对较长的时间（如果密钥是</a:t>
            </a:r>
            <a:r>
              <a:rPr lang="en-US" altLang="zh-CN" dirty="0"/>
              <a:t>RSA</a:t>
            </a:r>
            <a:r>
              <a:rPr lang="zh-CN" altLang="en-US" dirty="0"/>
              <a:t>密钥），或者是几乎瞬间完成（如果是</a:t>
            </a:r>
            <a:r>
              <a:rPr lang="en-US" altLang="zh-CN" dirty="0"/>
              <a:t>ECC</a:t>
            </a:r>
            <a:r>
              <a:rPr lang="zh-CN" altLang="en-US" dirty="0"/>
              <a:t>密钥）。如果密钥生成需要很长时间，用户可能会决定将密钥存储在</a:t>
            </a:r>
            <a:r>
              <a:rPr lang="en-US" altLang="zh-CN" dirty="0"/>
              <a:t>TPM</a:t>
            </a:r>
            <a:r>
              <a:rPr lang="zh-CN" altLang="en-US" dirty="0"/>
              <a:t>的持续性内存中，这是通过</a:t>
            </a:r>
            <a:r>
              <a:rPr lang="en-US" altLang="zh-CN" dirty="0"/>
              <a:t>TPM2_EvictControl</a:t>
            </a:r>
            <a:r>
              <a:rPr lang="zh-CN" altLang="en-US" dirty="0"/>
              <a:t>命令来实现的，这个命令要求相关的组织架构授权。在这种情况下，密钥就会被分配一个持续性</a:t>
            </a:r>
            <a:r>
              <a:rPr lang="en-US" altLang="zh-CN" dirty="0"/>
              <a:t>handle</a:t>
            </a:r>
            <a:r>
              <a:rPr lang="zh-CN" altLang="en-US" dirty="0"/>
              <a:t>，并且重新上电不会影响这个密钥的存在。这个密钥可以使用相同的命令被擦除。用户可以根据所担心攻击的不同，决定是否让密钥变成持续性的密钥。</a:t>
            </a:r>
          </a:p>
        </p:txBody>
      </p:sp>
      <p:sp>
        <p:nvSpPr>
          <p:cNvPr id="4" name="灯片编号占位符 3">
            <a:extLst>
              <a:ext uri="{FF2B5EF4-FFF2-40B4-BE49-F238E27FC236}">
                <a16:creationId xmlns:a16="http://schemas.microsoft.com/office/drawing/2014/main" id="{2277625F-7AC3-5E95-2B3E-CE66D83B36B1}"/>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58</a:t>
            </a:fld>
            <a:endParaRPr lang="en-US" altLang="zh-CN"/>
          </a:p>
        </p:txBody>
      </p:sp>
    </p:spTree>
    <p:extLst>
      <p:ext uri="{BB962C8B-B14F-4D97-AF65-F5344CB8AC3E}">
        <p14:creationId xmlns:p14="http://schemas.microsoft.com/office/powerpoint/2010/main" val="427704820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BD7F4E-EB1E-D50C-6574-302BE26BFAF3}"/>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F6B5E441-0D48-F332-65B6-7B430AB3E360}"/>
              </a:ext>
            </a:extLst>
          </p:cNvPr>
          <p:cNvSpPr>
            <a:spLocks noGrp="1"/>
          </p:cNvSpPr>
          <p:nvPr>
            <p:ph idx="1"/>
          </p:nvPr>
        </p:nvSpPr>
        <p:spPr/>
        <p:txBody>
          <a:bodyPr/>
          <a:lstStyle/>
          <a:p>
            <a:r>
              <a:rPr lang="zh-CN" altLang="en-US" dirty="0"/>
              <a:t>如果一个用户担心</a:t>
            </a:r>
            <a:r>
              <a:rPr lang="en-US" altLang="zh-CN" dirty="0"/>
              <a:t>TPM</a:t>
            </a:r>
            <a:r>
              <a:rPr lang="zh-CN" altLang="en-US" dirty="0"/>
              <a:t>的种子可能已经不安全了，那他们就会担心主密钥也不安全了。如果主密钥不安全了，所有存储在这个主密钥之下的密钥都不安全。在这种情况下，用户可以通过模板使用密钥分割来引入他们自己的熵，并且让密钥变成持续性的密钥，然后将密钥的模板放置在攻击者访问不到的地方。这样就阻止了知道</a:t>
            </a:r>
            <a:r>
              <a:rPr lang="en-US" altLang="zh-CN" dirty="0"/>
              <a:t>TPM</a:t>
            </a:r>
            <a:r>
              <a:rPr lang="zh-CN" altLang="en-US" dirty="0"/>
              <a:t>种子的攻击者拿到主密钥秘密信息（没有另外一部分熵）。</a:t>
            </a:r>
          </a:p>
        </p:txBody>
      </p:sp>
      <p:sp>
        <p:nvSpPr>
          <p:cNvPr id="4" name="灯片编号占位符 3">
            <a:extLst>
              <a:ext uri="{FF2B5EF4-FFF2-40B4-BE49-F238E27FC236}">
                <a16:creationId xmlns:a16="http://schemas.microsoft.com/office/drawing/2014/main" id="{F29542EF-C378-D1F1-D45E-AFC0D61BF90F}"/>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59</a:t>
            </a:fld>
            <a:endParaRPr lang="en-US" altLang="zh-CN"/>
          </a:p>
        </p:txBody>
      </p:sp>
    </p:spTree>
    <p:extLst>
      <p:ext uri="{BB962C8B-B14F-4D97-AF65-F5344CB8AC3E}">
        <p14:creationId xmlns:p14="http://schemas.microsoft.com/office/powerpoint/2010/main" val="285554114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D0CC25-4DF0-DC9B-AAD4-AAAC504520A4}"/>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6D136B22-7FF2-66B2-C341-A0D48C94E7F7}"/>
              </a:ext>
            </a:extLst>
          </p:cNvPr>
          <p:cNvSpPr>
            <a:spLocks noGrp="1"/>
          </p:cNvSpPr>
          <p:nvPr>
            <p:ph idx="1"/>
          </p:nvPr>
        </p:nvSpPr>
        <p:spPr/>
        <p:txBody>
          <a:bodyPr/>
          <a:lstStyle/>
          <a:p>
            <a:r>
              <a:rPr lang="zh-CN" altLang="en-US" dirty="0"/>
              <a:t>有标准的密钥模板用于创建密钥，通常情况下使用这些模板比自己创建模板更合理。因为模板会使用强度匹配的算法。在选择对称密钥的时候你可能会使用强度不匹配的算法。</a:t>
            </a:r>
            <a:r>
              <a:rPr lang="en-US" altLang="zh-CN" dirty="0"/>
              <a:t>TPM2.0</a:t>
            </a:r>
            <a:r>
              <a:rPr lang="zh-CN" altLang="en-US" dirty="0"/>
              <a:t>使用对称密钥加载其他密钥，而不是像</a:t>
            </a:r>
            <a:r>
              <a:rPr lang="en-US" altLang="zh-CN" dirty="0"/>
              <a:t>TPM1.2</a:t>
            </a:r>
            <a:r>
              <a:rPr lang="zh-CN" altLang="en-US" dirty="0"/>
              <a:t>中一样使用非对称密钥。因此，我们可以设计一套系统，系统使用比用于主密钥的非对称密钥强度更高的对称密钥。一旦实现了这样的系统，由</a:t>
            </a:r>
            <a:r>
              <a:rPr lang="en-US" altLang="zh-CN" dirty="0"/>
              <a:t>TPM</a:t>
            </a:r>
            <a:r>
              <a:rPr lang="zh-CN" altLang="en-US" dirty="0"/>
              <a:t>产生的密钥就不会面临非对称密钥或者算法强度弱的风险。</a:t>
            </a:r>
          </a:p>
        </p:txBody>
      </p:sp>
      <p:sp>
        <p:nvSpPr>
          <p:cNvPr id="4" name="灯片编号占位符 3">
            <a:extLst>
              <a:ext uri="{FF2B5EF4-FFF2-40B4-BE49-F238E27FC236}">
                <a16:creationId xmlns:a16="http://schemas.microsoft.com/office/drawing/2014/main" id="{C26C5BE6-95FD-2959-9773-E235F05FA8E9}"/>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60</a:t>
            </a:fld>
            <a:endParaRPr lang="en-US" altLang="zh-CN"/>
          </a:p>
        </p:txBody>
      </p:sp>
    </p:spTree>
    <p:extLst>
      <p:ext uri="{BB962C8B-B14F-4D97-AF65-F5344CB8AC3E}">
        <p14:creationId xmlns:p14="http://schemas.microsoft.com/office/powerpoint/2010/main" val="363987576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B0D817-B35C-1B98-07F5-4E3570761B2E}"/>
              </a:ext>
            </a:extLst>
          </p:cNvPr>
          <p:cNvSpPr>
            <a:spLocks noGrp="1"/>
          </p:cNvSpPr>
          <p:nvPr>
            <p:ph type="title"/>
          </p:nvPr>
        </p:nvSpPr>
        <p:spPr/>
        <p:txBody>
          <a:bodyPr/>
          <a:lstStyle/>
          <a:p>
            <a:r>
              <a:rPr lang="zh-CN" altLang="en-US" dirty="0"/>
              <a:t>密钥树</a:t>
            </a:r>
          </a:p>
        </p:txBody>
      </p:sp>
      <p:sp>
        <p:nvSpPr>
          <p:cNvPr id="3" name="内容占位符 2">
            <a:extLst>
              <a:ext uri="{FF2B5EF4-FFF2-40B4-BE49-F238E27FC236}">
                <a16:creationId xmlns:a16="http://schemas.microsoft.com/office/drawing/2014/main" id="{E76FD135-1606-F6CF-90CE-25B470676F42}"/>
              </a:ext>
            </a:extLst>
          </p:cNvPr>
          <p:cNvSpPr>
            <a:spLocks noGrp="1"/>
          </p:cNvSpPr>
          <p:nvPr>
            <p:ph idx="1"/>
          </p:nvPr>
        </p:nvSpPr>
        <p:spPr/>
        <p:txBody>
          <a:bodyPr/>
          <a:lstStyle/>
          <a:p>
            <a:r>
              <a:rPr lang="zh-CN" altLang="en-US" dirty="0"/>
              <a:t>尽管从技术上来说，可以混用不同的算法</a:t>
            </a:r>
            <a:r>
              <a:rPr lang="en-US" altLang="zh-CN" dirty="0"/>
              <a:t>——</a:t>
            </a:r>
            <a:r>
              <a:rPr lang="zh-CN" altLang="en-US" dirty="0"/>
              <a:t>使用一种算法创建一个密钥，然后用一个不同算法的密钥保护这个密钥</a:t>
            </a:r>
            <a:r>
              <a:rPr lang="en-US" altLang="zh-CN" dirty="0"/>
              <a:t>——</a:t>
            </a:r>
            <a:r>
              <a:rPr lang="zh-CN" altLang="en-US" dirty="0"/>
              <a:t>这是一个不好的习惯（首先，已经看到了，</a:t>
            </a:r>
            <a:r>
              <a:rPr lang="en-US" altLang="zh-CN" dirty="0"/>
              <a:t>TSS</a:t>
            </a:r>
            <a:r>
              <a:rPr lang="zh-CN" altLang="en-US" dirty="0"/>
              <a:t>的</a:t>
            </a:r>
            <a:r>
              <a:rPr lang="en-US" altLang="zh-CN" dirty="0"/>
              <a:t>FAPI</a:t>
            </a:r>
            <a:r>
              <a:rPr lang="zh-CN" altLang="en-US" dirty="0"/>
              <a:t>就不允许这样做）。这样做有问题的原因是，一组密钥的整体强度是由其中强度最弱的密钥决定的。这样就意味着，不但不应该混用算法，而且密钥链（就是一个密钥加密后面的密钥，这样组成的链式结构）也应该尽量短。如果密钥链中的任何一个密钥被破坏了，那所有在这个密钥后面的密钥也都被破坏了。所以在面对暴力攻击时，一个由四个密钥组成的密钥链的强度是一个单独密钥的四分之一。</a:t>
            </a:r>
          </a:p>
        </p:txBody>
      </p:sp>
      <p:sp>
        <p:nvSpPr>
          <p:cNvPr id="4" name="灯片编号占位符 3">
            <a:extLst>
              <a:ext uri="{FF2B5EF4-FFF2-40B4-BE49-F238E27FC236}">
                <a16:creationId xmlns:a16="http://schemas.microsoft.com/office/drawing/2014/main" id="{57DB478B-A8AF-E5C8-91BC-F957C27E5425}"/>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61</a:t>
            </a:fld>
            <a:endParaRPr lang="en-US" altLang="zh-CN"/>
          </a:p>
        </p:txBody>
      </p:sp>
    </p:spTree>
    <p:extLst>
      <p:ext uri="{BB962C8B-B14F-4D97-AF65-F5344CB8AC3E}">
        <p14:creationId xmlns:p14="http://schemas.microsoft.com/office/powerpoint/2010/main" val="50105133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7FCD19-CA0F-94AB-B52F-759DD83DB4C6}"/>
              </a:ext>
            </a:extLst>
          </p:cNvPr>
          <p:cNvSpPr>
            <a:spLocks noGrp="1"/>
          </p:cNvSpPr>
          <p:nvPr>
            <p:ph type="title"/>
          </p:nvPr>
        </p:nvSpPr>
        <p:spPr/>
        <p:txBody>
          <a:bodyPr/>
          <a:lstStyle/>
          <a:p>
            <a:r>
              <a:rPr lang="zh-CN" altLang="en-US" dirty="0"/>
              <a:t>密钥复制</a:t>
            </a:r>
          </a:p>
        </p:txBody>
      </p:sp>
      <p:sp>
        <p:nvSpPr>
          <p:cNvPr id="3" name="内容占位符 2">
            <a:extLst>
              <a:ext uri="{FF2B5EF4-FFF2-40B4-BE49-F238E27FC236}">
                <a16:creationId xmlns:a16="http://schemas.microsoft.com/office/drawing/2014/main" id="{3323DF65-A6D9-E40C-59CB-8AF9DE4262DD}"/>
              </a:ext>
            </a:extLst>
          </p:cNvPr>
          <p:cNvSpPr>
            <a:spLocks noGrp="1"/>
          </p:cNvSpPr>
          <p:nvPr>
            <p:ph idx="1"/>
          </p:nvPr>
        </p:nvSpPr>
        <p:spPr/>
        <p:txBody>
          <a:bodyPr/>
          <a:lstStyle/>
          <a:p>
            <a:r>
              <a:rPr lang="zh-CN" altLang="en-US" dirty="0"/>
              <a:t>密钥树中，有可能被复制的密钥是个人密钥，企业密钥，金融密钥（个人或者企业），娱乐密钥，</a:t>
            </a:r>
            <a:r>
              <a:rPr lang="en-US" altLang="zh-CN" dirty="0"/>
              <a:t>HR</a:t>
            </a:r>
            <a:r>
              <a:rPr lang="zh-CN" altLang="en-US" dirty="0"/>
              <a:t>密钥。为了让密钥可以被复制，在创建密钥时就需要将它们配置成可复制的，并且密钥还需要包含</a:t>
            </a:r>
            <a:r>
              <a:rPr lang="en-US" altLang="zh-CN" dirty="0"/>
              <a:t>TPM2_PolicyCommandCode</a:t>
            </a:r>
            <a:r>
              <a:rPr lang="zh-CN" altLang="en-US" dirty="0"/>
              <a:t>命令的策略，</a:t>
            </a:r>
            <a:r>
              <a:rPr lang="en-US" altLang="zh-CN" dirty="0"/>
              <a:t>TPM2_PolicyCommandCode</a:t>
            </a:r>
            <a:r>
              <a:rPr lang="zh-CN" altLang="en-US" dirty="0"/>
              <a:t>指定的命令为</a:t>
            </a:r>
            <a:r>
              <a:rPr lang="en-US" altLang="zh-CN" dirty="0"/>
              <a:t>TPM2_Duplicate</a:t>
            </a:r>
            <a:r>
              <a:rPr lang="zh-CN" altLang="en-US" dirty="0"/>
              <a:t>。在大多数情况下，一个用户会创建两种复制策略</a:t>
            </a:r>
            <a:r>
              <a:rPr lang="en-US" altLang="zh-CN" dirty="0"/>
              <a:t>——</a:t>
            </a:r>
            <a:r>
              <a:rPr lang="zh-CN" altLang="en-US" dirty="0"/>
              <a:t>一种用于个人密钥，另外一种用于商业密钥</a:t>
            </a:r>
            <a:r>
              <a:rPr lang="en-US" altLang="zh-CN" dirty="0"/>
              <a:t>——</a:t>
            </a:r>
            <a:r>
              <a:rPr lang="zh-CN" altLang="en-US" dirty="0"/>
              <a:t>并将它们分别与一个个人可复制密钥（</a:t>
            </a:r>
            <a:r>
              <a:rPr lang="en-US" altLang="zh-CN" dirty="0"/>
              <a:t>Personal Duplicable Key</a:t>
            </a:r>
            <a:r>
              <a:rPr lang="zh-CN" altLang="en-US" dirty="0"/>
              <a:t>）和一个用于商业的可复制密钥（</a:t>
            </a:r>
            <a:r>
              <a:rPr lang="en-US" altLang="zh-CN" dirty="0"/>
              <a:t>Business Duplicable Key</a:t>
            </a:r>
            <a:r>
              <a:rPr lang="zh-CN" altLang="en-US" dirty="0"/>
              <a:t>）关联起来。</a:t>
            </a:r>
          </a:p>
          <a:p>
            <a:r>
              <a:rPr lang="zh-CN" altLang="en-US" dirty="0"/>
              <a:t>如果我们不想让一个密钥被复制，可以设置属性为</a:t>
            </a:r>
            <a:r>
              <a:rPr lang="en-US" altLang="zh-CN" dirty="0" err="1"/>
              <a:t>fixedParent</a:t>
            </a:r>
            <a:r>
              <a:rPr lang="zh-CN" altLang="en-US" dirty="0"/>
              <a:t>。如果一个密钥想独立于它的父密钥</a:t>
            </a:r>
            <a:r>
              <a:rPr lang="en-US" altLang="zh-CN" dirty="0"/>
              <a:t>SDK</a:t>
            </a:r>
            <a:r>
              <a:rPr lang="zh-CN" altLang="en-US" dirty="0"/>
              <a:t>或者</a:t>
            </a:r>
            <a:r>
              <a:rPr lang="en-US" altLang="zh-CN" dirty="0"/>
              <a:t>UDK</a:t>
            </a:r>
            <a:r>
              <a:rPr lang="zh-CN" altLang="en-US" dirty="0"/>
              <a:t>被复制，那么这个密钥本身也必须有一个可以允许复制的策略。</a:t>
            </a:r>
          </a:p>
        </p:txBody>
      </p:sp>
      <p:sp>
        <p:nvSpPr>
          <p:cNvPr id="4" name="灯片编号占位符 3">
            <a:extLst>
              <a:ext uri="{FF2B5EF4-FFF2-40B4-BE49-F238E27FC236}">
                <a16:creationId xmlns:a16="http://schemas.microsoft.com/office/drawing/2014/main" id="{B7A7D6B2-DF12-B626-AB23-2A9379668513}"/>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62</a:t>
            </a:fld>
            <a:endParaRPr lang="en-US" altLang="zh-CN"/>
          </a:p>
        </p:txBody>
      </p:sp>
    </p:spTree>
    <p:extLst>
      <p:ext uri="{BB962C8B-B14F-4D97-AF65-F5344CB8AC3E}">
        <p14:creationId xmlns:p14="http://schemas.microsoft.com/office/powerpoint/2010/main" val="236065977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C12EF4-A485-B7C4-0FE2-A3994ECED184}"/>
              </a:ext>
            </a:extLst>
          </p:cNvPr>
          <p:cNvSpPr>
            <a:spLocks noGrp="1"/>
          </p:cNvSpPr>
          <p:nvPr>
            <p:ph type="title"/>
          </p:nvPr>
        </p:nvSpPr>
        <p:spPr/>
        <p:txBody>
          <a:bodyPr/>
          <a:lstStyle/>
          <a:p>
            <a:r>
              <a:rPr lang="zh-CN" altLang="en-US" dirty="0"/>
              <a:t>密钥分发</a:t>
            </a:r>
          </a:p>
        </p:txBody>
      </p:sp>
      <p:sp>
        <p:nvSpPr>
          <p:cNvPr id="3" name="内容占位符 2">
            <a:extLst>
              <a:ext uri="{FF2B5EF4-FFF2-40B4-BE49-F238E27FC236}">
                <a16:creationId xmlns:a16="http://schemas.microsoft.com/office/drawing/2014/main" id="{24B26118-CC96-4822-D8DE-B2B7C9C6B419}"/>
              </a:ext>
            </a:extLst>
          </p:cNvPr>
          <p:cNvSpPr>
            <a:spLocks noGrp="1"/>
          </p:cNvSpPr>
          <p:nvPr>
            <p:ph idx="1"/>
          </p:nvPr>
        </p:nvSpPr>
        <p:spPr/>
        <p:txBody>
          <a:bodyPr/>
          <a:lstStyle/>
          <a:p>
            <a:r>
              <a:rPr lang="zh-CN" altLang="en-US" dirty="0"/>
              <a:t>在某些情况下，一些密钥需要在系统初始配置很久之后分发出去。这时，系统能够安全的分发密钥就显得很重要了。</a:t>
            </a:r>
            <a:r>
              <a:rPr lang="en-US" altLang="zh-CN" dirty="0"/>
              <a:t>TPM</a:t>
            </a:r>
            <a:r>
              <a:rPr lang="zh-CN" altLang="en-US" dirty="0"/>
              <a:t>的设计可以让密钥分发变得简单。当每个系统在初始配置时，系统会产生一个不可复制的存储密钥，中央管理系统会记录这个密钥以及密钥所在系统的名称（或者是系统的序列号）。</a:t>
            </a:r>
            <a:r>
              <a:rPr lang="en-US" altLang="zh-CN" dirty="0"/>
              <a:t>Active Directory</a:t>
            </a:r>
            <a:r>
              <a:rPr lang="zh-CN" altLang="en-US" dirty="0"/>
              <a:t>或者</a:t>
            </a:r>
            <a:r>
              <a:rPr lang="en-US" altLang="zh-CN" dirty="0"/>
              <a:t>LDAP</a:t>
            </a:r>
            <a:r>
              <a:rPr lang="zh-CN" altLang="en-US" dirty="0"/>
              <a:t>数据库可以做这件事情。另外，在本地平台初始配置时，会将中央管理系统中一个签名私钥对应的公钥备份到平台上。</a:t>
            </a:r>
          </a:p>
        </p:txBody>
      </p:sp>
      <p:sp>
        <p:nvSpPr>
          <p:cNvPr id="4" name="灯片编号占位符 3">
            <a:extLst>
              <a:ext uri="{FF2B5EF4-FFF2-40B4-BE49-F238E27FC236}">
                <a16:creationId xmlns:a16="http://schemas.microsoft.com/office/drawing/2014/main" id="{AD27CBFA-7962-8FCF-79A7-211DACF92BC1}"/>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63</a:t>
            </a:fld>
            <a:endParaRPr lang="en-US" altLang="zh-CN"/>
          </a:p>
        </p:txBody>
      </p:sp>
    </p:spTree>
    <p:extLst>
      <p:ext uri="{BB962C8B-B14F-4D97-AF65-F5344CB8AC3E}">
        <p14:creationId xmlns:p14="http://schemas.microsoft.com/office/powerpoint/2010/main" val="389173325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29DF46-AB7F-F342-6E21-781A14D1DDFF}"/>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F80ECB14-497F-206D-9F4C-003C8A8990EB}"/>
              </a:ext>
            </a:extLst>
          </p:cNvPr>
          <p:cNvSpPr>
            <a:spLocks noGrp="1"/>
          </p:cNvSpPr>
          <p:nvPr>
            <p:ph idx="1"/>
          </p:nvPr>
        </p:nvSpPr>
        <p:spPr/>
        <p:txBody>
          <a:bodyPr/>
          <a:lstStyle/>
          <a:p>
            <a:r>
              <a:rPr lang="zh-CN" altLang="en-US" dirty="0"/>
              <a:t>如果中央管理系统想要分发一个</a:t>
            </a:r>
            <a:r>
              <a:rPr lang="en-US" altLang="zh-CN" dirty="0"/>
              <a:t>HMAC</a:t>
            </a:r>
            <a:r>
              <a:rPr lang="zh-CN" altLang="en-US" dirty="0"/>
              <a:t>密钥到本地平台时，会执行以下步骤：</a:t>
            </a:r>
          </a:p>
          <a:p>
            <a:r>
              <a:rPr lang="en-US" altLang="zh-CN" dirty="0"/>
              <a:t>1. </a:t>
            </a:r>
            <a:r>
              <a:rPr lang="zh-CN" altLang="en-US" dirty="0"/>
              <a:t>中央管理系统的</a:t>
            </a:r>
            <a:r>
              <a:rPr lang="en-US" altLang="zh-CN" dirty="0"/>
              <a:t>IT</a:t>
            </a:r>
            <a:r>
              <a:rPr lang="zh-CN" altLang="en-US" dirty="0"/>
              <a:t>部门使用</a:t>
            </a:r>
            <a:r>
              <a:rPr lang="en-US" altLang="zh-CN" dirty="0"/>
              <a:t>TPM2_GetRandom</a:t>
            </a:r>
            <a:r>
              <a:rPr lang="zh-CN" altLang="en-US" dirty="0"/>
              <a:t>创建一个</a:t>
            </a:r>
            <a:r>
              <a:rPr lang="en-US" altLang="zh-CN" dirty="0"/>
              <a:t>HMAC</a:t>
            </a:r>
            <a:r>
              <a:rPr lang="zh-CN" altLang="en-US" dirty="0"/>
              <a:t>密钥。</a:t>
            </a:r>
          </a:p>
          <a:p>
            <a:r>
              <a:rPr lang="en-US" altLang="zh-CN" dirty="0"/>
              <a:t>2. </a:t>
            </a:r>
            <a:r>
              <a:rPr lang="zh-CN" altLang="en-US" dirty="0"/>
              <a:t>中央管理系统使用目标系统的存储公钥加密上述的</a:t>
            </a:r>
            <a:r>
              <a:rPr lang="en-US" altLang="zh-CN" dirty="0"/>
              <a:t>HMAC</a:t>
            </a:r>
            <a:r>
              <a:rPr lang="zh-CN" altLang="en-US" dirty="0"/>
              <a:t>密钥。</a:t>
            </a:r>
          </a:p>
          <a:p>
            <a:r>
              <a:rPr lang="en-US" altLang="zh-CN" dirty="0"/>
              <a:t>3. </a:t>
            </a:r>
            <a:r>
              <a:rPr lang="zh-CN" altLang="en-US" dirty="0"/>
              <a:t>中央管理系统的</a:t>
            </a:r>
            <a:r>
              <a:rPr lang="en-US" altLang="zh-CN" dirty="0"/>
              <a:t>IT</a:t>
            </a:r>
            <a:r>
              <a:rPr lang="zh-CN" altLang="en-US" dirty="0"/>
              <a:t>部分使用自己的签名私钥对加密的</a:t>
            </a:r>
            <a:r>
              <a:rPr lang="en-US" altLang="zh-CN" dirty="0"/>
              <a:t>HMAC</a:t>
            </a:r>
            <a:r>
              <a:rPr lang="zh-CN" altLang="en-US" dirty="0"/>
              <a:t>签名。这就让本地系统可以确认它接收到的内容是经过授权的。</a:t>
            </a:r>
          </a:p>
          <a:p>
            <a:r>
              <a:rPr lang="en-US" altLang="zh-CN" dirty="0"/>
              <a:t>4. </a:t>
            </a:r>
            <a:r>
              <a:rPr lang="zh-CN" altLang="en-US" dirty="0"/>
              <a:t>加密的</a:t>
            </a:r>
            <a:r>
              <a:rPr lang="en-US" altLang="zh-CN" dirty="0"/>
              <a:t>HMAC</a:t>
            </a:r>
            <a:r>
              <a:rPr lang="zh-CN" altLang="en-US" dirty="0"/>
              <a:t>密钥和相应的签名被发送到本地系统。</a:t>
            </a:r>
          </a:p>
          <a:p>
            <a:endParaRPr lang="zh-CN" altLang="en-US" dirty="0"/>
          </a:p>
        </p:txBody>
      </p:sp>
      <p:sp>
        <p:nvSpPr>
          <p:cNvPr id="4" name="灯片编号占位符 3">
            <a:extLst>
              <a:ext uri="{FF2B5EF4-FFF2-40B4-BE49-F238E27FC236}">
                <a16:creationId xmlns:a16="http://schemas.microsoft.com/office/drawing/2014/main" id="{CB11063C-F057-2C76-9B33-F69A95884CFA}"/>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64</a:t>
            </a:fld>
            <a:endParaRPr lang="en-US" altLang="zh-CN"/>
          </a:p>
        </p:txBody>
      </p:sp>
    </p:spTree>
    <p:extLst>
      <p:ext uri="{BB962C8B-B14F-4D97-AF65-F5344CB8AC3E}">
        <p14:creationId xmlns:p14="http://schemas.microsoft.com/office/powerpoint/2010/main" val="400247273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A96663-F166-779D-0524-EC7133C4C7E4}"/>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5EBE6BF6-876A-A8FC-6314-4FB83F430857}"/>
              </a:ext>
            </a:extLst>
          </p:cNvPr>
          <p:cNvSpPr>
            <a:spLocks noGrp="1"/>
          </p:cNvSpPr>
          <p:nvPr>
            <p:ph idx="1"/>
          </p:nvPr>
        </p:nvSpPr>
        <p:spPr/>
        <p:txBody>
          <a:bodyPr/>
          <a:lstStyle/>
          <a:p>
            <a:r>
              <a:rPr lang="en-US" altLang="zh-CN" dirty="0"/>
              <a:t>5. </a:t>
            </a:r>
            <a:r>
              <a:rPr lang="zh-CN" altLang="en-US" dirty="0"/>
              <a:t>本地系统使用初始配置时备份的中央系统的签名密钥的公钥验证签名。（如果你愿意，可以通过</a:t>
            </a:r>
            <a:r>
              <a:rPr lang="en-US" altLang="zh-CN" dirty="0"/>
              <a:t>TPM2_LoadExternal</a:t>
            </a:r>
            <a:r>
              <a:rPr lang="zh-CN" altLang="en-US" dirty="0"/>
              <a:t>加载公钥，然后通过</a:t>
            </a:r>
            <a:r>
              <a:rPr lang="en-US" altLang="zh-CN" dirty="0"/>
              <a:t>TPM2_VerifySignature</a:t>
            </a:r>
            <a:r>
              <a:rPr lang="zh-CN" altLang="en-US" dirty="0"/>
              <a:t>来验证签名。）</a:t>
            </a:r>
          </a:p>
          <a:p>
            <a:r>
              <a:rPr lang="en-US" altLang="zh-CN" dirty="0"/>
              <a:t>6. </a:t>
            </a:r>
            <a:r>
              <a:rPr lang="zh-CN" altLang="en-US" dirty="0">
                <a:solidFill>
                  <a:srgbClr val="FF0000"/>
                </a:solidFill>
              </a:rPr>
              <a:t>本地系统使用</a:t>
            </a:r>
            <a:r>
              <a:rPr lang="en-US" altLang="zh-CN" dirty="0">
                <a:solidFill>
                  <a:srgbClr val="FF0000"/>
                </a:solidFill>
              </a:rPr>
              <a:t>TPM2_Import</a:t>
            </a:r>
            <a:r>
              <a:rPr lang="zh-CN" altLang="en-US" dirty="0">
                <a:solidFill>
                  <a:srgbClr val="FF0000"/>
                </a:solidFill>
              </a:rPr>
              <a:t>命令将加密的</a:t>
            </a:r>
            <a:r>
              <a:rPr lang="en-US" altLang="zh-CN" dirty="0">
                <a:solidFill>
                  <a:srgbClr val="FF0000"/>
                </a:solidFill>
              </a:rPr>
              <a:t>HMAC</a:t>
            </a:r>
            <a:r>
              <a:rPr lang="zh-CN" altLang="en-US" dirty="0">
                <a:solidFill>
                  <a:srgbClr val="FF0000"/>
                </a:solidFill>
              </a:rPr>
              <a:t>密钥导入到</a:t>
            </a:r>
            <a:r>
              <a:rPr lang="en-US" altLang="zh-CN" dirty="0">
                <a:solidFill>
                  <a:srgbClr val="FF0000"/>
                </a:solidFill>
              </a:rPr>
              <a:t>TPM</a:t>
            </a:r>
            <a:r>
              <a:rPr lang="zh-CN" altLang="en-US" dirty="0">
                <a:solidFill>
                  <a:srgbClr val="FF0000"/>
                </a:solidFill>
              </a:rPr>
              <a:t>中，然后得到一个可以加载的，包含</a:t>
            </a:r>
            <a:r>
              <a:rPr lang="en-US" altLang="zh-CN" dirty="0">
                <a:solidFill>
                  <a:srgbClr val="FF0000"/>
                </a:solidFill>
              </a:rPr>
              <a:t>HMAC</a:t>
            </a:r>
            <a:r>
              <a:rPr lang="zh-CN" altLang="en-US" dirty="0">
                <a:solidFill>
                  <a:srgbClr val="FF0000"/>
                </a:solidFill>
              </a:rPr>
              <a:t>密钥的数据块。</a:t>
            </a:r>
          </a:p>
          <a:p>
            <a:r>
              <a:rPr lang="en-US" altLang="zh-CN" dirty="0"/>
              <a:t>7. </a:t>
            </a:r>
            <a:r>
              <a:rPr lang="zh-CN" altLang="en-US" dirty="0"/>
              <a:t>当用户需要使用</a:t>
            </a:r>
            <a:r>
              <a:rPr lang="en-US" altLang="zh-CN" dirty="0"/>
              <a:t>HMAC</a:t>
            </a:r>
            <a:r>
              <a:rPr lang="zh-CN" altLang="en-US" dirty="0"/>
              <a:t>密钥时，本地系统使用</a:t>
            </a:r>
            <a:r>
              <a:rPr lang="en-US" altLang="zh-CN" dirty="0" err="1"/>
              <a:t>TPM_Load</a:t>
            </a:r>
            <a:r>
              <a:rPr lang="zh-CN" altLang="en-US" dirty="0"/>
              <a:t>命令加载这个</a:t>
            </a:r>
            <a:r>
              <a:rPr lang="en-US" altLang="zh-CN" dirty="0"/>
              <a:t>HAMC</a:t>
            </a:r>
            <a:r>
              <a:rPr lang="zh-CN" altLang="en-US" dirty="0"/>
              <a:t>密钥，然后就可以正常使用来。此时，一个本地系统就从中央管理系统得到一个</a:t>
            </a:r>
            <a:r>
              <a:rPr lang="en-US" altLang="zh-CN" dirty="0"/>
              <a:t>HMAC</a:t>
            </a:r>
            <a:r>
              <a:rPr lang="zh-CN" altLang="en-US" dirty="0"/>
              <a:t>密钥，并且这个密钥全程没有在本地系统的内存中以明文的方式出现过。</a:t>
            </a:r>
          </a:p>
          <a:p>
            <a:endParaRPr lang="zh-CN" altLang="en-US" dirty="0"/>
          </a:p>
        </p:txBody>
      </p:sp>
      <p:sp>
        <p:nvSpPr>
          <p:cNvPr id="4" name="灯片编号占位符 3">
            <a:extLst>
              <a:ext uri="{FF2B5EF4-FFF2-40B4-BE49-F238E27FC236}">
                <a16:creationId xmlns:a16="http://schemas.microsoft.com/office/drawing/2014/main" id="{23C0178A-CF22-8DDE-95BE-A65624307062}"/>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65</a:t>
            </a:fld>
            <a:endParaRPr lang="en-US" altLang="zh-CN"/>
          </a:p>
        </p:txBody>
      </p:sp>
    </p:spTree>
    <p:extLst>
      <p:ext uri="{BB962C8B-B14F-4D97-AF65-F5344CB8AC3E}">
        <p14:creationId xmlns:p14="http://schemas.microsoft.com/office/powerpoint/2010/main" val="294875840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F217F9-9A8C-6699-F7E6-BD2093B4430B}"/>
              </a:ext>
            </a:extLst>
          </p:cNvPr>
          <p:cNvSpPr>
            <a:spLocks noGrp="1"/>
          </p:cNvSpPr>
          <p:nvPr>
            <p:ph type="title"/>
          </p:nvPr>
        </p:nvSpPr>
        <p:spPr/>
        <p:txBody>
          <a:bodyPr/>
          <a:lstStyle/>
          <a:p>
            <a:r>
              <a:rPr lang="zh-CN" altLang="en-US" dirty="0"/>
              <a:t>密钥激活</a:t>
            </a:r>
          </a:p>
        </p:txBody>
      </p:sp>
      <p:sp>
        <p:nvSpPr>
          <p:cNvPr id="3" name="内容占位符 2">
            <a:extLst>
              <a:ext uri="{FF2B5EF4-FFF2-40B4-BE49-F238E27FC236}">
                <a16:creationId xmlns:a16="http://schemas.microsoft.com/office/drawing/2014/main" id="{A62A7E8F-AFBB-63E7-7062-654B2B71BA53}"/>
              </a:ext>
            </a:extLst>
          </p:cNvPr>
          <p:cNvSpPr>
            <a:spLocks noGrp="1"/>
          </p:cNvSpPr>
          <p:nvPr>
            <p:ph idx="1"/>
          </p:nvPr>
        </p:nvSpPr>
        <p:spPr/>
        <p:txBody>
          <a:bodyPr/>
          <a:lstStyle/>
          <a:p>
            <a:r>
              <a:rPr lang="zh-CN" altLang="en-US" dirty="0"/>
              <a:t>因为</a:t>
            </a:r>
            <a:r>
              <a:rPr lang="en-US" altLang="zh-CN" dirty="0"/>
              <a:t>TPM</a:t>
            </a:r>
            <a:r>
              <a:rPr lang="zh-CN" altLang="en-US" dirty="0"/>
              <a:t>拥有从种子创建和重复创建密钥的能力，所以在系统初始配置阶段可以使用多个密钥模板，并由中央</a:t>
            </a:r>
            <a:r>
              <a:rPr lang="en-US" altLang="zh-CN" dirty="0"/>
              <a:t>IT</a:t>
            </a:r>
            <a:r>
              <a:rPr lang="zh-CN" altLang="en-US"/>
              <a:t>系统配备密钥</a:t>
            </a:r>
            <a:r>
              <a:rPr lang="zh-CN" altLang="en-US" dirty="0"/>
              <a:t>模板和密钥的公共部分。然后中央</a:t>
            </a:r>
            <a:r>
              <a:rPr lang="en-US" altLang="zh-CN" dirty="0"/>
              <a:t>IT</a:t>
            </a:r>
            <a:r>
              <a:rPr lang="zh-CN" altLang="en-US" dirty="0"/>
              <a:t>系统可以重启</a:t>
            </a:r>
            <a:r>
              <a:rPr lang="en-US" altLang="zh-CN" dirty="0"/>
              <a:t>TPM</a:t>
            </a:r>
            <a:r>
              <a:rPr lang="zh-CN" altLang="en-US" dirty="0"/>
              <a:t>从而删除系统上的密钥。这样一来，当一个系统被分发到最终的用户时，系统上并没有可用的密钥。之后，当</a:t>
            </a:r>
            <a:r>
              <a:rPr lang="en-US" altLang="zh-CN" dirty="0"/>
              <a:t>IT</a:t>
            </a:r>
            <a:r>
              <a:rPr lang="zh-CN" altLang="en-US" dirty="0"/>
              <a:t>想要激活这些密钥时，它只需要向对应的系统发送密钥模板，系统就可以通过</a:t>
            </a:r>
            <a:r>
              <a:rPr lang="en-US" altLang="zh-CN" dirty="0"/>
              <a:t>TPM2_CreatePrimary</a:t>
            </a:r>
            <a:r>
              <a:rPr lang="zh-CN" altLang="en-US" dirty="0"/>
              <a:t>命令重新创建密钥。需要注意的是密钥模板中包含密钥的策略，但是没有密钥的口令，口令是在每次重新创建密钥的时候设置的。如果中央</a:t>
            </a:r>
            <a:r>
              <a:rPr lang="en-US" altLang="zh-CN" dirty="0"/>
              <a:t>IT</a:t>
            </a:r>
            <a:r>
              <a:rPr lang="zh-CN" altLang="en-US" dirty="0"/>
              <a:t>系统希望避免使用口令授权密钥的访问，它可以通过配置模板中的两个比特位来实现：</a:t>
            </a:r>
            <a:r>
              <a:rPr lang="en-US" altLang="zh-CN" dirty="0" err="1"/>
              <a:t>userWithAuth</a:t>
            </a:r>
            <a:r>
              <a:rPr lang="zh-CN" altLang="en-US" dirty="0"/>
              <a:t>和</a:t>
            </a:r>
            <a:r>
              <a:rPr lang="en-US" altLang="zh-CN" dirty="0" err="1"/>
              <a:t>adminWith</a:t>
            </a:r>
            <a:r>
              <a:rPr lang="zh-CN" altLang="en-US" dirty="0"/>
              <a:t>策略。这两个位的设置可以使密钥不能通过口令访问。如果</a:t>
            </a:r>
            <a:r>
              <a:rPr lang="en-US" altLang="zh-CN" dirty="0" err="1"/>
              <a:t>userWithAuth</a:t>
            </a:r>
            <a:r>
              <a:rPr lang="zh-CN" altLang="en-US" dirty="0"/>
              <a:t>设置位</a:t>
            </a:r>
            <a:r>
              <a:rPr lang="en-US" altLang="zh-CN" dirty="0"/>
              <a:t>False</a:t>
            </a:r>
            <a:r>
              <a:rPr lang="zh-CN" altLang="en-US" dirty="0"/>
              <a:t>，并且</a:t>
            </a:r>
            <a:r>
              <a:rPr lang="en-US" altLang="zh-CN" dirty="0" err="1"/>
              <a:t>adminWith</a:t>
            </a:r>
            <a:r>
              <a:rPr lang="zh-CN" altLang="en-US" dirty="0"/>
              <a:t>策略为</a:t>
            </a:r>
            <a:r>
              <a:rPr lang="en-US" altLang="zh-CN" dirty="0"/>
              <a:t>True</a:t>
            </a:r>
            <a:r>
              <a:rPr lang="zh-CN" altLang="en-US" dirty="0"/>
              <a:t>，这样口令就不能做任何事情了。</a:t>
            </a:r>
          </a:p>
        </p:txBody>
      </p:sp>
      <p:sp>
        <p:nvSpPr>
          <p:cNvPr id="4" name="灯片编号占位符 3">
            <a:extLst>
              <a:ext uri="{FF2B5EF4-FFF2-40B4-BE49-F238E27FC236}">
                <a16:creationId xmlns:a16="http://schemas.microsoft.com/office/drawing/2014/main" id="{4A24FE46-59DF-2158-AD0D-6A2E6F8E7693}"/>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66</a:t>
            </a:fld>
            <a:endParaRPr lang="en-US" altLang="zh-CN"/>
          </a:p>
        </p:txBody>
      </p:sp>
    </p:spTree>
    <p:extLst>
      <p:ext uri="{BB962C8B-B14F-4D97-AF65-F5344CB8AC3E}">
        <p14:creationId xmlns:p14="http://schemas.microsoft.com/office/powerpoint/2010/main" val="151541912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3C4B5F-09A2-1F1B-D41A-04424EFAC3BC}"/>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6989A1CF-1572-BC7B-8F4C-DFE565809623}"/>
              </a:ext>
            </a:extLst>
          </p:cNvPr>
          <p:cNvSpPr>
            <a:spLocks noGrp="1"/>
          </p:cNvSpPr>
          <p:nvPr>
            <p:ph idx="1"/>
          </p:nvPr>
        </p:nvSpPr>
        <p:spPr/>
        <p:txBody>
          <a:bodyPr/>
          <a:lstStyle/>
          <a:p>
            <a:r>
              <a:rPr lang="zh-CN" altLang="en-US" dirty="0"/>
              <a:t>如果使用上述的技术重新生成密钥，密钥的模板需要包含熵。没有这个模板，密钥就不能被重新创建，因此中央管理系统可以确保客户端在收到模板之前不会使用这个密钥。</a:t>
            </a:r>
          </a:p>
          <a:p>
            <a:r>
              <a:rPr lang="zh-CN" altLang="en-US" dirty="0"/>
              <a:t>还有一种激活密钥的方式，这与</a:t>
            </a:r>
            <a:r>
              <a:rPr lang="en-US" altLang="zh-CN" dirty="0"/>
              <a:t>TPM1.2</a:t>
            </a:r>
            <a:r>
              <a:rPr lang="zh-CN" altLang="en-US" dirty="0"/>
              <a:t>的方式类似：使用可迁移的密钥。当一个密钥被复制时，你可以对它双重加密：一次使用新的父密钥加密，一次使用一个对称密钥在复制密令操作完成以后加密。这就产生了一个经过双重加密的数据块。外面一层加密可以由新的父密钥的私钥解密。内层加密使用一个对称密钥。在这种情况下，当我们执行</a:t>
            </a:r>
            <a:r>
              <a:rPr lang="en-US" altLang="zh-CN" dirty="0"/>
              <a:t>TPM2_Import</a:t>
            </a:r>
            <a:r>
              <a:rPr lang="zh-CN" altLang="en-US" dirty="0"/>
              <a:t>命令时，</a:t>
            </a:r>
            <a:r>
              <a:rPr lang="en-US" altLang="zh-CN" dirty="0"/>
              <a:t>TPM</a:t>
            </a:r>
            <a:r>
              <a:rPr lang="zh-CN" altLang="en-US" dirty="0"/>
              <a:t>必须已经加载新的父密钥的私钥；这个私钥的</a:t>
            </a:r>
            <a:r>
              <a:rPr lang="en-US" altLang="zh-CN" dirty="0"/>
              <a:t>handle</a:t>
            </a:r>
            <a:r>
              <a:rPr lang="zh-CN" altLang="en-US" dirty="0"/>
              <a:t>将传递到</a:t>
            </a:r>
            <a:r>
              <a:rPr lang="en-US" altLang="zh-CN" dirty="0"/>
              <a:t>TPM2_Import</a:t>
            </a:r>
            <a:r>
              <a:rPr lang="zh-CN" altLang="en-US" dirty="0"/>
              <a:t>命令，同时还有一个秘密信息。这个秘密信息用于计算内层加密的对称密钥，然后用于解密内存加密数据。这个过程如下：</a:t>
            </a:r>
          </a:p>
        </p:txBody>
      </p:sp>
      <p:sp>
        <p:nvSpPr>
          <p:cNvPr id="4" name="灯片编号占位符 3">
            <a:extLst>
              <a:ext uri="{FF2B5EF4-FFF2-40B4-BE49-F238E27FC236}">
                <a16:creationId xmlns:a16="http://schemas.microsoft.com/office/drawing/2014/main" id="{8473A725-7BFD-A0C0-577E-2A4492D61CAB}"/>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67</a:t>
            </a:fld>
            <a:endParaRPr lang="en-US" altLang="zh-CN"/>
          </a:p>
        </p:txBody>
      </p:sp>
    </p:spTree>
    <p:extLst>
      <p:ext uri="{BB962C8B-B14F-4D97-AF65-F5344CB8AC3E}">
        <p14:creationId xmlns:p14="http://schemas.microsoft.com/office/powerpoint/2010/main" val="305835110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9CC8C3-CD02-B335-1B13-3221DB0FAA88}"/>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17792F54-7310-B089-F696-38DBA24BE018}"/>
              </a:ext>
            </a:extLst>
          </p:cNvPr>
          <p:cNvSpPr>
            <a:spLocks noGrp="1"/>
          </p:cNvSpPr>
          <p:nvPr>
            <p:ph idx="1"/>
          </p:nvPr>
        </p:nvSpPr>
        <p:spPr/>
        <p:txBody>
          <a:bodyPr/>
          <a:lstStyle/>
          <a:p>
            <a:r>
              <a:rPr lang="en-US" altLang="zh-CN" dirty="0"/>
              <a:t>1. </a:t>
            </a:r>
            <a:r>
              <a:rPr lang="zh-CN" altLang="en-US" dirty="0"/>
              <a:t>中央管理系统生成一个可复制密钥。</a:t>
            </a:r>
          </a:p>
          <a:p>
            <a:r>
              <a:rPr lang="en-US" altLang="zh-CN" dirty="0"/>
              <a:t>2. </a:t>
            </a:r>
            <a:r>
              <a:rPr lang="zh-CN" altLang="en-US" dirty="0"/>
              <a:t>使用对称密钥选项复制这个密钥到客户端系统。对称密钥选项是指</a:t>
            </a:r>
            <a:r>
              <a:rPr lang="en-US" altLang="zh-CN" dirty="0"/>
              <a:t>TPM2_Duplicate</a:t>
            </a:r>
            <a:r>
              <a:rPr lang="zh-CN" altLang="en-US" dirty="0"/>
              <a:t>函数的</a:t>
            </a:r>
            <a:r>
              <a:rPr lang="en-US" altLang="zh-CN" dirty="0" err="1"/>
              <a:t>encryptionKeyIn</a:t>
            </a:r>
            <a:r>
              <a:rPr lang="zh-CN" altLang="en-US" dirty="0"/>
              <a:t>参数。</a:t>
            </a:r>
          </a:p>
          <a:p>
            <a:r>
              <a:rPr lang="en-US" altLang="zh-CN" dirty="0"/>
              <a:t>3. </a:t>
            </a:r>
            <a:r>
              <a:rPr lang="zh-CN" altLang="en-US" dirty="0"/>
              <a:t>中央管理系统签名密钥数据块并发送到客户端系统，但是</a:t>
            </a:r>
            <a:r>
              <a:rPr lang="en-US" altLang="zh-CN" dirty="0"/>
              <a:t>IT</a:t>
            </a:r>
            <a:r>
              <a:rPr lang="zh-CN" altLang="en-US" dirty="0"/>
              <a:t>要负责安全保存</a:t>
            </a:r>
            <a:r>
              <a:rPr lang="en-US" altLang="zh-CN" dirty="0" err="1"/>
              <a:t>encryptionKeyIn</a:t>
            </a:r>
            <a:r>
              <a:rPr lang="zh-CN" altLang="en-US" dirty="0"/>
              <a:t>参数。</a:t>
            </a:r>
          </a:p>
          <a:p>
            <a:r>
              <a:rPr lang="en-US" altLang="zh-CN" dirty="0"/>
              <a:t>4. </a:t>
            </a:r>
            <a:r>
              <a:rPr lang="zh-CN" altLang="en-US" dirty="0"/>
              <a:t>当</a:t>
            </a:r>
            <a:r>
              <a:rPr lang="en-US" altLang="zh-CN" dirty="0"/>
              <a:t>IT</a:t>
            </a:r>
            <a:r>
              <a:rPr lang="zh-CN" altLang="en-US" dirty="0"/>
              <a:t>管理员想要客户端系统使用这个被复制的密钥时，提供</a:t>
            </a:r>
            <a:r>
              <a:rPr lang="en-US" altLang="zh-CN" dirty="0" err="1"/>
              <a:t>encryptionKeyIn</a:t>
            </a:r>
            <a:r>
              <a:rPr lang="zh-CN" altLang="en-US" dirty="0"/>
              <a:t>，从而使客户端系统能够通过</a:t>
            </a:r>
            <a:r>
              <a:rPr lang="en-US" altLang="zh-CN" dirty="0"/>
              <a:t>TPM2_Import</a:t>
            </a:r>
            <a:r>
              <a:rPr lang="zh-CN" altLang="en-US" dirty="0"/>
              <a:t>命令成功导入密钥。</a:t>
            </a:r>
          </a:p>
        </p:txBody>
      </p:sp>
      <p:sp>
        <p:nvSpPr>
          <p:cNvPr id="4" name="灯片编号占位符 3">
            <a:extLst>
              <a:ext uri="{FF2B5EF4-FFF2-40B4-BE49-F238E27FC236}">
                <a16:creationId xmlns:a16="http://schemas.microsoft.com/office/drawing/2014/main" id="{DE895EF0-CDA5-4F2D-7AF0-9B972A0ED7A2}"/>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68</a:t>
            </a:fld>
            <a:endParaRPr lang="en-US" altLang="zh-CN"/>
          </a:p>
        </p:txBody>
      </p:sp>
    </p:spTree>
    <p:extLst>
      <p:ext uri="{BB962C8B-B14F-4D97-AF65-F5344CB8AC3E}">
        <p14:creationId xmlns:p14="http://schemas.microsoft.com/office/powerpoint/2010/main" val="139200095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410D96-105E-78CB-0B8C-425CADAD0C0D}"/>
              </a:ext>
            </a:extLst>
          </p:cNvPr>
          <p:cNvSpPr>
            <a:spLocks noGrp="1"/>
          </p:cNvSpPr>
          <p:nvPr>
            <p:ph type="title"/>
          </p:nvPr>
        </p:nvSpPr>
        <p:spPr/>
        <p:txBody>
          <a:bodyPr/>
          <a:lstStyle/>
          <a:p>
            <a:r>
              <a:rPr lang="zh-CN" altLang="en-US" dirty="0"/>
              <a:t>密钥销毁</a:t>
            </a:r>
          </a:p>
        </p:txBody>
      </p:sp>
      <p:sp>
        <p:nvSpPr>
          <p:cNvPr id="3" name="内容占位符 2">
            <a:extLst>
              <a:ext uri="{FF2B5EF4-FFF2-40B4-BE49-F238E27FC236}">
                <a16:creationId xmlns:a16="http://schemas.microsoft.com/office/drawing/2014/main" id="{346A3BEA-60DD-50D4-BCEB-3577A70D450B}"/>
              </a:ext>
            </a:extLst>
          </p:cNvPr>
          <p:cNvSpPr>
            <a:spLocks noGrp="1"/>
          </p:cNvSpPr>
          <p:nvPr>
            <p:ph idx="1"/>
          </p:nvPr>
        </p:nvSpPr>
        <p:spPr/>
        <p:txBody>
          <a:bodyPr/>
          <a:lstStyle/>
          <a:p>
            <a:r>
              <a:rPr lang="zh-CN" altLang="en-US" dirty="0"/>
              <a:t>一旦密钥被创建以后，有时候能够成功销毁它也很重要。一个例子就是，如果一个用户将要卖掉多余的或者回收再利用一个电脑，并且他希望确保系统上的加密数据和密钥不再可用。</a:t>
            </a:r>
            <a:r>
              <a:rPr lang="en-US" altLang="zh-CN" dirty="0"/>
              <a:t>TPM</a:t>
            </a:r>
            <a:r>
              <a:rPr lang="zh-CN" altLang="en-US" dirty="0"/>
              <a:t>提供了多种容易实现的密钥销毁方式。</a:t>
            </a:r>
          </a:p>
          <a:p>
            <a:r>
              <a:rPr lang="zh-CN" altLang="en-US" dirty="0"/>
              <a:t>如果要销毁的是主密钥，最简单的销毁方式就是修改用于创建这个主密钥的密钥组织架构的种子（通常是存储密钥组织架构）。</a:t>
            </a:r>
            <a:r>
              <a:rPr lang="en-US" altLang="zh-CN" dirty="0"/>
              <a:t>TPM2_Clear</a:t>
            </a:r>
            <a:r>
              <a:rPr lang="zh-CN" altLang="en-US" dirty="0"/>
              <a:t>可以清除存储密钥组织架构的种子。这个清除</a:t>
            </a:r>
            <a:r>
              <a:rPr lang="en-US" altLang="zh-CN" dirty="0"/>
              <a:t>TPM</a:t>
            </a:r>
            <a:r>
              <a:rPr lang="zh-CN" altLang="en-US" dirty="0"/>
              <a:t>的操作会销毁所有与密钥组织架构相关的不可复制密钥，清除密钥组织架构下的所有密钥，并且修改种子，这样就阻止了之前所有与这个组织架构相关的主密钥被重新创建。这个命令还会清除背书密钥组织架构，但是不修改它的种子（</a:t>
            </a:r>
            <a:r>
              <a:rPr lang="en-US" altLang="zh-CN" dirty="0"/>
              <a:t>EK</a:t>
            </a:r>
            <a:r>
              <a:rPr lang="zh-CN" altLang="en-US" dirty="0"/>
              <a:t>和设备厂商的证书仍然有效）。可复制的密钥再也不能被加载到系统中，如果它们已经被复制到另外一个系统中，那它们可能没有被删除。</a:t>
            </a:r>
          </a:p>
        </p:txBody>
      </p:sp>
      <p:sp>
        <p:nvSpPr>
          <p:cNvPr id="4" name="灯片编号占位符 3">
            <a:extLst>
              <a:ext uri="{FF2B5EF4-FFF2-40B4-BE49-F238E27FC236}">
                <a16:creationId xmlns:a16="http://schemas.microsoft.com/office/drawing/2014/main" id="{31AC9943-E8C9-E751-66BE-18E3914E4441}"/>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69</a:t>
            </a:fld>
            <a:endParaRPr lang="en-US" altLang="zh-CN"/>
          </a:p>
        </p:txBody>
      </p:sp>
    </p:spTree>
    <p:extLst>
      <p:ext uri="{BB962C8B-B14F-4D97-AF65-F5344CB8AC3E}">
        <p14:creationId xmlns:p14="http://schemas.microsoft.com/office/powerpoint/2010/main" val="384708755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1A2C19-57F9-0519-31F2-66EFD21BE865}"/>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1DEE719A-743F-DDCF-4826-A1FCF06A4C2E}"/>
              </a:ext>
            </a:extLst>
          </p:cNvPr>
          <p:cNvSpPr>
            <a:spLocks noGrp="1"/>
          </p:cNvSpPr>
          <p:nvPr>
            <p:ph idx="1"/>
          </p:nvPr>
        </p:nvSpPr>
        <p:spPr/>
        <p:txBody>
          <a:bodyPr/>
          <a:lstStyle/>
          <a:p>
            <a:r>
              <a:rPr lang="zh-CN" altLang="en-US" dirty="0"/>
              <a:t>如果一个主密钥是由模板中的熵生成的，并且被配置成持续性密钥的，那么销毁这个密钥需要做的仅仅是销毁密钥模板及其所有副本，然后将主密钥从持续性存储中删除。一旦完成这个操作，这个主密钥就消失了，并且它不能被重新创建。因为不同的主密钥下可以有不同的密钥树，所以这就提供了一种在不影响其他密钥树的情况下销毁一个特定密钥树的方式。当时系统有多个用户在使用同一个</a:t>
            </a:r>
            <a:r>
              <a:rPr lang="en-US" altLang="zh-CN" dirty="0"/>
              <a:t>TPM</a:t>
            </a:r>
            <a:r>
              <a:rPr lang="zh-CN" altLang="en-US" dirty="0"/>
              <a:t>时，这种能力显得尤其重要。</a:t>
            </a:r>
            <a:r>
              <a:rPr lang="en-US" altLang="zh-CN" dirty="0"/>
              <a:t>TPM</a:t>
            </a:r>
            <a:r>
              <a:rPr lang="zh-CN" altLang="en-US" dirty="0"/>
              <a:t>可以销毁在</a:t>
            </a:r>
            <a:r>
              <a:rPr lang="en-US" altLang="zh-CN" dirty="0"/>
              <a:t>TPM</a:t>
            </a:r>
            <a:r>
              <a:rPr lang="zh-CN" altLang="en-US" dirty="0"/>
              <a:t>之外产生的密钥，这些密钥创建以后被导入到</a:t>
            </a:r>
            <a:r>
              <a:rPr lang="en-US" altLang="zh-CN" dirty="0"/>
              <a:t>TPM</a:t>
            </a:r>
            <a:r>
              <a:rPr lang="zh-CN" altLang="en-US" dirty="0"/>
              <a:t>并配置成持续性密钥。如果</a:t>
            </a:r>
            <a:r>
              <a:rPr lang="en-US" altLang="zh-CN" dirty="0"/>
              <a:t>TPM</a:t>
            </a:r>
            <a:r>
              <a:rPr lang="zh-CN" altLang="en-US" dirty="0"/>
              <a:t>之外的密钥副本被销毁了（这个密钥已经成功地被导入到</a:t>
            </a:r>
            <a:r>
              <a:rPr lang="en-US" altLang="zh-CN" dirty="0"/>
              <a:t>TPM</a:t>
            </a:r>
            <a:r>
              <a:rPr lang="zh-CN" altLang="en-US" dirty="0"/>
              <a:t>之后），那仅仅需要将这个密钥从持续性内存中删除就可以销毁这个密钥了。</a:t>
            </a:r>
          </a:p>
        </p:txBody>
      </p:sp>
      <p:sp>
        <p:nvSpPr>
          <p:cNvPr id="4" name="灯片编号占位符 3">
            <a:extLst>
              <a:ext uri="{FF2B5EF4-FFF2-40B4-BE49-F238E27FC236}">
                <a16:creationId xmlns:a16="http://schemas.microsoft.com/office/drawing/2014/main" id="{B7ADF1CB-EE0E-2CA7-0789-1DE99D24FBD9}"/>
              </a:ext>
            </a:extLst>
          </p:cNvPr>
          <p:cNvSpPr>
            <a:spLocks noGrp="1"/>
          </p:cNvSpPr>
          <p:nvPr>
            <p:ph type="sldNum" sz="quarter" idx="10"/>
          </p:nvPr>
        </p:nvSpPr>
        <p:spPr/>
        <p:txBody>
          <a:bodyPr/>
          <a:lstStyle/>
          <a:p>
            <a:r>
              <a:rPr lang="en-US" altLang="zh-CN"/>
              <a:t>Page </a:t>
            </a:r>
            <a:fld id="{AF655B59-12D5-4828-87B1-F838F673600E}" type="slidenum">
              <a:rPr lang="en-US" altLang="zh-CN" smtClean="0"/>
              <a:pPr/>
              <a:t>70</a:t>
            </a:fld>
            <a:endParaRPr lang="en-US" altLang="zh-CN"/>
          </a:p>
        </p:txBody>
      </p:sp>
    </p:spTree>
    <p:extLst>
      <p:ext uri="{BB962C8B-B14F-4D97-AF65-F5344CB8AC3E}">
        <p14:creationId xmlns:p14="http://schemas.microsoft.com/office/powerpoint/2010/main" val="133157298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42" name="Object 2">
            <a:extLst>
              <a:ext uri="{FF2B5EF4-FFF2-40B4-BE49-F238E27FC236}">
                <a16:creationId xmlns:a16="http://schemas.microsoft.com/office/drawing/2014/main" id="{2E74F02F-C04D-4CB3-87F6-184607FE477C}"/>
              </a:ext>
            </a:extLst>
          </p:cNvPr>
          <p:cNvGraphicFramePr>
            <a:graphicFrameLocks noChangeAspect="1"/>
          </p:cNvGraphicFramePr>
          <p:nvPr/>
        </p:nvGraphicFramePr>
        <p:xfrm>
          <a:off x="2667000" y="3479800"/>
          <a:ext cx="3887788" cy="2159000"/>
        </p:xfrm>
        <a:graphic>
          <a:graphicData uri="http://schemas.openxmlformats.org/presentationml/2006/ole">
            <mc:AlternateContent xmlns:mc="http://schemas.openxmlformats.org/markup-compatibility/2006">
              <mc:Choice xmlns:v="urn:schemas-microsoft-com:vml" Requires="v">
                <p:oleObj name="剪辑" r:id="rId2" imgW="5349600" imgH="2911320" progId="">
                  <p:embed/>
                </p:oleObj>
              </mc:Choice>
              <mc:Fallback>
                <p:oleObj name="剪辑" r:id="rId2" imgW="5349600" imgH="2911320" progId="">
                  <p:embed/>
                  <p:pic>
                    <p:nvPicPr>
                      <p:cNvPr id="10242" name="Object 2">
                        <a:extLst>
                          <a:ext uri="{FF2B5EF4-FFF2-40B4-BE49-F238E27FC236}">
                            <a16:creationId xmlns:a16="http://schemas.microsoft.com/office/drawing/2014/main" id="{2E74F02F-C04D-4CB3-87F6-184607FE47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3479800"/>
                        <a:ext cx="3887788" cy="215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3731" name="Rectangle 3">
            <a:extLst>
              <a:ext uri="{FF2B5EF4-FFF2-40B4-BE49-F238E27FC236}">
                <a16:creationId xmlns:a16="http://schemas.microsoft.com/office/drawing/2014/main" id="{A3860E94-EC58-438B-9415-54200DDD4B9B}"/>
              </a:ext>
            </a:extLst>
          </p:cNvPr>
          <p:cNvSpPr>
            <a:spLocks noChangeArrowheads="1"/>
          </p:cNvSpPr>
          <p:nvPr/>
        </p:nvSpPr>
        <p:spPr bwMode="auto">
          <a:xfrm>
            <a:off x="3124200" y="2209800"/>
            <a:ext cx="2971800" cy="914400"/>
          </a:xfrm>
          <a:prstGeom prst="rect">
            <a:avLst/>
          </a:prstGeom>
          <a:noFill/>
          <a:ln w="9525">
            <a:noFill/>
            <a:miter lim="800000"/>
            <a:headEnd/>
            <a:tailEnd/>
          </a:ln>
          <a:effectLst/>
        </p:spPr>
        <p:txBody>
          <a:bodyPr anchor="b"/>
          <a:lstStyle/>
          <a:p>
            <a:pPr algn="ctr" fontAlgn="t">
              <a:lnSpc>
                <a:spcPts val="3200"/>
              </a:lnSpc>
              <a:defRPr/>
            </a:pPr>
            <a:r>
              <a:rPr kumimoji="1" lang="zh-CN" altLang="en-US" sz="6600" b="1">
                <a:solidFill>
                  <a:schemeClr val="accent2"/>
                </a:solidFill>
                <a:effectLst>
                  <a:outerShdw blurRad="38100" dist="38100" dir="2700000" algn="tl">
                    <a:srgbClr val="C0C0C0"/>
                  </a:outerShdw>
                </a:effectLst>
                <a:latin typeface="Times New Roman" pitchFamily="18" charset="0"/>
                <a:ea typeface="隶书" pitchFamily="49" charset="-122"/>
              </a:rPr>
              <a:t>谢谢！</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黑体"/>
        <a:cs typeface=""/>
      </a:majorFont>
      <a:minorFont>
        <a:latin typeface="Arial"/>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14373</TotalTime>
  <Words>8700</Words>
  <Application>Microsoft Office PowerPoint</Application>
  <PresentationFormat>全屏显示(4:3)</PresentationFormat>
  <Paragraphs>320</Paragraphs>
  <Slides>71</Slides>
  <Notes>0</Notes>
  <HiddenSlides>0</HiddenSlides>
  <MMClips>0</MMClips>
  <ScaleCrop>false</ScaleCrop>
  <HeadingPairs>
    <vt:vector size="8" baseType="variant">
      <vt:variant>
        <vt:lpstr>已用的字体</vt:lpstr>
      </vt:variant>
      <vt:variant>
        <vt:i4>4</vt:i4>
      </vt:variant>
      <vt:variant>
        <vt:lpstr>主题</vt:lpstr>
      </vt:variant>
      <vt:variant>
        <vt:i4>1</vt:i4>
      </vt:variant>
      <vt:variant>
        <vt:lpstr>嵌入 OLE 服务器</vt:lpstr>
      </vt:variant>
      <vt:variant>
        <vt:i4>1</vt:i4>
      </vt:variant>
      <vt:variant>
        <vt:lpstr>幻灯片标题</vt:lpstr>
      </vt:variant>
      <vt:variant>
        <vt:i4>71</vt:i4>
      </vt:variant>
    </vt:vector>
  </HeadingPairs>
  <TitlesOfParts>
    <vt:vector size="77" baseType="lpstr">
      <vt:lpstr>黑体</vt:lpstr>
      <vt:lpstr>Arial</vt:lpstr>
      <vt:lpstr>Times New Roman</vt:lpstr>
      <vt:lpstr>Wingdings</vt:lpstr>
      <vt:lpstr>默认设计模板</vt:lpstr>
      <vt:lpstr>剪辑</vt:lpstr>
      <vt:lpstr>PowerPoint 演示文稿</vt:lpstr>
      <vt:lpstr>PowerPoint 演示文稿</vt:lpstr>
      <vt:lpstr>策略授权</vt:lpstr>
      <vt:lpstr>策略授权与口令授权</vt:lpstr>
      <vt:lpstr>策略授权与口令授权</vt:lpstr>
      <vt:lpstr>策略授权的优点</vt:lpstr>
      <vt:lpstr>策略授权的优点</vt:lpstr>
      <vt:lpstr>多因素认证</vt:lpstr>
      <vt:lpstr>多因素认证</vt:lpstr>
      <vt:lpstr>多因素认证</vt:lpstr>
      <vt:lpstr>扩展授权的工作原理</vt:lpstr>
      <vt:lpstr>扩展授权的工作原理</vt:lpstr>
      <vt:lpstr>扩展授权的工作原理</vt:lpstr>
      <vt:lpstr>扩展授权的工作原理</vt:lpstr>
      <vt:lpstr>可创建的策略类型</vt:lpstr>
      <vt:lpstr>策略授权的运行原理</vt:lpstr>
      <vt:lpstr>简单断言策略</vt:lpstr>
      <vt:lpstr>创建断言策略的通用步骤</vt:lpstr>
      <vt:lpstr>PowerPoint 演示文稿</vt:lpstr>
      <vt:lpstr>创建基于口令（明文和HMAC）的断言策略</vt:lpstr>
      <vt:lpstr>利用HMAC断言进行授权</vt:lpstr>
      <vt:lpstr>利用数字签名（智能卡）进行授权</vt:lpstr>
      <vt:lpstr>PowerPoint 演示文稿</vt:lpstr>
      <vt:lpstr>利用PCR（机器的状态）进行授权</vt:lpstr>
      <vt:lpstr>PowerPoint 演示文稿</vt:lpstr>
      <vt:lpstr>采用命令的位置进行授权</vt:lpstr>
      <vt:lpstr>PowerPoint 演示文稿</vt:lpstr>
      <vt:lpstr>PowerPoint 演示文稿</vt:lpstr>
      <vt:lpstr>利用TPM的内部状态（引导计数器和计时器）进行授权</vt:lpstr>
      <vt:lpstr>PowerPoint 演示文稿</vt:lpstr>
      <vt:lpstr>PowerPoint 演示文稿</vt:lpstr>
      <vt:lpstr>利用NV内存位置进行授权</vt:lpstr>
      <vt:lpstr>PowerPoint 演示文稿</vt:lpstr>
      <vt:lpstr>PowerPoint 演示文稿</vt:lpstr>
      <vt:lpstr>利用外部设备状态（GPS,指纹识别器）进行授权</vt:lpstr>
      <vt:lpstr>PowerPoint 演示文稿</vt:lpstr>
      <vt:lpstr>PowerPoint 演示文稿</vt:lpstr>
      <vt:lpstr>使用通配符进行授权</vt:lpstr>
      <vt:lpstr>PowerPoint 演示文稿</vt:lpstr>
      <vt:lpstr>PowerPoint 演示文稿</vt:lpstr>
      <vt:lpstr>PowerPoint 演示文稿</vt:lpstr>
      <vt:lpstr>基于限定命令的断言</vt:lpstr>
      <vt:lpstr>PowerPoint 演示文稿</vt:lpstr>
      <vt:lpstr>使用多因素进行认证授权</vt:lpstr>
      <vt:lpstr>授权示例1：智能卡与口令授权</vt:lpstr>
      <vt:lpstr>示例2：利用PC状态、口令和指纹进行授权</vt:lpstr>
      <vt:lpstr>复合策略</vt:lpstr>
      <vt:lpstr>PowerPoint 演示文稿</vt:lpstr>
      <vt:lpstr>PowerPoint 演示文稿</vt:lpstr>
      <vt:lpstr>PowerPoint 演示文稿</vt:lpstr>
      <vt:lpstr>PowerPoint 演示文稿</vt:lpstr>
      <vt:lpstr>第十五章：密钥管理</vt:lpstr>
      <vt:lpstr>密钥生成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密钥树</vt:lpstr>
      <vt:lpstr>密钥复制</vt:lpstr>
      <vt:lpstr>密钥分发</vt:lpstr>
      <vt:lpstr>PowerPoint 演示文稿</vt:lpstr>
      <vt:lpstr>PowerPoint 演示文稿</vt:lpstr>
      <vt:lpstr>密钥激活</vt:lpstr>
      <vt:lpstr>PowerPoint 演示文稿</vt:lpstr>
      <vt:lpstr>PowerPoint 演示文稿</vt:lpstr>
      <vt:lpstr>密钥销毁</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jiahy</dc:creator>
  <cp:lastModifiedBy>贾洪勇</cp:lastModifiedBy>
  <cp:revision>161</cp:revision>
  <cp:lastPrinted>1601-01-01T00:00:00Z</cp:lastPrinted>
  <dcterms:created xsi:type="dcterms:W3CDTF">1601-01-01T00:00:00Z</dcterms:created>
  <dcterms:modified xsi:type="dcterms:W3CDTF">2023-05-14T08:12:40Z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