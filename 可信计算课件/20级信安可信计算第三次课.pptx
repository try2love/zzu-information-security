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7"/>
  </p:notesMasterIdLst>
  <p:sldIdLst>
    <p:sldId id="456" r:id="rId2"/>
    <p:sldId id="316" r:id="rId3"/>
    <p:sldId id="364" r:id="rId4"/>
    <p:sldId id="367" r:id="rId5"/>
    <p:sldId id="369" r:id="rId6"/>
    <p:sldId id="365" r:id="rId7"/>
    <p:sldId id="368" r:id="rId8"/>
    <p:sldId id="361" r:id="rId9"/>
    <p:sldId id="371" r:id="rId10"/>
    <p:sldId id="362" r:id="rId11"/>
    <p:sldId id="409" r:id="rId12"/>
    <p:sldId id="410" r:id="rId13"/>
    <p:sldId id="411" r:id="rId14"/>
    <p:sldId id="412" r:id="rId15"/>
    <p:sldId id="413" r:id="rId16"/>
    <p:sldId id="414" r:id="rId17"/>
    <p:sldId id="415" r:id="rId18"/>
    <p:sldId id="416" r:id="rId19"/>
    <p:sldId id="417" r:id="rId20"/>
    <p:sldId id="418" r:id="rId21"/>
    <p:sldId id="419" r:id="rId22"/>
    <p:sldId id="420" r:id="rId23"/>
    <p:sldId id="421" r:id="rId24"/>
    <p:sldId id="422" r:id="rId25"/>
    <p:sldId id="423" r:id="rId26"/>
    <p:sldId id="424" r:id="rId27"/>
    <p:sldId id="425" r:id="rId28"/>
    <p:sldId id="426" r:id="rId29"/>
    <p:sldId id="427" r:id="rId30"/>
    <p:sldId id="428" r:id="rId31"/>
    <p:sldId id="429" r:id="rId32"/>
    <p:sldId id="430" r:id="rId33"/>
    <p:sldId id="431" r:id="rId34"/>
    <p:sldId id="432" r:id="rId35"/>
    <p:sldId id="433" r:id="rId36"/>
    <p:sldId id="434" r:id="rId37"/>
    <p:sldId id="435" r:id="rId38"/>
    <p:sldId id="455" r:id="rId39"/>
    <p:sldId id="317" r:id="rId40"/>
    <p:sldId id="318" r:id="rId41"/>
    <p:sldId id="319" r:id="rId42"/>
    <p:sldId id="374" r:id="rId43"/>
    <p:sldId id="321" r:id="rId44"/>
    <p:sldId id="322" r:id="rId45"/>
    <p:sldId id="323" r:id="rId46"/>
    <p:sldId id="436" r:id="rId47"/>
    <p:sldId id="446" r:id="rId48"/>
    <p:sldId id="437" r:id="rId49"/>
    <p:sldId id="438" r:id="rId50"/>
    <p:sldId id="439" r:id="rId51"/>
    <p:sldId id="440" r:id="rId52"/>
    <p:sldId id="441" r:id="rId53"/>
    <p:sldId id="442" r:id="rId54"/>
    <p:sldId id="443" r:id="rId55"/>
    <p:sldId id="444" r:id="rId56"/>
    <p:sldId id="445" r:id="rId57"/>
    <p:sldId id="447" r:id="rId58"/>
    <p:sldId id="448" r:id="rId59"/>
    <p:sldId id="449" r:id="rId60"/>
    <p:sldId id="450" r:id="rId61"/>
    <p:sldId id="451" r:id="rId62"/>
    <p:sldId id="452" r:id="rId63"/>
    <p:sldId id="453" r:id="rId64"/>
    <p:sldId id="454" r:id="rId65"/>
    <p:sldId id="313" r:id="rId66"/>
  </p:sldIdLst>
  <p:sldSz cx="9144000" cy="6858000" type="screen4x3"/>
  <p:notesSz cx="6858000" cy="9144000"/>
  <p:defaultTextStyle>
    <a:defPPr>
      <a:defRPr lang="zh-CN"/>
    </a:defPPr>
    <a:lvl1pPr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8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8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8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800"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F4EDA"/>
    <a:srgbClr val="2051DC"/>
    <a:srgbClr val="1D4AD7"/>
    <a:srgbClr val="FF6600"/>
    <a:srgbClr val="8E0000"/>
    <a:srgbClr val="33CC33"/>
    <a:srgbClr val="FFFF99"/>
    <a:srgbClr val="CC3399"/>
    <a:srgbClr val="3333CC"/>
    <a:srgbClr val="8000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30" autoAdjust="0"/>
    <p:restoredTop sz="97477" autoAdjust="0"/>
  </p:normalViewPr>
  <p:slideViewPr>
    <p:cSldViewPr>
      <p:cViewPr varScale="1">
        <p:scale>
          <a:sx n="82" d="100"/>
          <a:sy n="82" d="100"/>
        </p:scale>
        <p:origin x="1351" y="6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2622"/>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贾洪勇" userId="c61acc37-df11-4a3b-9efd-dde9ef084f5f" providerId="ADAL" clId="{4657A8FE-C22E-4A51-8E40-3B9B0579B27A}"/>
    <pc:docChg chg="addSld modSld sldOrd">
      <pc:chgData name="贾洪勇" userId="c61acc37-df11-4a3b-9efd-dde9ef084f5f" providerId="ADAL" clId="{4657A8FE-C22E-4A51-8E40-3B9B0579B27A}" dt="2022-03-20T15:09:53.296" v="34" actId="20577"/>
      <pc:docMkLst>
        <pc:docMk/>
      </pc:docMkLst>
      <pc:sldChg chg="modSp mod">
        <pc:chgData name="贾洪勇" userId="c61acc37-df11-4a3b-9efd-dde9ef084f5f" providerId="ADAL" clId="{4657A8FE-C22E-4A51-8E40-3B9B0579B27A}" dt="2022-03-20T15:09:53.296" v="34" actId="20577"/>
        <pc:sldMkLst>
          <pc:docMk/>
          <pc:sldMk cId="1201457307" sldId="420"/>
        </pc:sldMkLst>
        <pc:spChg chg="mod">
          <ac:chgData name="贾洪勇" userId="c61acc37-df11-4a3b-9efd-dde9ef084f5f" providerId="ADAL" clId="{4657A8FE-C22E-4A51-8E40-3B9B0579B27A}" dt="2022-03-20T15:09:53.296" v="34" actId="20577"/>
          <ac:spMkLst>
            <pc:docMk/>
            <pc:sldMk cId="1201457307" sldId="420"/>
            <ac:spMk id="32772" creationId="{6914F806-C5C4-4CD2-99FF-7B69A4513B30}"/>
          </ac:spMkLst>
        </pc:spChg>
      </pc:sldChg>
      <pc:sldChg chg="addSp modSp new mod ord">
        <pc:chgData name="贾洪勇" userId="c61acc37-df11-4a3b-9efd-dde9ef084f5f" providerId="ADAL" clId="{4657A8FE-C22E-4A51-8E40-3B9B0579B27A}" dt="2022-03-20T11:54:35.212" v="33" actId="1076"/>
        <pc:sldMkLst>
          <pc:docMk/>
          <pc:sldMk cId="87541539" sldId="456"/>
        </pc:sldMkLst>
        <pc:spChg chg="add mod">
          <ac:chgData name="贾洪勇" userId="c61acc37-df11-4a3b-9efd-dde9ef084f5f" providerId="ADAL" clId="{4657A8FE-C22E-4A51-8E40-3B9B0579B27A}" dt="2022-03-20T11:54:35.212" v="33" actId="1076"/>
          <ac:spMkLst>
            <pc:docMk/>
            <pc:sldMk cId="87541539" sldId="456"/>
            <ac:spMk id="3" creationId="{09C8F47B-A1DC-48C9-972D-0B78005D6110}"/>
          </ac:spMkLst>
        </pc:spChg>
      </pc:sldChg>
    </pc:docChg>
  </pc:docChgLst>
  <pc:docChgLst>
    <pc:chgData name="贾洪勇" userId="c61acc37-df11-4a3b-9efd-dde9ef084f5f" providerId="ADAL" clId="{CB7C486E-FC68-4DD6-969C-35FE18D354B1}"/>
    <pc:docChg chg="undo custSel addSld delSld modSld sldOrd modMainMaster">
      <pc:chgData name="贾洪勇" userId="c61acc37-df11-4a3b-9efd-dde9ef084f5f" providerId="ADAL" clId="{CB7C486E-FC68-4DD6-969C-35FE18D354B1}" dt="2023-02-27T05:37:10.161" v="696" actId="1076"/>
      <pc:docMkLst>
        <pc:docMk/>
      </pc:docMkLst>
      <pc:sldChg chg="delSp modSp del mod">
        <pc:chgData name="贾洪勇" userId="c61acc37-df11-4a3b-9efd-dde9ef084f5f" providerId="ADAL" clId="{CB7C486E-FC68-4DD6-969C-35FE18D354B1}" dt="2022-03-18T03:43:13.598" v="33" actId="47"/>
        <pc:sldMkLst>
          <pc:docMk/>
          <pc:sldMk cId="0" sldId="256"/>
        </pc:sldMkLst>
        <pc:spChg chg="mod">
          <ac:chgData name="贾洪勇" userId="c61acc37-df11-4a3b-9efd-dde9ef084f5f" providerId="ADAL" clId="{CB7C486E-FC68-4DD6-969C-35FE18D354B1}" dt="2022-03-18T03:34:56.837" v="18"/>
          <ac:spMkLst>
            <pc:docMk/>
            <pc:sldMk cId="0" sldId="256"/>
            <ac:spMk id="13314" creationId="{C21C83B8-3052-45D5-9B05-1BF65BE8C363}"/>
          </ac:spMkLst>
        </pc:spChg>
        <pc:spChg chg="del">
          <ac:chgData name="贾洪勇" userId="c61acc37-df11-4a3b-9efd-dde9ef084f5f" providerId="ADAL" clId="{CB7C486E-FC68-4DD6-969C-35FE18D354B1}" dt="2022-03-18T03:33:54.744" v="0" actId="478"/>
          <ac:spMkLst>
            <pc:docMk/>
            <pc:sldMk cId="0" sldId="256"/>
            <ac:spMk id="13315" creationId="{62B986B6-C20B-4A69-A682-92FE399D3EEE}"/>
          </ac:spMkLst>
        </pc:spChg>
        <pc:spChg chg="del">
          <ac:chgData name="贾洪勇" userId="c61acc37-df11-4a3b-9efd-dde9ef084f5f" providerId="ADAL" clId="{CB7C486E-FC68-4DD6-969C-35FE18D354B1}" dt="2022-03-18T03:34:03.138" v="1" actId="478"/>
          <ac:spMkLst>
            <pc:docMk/>
            <pc:sldMk cId="0" sldId="256"/>
            <ac:spMk id="13316" creationId="{D3629245-2C19-4ADB-A752-E632F2FF6D9D}"/>
          </ac:spMkLst>
        </pc:spChg>
      </pc:sldChg>
      <pc:sldChg chg="modTransition">
        <pc:chgData name="贾洪勇" userId="c61acc37-df11-4a3b-9efd-dde9ef084f5f" providerId="ADAL" clId="{CB7C486E-FC68-4DD6-969C-35FE18D354B1}" dt="2023-02-27T02:35:53.706" v="587"/>
        <pc:sldMkLst>
          <pc:docMk/>
          <pc:sldMk cId="0" sldId="313"/>
        </pc:sldMkLst>
      </pc:sldChg>
      <pc:sldChg chg="modSp del">
        <pc:chgData name="贾洪勇" userId="c61acc37-df11-4a3b-9efd-dde9ef084f5f" providerId="ADAL" clId="{CB7C486E-FC68-4DD6-969C-35FE18D354B1}" dt="2022-03-18T03:34:45.693" v="3" actId="47"/>
        <pc:sldMkLst>
          <pc:docMk/>
          <pc:sldMk cId="0" sldId="314"/>
        </pc:sldMkLst>
        <pc:spChg chg="mod">
          <ac:chgData name="贾洪勇" userId="c61acc37-df11-4a3b-9efd-dde9ef084f5f" providerId="ADAL" clId="{CB7C486E-FC68-4DD6-969C-35FE18D354B1}" dt="2022-03-18T03:34:14.304" v="2" actId="1076"/>
          <ac:spMkLst>
            <pc:docMk/>
            <pc:sldMk cId="0" sldId="314"/>
            <ac:spMk id="14338" creationId="{DFBEB10C-93A2-4DF7-B89E-596767E7391C}"/>
          </ac:spMkLst>
        </pc:spChg>
      </pc:sldChg>
      <pc:sldChg chg="modTransition">
        <pc:chgData name="贾洪勇" userId="c61acc37-df11-4a3b-9efd-dde9ef084f5f" providerId="ADAL" clId="{CB7C486E-FC68-4DD6-969C-35FE18D354B1}" dt="2023-02-27T02:35:53.706" v="587"/>
        <pc:sldMkLst>
          <pc:docMk/>
          <pc:sldMk cId="0" sldId="316"/>
        </pc:sldMkLst>
      </pc:sldChg>
      <pc:sldChg chg="modTransition">
        <pc:chgData name="贾洪勇" userId="c61acc37-df11-4a3b-9efd-dde9ef084f5f" providerId="ADAL" clId="{CB7C486E-FC68-4DD6-969C-35FE18D354B1}" dt="2023-02-27T02:35:53.706" v="587"/>
        <pc:sldMkLst>
          <pc:docMk/>
          <pc:sldMk cId="0" sldId="317"/>
        </pc:sldMkLst>
      </pc:sldChg>
      <pc:sldChg chg="modTransition">
        <pc:chgData name="贾洪勇" userId="c61acc37-df11-4a3b-9efd-dde9ef084f5f" providerId="ADAL" clId="{CB7C486E-FC68-4DD6-969C-35FE18D354B1}" dt="2023-02-27T02:35:53.706" v="587"/>
        <pc:sldMkLst>
          <pc:docMk/>
          <pc:sldMk cId="0" sldId="318"/>
        </pc:sldMkLst>
      </pc:sldChg>
      <pc:sldChg chg="modTransition">
        <pc:chgData name="贾洪勇" userId="c61acc37-df11-4a3b-9efd-dde9ef084f5f" providerId="ADAL" clId="{CB7C486E-FC68-4DD6-969C-35FE18D354B1}" dt="2023-02-27T02:35:53.706" v="587"/>
        <pc:sldMkLst>
          <pc:docMk/>
          <pc:sldMk cId="0" sldId="319"/>
        </pc:sldMkLst>
      </pc:sldChg>
      <pc:sldChg chg="modTransition">
        <pc:chgData name="贾洪勇" userId="c61acc37-df11-4a3b-9efd-dde9ef084f5f" providerId="ADAL" clId="{CB7C486E-FC68-4DD6-969C-35FE18D354B1}" dt="2023-02-27T02:35:53.706" v="587"/>
        <pc:sldMkLst>
          <pc:docMk/>
          <pc:sldMk cId="0" sldId="321"/>
        </pc:sldMkLst>
      </pc:sldChg>
      <pc:sldChg chg="modSp mod modTransition">
        <pc:chgData name="贾洪勇" userId="c61acc37-df11-4a3b-9efd-dde9ef084f5f" providerId="ADAL" clId="{CB7C486E-FC68-4DD6-969C-35FE18D354B1}" dt="2023-02-27T04:09:42.577" v="678"/>
        <pc:sldMkLst>
          <pc:docMk/>
          <pc:sldMk cId="0" sldId="322"/>
        </pc:sldMkLst>
        <pc:spChg chg="mod">
          <ac:chgData name="贾洪勇" userId="c61acc37-df11-4a3b-9efd-dde9ef084f5f" providerId="ADAL" clId="{CB7C486E-FC68-4DD6-969C-35FE18D354B1}" dt="2023-02-27T04:09:42.577" v="678"/>
          <ac:spMkLst>
            <pc:docMk/>
            <pc:sldMk cId="0" sldId="322"/>
            <ac:spMk id="26" creationId="{A4AAF211-7A30-401D-B11C-1EF3CB3EFE74}"/>
          </ac:spMkLst>
        </pc:spChg>
      </pc:sldChg>
      <pc:sldChg chg="modTransition">
        <pc:chgData name="贾洪勇" userId="c61acc37-df11-4a3b-9efd-dde9ef084f5f" providerId="ADAL" clId="{CB7C486E-FC68-4DD6-969C-35FE18D354B1}" dt="2023-02-27T02:35:53.706" v="587"/>
        <pc:sldMkLst>
          <pc:docMk/>
          <pc:sldMk cId="0" sldId="323"/>
        </pc:sldMkLst>
      </pc:sldChg>
      <pc:sldChg chg="del">
        <pc:chgData name="贾洪勇" userId="c61acc37-df11-4a3b-9efd-dde9ef084f5f" providerId="ADAL" clId="{CB7C486E-FC68-4DD6-969C-35FE18D354B1}" dt="2023-02-27T02:33:56.717" v="585" actId="47"/>
        <pc:sldMkLst>
          <pc:docMk/>
          <pc:sldMk cId="0" sldId="359"/>
        </pc:sldMkLst>
      </pc:sldChg>
      <pc:sldChg chg="modTransition">
        <pc:chgData name="贾洪勇" userId="c61acc37-df11-4a3b-9efd-dde9ef084f5f" providerId="ADAL" clId="{CB7C486E-FC68-4DD6-969C-35FE18D354B1}" dt="2023-02-27T02:35:53.706" v="587"/>
        <pc:sldMkLst>
          <pc:docMk/>
          <pc:sldMk cId="0" sldId="361"/>
        </pc:sldMkLst>
      </pc:sldChg>
      <pc:sldChg chg="modTransition">
        <pc:chgData name="贾洪勇" userId="c61acc37-df11-4a3b-9efd-dde9ef084f5f" providerId="ADAL" clId="{CB7C486E-FC68-4DD6-969C-35FE18D354B1}" dt="2023-02-27T02:35:53.706" v="587"/>
        <pc:sldMkLst>
          <pc:docMk/>
          <pc:sldMk cId="0" sldId="362"/>
        </pc:sldMkLst>
      </pc:sldChg>
      <pc:sldChg chg="modTransition">
        <pc:chgData name="贾洪勇" userId="c61acc37-df11-4a3b-9efd-dde9ef084f5f" providerId="ADAL" clId="{CB7C486E-FC68-4DD6-969C-35FE18D354B1}" dt="2023-02-27T02:35:53.706" v="587"/>
        <pc:sldMkLst>
          <pc:docMk/>
          <pc:sldMk cId="0" sldId="364"/>
        </pc:sldMkLst>
      </pc:sldChg>
      <pc:sldChg chg="modTransition">
        <pc:chgData name="贾洪勇" userId="c61acc37-df11-4a3b-9efd-dde9ef084f5f" providerId="ADAL" clId="{CB7C486E-FC68-4DD6-969C-35FE18D354B1}" dt="2023-02-27T02:35:53.706" v="587"/>
        <pc:sldMkLst>
          <pc:docMk/>
          <pc:sldMk cId="0" sldId="365"/>
        </pc:sldMkLst>
      </pc:sldChg>
      <pc:sldChg chg="modTransition">
        <pc:chgData name="贾洪勇" userId="c61acc37-df11-4a3b-9efd-dde9ef084f5f" providerId="ADAL" clId="{CB7C486E-FC68-4DD6-969C-35FE18D354B1}" dt="2023-02-27T02:35:53.706" v="587"/>
        <pc:sldMkLst>
          <pc:docMk/>
          <pc:sldMk cId="0" sldId="367"/>
        </pc:sldMkLst>
      </pc:sldChg>
      <pc:sldChg chg="modTransition">
        <pc:chgData name="贾洪勇" userId="c61acc37-df11-4a3b-9efd-dde9ef084f5f" providerId="ADAL" clId="{CB7C486E-FC68-4DD6-969C-35FE18D354B1}" dt="2023-02-27T02:35:53.706" v="587"/>
        <pc:sldMkLst>
          <pc:docMk/>
          <pc:sldMk cId="0" sldId="368"/>
        </pc:sldMkLst>
      </pc:sldChg>
      <pc:sldChg chg="modTransition">
        <pc:chgData name="贾洪勇" userId="c61acc37-df11-4a3b-9efd-dde9ef084f5f" providerId="ADAL" clId="{CB7C486E-FC68-4DD6-969C-35FE18D354B1}" dt="2023-02-27T02:35:53.706" v="587"/>
        <pc:sldMkLst>
          <pc:docMk/>
          <pc:sldMk cId="0" sldId="369"/>
        </pc:sldMkLst>
      </pc:sldChg>
      <pc:sldChg chg="del">
        <pc:chgData name="贾洪勇" userId="c61acc37-df11-4a3b-9efd-dde9ef084f5f" providerId="ADAL" clId="{CB7C486E-FC68-4DD6-969C-35FE18D354B1}" dt="2022-03-18T03:34:46.728" v="4" actId="47"/>
        <pc:sldMkLst>
          <pc:docMk/>
          <pc:sldMk cId="0" sldId="370"/>
        </pc:sldMkLst>
      </pc:sldChg>
      <pc:sldChg chg="modTransition">
        <pc:chgData name="贾洪勇" userId="c61acc37-df11-4a3b-9efd-dde9ef084f5f" providerId="ADAL" clId="{CB7C486E-FC68-4DD6-969C-35FE18D354B1}" dt="2023-02-27T02:35:53.706" v="587"/>
        <pc:sldMkLst>
          <pc:docMk/>
          <pc:sldMk cId="0" sldId="371"/>
        </pc:sldMkLst>
      </pc:sldChg>
      <pc:sldChg chg="modTransition">
        <pc:chgData name="贾洪勇" userId="c61acc37-df11-4a3b-9efd-dde9ef084f5f" providerId="ADAL" clId="{CB7C486E-FC68-4DD6-969C-35FE18D354B1}" dt="2023-02-27T02:35:53.706" v="587"/>
        <pc:sldMkLst>
          <pc:docMk/>
          <pc:sldMk cId="0" sldId="374"/>
        </pc:sldMkLst>
      </pc:sldChg>
      <pc:sldChg chg="del">
        <pc:chgData name="贾洪勇" userId="c61acc37-df11-4a3b-9efd-dde9ef084f5f" providerId="ADAL" clId="{CB7C486E-FC68-4DD6-969C-35FE18D354B1}" dt="2022-03-18T07:20:59.469" v="281" actId="47"/>
        <pc:sldMkLst>
          <pc:docMk/>
          <pc:sldMk cId="0" sldId="408"/>
        </pc:sldMkLst>
      </pc:sldChg>
      <pc:sldChg chg="addSp modSp new mod modTransition">
        <pc:chgData name="贾洪勇" userId="c61acc37-df11-4a3b-9efd-dde9ef084f5f" providerId="ADAL" clId="{CB7C486E-FC68-4DD6-969C-35FE18D354B1}" dt="2023-02-27T02:35:53.706" v="587"/>
        <pc:sldMkLst>
          <pc:docMk/>
          <pc:sldMk cId="577440345" sldId="409"/>
        </pc:sldMkLst>
        <pc:spChg chg="add mod">
          <ac:chgData name="贾洪勇" userId="c61acc37-df11-4a3b-9efd-dde9ef084f5f" providerId="ADAL" clId="{CB7C486E-FC68-4DD6-969C-35FE18D354B1}" dt="2022-03-18T07:29:02.899" v="330" actId="108"/>
          <ac:spMkLst>
            <pc:docMk/>
            <pc:sldMk cId="577440345" sldId="409"/>
            <ac:spMk id="4" creationId="{6710BAEE-AAE4-4378-AFEE-DD57D18DBFFF}"/>
          </ac:spMkLst>
        </pc:spChg>
        <pc:spChg chg="add mod">
          <ac:chgData name="贾洪勇" userId="c61acc37-df11-4a3b-9efd-dde9ef084f5f" providerId="ADAL" clId="{CB7C486E-FC68-4DD6-969C-35FE18D354B1}" dt="2022-03-18T07:26:35.964" v="318"/>
          <ac:spMkLst>
            <pc:docMk/>
            <pc:sldMk cId="577440345" sldId="409"/>
            <ac:spMk id="5" creationId="{C0B648A0-0D17-4625-9363-E3C8AF3EE338}"/>
          </ac:spMkLst>
        </pc:spChg>
      </pc:sldChg>
      <pc:sldChg chg="addSp modSp add mod modTransition">
        <pc:chgData name="贾洪勇" userId="c61acc37-df11-4a3b-9efd-dde9ef084f5f" providerId="ADAL" clId="{CB7C486E-FC68-4DD6-969C-35FE18D354B1}" dt="2023-02-27T02:35:53.706" v="587"/>
        <pc:sldMkLst>
          <pc:docMk/>
          <pc:sldMk cId="1934142118" sldId="410"/>
        </pc:sldMkLst>
        <pc:spChg chg="mod">
          <ac:chgData name="贾洪勇" userId="c61acc37-df11-4a3b-9efd-dde9ef084f5f" providerId="ADAL" clId="{CB7C486E-FC68-4DD6-969C-35FE18D354B1}" dt="2022-03-18T07:28:59.119" v="329" actId="108"/>
          <ac:spMkLst>
            <pc:docMk/>
            <pc:sldMk cId="1934142118" sldId="410"/>
            <ac:spMk id="4" creationId="{6710BAEE-AAE4-4378-AFEE-DD57D18DBFFF}"/>
          </ac:spMkLst>
        </pc:spChg>
        <pc:spChg chg="add mod">
          <ac:chgData name="贾洪勇" userId="c61acc37-df11-4a3b-9efd-dde9ef084f5f" providerId="ADAL" clId="{CB7C486E-FC68-4DD6-969C-35FE18D354B1}" dt="2022-03-18T07:26:33.185" v="317"/>
          <ac:spMkLst>
            <pc:docMk/>
            <pc:sldMk cId="1934142118" sldId="410"/>
            <ac:spMk id="5" creationId="{07C2EB41-D03A-43C4-942F-A1BFED58004C}"/>
          </ac:spMkLst>
        </pc:spChg>
      </pc:sldChg>
      <pc:sldChg chg="addSp modSp new mod modTransition">
        <pc:chgData name="贾洪勇" userId="c61acc37-df11-4a3b-9efd-dde9ef084f5f" providerId="ADAL" clId="{CB7C486E-FC68-4DD6-969C-35FE18D354B1}" dt="2023-02-27T03:16:41.106" v="593"/>
        <pc:sldMkLst>
          <pc:docMk/>
          <pc:sldMk cId="3381065549" sldId="411"/>
        </pc:sldMkLst>
        <pc:spChg chg="add mod">
          <ac:chgData name="贾洪勇" userId="c61acc37-df11-4a3b-9efd-dde9ef084f5f" providerId="ADAL" clId="{CB7C486E-FC68-4DD6-969C-35FE18D354B1}" dt="2023-02-27T03:16:41.106" v="593"/>
          <ac:spMkLst>
            <pc:docMk/>
            <pc:sldMk cId="3381065549" sldId="411"/>
            <ac:spMk id="4" creationId="{FA92604B-D461-4AE6-9546-F5284F3B57FD}"/>
          </ac:spMkLst>
        </pc:spChg>
        <pc:spChg chg="add mod">
          <ac:chgData name="贾洪勇" userId="c61acc37-df11-4a3b-9efd-dde9ef084f5f" providerId="ADAL" clId="{CB7C486E-FC68-4DD6-969C-35FE18D354B1}" dt="2022-03-18T07:26:29.831" v="316"/>
          <ac:spMkLst>
            <pc:docMk/>
            <pc:sldMk cId="3381065549" sldId="411"/>
            <ac:spMk id="5" creationId="{F91569D5-16F9-40AF-86CD-65B194DF2466}"/>
          </ac:spMkLst>
        </pc:spChg>
      </pc:sldChg>
      <pc:sldChg chg="addSp modSp new mod modTransition">
        <pc:chgData name="贾洪勇" userId="c61acc37-df11-4a3b-9efd-dde9ef084f5f" providerId="ADAL" clId="{CB7C486E-FC68-4DD6-969C-35FE18D354B1}" dt="2023-02-27T02:35:53.706" v="587"/>
        <pc:sldMkLst>
          <pc:docMk/>
          <pc:sldMk cId="3788963722" sldId="412"/>
        </pc:sldMkLst>
        <pc:spChg chg="add mod">
          <ac:chgData name="贾洪勇" userId="c61acc37-df11-4a3b-9efd-dde9ef084f5f" providerId="ADAL" clId="{CB7C486E-FC68-4DD6-969C-35FE18D354B1}" dt="2022-03-18T07:28:47.987" v="327" actId="108"/>
          <ac:spMkLst>
            <pc:docMk/>
            <pc:sldMk cId="3788963722" sldId="412"/>
            <ac:spMk id="4" creationId="{82D8F8E9-49E0-4EE8-8813-93AEB0D0CCEC}"/>
          </ac:spMkLst>
        </pc:spChg>
        <pc:spChg chg="add mod">
          <ac:chgData name="贾洪勇" userId="c61acc37-df11-4a3b-9efd-dde9ef084f5f" providerId="ADAL" clId="{CB7C486E-FC68-4DD6-969C-35FE18D354B1}" dt="2022-03-18T07:26:27.180" v="315"/>
          <ac:spMkLst>
            <pc:docMk/>
            <pc:sldMk cId="3788963722" sldId="412"/>
            <ac:spMk id="5" creationId="{2F2FE199-E308-4EC3-84B1-685BAB88B0C3}"/>
          </ac:spMkLst>
        </pc:spChg>
      </pc:sldChg>
      <pc:sldChg chg="addSp modSp new mod modTransition">
        <pc:chgData name="贾洪勇" userId="c61acc37-df11-4a3b-9efd-dde9ef084f5f" providerId="ADAL" clId="{CB7C486E-FC68-4DD6-969C-35FE18D354B1}" dt="2023-02-27T02:35:53.706" v="587"/>
        <pc:sldMkLst>
          <pc:docMk/>
          <pc:sldMk cId="1607213250" sldId="413"/>
        </pc:sldMkLst>
        <pc:spChg chg="add mod">
          <ac:chgData name="贾洪勇" userId="c61acc37-df11-4a3b-9efd-dde9ef084f5f" providerId="ADAL" clId="{CB7C486E-FC68-4DD6-969C-35FE18D354B1}" dt="2022-03-18T07:28:39.380" v="326" actId="20577"/>
          <ac:spMkLst>
            <pc:docMk/>
            <pc:sldMk cId="1607213250" sldId="413"/>
            <ac:spMk id="4" creationId="{9014024F-B1FB-46FC-98FA-17C12077D97A}"/>
          </ac:spMkLst>
        </pc:spChg>
        <pc:spChg chg="add mod">
          <ac:chgData name="贾洪勇" userId="c61acc37-df11-4a3b-9efd-dde9ef084f5f" providerId="ADAL" clId="{CB7C486E-FC68-4DD6-969C-35FE18D354B1}" dt="2022-03-18T07:26:24.329" v="314"/>
          <ac:spMkLst>
            <pc:docMk/>
            <pc:sldMk cId="1607213250" sldId="413"/>
            <ac:spMk id="5" creationId="{10F3E7E9-FF37-428E-8360-5E630D6B1507}"/>
          </ac:spMkLst>
        </pc:spChg>
      </pc:sldChg>
      <pc:sldChg chg="addSp modSp new mod modTransition">
        <pc:chgData name="贾洪勇" userId="c61acc37-df11-4a3b-9efd-dde9ef084f5f" providerId="ADAL" clId="{CB7C486E-FC68-4DD6-969C-35FE18D354B1}" dt="2023-02-27T03:17:57.234" v="595" actId="20577"/>
        <pc:sldMkLst>
          <pc:docMk/>
          <pc:sldMk cId="872687422" sldId="414"/>
        </pc:sldMkLst>
        <pc:spChg chg="add mod">
          <ac:chgData name="贾洪勇" userId="c61acc37-df11-4a3b-9efd-dde9ef084f5f" providerId="ADAL" clId="{CB7C486E-FC68-4DD6-969C-35FE18D354B1}" dt="2023-02-27T03:17:57.234" v="595" actId="20577"/>
          <ac:spMkLst>
            <pc:docMk/>
            <pc:sldMk cId="872687422" sldId="414"/>
            <ac:spMk id="4" creationId="{2B67F317-3B6B-4850-B811-E04372CF45CA}"/>
          </ac:spMkLst>
        </pc:spChg>
        <pc:spChg chg="add mod">
          <ac:chgData name="贾洪勇" userId="c61acc37-df11-4a3b-9efd-dde9ef084f5f" providerId="ADAL" clId="{CB7C486E-FC68-4DD6-969C-35FE18D354B1}" dt="2022-03-18T07:26:21.401" v="313"/>
          <ac:spMkLst>
            <pc:docMk/>
            <pc:sldMk cId="872687422" sldId="414"/>
            <ac:spMk id="5" creationId="{C3355EFC-AA93-4F33-A12A-BEFB4CC970FA}"/>
          </ac:spMkLst>
        </pc:spChg>
      </pc:sldChg>
      <pc:sldChg chg="addSp delSp modSp new del mod">
        <pc:chgData name="贾洪勇" userId="c61acc37-df11-4a3b-9efd-dde9ef084f5f" providerId="ADAL" clId="{CB7C486E-FC68-4DD6-969C-35FE18D354B1}" dt="2022-03-18T06:36:18.809" v="217" actId="47"/>
        <pc:sldMkLst>
          <pc:docMk/>
          <pc:sldMk cId="1935207237" sldId="415"/>
        </pc:sldMkLst>
        <pc:spChg chg="add del mod">
          <ac:chgData name="贾洪勇" userId="c61acc37-df11-4a3b-9efd-dde9ef084f5f" providerId="ADAL" clId="{CB7C486E-FC68-4DD6-969C-35FE18D354B1}" dt="2022-03-18T06:32:50.772" v="182"/>
          <ac:spMkLst>
            <pc:docMk/>
            <pc:sldMk cId="1935207237" sldId="415"/>
            <ac:spMk id="3" creationId="{36347274-BC4E-460A-A37A-0E9369953672}"/>
          </ac:spMkLst>
        </pc:spChg>
      </pc:sldChg>
      <pc:sldChg chg="new del">
        <pc:chgData name="贾洪勇" userId="c61acc37-df11-4a3b-9efd-dde9ef084f5f" providerId="ADAL" clId="{CB7C486E-FC68-4DD6-969C-35FE18D354B1}" dt="2022-03-18T06:36:41.767" v="221" actId="47"/>
        <pc:sldMkLst>
          <pc:docMk/>
          <pc:sldMk cId="3433363337" sldId="415"/>
        </pc:sldMkLst>
      </pc:sldChg>
      <pc:sldChg chg="addSp delSp modSp add mod ord modTransition">
        <pc:chgData name="贾洪勇" userId="c61acc37-df11-4a3b-9efd-dde9ef084f5f" providerId="ADAL" clId="{CB7C486E-FC68-4DD6-969C-35FE18D354B1}" dt="2023-02-27T02:35:53.706" v="587"/>
        <pc:sldMkLst>
          <pc:docMk/>
          <pc:sldMk cId="4093410477" sldId="415"/>
        </pc:sldMkLst>
        <pc:spChg chg="del mod">
          <ac:chgData name="贾洪勇" userId="c61acc37-df11-4a3b-9efd-dde9ef084f5f" providerId="ADAL" clId="{CB7C486E-FC68-4DD6-969C-35FE18D354B1}" dt="2022-03-18T07:26:14.772" v="311" actId="478"/>
          <ac:spMkLst>
            <pc:docMk/>
            <pc:sldMk cId="4093410477" sldId="415"/>
            <ac:spMk id="3" creationId="{ADDBE1A4-5187-4496-8D14-B601D22E392A}"/>
          </ac:spMkLst>
        </pc:spChg>
        <pc:spChg chg="add mod">
          <ac:chgData name="贾洪勇" userId="c61acc37-df11-4a3b-9efd-dde9ef084f5f" providerId="ADAL" clId="{CB7C486E-FC68-4DD6-969C-35FE18D354B1}" dt="2022-03-18T07:26:16.379" v="312"/>
          <ac:spMkLst>
            <pc:docMk/>
            <pc:sldMk cId="4093410477" sldId="415"/>
            <ac:spMk id="8" creationId="{69F11809-CCBD-47D1-8778-4875402CC924}"/>
          </ac:spMkLst>
        </pc:spChg>
        <pc:spChg chg="mod">
          <ac:chgData name="贾洪勇" userId="c61acc37-df11-4a3b-9efd-dde9ef084f5f" providerId="ADAL" clId="{CB7C486E-FC68-4DD6-969C-35FE18D354B1}" dt="2022-03-18T07:21:54.970" v="285" actId="20577"/>
          <ac:spMkLst>
            <pc:docMk/>
            <pc:sldMk cId="4093410477" sldId="415"/>
            <ac:spMk id="32772" creationId="{6914F806-C5C4-4CD2-99FF-7B69A4513B30}"/>
          </ac:spMkLst>
        </pc:spChg>
        <pc:picChg chg="add mod">
          <ac:chgData name="贾洪勇" userId="c61acc37-df11-4a3b-9efd-dde9ef084f5f" providerId="ADAL" clId="{CB7C486E-FC68-4DD6-969C-35FE18D354B1}" dt="2022-03-18T06:38:23.460" v="280" actId="14100"/>
          <ac:picMkLst>
            <pc:docMk/>
            <pc:sldMk cId="4093410477" sldId="415"/>
            <ac:picMk id="4" creationId="{AB0350B9-B891-409A-9738-9C9797846F63}"/>
          </ac:picMkLst>
        </pc:picChg>
        <pc:picChg chg="del">
          <ac:chgData name="贾洪勇" userId="c61acc37-df11-4a3b-9efd-dde9ef084f5f" providerId="ADAL" clId="{CB7C486E-FC68-4DD6-969C-35FE18D354B1}" dt="2022-03-18T06:38:09.553" v="274" actId="478"/>
          <ac:picMkLst>
            <pc:docMk/>
            <pc:sldMk cId="4093410477" sldId="415"/>
            <ac:picMk id="32773" creationId="{69ED3F2D-5637-4ACC-9B74-8DE4D0356397}"/>
          </ac:picMkLst>
        </pc:picChg>
      </pc:sldChg>
      <pc:sldChg chg="new del">
        <pc:chgData name="贾洪勇" userId="c61acc37-df11-4a3b-9efd-dde9ef084f5f" providerId="ADAL" clId="{CB7C486E-FC68-4DD6-969C-35FE18D354B1}" dt="2022-03-18T06:36:40.742" v="220" actId="47"/>
        <pc:sldMkLst>
          <pc:docMk/>
          <pc:sldMk cId="2815552836" sldId="416"/>
        </pc:sldMkLst>
      </pc:sldChg>
      <pc:sldChg chg="addSp delSp modSp add mod modTransition">
        <pc:chgData name="贾洪勇" userId="c61acc37-df11-4a3b-9efd-dde9ef084f5f" providerId="ADAL" clId="{CB7C486E-FC68-4DD6-969C-35FE18D354B1}" dt="2023-02-27T02:35:53.706" v="587"/>
        <pc:sldMkLst>
          <pc:docMk/>
          <pc:sldMk cId="3118523811" sldId="416"/>
        </pc:sldMkLst>
        <pc:spChg chg="del">
          <ac:chgData name="贾洪勇" userId="c61acc37-df11-4a3b-9efd-dde9ef084f5f" providerId="ADAL" clId="{CB7C486E-FC68-4DD6-969C-35FE18D354B1}" dt="2022-03-18T07:26:08.821" v="309" actId="478"/>
          <ac:spMkLst>
            <pc:docMk/>
            <pc:sldMk cId="3118523811" sldId="416"/>
            <ac:spMk id="3" creationId="{ADDBE1A4-5187-4496-8D14-B601D22E392A}"/>
          </ac:spMkLst>
        </pc:spChg>
        <pc:spChg chg="add del mod">
          <ac:chgData name="贾洪勇" userId="c61acc37-df11-4a3b-9efd-dde9ef084f5f" providerId="ADAL" clId="{CB7C486E-FC68-4DD6-969C-35FE18D354B1}" dt="2022-03-18T07:24:43.541" v="298" actId="21"/>
          <ac:spMkLst>
            <pc:docMk/>
            <pc:sldMk cId="3118523811" sldId="416"/>
            <ac:spMk id="7" creationId="{8C698024-E267-42A6-8598-5E11070F66B1}"/>
          </ac:spMkLst>
        </pc:spChg>
        <pc:spChg chg="add mod">
          <ac:chgData name="贾洪勇" userId="c61acc37-df11-4a3b-9efd-dde9ef084f5f" providerId="ADAL" clId="{CB7C486E-FC68-4DD6-969C-35FE18D354B1}" dt="2022-03-18T07:26:10.668" v="310"/>
          <ac:spMkLst>
            <pc:docMk/>
            <pc:sldMk cId="3118523811" sldId="416"/>
            <ac:spMk id="8" creationId="{36D9FA71-E15F-4293-B899-2CD7D0BA3C56}"/>
          </ac:spMkLst>
        </pc:spChg>
        <pc:spChg chg="mod">
          <ac:chgData name="贾洪勇" userId="c61acc37-df11-4a3b-9efd-dde9ef084f5f" providerId="ADAL" clId="{CB7C486E-FC68-4DD6-969C-35FE18D354B1}" dt="2022-03-18T07:29:23.157" v="331" actId="1076"/>
          <ac:spMkLst>
            <pc:docMk/>
            <pc:sldMk cId="3118523811" sldId="416"/>
            <ac:spMk id="32772" creationId="{6914F806-C5C4-4CD2-99FF-7B69A4513B30}"/>
          </ac:spMkLst>
        </pc:spChg>
        <pc:picChg chg="del">
          <ac:chgData name="贾洪勇" userId="c61acc37-df11-4a3b-9efd-dde9ef084f5f" providerId="ADAL" clId="{CB7C486E-FC68-4DD6-969C-35FE18D354B1}" dt="2022-03-18T07:22:49.461" v="289" actId="478"/>
          <ac:picMkLst>
            <pc:docMk/>
            <pc:sldMk cId="3118523811" sldId="416"/>
            <ac:picMk id="4" creationId="{AB0350B9-B891-409A-9738-9C9797846F63}"/>
          </ac:picMkLst>
        </pc:picChg>
      </pc:sldChg>
      <pc:sldChg chg="new del">
        <pc:chgData name="贾洪勇" userId="c61acc37-df11-4a3b-9efd-dde9ef084f5f" providerId="ADAL" clId="{CB7C486E-FC68-4DD6-969C-35FE18D354B1}" dt="2022-03-18T07:22:27.124" v="287" actId="47"/>
        <pc:sldMkLst>
          <pc:docMk/>
          <pc:sldMk cId="3445593383" sldId="416"/>
        </pc:sldMkLst>
      </pc:sldChg>
      <pc:sldChg chg="addSp delSp modSp add mod modTransition">
        <pc:chgData name="贾洪勇" userId="c61acc37-df11-4a3b-9efd-dde9ef084f5f" providerId="ADAL" clId="{CB7C486E-FC68-4DD6-969C-35FE18D354B1}" dt="2023-02-27T02:35:53.706" v="587"/>
        <pc:sldMkLst>
          <pc:docMk/>
          <pc:sldMk cId="2557786044" sldId="417"/>
        </pc:sldMkLst>
        <pc:spChg chg="mod">
          <ac:chgData name="贾洪勇" userId="c61acc37-df11-4a3b-9efd-dde9ef084f5f" providerId="ADAL" clId="{CB7C486E-FC68-4DD6-969C-35FE18D354B1}" dt="2022-03-18T07:29:51.523" v="371"/>
          <ac:spMkLst>
            <pc:docMk/>
            <pc:sldMk cId="2557786044" sldId="417"/>
            <ac:spMk id="3" creationId="{ADDBE1A4-5187-4496-8D14-B601D22E392A}"/>
          </ac:spMkLst>
        </pc:spChg>
        <pc:spChg chg="add del mod">
          <ac:chgData name="贾洪勇" userId="c61acc37-df11-4a3b-9efd-dde9ef084f5f" providerId="ADAL" clId="{CB7C486E-FC68-4DD6-969C-35FE18D354B1}" dt="2022-03-18T07:25:11.150" v="302"/>
          <ac:spMkLst>
            <pc:docMk/>
            <pc:sldMk cId="2557786044" sldId="417"/>
            <ac:spMk id="5" creationId="{EE2E2E71-C8A7-474C-A66B-6E4E14432991}"/>
          </ac:spMkLst>
        </pc:spChg>
        <pc:spChg chg="mod">
          <ac:chgData name="贾洪勇" userId="c61acc37-df11-4a3b-9efd-dde9ef084f5f" providerId="ADAL" clId="{CB7C486E-FC68-4DD6-969C-35FE18D354B1}" dt="2022-03-18T07:30:01.418" v="380" actId="1076"/>
          <ac:spMkLst>
            <pc:docMk/>
            <pc:sldMk cId="2557786044" sldId="417"/>
            <ac:spMk id="32772" creationId="{6914F806-C5C4-4CD2-99FF-7B69A4513B30}"/>
          </ac:spMkLst>
        </pc:spChg>
      </pc:sldChg>
      <pc:sldChg chg="modSp add mod modTransition">
        <pc:chgData name="贾洪勇" userId="c61acc37-df11-4a3b-9efd-dde9ef084f5f" providerId="ADAL" clId="{CB7C486E-FC68-4DD6-969C-35FE18D354B1}" dt="2023-02-27T03:21:52.241" v="625"/>
        <pc:sldMkLst>
          <pc:docMk/>
          <pc:sldMk cId="2713124896" sldId="418"/>
        </pc:sldMkLst>
        <pc:spChg chg="mod">
          <ac:chgData name="贾洪勇" userId="c61acc37-df11-4a3b-9efd-dde9ef084f5f" providerId="ADAL" clId="{CB7C486E-FC68-4DD6-969C-35FE18D354B1}" dt="2022-03-18T07:30:28.663" v="398"/>
          <ac:spMkLst>
            <pc:docMk/>
            <pc:sldMk cId="2713124896" sldId="418"/>
            <ac:spMk id="3" creationId="{ADDBE1A4-5187-4496-8D14-B601D22E392A}"/>
          </ac:spMkLst>
        </pc:spChg>
        <pc:spChg chg="mod">
          <ac:chgData name="贾洪勇" userId="c61acc37-df11-4a3b-9efd-dde9ef084f5f" providerId="ADAL" clId="{CB7C486E-FC68-4DD6-969C-35FE18D354B1}" dt="2023-02-27T03:21:52.241" v="625"/>
          <ac:spMkLst>
            <pc:docMk/>
            <pc:sldMk cId="2713124896" sldId="418"/>
            <ac:spMk id="32772" creationId="{6914F806-C5C4-4CD2-99FF-7B69A4513B30}"/>
          </ac:spMkLst>
        </pc:spChg>
      </pc:sldChg>
      <pc:sldChg chg="modSp add mod modTransition">
        <pc:chgData name="贾洪勇" userId="c61acc37-df11-4a3b-9efd-dde9ef084f5f" providerId="ADAL" clId="{CB7C486E-FC68-4DD6-969C-35FE18D354B1}" dt="2023-02-27T02:35:53.706" v="587"/>
        <pc:sldMkLst>
          <pc:docMk/>
          <pc:sldMk cId="1063583134" sldId="419"/>
        </pc:sldMkLst>
        <pc:spChg chg="mod">
          <ac:chgData name="贾洪勇" userId="c61acc37-df11-4a3b-9efd-dde9ef084f5f" providerId="ADAL" clId="{CB7C486E-FC68-4DD6-969C-35FE18D354B1}" dt="2022-03-18T07:32:03.375" v="421" actId="1076"/>
          <ac:spMkLst>
            <pc:docMk/>
            <pc:sldMk cId="1063583134" sldId="419"/>
            <ac:spMk id="32772" creationId="{6914F806-C5C4-4CD2-99FF-7B69A4513B30}"/>
          </ac:spMkLst>
        </pc:spChg>
      </pc:sldChg>
      <pc:sldChg chg="modSp add mod modTransition">
        <pc:chgData name="贾洪勇" userId="c61acc37-df11-4a3b-9efd-dde9ef084f5f" providerId="ADAL" clId="{CB7C486E-FC68-4DD6-969C-35FE18D354B1}" dt="2023-02-27T03:23:16.208" v="632"/>
        <pc:sldMkLst>
          <pc:docMk/>
          <pc:sldMk cId="1201457307" sldId="420"/>
        </pc:sldMkLst>
        <pc:spChg chg="mod">
          <ac:chgData name="贾洪勇" userId="c61acc37-df11-4a3b-9efd-dde9ef084f5f" providerId="ADAL" clId="{CB7C486E-FC68-4DD6-969C-35FE18D354B1}" dt="2022-03-18T07:53:49.033" v="448"/>
          <ac:spMkLst>
            <pc:docMk/>
            <pc:sldMk cId="1201457307" sldId="420"/>
            <ac:spMk id="3" creationId="{ADDBE1A4-5187-4496-8D14-B601D22E392A}"/>
          </ac:spMkLst>
        </pc:spChg>
        <pc:spChg chg="mod">
          <ac:chgData name="贾洪勇" userId="c61acc37-df11-4a3b-9efd-dde9ef084f5f" providerId="ADAL" clId="{CB7C486E-FC68-4DD6-969C-35FE18D354B1}" dt="2023-02-27T03:23:16.208" v="632"/>
          <ac:spMkLst>
            <pc:docMk/>
            <pc:sldMk cId="1201457307" sldId="420"/>
            <ac:spMk id="32772" creationId="{6914F806-C5C4-4CD2-99FF-7B69A4513B30}"/>
          </ac:spMkLst>
        </pc:spChg>
      </pc:sldChg>
      <pc:sldChg chg="modSp add mod modTransition">
        <pc:chgData name="贾洪勇" userId="c61acc37-df11-4a3b-9efd-dde9ef084f5f" providerId="ADAL" clId="{CB7C486E-FC68-4DD6-969C-35FE18D354B1}" dt="2023-02-27T02:35:53.706" v="587"/>
        <pc:sldMkLst>
          <pc:docMk/>
          <pc:sldMk cId="3590644022" sldId="421"/>
        </pc:sldMkLst>
        <pc:spChg chg="mod">
          <ac:chgData name="贾洪勇" userId="c61acc37-df11-4a3b-9efd-dde9ef084f5f" providerId="ADAL" clId="{CB7C486E-FC68-4DD6-969C-35FE18D354B1}" dt="2022-03-18T07:54:28.845" v="477"/>
          <ac:spMkLst>
            <pc:docMk/>
            <pc:sldMk cId="3590644022" sldId="421"/>
            <ac:spMk id="3" creationId="{ADDBE1A4-5187-4496-8D14-B601D22E392A}"/>
          </ac:spMkLst>
        </pc:spChg>
        <pc:spChg chg="mod">
          <ac:chgData name="贾洪勇" userId="c61acc37-df11-4a3b-9efd-dde9ef084f5f" providerId="ADAL" clId="{CB7C486E-FC68-4DD6-969C-35FE18D354B1}" dt="2022-03-18T07:55:15.545" v="482" actId="6549"/>
          <ac:spMkLst>
            <pc:docMk/>
            <pc:sldMk cId="3590644022" sldId="421"/>
            <ac:spMk id="32772" creationId="{6914F806-C5C4-4CD2-99FF-7B69A4513B30}"/>
          </ac:spMkLst>
        </pc:spChg>
      </pc:sldChg>
      <pc:sldChg chg="modSp add mod modTransition">
        <pc:chgData name="贾洪勇" userId="c61acc37-df11-4a3b-9efd-dde9ef084f5f" providerId="ADAL" clId="{CB7C486E-FC68-4DD6-969C-35FE18D354B1}" dt="2023-02-27T02:35:53.706" v="587"/>
        <pc:sldMkLst>
          <pc:docMk/>
          <pc:sldMk cId="1243240414" sldId="422"/>
        </pc:sldMkLst>
        <pc:spChg chg="mod">
          <ac:chgData name="贾洪勇" userId="c61acc37-df11-4a3b-9efd-dde9ef084f5f" providerId="ADAL" clId="{CB7C486E-FC68-4DD6-969C-35FE18D354B1}" dt="2022-03-18T07:55:39.242" v="516"/>
          <ac:spMkLst>
            <pc:docMk/>
            <pc:sldMk cId="1243240414" sldId="422"/>
            <ac:spMk id="3" creationId="{ADDBE1A4-5187-4496-8D14-B601D22E392A}"/>
          </ac:spMkLst>
        </pc:spChg>
        <pc:spChg chg="mod">
          <ac:chgData name="贾洪勇" userId="c61acc37-df11-4a3b-9efd-dde9ef084f5f" providerId="ADAL" clId="{CB7C486E-FC68-4DD6-969C-35FE18D354B1}" dt="2022-03-18T07:56:30.349" v="518" actId="6549"/>
          <ac:spMkLst>
            <pc:docMk/>
            <pc:sldMk cId="1243240414" sldId="422"/>
            <ac:spMk id="32772" creationId="{6914F806-C5C4-4CD2-99FF-7B69A4513B30}"/>
          </ac:spMkLst>
        </pc:spChg>
      </pc:sldChg>
      <pc:sldChg chg="modSp add mod modTransition">
        <pc:chgData name="贾洪勇" userId="c61acc37-df11-4a3b-9efd-dde9ef084f5f" providerId="ADAL" clId="{CB7C486E-FC68-4DD6-969C-35FE18D354B1}" dt="2023-02-27T02:35:53.706" v="587"/>
        <pc:sldMkLst>
          <pc:docMk/>
          <pc:sldMk cId="3392252253" sldId="423"/>
        </pc:sldMkLst>
        <pc:spChg chg="mod">
          <ac:chgData name="贾洪勇" userId="c61acc37-df11-4a3b-9efd-dde9ef084f5f" providerId="ADAL" clId="{CB7C486E-FC68-4DD6-969C-35FE18D354B1}" dt="2022-03-18T07:57:42.261" v="522" actId="5793"/>
          <ac:spMkLst>
            <pc:docMk/>
            <pc:sldMk cId="3392252253" sldId="423"/>
            <ac:spMk id="32772" creationId="{6914F806-C5C4-4CD2-99FF-7B69A4513B30}"/>
          </ac:spMkLst>
        </pc:spChg>
      </pc:sldChg>
      <pc:sldChg chg="modSp add mod modTransition">
        <pc:chgData name="贾洪勇" userId="c61acc37-df11-4a3b-9efd-dde9ef084f5f" providerId="ADAL" clId="{CB7C486E-FC68-4DD6-969C-35FE18D354B1}" dt="2023-02-27T02:35:53.706" v="587"/>
        <pc:sldMkLst>
          <pc:docMk/>
          <pc:sldMk cId="3008393032" sldId="424"/>
        </pc:sldMkLst>
        <pc:spChg chg="mod">
          <ac:chgData name="贾洪勇" userId="c61acc37-df11-4a3b-9efd-dde9ef084f5f" providerId="ADAL" clId="{CB7C486E-FC68-4DD6-969C-35FE18D354B1}" dt="2022-03-18T07:57:54.925" v="525" actId="6549"/>
          <ac:spMkLst>
            <pc:docMk/>
            <pc:sldMk cId="3008393032" sldId="424"/>
            <ac:spMk id="32772" creationId="{6914F806-C5C4-4CD2-99FF-7B69A4513B30}"/>
          </ac:spMkLst>
        </pc:spChg>
      </pc:sldChg>
      <pc:sldChg chg="modSp add mod modTransition">
        <pc:chgData name="贾洪勇" userId="c61acc37-df11-4a3b-9efd-dde9ef084f5f" providerId="ADAL" clId="{CB7C486E-FC68-4DD6-969C-35FE18D354B1}" dt="2023-02-27T03:56:05.067" v="636"/>
        <pc:sldMkLst>
          <pc:docMk/>
          <pc:sldMk cId="1736205307" sldId="425"/>
        </pc:sldMkLst>
        <pc:spChg chg="mod">
          <ac:chgData name="贾洪勇" userId="c61acc37-df11-4a3b-9efd-dde9ef084f5f" providerId="ADAL" clId="{CB7C486E-FC68-4DD6-969C-35FE18D354B1}" dt="2022-03-18T07:58:17.835" v="548"/>
          <ac:spMkLst>
            <pc:docMk/>
            <pc:sldMk cId="1736205307" sldId="425"/>
            <ac:spMk id="3" creationId="{ADDBE1A4-5187-4496-8D14-B601D22E392A}"/>
          </ac:spMkLst>
        </pc:spChg>
        <pc:spChg chg="mod">
          <ac:chgData name="贾洪勇" userId="c61acc37-df11-4a3b-9efd-dde9ef084f5f" providerId="ADAL" clId="{CB7C486E-FC68-4DD6-969C-35FE18D354B1}" dt="2023-02-27T03:56:05.067" v="636"/>
          <ac:spMkLst>
            <pc:docMk/>
            <pc:sldMk cId="1736205307" sldId="425"/>
            <ac:spMk id="32772" creationId="{6914F806-C5C4-4CD2-99FF-7B69A4513B30}"/>
          </ac:spMkLst>
        </pc:spChg>
      </pc:sldChg>
      <pc:sldChg chg="modSp add mod modTransition">
        <pc:chgData name="贾洪勇" userId="c61acc37-df11-4a3b-9efd-dde9ef084f5f" providerId="ADAL" clId="{CB7C486E-FC68-4DD6-969C-35FE18D354B1}" dt="2023-02-27T03:56:27.189" v="643"/>
        <pc:sldMkLst>
          <pc:docMk/>
          <pc:sldMk cId="204187897" sldId="426"/>
        </pc:sldMkLst>
        <pc:spChg chg="mod">
          <ac:chgData name="贾洪勇" userId="c61acc37-df11-4a3b-9efd-dde9ef084f5f" providerId="ADAL" clId="{CB7C486E-FC68-4DD6-969C-35FE18D354B1}" dt="2023-02-27T03:56:27.189" v="643"/>
          <ac:spMkLst>
            <pc:docMk/>
            <pc:sldMk cId="204187897" sldId="426"/>
            <ac:spMk id="32772" creationId="{6914F806-C5C4-4CD2-99FF-7B69A4513B30}"/>
          </ac:spMkLst>
        </pc:spChg>
      </pc:sldChg>
      <pc:sldChg chg="modSp add mod modTransition">
        <pc:chgData name="贾洪勇" userId="c61acc37-df11-4a3b-9efd-dde9ef084f5f" providerId="ADAL" clId="{CB7C486E-FC68-4DD6-969C-35FE18D354B1}" dt="2023-02-27T02:35:53.706" v="587"/>
        <pc:sldMkLst>
          <pc:docMk/>
          <pc:sldMk cId="3522320116" sldId="427"/>
        </pc:sldMkLst>
        <pc:spChg chg="mod">
          <ac:chgData name="贾洪勇" userId="c61acc37-df11-4a3b-9efd-dde9ef084f5f" providerId="ADAL" clId="{CB7C486E-FC68-4DD6-969C-35FE18D354B1}" dt="2022-03-18T08:00:10.178" v="559" actId="1076"/>
          <ac:spMkLst>
            <pc:docMk/>
            <pc:sldMk cId="3522320116" sldId="427"/>
            <ac:spMk id="32772" creationId="{6914F806-C5C4-4CD2-99FF-7B69A4513B30}"/>
          </ac:spMkLst>
        </pc:spChg>
      </pc:sldChg>
      <pc:sldChg chg="modSp add mod modTransition">
        <pc:chgData name="贾洪勇" userId="c61acc37-df11-4a3b-9efd-dde9ef084f5f" providerId="ADAL" clId="{CB7C486E-FC68-4DD6-969C-35FE18D354B1}" dt="2023-02-27T02:35:53.706" v="587"/>
        <pc:sldMkLst>
          <pc:docMk/>
          <pc:sldMk cId="1421572176" sldId="428"/>
        </pc:sldMkLst>
        <pc:spChg chg="mod">
          <ac:chgData name="贾洪勇" userId="c61acc37-df11-4a3b-9efd-dde9ef084f5f" providerId="ADAL" clId="{CB7C486E-FC68-4DD6-969C-35FE18D354B1}" dt="2022-03-18T08:00:23.640" v="581"/>
          <ac:spMkLst>
            <pc:docMk/>
            <pc:sldMk cId="1421572176" sldId="428"/>
            <ac:spMk id="3" creationId="{ADDBE1A4-5187-4496-8D14-B601D22E392A}"/>
          </ac:spMkLst>
        </pc:spChg>
        <pc:spChg chg="mod">
          <ac:chgData name="贾洪勇" userId="c61acc37-df11-4a3b-9efd-dde9ef084f5f" providerId="ADAL" clId="{CB7C486E-FC68-4DD6-969C-35FE18D354B1}" dt="2022-03-18T08:00:41.929" v="582"/>
          <ac:spMkLst>
            <pc:docMk/>
            <pc:sldMk cId="1421572176" sldId="428"/>
            <ac:spMk id="32772" creationId="{6914F806-C5C4-4CD2-99FF-7B69A4513B30}"/>
          </ac:spMkLst>
        </pc:spChg>
      </pc:sldChg>
      <pc:sldChg chg="modSp add mod modTransition">
        <pc:chgData name="贾洪勇" userId="c61acc37-df11-4a3b-9efd-dde9ef084f5f" providerId="ADAL" clId="{CB7C486E-FC68-4DD6-969C-35FE18D354B1}" dt="2023-02-27T02:35:53.706" v="587"/>
        <pc:sldMkLst>
          <pc:docMk/>
          <pc:sldMk cId="1633014289" sldId="429"/>
        </pc:sldMkLst>
        <pc:spChg chg="mod">
          <ac:chgData name="贾洪勇" userId="c61acc37-df11-4a3b-9efd-dde9ef084f5f" providerId="ADAL" clId="{CB7C486E-FC68-4DD6-969C-35FE18D354B1}" dt="2022-03-18T08:01:04.096" v="584"/>
          <ac:spMkLst>
            <pc:docMk/>
            <pc:sldMk cId="1633014289" sldId="429"/>
            <ac:spMk id="32772" creationId="{6914F806-C5C4-4CD2-99FF-7B69A4513B30}"/>
          </ac:spMkLst>
        </pc:spChg>
      </pc:sldChg>
      <pc:sldChg chg="modSp modTransition">
        <pc:chgData name="贾洪勇" userId="c61acc37-df11-4a3b-9efd-dde9ef084f5f" providerId="ADAL" clId="{CB7C486E-FC68-4DD6-969C-35FE18D354B1}" dt="2023-02-27T04:02:50.138" v="645" actId="20578"/>
        <pc:sldMkLst>
          <pc:docMk/>
          <pc:sldMk cId="867532253" sldId="430"/>
        </pc:sldMkLst>
        <pc:spChg chg="mod">
          <ac:chgData name="贾洪勇" userId="c61acc37-df11-4a3b-9efd-dde9ef084f5f" providerId="ADAL" clId="{CB7C486E-FC68-4DD6-969C-35FE18D354B1}" dt="2023-02-27T04:02:50.138" v="645" actId="20578"/>
          <ac:spMkLst>
            <pc:docMk/>
            <pc:sldMk cId="867532253" sldId="430"/>
            <ac:spMk id="32772" creationId="{6914F806-C5C4-4CD2-99FF-7B69A4513B30}"/>
          </ac:spMkLst>
        </pc:spChg>
      </pc:sldChg>
      <pc:sldChg chg="modSp mod modTransition">
        <pc:chgData name="贾洪勇" userId="c61acc37-df11-4a3b-9efd-dde9ef084f5f" providerId="ADAL" clId="{CB7C486E-FC68-4DD6-969C-35FE18D354B1}" dt="2023-02-27T04:03:39.977" v="652"/>
        <pc:sldMkLst>
          <pc:docMk/>
          <pc:sldMk cId="392371696" sldId="431"/>
        </pc:sldMkLst>
        <pc:spChg chg="mod">
          <ac:chgData name="贾洪勇" userId="c61acc37-df11-4a3b-9efd-dde9ef084f5f" providerId="ADAL" clId="{CB7C486E-FC68-4DD6-969C-35FE18D354B1}" dt="2023-02-27T04:03:39.977" v="652"/>
          <ac:spMkLst>
            <pc:docMk/>
            <pc:sldMk cId="392371696" sldId="431"/>
            <ac:spMk id="32772" creationId="{6914F806-C5C4-4CD2-99FF-7B69A4513B30}"/>
          </ac:spMkLst>
        </pc:spChg>
      </pc:sldChg>
      <pc:sldChg chg="modTransition modAnim">
        <pc:chgData name="贾洪勇" userId="c61acc37-df11-4a3b-9efd-dde9ef084f5f" providerId="ADAL" clId="{CB7C486E-FC68-4DD6-969C-35FE18D354B1}" dt="2023-02-27T04:04:09.483" v="653"/>
        <pc:sldMkLst>
          <pc:docMk/>
          <pc:sldMk cId="362513179" sldId="432"/>
        </pc:sldMkLst>
      </pc:sldChg>
      <pc:sldChg chg="addSp delSp modSp mod modTransition delAnim">
        <pc:chgData name="贾洪勇" userId="c61acc37-df11-4a3b-9efd-dde9ef084f5f" providerId="ADAL" clId="{CB7C486E-FC68-4DD6-969C-35FE18D354B1}" dt="2023-02-27T05:33:17.043" v="690" actId="1076"/>
        <pc:sldMkLst>
          <pc:docMk/>
          <pc:sldMk cId="1391141258" sldId="433"/>
        </pc:sldMkLst>
        <pc:picChg chg="add mod">
          <ac:chgData name="贾洪勇" userId="c61acc37-df11-4a3b-9efd-dde9ef084f5f" providerId="ADAL" clId="{CB7C486E-FC68-4DD6-969C-35FE18D354B1}" dt="2023-02-27T05:33:17.043" v="690" actId="1076"/>
          <ac:picMkLst>
            <pc:docMk/>
            <pc:sldMk cId="1391141258" sldId="433"/>
            <ac:picMk id="2" creationId="{D987A89E-6958-48A0-83D8-9FE0DC12F3C9}"/>
          </ac:picMkLst>
        </pc:picChg>
        <pc:picChg chg="del mod">
          <ac:chgData name="贾洪勇" userId="c61acc37-df11-4a3b-9efd-dde9ef084f5f" providerId="ADAL" clId="{CB7C486E-FC68-4DD6-969C-35FE18D354B1}" dt="2023-02-27T05:33:01.828" v="686" actId="478"/>
          <ac:picMkLst>
            <pc:docMk/>
            <pc:sldMk cId="1391141258" sldId="433"/>
            <ac:picMk id="5" creationId="{0FB113E7-E519-478E-BE24-72513E041FEC}"/>
          </ac:picMkLst>
        </pc:picChg>
      </pc:sldChg>
      <pc:sldChg chg="addSp delSp modSp mod modTransition delAnim">
        <pc:chgData name="贾洪勇" userId="c61acc37-df11-4a3b-9efd-dde9ef084f5f" providerId="ADAL" clId="{CB7C486E-FC68-4DD6-969C-35FE18D354B1}" dt="2023-02-27T05:37:10.161" v="696" actId="1076"/>
        <pc:sldMkLst>
          <pc:docMk/>
          <pc:sldMk cId="774545259" sldId="434"/>
        </pc:sldMkLst>
        <pc:picChg chg="add mod">
          <ac:chgData name="贾洪勇" userId="c61acc37-df11-4a3b-9efd-dde9ef084f5f" providerId="ADAL" clId="{CB7C486E-FC68-4DD6-969C-35FE18D354B1}" dt="2023-02-27T05:37:10.161" v="696" actId="1076"/>
          <ac:picMkLst>
            <pc:docMk/>
            <pc:sldMk cId="774545259" sldId="434"/>
            <ac:picMk id="2" creationId="{DE7E13ED-9598-4687-94E0-B7DC7EC4D2E3}"/>
          </ac:picMkLst>
        </pc:picChg>
        <pc:picChg chg="del mod">
          <ac:chgData name="贾洪勇" userId="c61acc37-df11-4a3b-9efd-dde9ef084f5f" providerId="ADAL" clId="{CB7C486E-FC68-4DD6-969C-35FE18D354B1}" dt="2023-02-27T05:36:56.802" v="693" actId="478"/>
          <ac:picMkLst>
            <pc:docMk/>
            <pc:sldMk cId="774545259" sldId="434"/>
            <ac:picMk id="4" creationId="{3980B557-A963-4110-90FB-88A333099505}"/>
          </ac:picMkLst>
        </pc:picChg>
      </pc:sldChg>
      <pc:sldChg chg="modTransition">
        <pc:chgData name="贾洪勇" userId="c61acc37-df11-4a3b-9efd-dde9ef084f5f" providerId="ADAL" clId="{CB7C486E-FC68-4DD6-969C-35FE18D354B1}" dt="2023-02-27T02:35:53.706" v="587"/>
        <pc:sldMkLst>
          <pc:docMk/>
          <pc:sldMk cId="375211103" sldId="435"/>
        </pc:sldMkLst>
      </pc:sldChg>
      <pc:sldChg chg="modTransition">
        <pc:chgData name="贾洪勇" userId="c61acc37-df11-4a3b-9efd-dde9ef084f5f" providerId="ADAL" clId="{CB7C486E-FC68-4DD6-969C-35FE18D354B1}" dt="2023-02-27T02:35:53.706" v="587"/>
        <pc:sldMkLst>
          <pc:docMk/>
          <pc:sldMk cId="3932278203" sldId="436"/>
        </pc:sldMkLst>
      </pc:sldChg>
      <pc:sldChg chg="modTransition">
        <pc:chgData name="贾洪勇" userId="c61acc37-df11-4a3b-9efd-dde9ef084f5f" providerId="ADAL" clId="{CB7C486E-FC68-4DD6-969C-35FE18D354B1}" dt="2023-02-27T02:35:53.706" v="587"/>
        <pc:sldMkLst>
          <pc:docMk/>
          <pc:sldMk cId="169223960" sldId="437"/>
        </pc:sldMkLst>
      </pc:sldChg>
      <pc:sldChg chg="modSp mod modTransition">
        <pc:chgData name="贾洪勇" userId="c61acc37-df11-4a3b-9efd-dde9ef084f5f" providerId="ADAL" clId="{CB7C486E-FC68-4DD6-969C-35FE18D354B1}" dt="2023-02-27T04:12:47.797" v="680" actId="14100"/>
        <pc:sldMkLst>
          <pc:docMk/>
          <pc:sldMk cId="1735181766" sldId="438"/>
        </pc:sldMkLst>
        <pc:picChg chg="mod">
          <ac:chgData name="贾洪勇" userId="c61acc37-df11-4a3b-9efd-dde9ef084f5f" providerId="ADAL" clId="{CB7C486E-FC68-4DD6-969C-35FE18D354B1}" dt="2023-02-27T04:12:47.797" v="680" actId="14100"/>
          <ac:picMkLst>
            <pc:docMk/>
            <pc:sldMk cId="1735181766" sldId="438"/>
            <ac:picMk id="20" creationId="{16CA040C-98FF-49C3-8B48-A19F35B75B5A}"/>
          </ac:picMkLst>
        </pc:picChg>
      </pc:sldChg>
      <pc:sldChg chg="modTransition">
        <pc:chgData name="贾洪勇" userId="c61acc37-df11-4a3b-9efd-dde9ef084f5f" providerId="ADAL" clId="{CB7C486E-FC68-4DD6-969C-35FE18D354B1}" dt="2023-02-27T02:35:53.706" v="587"/>
        <pc:sldMkLst>
          <pc:docMk/>
          <pc:sldMk cId="3706127996" sldId="439"/>
        </pc:sldMkLst>
      </pc:sldChg>
      <pc:sldChg chg="modTransition">
        <pc:chgData name="贾洪勇" userId="c61acc37-df11-4a3b-9efd-dde9ef084f5f" providerId="ADAL" clId="{CB7C486E-FC68-4DD6-969C-35FE18D354B1}" dt="2023-02-27T02:35:53.706" v="587"/>
        <pc:sldMkLst>
          <pc:docMk/>
          <pc:sldMk cId="2557268571" sldId="440"/>
        </pc:sldMkLst>
      </pc:sldChg>
      <pc:sldChg chg="modTransition">
        <pc:chgData name="贾洪勇" userId="c61acc37-df11-4a3b-9efd-dde9ef084f5f" providerId="ADAL" clId="{CB7C486E-FC68-4DD6-969C-35FE18D354B1}" dt="2023-02-27T02:35:53.706" v="587"/>
        <pc:sldMkLst>
          <pc:docMk/>
          <pc:sldMk cId="3602578240" sldId="441"/>
        </pc:sldMkLst>
      </pc:sldChg>
      <pc:sldChg chg="modTransition">
        <pc:chgData name="贾洪勇" userId="c61acc37-df11-4a3b-9efd-dde9ef084f5f" providerId="ADAL" clId="{CB7C486E-FC68-4DD6-969C-35FE18D354B1}" dt="2023-02-27T02:35:53.706" v="587"/>
        <pc:sldMkLst>
          <pc:docMk/>
          <pc:sldMk cId="916079973" sldId="442"/>
        </pc:sldMkLst>
      </pc:sldChg>
      <pc:sldChg chg="modTransition">
        <pc:chgData name="贾洪勇" userId="c61acc37-df11-4a3b-9efd-dde9ef084f5f" providerId="ADAL" clId="{CB7C486E-FC68-4DD6-969C-35FE18D354B1}" dt="2023-02-27T02:35:53.706" v="587"/>
        <pc:sldMkLst>
          <pc:docMk/>
          <pc:sldMk cId="903722881" sldId="443"/>
        </pc:sldMkLst>
      </pc:sldChg>
      <pc:sldChg chg="modTransition">
        <pc:chgData name="贾洪勇" userId="c61acc37-df11-4a3b-9efd-dde9ef084f5f" providerId="ADAL" clId="{CB7C486E-FC68-4DD6-969C-35FE18D354B1}" dt="2023-02-27T02:35:53.706" v="587"/>
        <pc:sldMkLst>
          <pc:docMk/>
          <pc:sldMk cId="485289020" sldId="444"/>
        </pc:sldMkLst>
      </pc:sldChg>
      <pc:sldChg chg="modTransition">
        <pc:chgData name="贾洪勇" userId="c61acc37-df11-4a3b-9efd-dde9ef084f5f" providerId="ADAL" clId="{CB7C486E-FC68-4DD6-969C-35FE18D354B1}" dt="2023-02-27T02:35:53.706" v="587"/>
        <pc:sldMkLst>
          <pc:docMk/>
          <pc:sldMk cId="4008769697" sldId="445"/>
        </pc:sldMkLst>
      </pc:sldChg>
      <pc:sldChg chg="modTransition">
        <pc:chgData name="贾洪勇" userId="c61acc37-df11-4a3b-9efd-dde9ef084f5f" providerId="ADAL" clId="{CB7C486E-FC68-4DD6-969C-35FE18D354B1}" dt="2023-02-27T02:35:53.706" v="587"/>
        <pc:sldMkLst>
          <pc:docMk/>
          <pc:sldMk cId="69252617" sldId="446"/>
        </pc:sldMkLst>
      </pc:sldChg>
      <pc:sldChg chg="modTransition">
        <pc:chgData name="贾洪勇" userId="c61acc37-df11-4a3b-9efd-dde9ef084f5f" providerId="ADAL" clId="{CB7C486E-FC68-4DD6-969C-35FE18D354B1}" dt="2023-02-27T02:35:53.706" v="587"/>
        <pc:sldMkLst>
          <pc:docMk/>
          <pc:sldMk cId="1644707327" sldId="447"/>
        </pc:sldMkLst>
      </pc:sldChg>
      <pc:sldChg chg="modTransition">
        <pc:chgData name="贾洪勇" userId="c61acc37-df11-4a3b-9efd-dde9ef084f5f" providerId="ADAL" clId="{CB7C486E-FC68-4DD6-969C-35FE18D354B1}" dt="2023-02-27T02:35:53.706" v="587"/>
        <pc:sldMkLst>
          <pc:docMk/>
          <pc:sldMk cId="3775134672" sldId="448"/>
        </pc:sldMkLst>
      </pc:sldChg>
      <pc:sldChg chg="modSp mod modTransition">
        <pc:chgData name="贾洪勇" userId="c61acc37-df11-4a3b-9efd-dde9ef084f5f" providerId="ADAL" clId="{CB7C486E-FC68-4DD6-969C-35FE18D354B1}" dt="2023-02-27T05:23:59.708" v="682" actId="207"/>
        <pc:sldMkLst>
          <pc:docMk/>
          <pc:sldMk cId="3765859002" sldId="449"/>
        </pc:sldMkLst>
        <pc:spChg chg="mod">
          <ac:chgData name="贾洪勇" userId="c61acc37-df11-4a3b-9efd-dde9ef084f5f" providerId="ADAL" clId="{CB7C486E-FC68-4DD6-969C-35FE18D354B1}" dt="2023-02-27T05:23:59.708" v="682" actId="207"/>
          <ac:spMkLst>
            <pc:docMk/>
            <pc:sldMk cId="3765859002" sldId="449"/>
            <ac:spMk id="3" creationId="{D6C2F6DF-6C48-4EE2-B48F-892F02C230D5}"/>
          </ac:spMkLst>
        </pc:spChg>
      </pc:sldChg>
      <pc:sldChg chg="modTransition">
        <pc:chgData name="贾洪勇" userId="c61acc37-df11-4a3b-9efd-dde9ef084f5f" providerId="ADAL" clId="{CB7C486E-FC68-4DD6-969C-35FE18D354B1}" dt="2023-02-27T02:35:53.706" v="587"/>
        <pc:sldMkLst>
          <pc:docMk/>
          <pc:sldMk cId="3124685187" sldId="450"/>
        </pc:sldMkLst>
      </pc:sldChg>
      <pc:sldChg chg="modSp mod modTransition">
        <pc:chgData name="贾洪勇" userId="c61acc37-df11-4a3b-9efd-dde9ef084f5f" providerId="ADAL" clId="{CB7C486E-FC68-4DD6-969C-35FE18D354B1}" dt="2023-02-27T05:25:21.603" v="684" actId="207"/>
        <pc:sldMkLst>
          <pc:docMk/>
          <pc:sldMk cId="4004379859" sldId="451"/>
        </pc:sldMkLst>
        <pc:spChg chg="mod">
          <ac:chgData name="贾洪勇" userId="c61acc37-df11-4a3b-9efd-dde9ef084f5f" providerId="ADAL" clId="{CB7C486E-FC68-4DD6-969C-35FE18D354B1}" dt="2023-02-27T05:25:21.603" v="684" actId="207"/>
          <ac:spMkLst>
            <pc:docMk/>
            <pc:sldMk cId="4004379859" sldId="451"/>
            <ac:spMk id="3" creationId="{57E2C4F4-F019-4166-BC14-773CECF2AA1A}"/>
          </ac:spMkLst>
        </pc:spChg>
      </pc:sldChg>
      <pc:sldChg chg="modTransition">
        <pc:chgData name="贾洪勇" userId="c61acc37-df11-4a3b-9efd-dde9ef084f5f" providerId="ADAL" clId="{CB7C486E-FC68-4DD6-969C-35FE18D354B1}" dt="2023-02-27T02:35:53.706" v="587"/>
        <pc:sldMkLst>
          <pc:docMk/>
          <pc:sldMk cId="1737404312" sldId="452"/>
        </pc:sldMkLst>
      </pc:sldChg>
      <pc:sldChg chg="modSp mod modTransition">
        <pc:chgData name="贾洪勇" userId="c61acc37-df11-4a3b-9efd-dde9ef084f5f" providerId="ADAL" clId="{CB7C486E-FC68-4DD6-969C-35FE18D354B1}" dt="2023-02-27T05:26:13.407" v="685" actId="207"/>
        <pc:sldMkLst>
          <pc:docMk/>
          <pc:sldMk cId="1974890401" sldId="453"/>
        </pc:sldMkLst>
        <pc:spChg chg="mod">
          <ac:chgData name="贾洪勇" userId="c61acc37-df11-4a3b-9efd-dde9ef084f5f" providerId="ADAL" clId="{CB7C486E-FC68-4DD6-969C-35FE18D354B1}" dt="2023-02-27T05:26:13.407" v="685" actId="207"/>
          <ac:spMkLst>
            <pc:docMk/>
            <pc:sldMk cId="1974890401" sldId="453"/>
            <ac:spMk id="3" creationId="{57E2C4F4-F019-4166-BC14-773CECF2AA1A}"/>
          </ac:spMkLst>
        </pc:spChg>
      </pc:sldChg>
      <pc:sldChg chg="modTransition">
        <pc:chgData name="贾洪勇" userId="c61acc37-df11-4a3b-9efd-dde9ef084f5f" providerId="ADAL" clId="{CB7C486E-FC68-4DD6-969C-35FE18D354B1}" dt="2023-02-27T02:35:53.706" v="587"/>
        <pc:sldMkLst>
          <pc:docMk/>
          <pc:sldMk cId="291972534" sldId="454"/>
        </pc:sldMkLst>
      </pc:sldChg>
      <pc:sldChg chg="modTransition">
        <pc:chgData name="贾洪勇" userId="c61acc37-df11-4a3b-9efd-dde9ef084f5f" providerId="ADAL" clId="{CB7C486E-FC68-4DD6-969C-35FE18D354B1}" dt="2023-02-27T02:35:53.706" v="587"/>
        <pc:sldMkLst>
          <pc:docMk/>
          <pc:sldMk cId="3994333004" sldId="455"/>
        </pc:sldMkLst>
      </pc:sldChg>
      <pc:sldChg chg="modTransition">
        <pc:chgData name="贾洪勇" userId="c61acc37-df11-4a3b-9efd-dde9ef084f5f" providerId="ADAL" clId="{CB7C486E-FC68-4DD6-969C-35FE18D354B1}" dt="2023-02-27T02:35:53.706" v="587"/>
        <pc:sldMkLst>
          <pc:docMk/>
          <pc:sldMk cId="87541539" sldId="456"/>
        </pc:sldMkLst>
      </pc:sldChg>
      <pc:sldMasterChg chg="modTransition modSldLayout">
        <pc:chgData name="贾洪勇" userId="c61acc37-df11-4a3b-9efd-dde9ef084f5f" providerId="ADAL" clId="{CB7C486E-FC68-4DD6-969C-35FE18D354B1}" dt="2023-02-27T02:35:53.706" v="587"/>
        <pc:sldMasterMkLst>
          <pc:docMk/>
          <pc:sldMasterMk cId="0" sldId="2147483648"/>
        </pc:sldMasterMkLst>
        <pc:sldLayoutChg chg="modSp modTransition">
          <pc:chgData name="贾洪勇" userId="c61acc37-df11-4a3b-9efd-dde9ef084f5f" providerId="ADAL" clId="{CB7C486E-FC68-4DD6-969C-35FE18D354B1}" dt="2023-02-27T02:35:53.706" v="587"/>
          <pc:sldLayoutMkLst>
            <pc:docMk/>
            <pc:sldMasterMk cId="0" sldId="2147483648"/>
            <pc:sldLayoutMk cId="1131148380" sldId="2147483688"/>
          </pc:sldLayoutMkLst>
          <pc:spChg chg="mod">
            <ac:chgData name="贾洪勇" userId="c61acc37-df11-4a3b-9efd-dde9ef084f5f" providerId="ADAL" clId="{CB7C486E-FC68-4DD6-969C-35FE18D354B1}" dt="2022-03-18T03:38:52.083" v="32" actId="1076"/>
            <ac:spMkLst>
              <pc:docMk/>
              <pc:sldMasterMk cId="0" sldId="2147483648"/>
              <pc:sldLayoutMk cId="1131148380" sldId="2147483688"/>
              <ac:spMk id="3" creationId="{00000000-0000-0000-0000-000000000000}"/>
            </ac:spMkLst>
          </pc:spChg>
        </pc:sldLayoutChg>
        <pc:sldLayoutChg chg="modTransition">
          <pc:chgData name="贾洪勇" userId="c61acc37-df11-4a3b-9efd-dde9ef084f5f" providerId="ADAL" clId="{CB7C486E-FC68-4DD6-969C-35FE18D354B1}" dt="2023-02-27T02:35:53.706" v="587"/>
          <pc:sldLayoutMkLst>
            <pc:docMk/>
            <pc:sldMasterMk cId="0" sldId="2147483648"/>
            <pc:sldLayoutMk cId="1561136671" sldId="2147483689"/>
          </pc:sldLayoutMkLst>
        </pc:sldLayoutChg>
        <pc:sldLayoutChg chg="modTransition">
          <pc:chgData name="贾洪勇" userId="c61acc37-df11-4a3b-9efd-dde9ef084f5f" providerId="ADAL" clId="{CB7C486E-FC68-4DD6-969C-35FE18D354B1}" dt="2023-02-27T02:35:53.706" v="587"/>
          <pc:sldLayoutMkLst>
            <pc:docMk/>
            <pc:sldMasterMk cId="0" sldId="2147483648"/>
            <pc:sldLayoutMk cId="1459213847" sldId="2147483690"/>
          </pc:sldLayoutMkLst>
        </pc:sldLayoutChg>
        <pc:sldLayoutChg chg="modTransition">
          <pc:chgData name="贾洪勇" userId="c61acc37-df11-4a3b-9efd-dde9ef084f5f" providerId="ADAL" clId="{CB7C486E-FC68-4DD6-969C-35FE18D354B1}" dt="2023-02-27T02:35:53.706" v="587"/>
          <pc:sldLayoutMkLst>
            <pc:docMk/>
            <pc:sldMasterMk cId="0" sldId="2147483648"/>
            <pc:sldLayoutMk cId="1981321046" sldId="2147483691"/>
          </pc:sldLayoutMkLst>
        </pc:sldLayoutChg>
        <pc:sldLayoutChg chg="modTransition">
          <pc:chgData name="贾洪勇" userId="c61acc37-df11-4a3b-9efd-dde9ef084f5f" providerId="ADAL" clId="{CB7C486E-FC68-4DD6-969C-35FE18D354B1}" dt="2023-02-27T02:35:53.706" v="587"/>
          <pc:sldLayoutMkLst>
            <pc:docMk/>
            <pc:sldMasterMk cId="0" sldId="2147483648"/>
            <pc:sldLayoutMk cId="1540062868" sldId="2147483692"/>
          </pc:sldLayoutMkLst>
        </pc:sldLayoutChg>
        <pc:sldLayoutChg chg="addSp delSp modSp mod modTransition">
          <pc:chgData name="贾洪勇" userId="c61acc37-df11-4a3b-9efd-dde9ef084f5f" providerId="ADAL" clId="{CB7C486E-FC68-4DD6-969C-35FE18D354B1}" dt="2023-02-27T02:35:53.706" v="587"/>
          <pc:sldLayoutMkLst>
            <pc:docMk/>
            <pc:sldMasterMk cId="0" sldId="2147483648"/>
            <pc:sldLayoutMk cId="2298048910" sldId="2147483693"/>
          </pc:sldLayoutMkLst>
          <pc:spChg chg="add del mod">
            <ac:chgData name="贾洪勇" userId="c61acc37-df11-4a3b-9efd-dde9ef084f5f" providerId="ADAL" clId="{CB7C486E-FC68-4DD6-969C-35FE18D354B1}" dt="2022-03-18T06:34:00.788" v="189"/>
            <ac:spMkLst>
              <pc:docMk/>
              <pc:sldMasterMk cId="0" sldId="2147483648"/>
              <pc:sldLayoutMk cId="2298048910" sldId="2147483693"/>
              <ac:spMk id="3" creationId="{A7C4E214-F4CC-426E-8672-15493942AF1A}"/>
            </ac:spMkLst>
          </pc:spChg>
          <pc:spChg chg="add del mod">
            <ac:chgData name="贾洪勇" userId="c61acc37-df11-4a3b-9efd-dde9ef084f5f" providerId="ADAL" clId="{CB7C486E-FC68-4DD6-969C-35FE18D354B1}" dt="2022-03-18T06:35:20.783" v="216"/>
            <ac:spMkLst>
              <pc:docMk/>
              <pc:sldMasterMk cId="0" sldId="2147483648"/>
              <pc:sldLayoutMk cId="2298048910" sldId="2147483693"/>
              <ac:spMk id="4" creationId="{03BDDCE9-0BF9-432F-85E2-6092E126C820}"/>
            </ac:spMkLst>
          </pc:spChg>
          <pc:spChg chg="add del mod">
            <ac:chgData name="贾洪勇" userId="c61acc37-df11-4a3b-9efd-dde9ef084f5f" providerId="ADAL" clId="{CB7C486E-FC68-4DD6-969C-35FE18D354B1}" dt="2022-03-18T06:35:20.782" v="214"/>
            <ac:spMkLst>
              <pc:docMk/>
              <pc:sldMasterMk cId="0" sldId="2147483648"/>
              <pc:sldLayoutMk cId="2298048910" sldId="2147483693"/>
              <ac:spMk id="5" creationId="{247F4632-6C9C-4A7D-A274-2F628E36CBF4}"/>
            </ac:spMkLst>
          </pc:spChg>
        </pc:sldLayoutChg>
        <pc:sldLayoutChg chg="modTransition">
          <pc:chgData name="贾洪勇" userId="c61acc37-df11-4a3b-9efd-dde9ef084f5f" providerId="ADAL" clId="{CB7C486E-FC68-4DD6-969C-35FE18D354B1}" dt="2023-02-27T02:35:53.706" v="587"/>
          <pc:sldLayoutMkLst>
            <pc:docMk/>
            <pc:sldMasterMk cId="0" sldId="2147483648"/>
            <pc:sldLayoutMk cId="3853297880" sldId="2147483694"/>
          </pc:sldLayoutMkLst>
        </pc:sldLayoutChg>
        <pc:sldLayoutChg chg="modTransition">
          <pc:chgData name="贾洪勇" userId="c61acc37-df11-4a3b-9efd-dde9ef084f5f" providerId="ADAL" clId="{CB7C486E-FC68-4DD6-969C-35FE18D354B1}" dt="2023-02-27T02:35:53.706" v="587"/>
          <pc:sldLayoutMkLst>
            <pc:docMk/>
            <pc:sldMasterMk cId="0" sldId="2147483648"/>
            <pc:sldLayoutMk cId="1713220869" sldId="2147483695"/>
          </pc:sldLayoutMkLst>
        </pc:sldLayoutChg>
        <pc:sldLayoutChg chg="modTransition">
          <pc:chgData name="贾洪勇" userId="c61acc37-df11-4a3b-9efd-dde9ef084f5f" providerId="ADAL" clId="{CB7C486E-FC68-4DD6-969C-35FE18D354B1}" dt="2023-02-27T02:35:53.706" v="587"/>
          <pc:sldLayoutMkLst>
            <pc:docMk/>
            <pc:sldMasterMk cId="0" sldId="2147483648"/>
            <pc:sldLayoutMk cId="3030444992" sldId="2147483696"/>
          </pc:sldLayoutMkLst>
        </pc:sldLayoutChg>
        <pc:sldLayoutChg chg="modTransition">
          <pc:chgData name="贾洪勇" userId="c61acc37-df11-4a3b-9efd-dde9ef084f5f" providerId="ADAL" clId="{CB7C486E-FC68-4DD6-969C-35FE18D354B1}" dt="2023-02-27T02:35:53.706" v="587"/>
          <pc:sldLayoutMkLst>
            <pc:docMk/>
            <pc:sldMasterMk cId="0" sldId="2147483648"/>
            <pc:sldLayoutMk cId="384935139" sldId="2147483697"/>
          </pc:sldLayoutMkLst>
        </pc:sldLayoutChg>
        <pc:sldLayoutChg chg="modTransition">
          <pc:chgData name="贾洪勇" userId="c61acc37-df11-4a3b-9efd-dde9ef084f5f" providerId="ADAL" clId="{CB7C486E-FC68-4DD6-969C-35FE18D354B1}" dt="2023-02-27T02:35:53.706" v="587"/>
          <pc:sldLayoutMkLst>
            <pc:docMk/>
            <pc:sldMasterMk cId="0" sldId="2147483648"/>
            <pc:sldLayoutMk cId="3804667167" sldId="2147483698"/>
          </pc:sldLayoutMkLst>
        </pc:sldLayoutChg>
        <pc:sldLayoutChg chg="addSp delSp modSp mod modTransition">
          <pc:chgData name="贾洪勇" userId="c61acc37-df11-4a3b-9efd-dde9ef084f5f" providerId="ADAL" clId="{CB7C486E-FC68-4DD6-969C-35FE18D354B1}" dt="2023-02-27T02:35:53.706" v="587"/>
          <pc:sldLayoutMkLst>
            <pc:docMk/>
            <pc:sldMasterMk cId="0" sldId="2147483648"/>
            <pc:sldLayoutMk cId="4011097091" sldId="2147483699"/>
          </pc:sldLayoutMkLst>
          <pc:picChg chg="add del mod">
            <ac:chgData name="贾洪勇" userId="c61acc37-df11-4a3b-9efd-dde9ef084f5f" providerId="ADAL" clId="{CB7C486E-FC68-4DD6-969C-35FE18D354B1}" dt="2022-03-18T03:38:39.911" v="30" actId="478"/>
            <ac:picMkLst>
              <pc:docMk/>
              <pc:sldMasterMk cId="0" sldId="2147483648"/>
              <pc:sldLayoutMk cId="4011097091" sldId="2147483699"/>
              <ac:picMk id="2" creationId="{F8676505-2BD9-4798-85AD-75B1BFD093D0}"/>
            </ac:picMkLst>
          </pc:picChg>
          <pc:picChg chg="del mod">
            <ac:chgData name="贾洪勇" userId="c61acc37-df11-4a3b-9efd-dde9ef084f5f" providerId="ADAL" clId="{CB7C486E-FC68-4DD6-969C-35FE18D354B1}" dt="2022-03-18T03:38:02.939" v="22" actId="478"/>
            <ac:picMkLst>
              <pc:docMk/>
              <pc:sldMasterMk cId="0" sldId="2147483648"/>
              <pc:sldLayoutMk cId="4011097091" sldId="2147483699"/>
              <ac:picMk id="3" creationId="{233B6B97-9643-4FC4-BADC-930491D881B8}"/>
            </ac:picMkLst>
          </pc:picChg>
        </pc:sldLayoutChg>
      </pc:sldMasterChg>
    </pc:docChg>
  </pc:docChgLst>
  <pc:docChgLst>
    <pc:chgData name="贾洪勇" userId="c61acc37-df11-4a3b-9efd-dde9ef084f5f" providerId="ADAL" clId="{F8773AA1-0ECB-449C-A6FE-AD4DBFDB5C1C}"/>
    <pc:docChg chg="undo custSel addSld delSld modSld sldOrd modMainMaster">
      <pc:chgData name="贾洪勇" userId="c61acc37-df11-4a3b-9efd-dde9ef084f5f" providerId="ADAL" clId="{F8773AA1-0ECB-449C-A6FE-AD4DBFDB5C1C}" dt="2022-03-19T14:27:35.303" v="1808" actId="22"/>
      <pc:docMkLst>
        <pc:docMk/>
      </pc:docMkLst>
      <pc:sldChg chg="modTransition">
        <pc:chgData name="贾洪勇" userId="c61acc37-df11-4a3b-9efd-dde9ef084f5f" providerId="ADAL" clId="{F8773AA1-0ECB-449C-A6FE-AD4DBFDB5C1C}" dt="2022-03-18T10:25:04.040" v="32"/>
        <pc:sldMkLst>
          <pc:docMk/>
          <pc:sldMk cId="0" sldId="313"/>
        </pc:sldMkLst>
      </pc:sldChg>
      <pc:sldChg chg="modTransition">
        <pc:chgData name="贾洪勇" userId="c61acc37-df11-4a3b-9efd-dde9ef084f5f" providerId="ADAL" clId="{F8773AA1-0ECB-449C-A6FE-AD4DBFDB5C1C}" dt="2022-03-18T10:25:04.040" v="32"/>
        <pc:sldMkLst>
          <pc:docMk/>
          <pc:sldMk cId="0" sldId="316"/>
        </pc:sldMkLst>
      </pc:sldChg>
      <pc:sldChg chg="modTransition">
        <pc:chgData name="贾洪勇" userId="c61acc37-df11-4a3b-9efd-dde9ef084f5f" providerId="ADAL" clId="{F8773AA1-0ECB-449C-A6FE-AD4DBFDB5C1C}" dt="2022-03-18T10:25:04.040" v="32"/>
        <pc:sldMkLst>
          <pc:docMk/>
          <pc:sldMk cId="0" sldId="317"/>
        </pc:sldMkLst>
      </pc:sldChg>
      <pc:sldChg chg="modTransition">
        <pc:chgData name="贾洪勇" userId="c61acc37-df11-4a3b-9efd-dde9ef084f5f" providerId="ADAL" clId="{F8773AA1-0ECB-449C-A6FE-AD4DBFDB5C1C}" dt="2022-03-18T10:25:04.040" v="32"/>
        <pc:sldMkLst>
          <pc:docMk/>
          <pc:sldMk cId="0" sldId="318"/>
        </pc:sldMkLst>
      </pc:sldChg>
      <pc:sldChg chg="modTransition">
        <pc:chgData name="贾洪勇" userId="c61acc37-df11-4a3b-9efd-dde9ef084f5f" providerId="ADAL" clId="{F8773AA1-0ECB-449C-A6FE-AD4DBFDB5C1C}" dt="2022-03-18T10:25:04.040" v="32"/>
        <pc:sldMkLst>
          <pc:docMk/>
          <pc:sldMk cId="0" sldId="319"/>
        </pc:sldMkLst>
      </pc:sldChg>
      <pc:sldChg chg="modTransition">
        <pc:chgData name="贾洪勇" userId="c61acc37-df11-4a3b-9efd-dde9ef084f5f" providerId="ADAL" clId="{F8773AA1-0ECB-449C-A6FE-AD4DBFDB5C1C}" dt="2022-03-18T10:25:04.040" v="32"/>
        <pc:sldMkLst>
          <pc:docMk/>
          <pc:sldMk cId="0" sldId="321"/>
        </pc:sldMkLst>
      </pc:sldChg>
      <pc:sldChg chg="modTransition">
        <pc:chgData name="贾洪勇" userId="c61acc37-df11-4a3b-9efd-dde9ef084f5f" providerId="ADAL" clId="{F8773AA1-0ECB-449C-A6FE-AD4DBFDB5C1C}" dt="2022-03-18T10:25:04.040" v="32"/>
        <pc:sldMkLst>
          <pc:docMk/>
          <pc:sldMk cId="0" sldId="322"/>
        </pc:sldMkLst>
      </pc:sldChg>
      <pc:sldChg chg="modTransition">
        <pc:chgData name="贾洪勇" userId="c61acc37-df11-4a3b-9efd-dde9ef084f5f" providerId="ADAL" clId="{F8773AA1-0ECB-449C-A6FE-AD4DBFDB5C1C}" dt="2022-03-18T10:25:04.040" v="32"/>
        <pc:sldMkLst>
          <pc:docMk/>
          <pc:sldMk cId="0" sldId="323"/>
        </pc:sldMkLst>
      </pc:sldChg>
      <pc:sldChg chg="del modTransition">
        <pc:chgData name="贾洪勇" userId="c61acc37-df11-4a3b-9efd-dde9ef084f5f" providerId="ADAL" clId="{F8773AA1-0ECB-449C-A6FE-AD4DBFDB5C1C}" dt="2022-03-19T09:29:43.419" v="281" actId="2696"/>
        <pc:sldMkLst>
          <pc:docMk/>
          <pc:sldMk cId="0" sldId="325"/>
        </pc:sldMkLst>
      </pc:sldChg>
      <pc:sldChg chg="del modTransition">
        <pc:chgData name="贾洪勇" userId="c61acc37-df11-4a3b-9efd-dde9ef084f5f" providerId="ADAL" clId="{F8773AA1-0ECB-449C-A6FE-AD4DBFDB5C1C}" dt="2022-03-19T09:29:43.419" v="281" actId="2696"/>
        <pc:sldMkLst>
          <pc:docMk/>
          <pc:sldMk cId="0" sldId="330"/>
        </pc:sldMkLst>
      </pc:sldChg>
      <pc:sldChg chg="del modTransition">
        <pc:chgData name="贾洪勇" userId="c61acc37-df11-4a3b-9efd-dde9ef084f5f" providerId="ADAL" clId="{F8773AA1-0ECB-449C-A6FE-AD4DBFDB5C1C}" dt="2022-03-19T09:29:43.419" v="281" actId="2696"/>
        <pc:sldMkLst>
          <pc:docMk/>
          <pc:sldMk cId="0" sldId="331"/>
        </pc:sldMkLst>
      </pc:sldChg>
      <pc:sldChg chg="del modTransition">
        <pc:chgData name="贾洪勇" userId="c61acc37-df11-4a3b-9efd-dde9ef084f5f" providerId="ADAL" clId="{F8773AA1-0ECB-449C-A6FE-AD4DBFDB5C1C}" dt="2022-03-19T09:29:43.419" v="281" actId="2696"/>
        <pc:sldMkLst>
          <pc:docMk/>
          <pc:sldMk cId="0" sldId="335"/>
        </pc:sldMkLst>
      </pc:sldChg>
      <pc:sldChg chg="del modTransition">
        <pc:chgData name="贾洪勇" userId="c61acc37-df11-4a3b-9efd-dde9ef084f5f" providerId="ADAL" clId="{F8773AA1-0ECB-449C-A6FE-AD4DBFDB5C1C}" dt="2022-03-19T09:29:43.419" v="281" actId="2696"/>
        <pc:sldMkLst>
          <pc:docMk/>
          <pc:sldMk cId="0" sldId="346"/>
        </pc:sldMkLst>
      </pc:sldChg>
      <pc:sldChg chg="modTransition">
        <pc:chgData name="贾洪勇" userId="c61acc37-df11-4a3b-9efd-dde9ef084f5f" providerId="ADAL" clId="{F8773AA1-0ECB-449C-A6FE-AD4DBFDB5C1C}" dt="2022-03-18T10:25:04.040" v="32"/>
        <pc:sldMkLst>
          <pc:docMk/>
          <pc:sldMk cId="0" sldId="359"/>
        </pc:sldMkLst>
      </pc:sldChg>
      <pc:sldChg chg="modTransition">
        <pc:chgData name="贾洪勇" userId="c61acc37-df11-4a3b-9efd-dde9ef084f5f" providerId="ADAL" clId="{F8773AA1-0ECB-449C-A6FE-AD4DBFDB5C1C}" dt="2022-03-18T10:25:04.040" v="32"/>
        <pc:sldMkLst>
          <pc:docMk/>
          <pc:sldMk cId="0" sldId="361"/>
        </pc:sldMkLst>
      </pc:sldChg>
      <pc:sldChg chg="modSp mod modTransition">
        <pc:chgData name="贾洪勇" userId="c61acc37-df11-4a3b-9efd-dde9ef084f5f" providerId="ADAL" clId="{F8773AA1-0ECB-449C-A6FE-AD4DBFDB5C1C}" dt="2022-03-18T14:26:34.366" v="271" actId="14100"/>
        <pc:sldMkLst>
          <pc:docMk/>
          <pc:sldMk cId="0" sldId="362"/>
        </pc:sldMkLst>
        <pc:spChg chg="mod">
          <ac:chgData name="贾洪勇" userId="c61acc37-df11-4a3b-9efd-dde9ef084f5f" providerId="ADAL" clId="{F8773AA1-0ECB-449C-A6FE-AD4DBFDB5C1C}" dt="2022-03-18T14:26:34.366" v="271" actId="14100"/>
          <ac:spMkLst>
            <pc:docMk/>
            <pc:sldMk cId="0" sldId="362"/>
            <ac:spMk id="23554" creationId="{5D733EA0-1646-40CC-ABA8-1730F8B3D8BB}"/>
          </ac:spMkLst>
        </pc:spChg>
      </pc:sldChg>
      <pc:sldChg chg="del modTransition">
        <pc:chgData name="贾洪勇" userId="c61acc37-df11-4a3b-9efd-dde9ef084f5f" providerId="ADAL" clId="{F8773AA1-0ECB-449C-A6FE-AD4DBFDB5C1C}" dt="2022-03-19T09:29:43.419" v="281" actId="2696"/>
        <pc:sldMkLst>
          <pc:docMk/>
          <pc:sldMk cId="0" sldId="363"/>
        </pc:sldMkLst>
      </pc:sldChg>
      <pc:sldChg chg="modTransition">
        <pc:chgData name="贾洪勇" userId="c61acc37-df11-4a3b-9efd-dde9ef084f5f" providerId="ADAL" clId="{F8773AA1-0ECB-449C-A6FE-AD4DBFDB5C1C}" dt="2022-03-18T10:25:04.040" v="32"/>
        <pc:sldMkLst>
          <pc:docMk/>
          <pc:sldMk cId="0" sldId="364"/>
        </pc:sldMkLst>
      </pc:sldChg>
      <pc:sldChg chg="modTransition">
        <pc:chgData name="贾洪勇" userId="c61acc37-df11-4a3b-9efd-dde9ef084f5f" providerId="ADAL" clId="{F8773AA1-0ECB-449C-A6FE-AD4DBFDB5C1C}" dt="2022-03-18T10:25:04.040" v="32"/>
        <pc:sldMkLst>
          <pc:docMk/>
          <pc:sldMk cId="0" sldId="365"/>
        </pc:sldMkLst>
      </pc:sldChg>
      <pc:sldChg chg="modTransition">
        <pc:chgData name="贾洪勇" userId="c61acc37-df11-4a3b-9efd-dde9ef084f5f" providerId="ADAL" clId="{F8773AA1-0ECB-449C-A6FE-AD4DBFDB5C1C}" dt="2022-03-18T10:25:04.040" v="32"/>
        <pc:sldMkLst>
          <pc:docMk/>
          <pc:sldMk cId="0" sldId="367"/>
        </pc:sldMkLst>
      </pc:sldChg>
      <pc:sldChg chg="modTransition">
        <pc:chgData name="贾洪勇" userId="c61acc37-df11-4a3b-9efd-dde9ef084f5f" providerId="ADAL" clId="{F8773AA1-0ECB-449C-A6FE-AD4DBFDB5C1C}" dt="2022-03-18T10:25:04.040" v="32"/>
        <pc:sldMkLst>
          <pc:docMk/>
          <pc:sldMk cId="0" sldId="368"/>
        </pc:sldMkLst>
      </pc:sldChg>
      <pc:sldChg chg="modTransition">
        <pc:chgData name="贾洪勇" userId="c61acc37-df11-4a3b-9efd-dde9ef084f5f" providerId="ADAL" clId="{F8773AA1-0ECB-449C-A6FE-AD4DBFDB5C1C}" dt="2022-03-18T10:25:04.040" v="32"/>
        <pc:sldMkLst>
          <pc:docMk/>
          <pc:sldMk cId="0" sldId="369"/>
        </pc:sldMkLst>
      </pc:sldChg>
      <pc:sldChg chg="modTransition">
        <pc:chgData name="贾洪勇" userId="c61acc37-df11-4a3b-9efd-dde9ef084f5f" providerId="ADAL" clId="{F8773AA1-0ECB-449C-A6FE-AD4DBFDB5C1C}" dt="2022-03-18T10:25:04.040" v="32"/>
        <pc:sldMkLst>
          <pc:docMk/>
          <pc:sldMk cId="0" sldId="371"/>
        </pc:sldMkLst>
      </pc:sldChg>
      <pc:sldChg chg="del modTransition">
        <pc:chgData name="贾洪勇" userId="c61acc37-df11-4a3b-9efd-dde9ef084f5f" providerId="ADAL" clId="{F8773AA1-0ECB-449C-A6FE-AD4DBFDB5C1C}" dt="2022-03-18T10:44:16.094" v="68" actId="47"/>
        <pc:sldMkLst>
          <pc:docMk/>
          <pc:sldMk cId="0" sldId="372"/>
        </pc:sldMkLst>
      </pc:sldChg>
      <pc:sldChg chg="modTransition">
        <pc:chgData name="贾洪勇" userId="c61acc37-df11-4a3b-9efd-dde9ef084f5f" providerId="ADAL" clId="{F8773AA1-0ECB-449C-A6FE-AD4DBFDB5C1C}" dt="2022-03-18T10:25:04.040" v="32"/>
        <pc:sldMkLst>
          <pc:docMk/>
          <pc:sldMk cId="0" sldId="374"/>
        </pc:sldMkLst>
      </pc:sldChg>
      <pc:sldChg chg="del modTransition">
        <pc:chgData name="贾洪勇" userId="c61acc37-df11-4a3b-9efd-dde9ef084f5f" providerId="ADAL" clId="{F8773AA1-0ECB-449C-A6FE-AD4DBFDB5C1C}" dt="2022-03-18T14:27:10.771" v="279" actId="47"/>
        <pc:sldMkLst>
          <pc:docMk/>
          <pc:sldMk cId="0" sldId="375"/>
        </pc:sldMkLst>
      </pc:sldChg>
      <pc:sldChg chg="del modTransition">
        <pc:chgData name="贾洪勇" userId="c61acc37-df11-4a3b-9efd-dde9ef084f5f" providerId="ADAL" clId="{F8773AA1-0ECB-449C-A6FE-AD4DBFDB5C1C}" dt="2022-03-19T09:29:43.419" v="281" actId="2696"/>
        <pc:sldMkLst>
          <pc:docMk/>
          <pc:sldMk cId="0" sldId="376"/>
        </pc:sldMkLst>
      </pc:sldChg>
      <pc:sldChg chg="del modTransition">
        <pc:chgData name="贾洪勇" userId="c61acc37-df11-4a3b-9efd-dde9ef084f5f" providerId="ADAL" clId="{F8773AA1-0ECB-449C-A6FE-AD4DBFDB5C1C}" dt="2022-03-19T09:29:43.419" v="281" actId="2696"/>
        <pc:sldMkLst>
          <pc:docMk/>
          <pc:sldMk cId="0" sldId="377"/>
        </pc:sldMkLst>
      </pc:sldChg>
      <pc:sldChg chg="del modTransition">
        <pc:chgData name="贾洪勇" userId="c61acc37-df11-4a3b-9efd-dde9ef084f5f" providerId="ADAL" clId="{F8773AA1-0ECB-449C-A6FE-AD4DBFDB5C1C}" dt="2022-03-18T14:27:37.824" v="280" actId="47"/>
        <pc:sldMkLst>
          <pc:docMk/>
          <pc:sldMk cId="0" sldId="378"/>
        </pc:sldMkLst>
      </pc:sldChg>
      <pc:sldChg chg="del modTransition">
        <pc:chgData name="贾洪勇" userId="c61acc37-df11-4a3b-9efd-dde9ef084f5f" providerId="ADAL" clId="{F8773AA1-0ECB-449C-A6FE-AD4DBFDB5C1C}" dt="2022-03-19T09:29:43.419" v="281" actId="2696"/>
        <pc:sldMkLst>
          <pc:docMk/>
          <pc:sldMk cId="0" sldId="381"/>
        </pc:sldMkLst>
      </pc:sldChg>
      <pc:sldChg chg="del modTransition">
        <pc:chgData name="贾洪勇" userId="c61acc37-df11-4a3b-9efd-dde9ef084f5f" providerId="ADAL" clId="{F8773AA1-0ECB-449C-A6FE-AD4DBFDB5C1C}" dt="2022-03-19T09:29:43.419" v="281" actId="2696"/>
        <pc:sldMkLst>
          <pc:docMk/>
          <pc:sldMk cId="0" sldId="382"/>
        </pc:sldMkLst>
      </pc:sldChg>
      <pc:sldChg chg="del modTransition">
        <pc:chgData name="贾洪勇" userId="c61acc37-df11-4a3b-9efd-dde9ef084f5f" providerId="ADAL" clId="{F8773AA1-0ECB-449C-A6FE-AD4DBFDB5C1C}" dt="2022-03-19T09:29:43.419" v="281" actId="2696"/>
        <pc:sldMkLst>
          <pc:docMk/>
          <pc:sldMk cId="0" sldId="384"/>
        </pc:sldMkLst>
      </pc:sldChg>
      <pc:sldChg chg="del modTransition">
        <pc:chgData name="贾洪勇" userId="c61acc37-df11-4a3b-9efd-dde9ef084f5f" providerId="ADAL" clId="{F8773AA1-0ECB-449C-A6FE-AD4DBFDB5C1C}" dt="2022-03-19T09:29:43.419" v="281" actId="2696"/>
        <pc:sldMkLst>
          <pc:docMk/>
          <pc:sldMk cId="0" sldId="385"/>
        </pc:sldMkLst>
      </pc:sldChg>
      <pc:sldChg chg="del modTransition">
        <pc:chgData name="贾洪勇" userId="c61acc37-df11-4a3b-9efd-dde9ef084f5f" providerId="ADAL" clId="{F8773AA1-0ECB-449C-A6FE-AD4DBFDB5C1C}" dt="2022-03-19T09:29:43.419" v="281" actId="2696"/>
        <pc:sldMkLst>
          <pc:docMk/>
          <pc:sldMk cId="0" sldId="386"/>
        </pc:sldMkLst>
      </pc:sldChg>
      <pc:sldChg chg="del modTransition">
        <pc:chgData name="贾洪勇" userId="c61acc37-df11-4a3b-9efd-dde9ef084f5f" providerId="ADAL" clId="{F8773AA1-0ECB-449C-A6FE-AD4DBFDB5C1C}" dt="2022-03-19T09:29:43.419" v="281" actId="2696"/>
        <pc:sldMkLst>
          <pc:docMk/>
          <pc:sldMk cId="0" sldId="389"/>
        </pc:sldMkLst>
      </pc:sldChg>
      <pc:sldChg chg="del modTransition">
        <pc:chgData name="贾洪勇" userId="c61acc37-df11-4a3b-9efd-dde9ef084f5f" providerId="ADAL" clId="{F8773AA1-0ECB-449C-A6FE-AD4DBFDB5C1C}" dt="2022-03-19T09:29:43.419" v="281" actId="2696"/>
        <pc:sldMkLst>
          <pc:docMk/>
          <pc:sldMk cId="0" sldId="390"/>
        </pc:sldMkLst>
      </pc:sldChg>
      <pc:sldChg chg="del modTransition">
        <pc:chgData name="贾洪勇" userId="c61acc37-df11-4a3b-9efd-dde9ef084f5f" providerId="ADAL" clId="{F8773AA1-0ECB-449C-A6FE-AD4DBFDB5C1C}" dt="2022-03-19T09:29:43.419" v="281" actId="2696"/>
        <pc:sldMkLst>
          <pc:docMk/>
          <pc:sldMk cId="0" sldId="391"/>
        </pc:sldMkLst>
      </pc:sldChg>
      <pc:sldChg chg="del modTransition">
        <pc:chgData name="贾洪勇" userId="c61acc37-df11-4a3b-9efd-dde9ef084f5f" providerId="ADAL" clId="{F8773AA1-0ECB-449C-A6FE-AD4DBFDB5C1C}" dt="2022-03-19T09:29:43.419" v="281" actId="2696"/>
        <pc:sldMkLst>
          <pc:docMk/>
          <pc:sldMk cId="0" sldId="392"/>
        </pc:sldMkLst>
      </pc:sldChg>
      <pc:sldChg chg="del modTransition">
        <pc:chgData name="贾洪勇" userId="c61acc37-df11-4a3b-9efd-dde9ef084f5f" providerId="ADAL" clId="{F8773AA1-0ECB-449C-A6FE-AD4DBFDB5C1C}" dt="2022-03-19T09:29:43.419" v="281" actId="2696"/>
        <pc:sldMkLst>
          <pc:docMk/>
          <pc:sldMk cId="0" sldId="393"/>
        </pc:sldMkLst>
      </pc:sldChg>
      <pc:sldChg chg="del modTransition">
        <pc:chgData name="贾洪勇" userId="c61acc37-df11-4a3b-9efd-dde9ef084f5f" providerId="ADAL" clId="{F8773AA1-0ECB-449C-A6FE-AD4DBFDB5C1C}" dt="2022-03-19T09:29:43.419" v="281" actId="2696"/>
        <pc:sldMkLst>
          <pc:docMk/>
          <pc:sldMk cId="0" sldId="394"/>
        </pc:sldMkLst>
      </pc:sldChg>
      <pc:sldChg chg="del modTransition">
        <pc:chgData name="贾洪勇" userId="c61acc37-df11-4a3b-9efd-dde9ef084f5f" providerId="ADAL" clId="{F8773AA1-0ECB-449C-A6FE-AD4DBFDB5C1C}" dt="2022-03-19T09:29:43.419" v="281" actId="2696"/>
        <pc:sldMkLst>
          <pc:docMk/>
          <pc:sldMk cId="0" sldId="395"/>
        </pc:sldMkLst>
      </pc:sldChg>
      <pc:sldChg chg="del modTransition">
        <pc:chgData name="贾洪勇" userId="c61acc37-df11-4a3b-9efd-dde9ef084f5f" providerId="ADAL" clId="{F8773AA1-0ECB-449C-A6FE-AD4DBFDB5C1C}" dt="2022-03-19T09:29:43.419" v="281" actId="2696"/>
        <pc:sldMkLst>
          <pc:docMk/>
          <pc:sldMk cId="0" sldId="396"/>
        </pc:sldMkLst>
      </pc:sldChg>
      <pc:sldChg chg="del modTransition">
        <pc:chgData name="贾洪勇" userId="c61acc37-df11-4a3b-9efd-dde9ef084f5f" providerId="ADAL" clId="{F8773AA1-0ECB-449C-A6FE-AD4DBFDB5C1C}" dt="2022-03-19T09:29:43.419" v="281" actId="2696"/>
        <pc:sldMkLst>
          <pc:docMk/>
          <pc:sldMk cId="0" sldId="397"/>
        </pc:sldMkLst>
      </pc:sldChg>
      <pc:sldChg chg="del modTransition">
        <pc:chgData name="贾洪勇" userId="c61acc37-df11-4a3b-9efd-dde9ef084f5f" providerId="ADAL" clId="{F8773AA1-0ECB-449C-A6FE-AD4DBFDB5C1C}" dt="2022-03-19T09:29:43.419" v="281" actId="2696"/>
        <pc:sldMkLst>
          <pc:docMk/>
          <pc:sldMk cId="0" sldId="398"/>
        </pc:sldMkLst>
      </pc:sldChg>
      <pc:sldChg chg="del modTransition">
        <pc:chgData name="贾洪勇" userId="c61acc37-df11-4a3b-9efd-dde9ef084f5f" providerId="ADAL" clId="{F8773AA1-0ECB-449C-A6FE-AD4DBFDB5C1C}" dt="2022-03-19T09:29:43.419" v="281" actId="2696"/>
        <pc:sldMkLst>
          <pc:docMk/>
          <pc:sldMk cId="0" sldId="399"/>
        </pc:sldMkLst>
      </pc:sldChg>
      <pc:sldChg chg="del modTransition">
        <pc:chgData name="贾洪勇" userId="c61acc37-df11-4a3b-9efd-dde9ef084f5f" providerId="ADAL" clId="{F8773AA1-0ECB-449C-A6FE-AD4DBFDB5C1C}" dt="2022-03-19T09:29:43.419" v="281" actId="2696"/>
        <pc:sldMkLst>
          <pc:docMk/>
          <pc:sldMk cId="0" sldId="401"/>
        </pc:sldMkLst>
      </pc:sldChg>
      <pc:sldChg chg="del modTransition">
        <pc:chgData name="贾洪勇" userId="c61acc37-df11-4a3b-9efd-dde9ef084f5f" providerId="ADAL" clId="{F8773AA1-0ECB-449C-A6FE-AD4DBFDB5C1C}" dt="2022-03-19T09:29:43.419" v="281" actId="2696"/>
        <pc:sldMkLst>
          <pc:docMk/>
          <pc:sldMk cId="0" sldId="404"/>
        </pc:sldMkLst>
      </pc:sldChg>
      <pc:sldChg chg="del modTransition">
        <pc:chgData name="贾洪勇" userId="c61acc37-df11-4a3b-9efd-dde9ef084f5f" providerId="ADAL" clId="{F8773AA1-0ECB-449C-A6FE-AD4DBFDB5C1C}" dt="2022-03-19T09:29:43.419" v="281" actId="2696"/>
        <pc:sldMkLst>
          <pc:docMk/>
          <pc:sldMk cId="0" sldId="405"/>
        </pc:sldMkLst>
      </pc:sldChg>
      <pc:sldChg chg="del modTransition">
        <pc:chgData name="贾洪勇" userId="c61acc37-df11-4a3b-9efd-dde9ef084f5f" providerId="ADAL" clId="{F8773AA1-0ECB-449C-A6FE-AD4DBFDB5C1C}" dt="2022-03-19T09:29:43.419" v="281" actId="2696"/>
        <pc:sldMkLst>
          <pc:docMk/>
          <pc:sldMk cId="0" sldId="406"/>
        </pc:sldMkLst>
      </pc:sldChg>
      <pc:sldChg chg="del modTransition">
        <pc:chgData name="贾洪勇" userId="c61acc37-df11-4a3b-9efd-dde9ef084f5f" providerId="ADAL" clId="{F8773AA1-0ECB-449C-A6FE-AD4DBFDB5C1C}" dt="2022-03-19T09:29:43.419" v="281" actId="2696"/>
        <pc:sldMkLst>
          <pc:docMk/>
          <pc:sldMk cId="0" sldId="407"/>
        </pc:sldMkLst>
      </pc:sldChg>
      <pc:sldChg chg="modTransition">
        <pc:chgData name="贾洪勇" userId="c61acc37-df11-4a3b-9efd-dde9ef084f5f" providerId="ADAL" clId="{F8773AA1-0ECB-449C-A6FE-AD4DBFDB5C1C}" dt="2022-03-18T10:25:04.040" v="32"/>
        <pc:sldMkLst>
          <pc:docMk/>
          <pc:sldMk cId="577440345" sldId="409"/>
        </pc:sldMkLst>
      </pc:sldChg>
      <pc:sldChg chg="modTransition">
        <pc:chgData name="贾洪勇" userId="c61acc37-df11-4a3b-9efd-dde9ef084f5f" providerId="ADAL" clId="{F8773AA1-0ECB-449C-A6FE-AD4DBFDB5C1C}" dt="2022-03-18T10:25:04.040" v="32"/>
        <pc:sldMkLst>
          <pc:docMk/>
          <pc:sldMk cId="1934142118" sldId="410"/>
        </pc:sldMkLst>
      </pc:sldChg>
      <pc:sldChg chg="modTransition">
        <pc:chgData name="贾洪勇" userId="c61acc37-df11-4a3b-9efd-dde9ef084f5f" providerId="ADAL" clId="{F8773AA1-0ECB-449C-A6FE-AD4DBFDB5C1C}" dt="2022-03-18T10:25:04.040" v="32"/>
        <pc:sldMkLst>
          <pc:docMk/>
          <pc:sldMk cId="3381065549" sldId="411"/>
        </pc:sldMkLst>
      </pc:sldChg>
      <pc:sldChg chg="modTransition">
        <pc:chgData name="贾洪勇" userId="c61acc37-df11-4a3b-9efd-dde9ef084f5f" providerId="ADAL" clId="{F8773AA1-0ECB-449C-A6FE-AD4DBFDB5C1C}" dt="2022-03-18T10:25:04.040" v="32"/>
        <pc:sldMkLst>
          <pc:docMk/>
          <pc:sldMk cId="3788963722" sldId="412"/>
        </pc:sldMkLst>
      </pc:sldChg>
      <pc:sldChg chg="modTransition">
        <pc:chgData name="贾洪勇" userId="c61acc37-df11-4a3b-9efd-dde9ef084f5f" providerId="ADAL" clId="{F8773AA1-0ECB-449C-A6FE-AD4DBFDB5C1C}" dt="2022-03-18T10:25:04.040" v="32"/>
        <pc:sldMkLst>
          <pc:docMk/>
          <pc:sldMk cId="1607213250" sldId="413"/>
        </pc:sldMkLst>
      </pc:sldChg>
      <pc:sldChg chg="modTransition">
        <pc:chgData name="贾洪勇" userId="c61acc37-df11-4a3b-9efd-dde9ef084f5f" providerId="ADAL" clId="{F8773AA1-0ECB-449C-A6FE-AD4DBFDB5C1C}" dt="2022-03-18T10:25:04.040" v="32"/>
        <pc:sldMkLst>
          <pc:docMk/>
          <pc:sldMk cId="872687422" sldId="414"/>
        </pc:sldMkLst>
      </pc:sldChg>
      <pc:sldChg chg="modTransition">
        <pc:chgData name="贾洪勇" userId="c61acc37-df11-4a3b-9efd-dde9ef084f5f" providerId="ADAL" clId="{F8773AA1-0ECB-449C-A6FE-AD4DBFDB5C1C}" dt="2022-03-18T10:25:04.040" v="32"/>
        <pc:sldMkLst>
          <pc:docMk/>
          <pc:sldMk cId="4093410477" sldId="415"/>
        </pc:sldMkLst>
      </pc:sldChg>
      <pc:sldChg chg="modSp mod modTransition">
        <pc:chgData name="贾洪勇" userId="c61acc37-df11-4a3b-9efd-dde9ef084f5f" providerId="ADAL" clId="{F8773AA1-0ECB-449C-A6FE-AD4DBFDB5C1C}" dt="2022-03-18T11:42:50.755" v="173" actId="20577"/>
        <pc:sldMkLst>
          <pc:docMk/>
          <pc:sldMk cId="3118523811" sldId="416"/>
        </pc:sldMkLst>
        <pc:spChg chg="mod">
          <ac:chgData name="贾洪勇" userId="c61acc37-df11-4a3b-9efd-dde9ef084f5f" providerId="ADAL" clId="{F8773AA1-0ECB-449C-A6FE-AD4DBFDB5C1C}" dt="2022-03-18T11:42:50.755" v="173" actId="20577"/>
          <ac:spMkLst>
            <pc:docMk/>
            <pc:sldMk cId="3118523811" sldId="416"/>
            <ac:spMk id="8" creationId="{36D9FA71-E15F-4293-B899-2CD7D0BA3C56}"/>
          </ac:spMkLst>
        </pc:spChg>
      </pc:sldChg>
      <pc:sldChg chg="modSp mod modTransition">
        <pc:chgData name="贾洪勇" userId="c61acc37-df11-4a3b-9efd-dde9ef084f5f" providerId="ADAL" clId="{F8773AA1-0ECB-449C-A6FE-AD4DBFDB5C1C}" dt="2022-03-18T11:42:12.200" v="157" actId="1076"/>
        <pc:sldMkLst>
          <pc:docMk/>
          <pc:sldMk cId="2557786044" sldId="417"/>
        </pc:sldMkLst>
        <pc:spChg chg="mod">
          <ac:chgData name="贾洪勇" userId="c61acc37-df11-4a3b-9efd-dde9ef084f5f" providerId="ADAL" clId="{F8773AA1-0ECB-449C-A6FE-AD4DBFDB5C1C}" dt="2022-03-18T11:42:12.200" v="157" actId="1076"/>
          <ac:spMkLst>
            <pc:docMk/>
            <pc:sldMk cId="2557786044" sldId="417"/>
            <ac:spMk id="3" creationId="{ADDBE1A4-5187-4496-8D14-B601D22E392A}"/>
          </ac:spMkLst>
        </pc:spChg>
      </pc:sldChg>
      <pc:sldChg chg="modSp mod modTransition">
        <pc:chgData name="贾洪勇" userId="c61acc37-df11-4a3b-9efd-dde9ef084f5f" providerId="ADAL" clId="{F8773AA1-0ECB-449C-A6FE-AD4DBFDB5C1C}" dt="2022-03-18T11:42:02.704" v="151"/>
        <pc:sldMkLst>
          <pc:docMk/>
          <pc:sldMk cId="2713124896" sldId="418"/>
        </pc:sldMkLst>
        <pc:spChg chg="mod">
          <ac:chgData name="贾洪勇" userId="c61acc37-df11-4a3b-9efd-dde9ef084f5f" providerId="ADAL" clId="{F8773AA1-0ECB-449C-A6FE-AD4DBFDB5C1C}" dt="2022-03-18T11:42:02.704" v="151"/>
          <ac:spMkLst>
            <pc:docMk/>
            <pc:sldMk cId="2713124896" sldId="418"/>
            <ac:spMk id="3" creationId="{ADDBE1A4-5187-4496-8D14-B601D22E392A}"/>
          </ac:spMkLst>
        </pc:spChg>
      </pc:sldChg>
      <pc:sldChg chg="modSp mod modTransition">
        <pc:chgData name="贾洪勇" userId="c61acc37-df11-4a3b-9efd-dde9ef084f5f" providerId="ADAL" clId="{F8773AA1-0ECB-449C-A6FE-AD4DBFDB5C1C}" dt="2022-03-18T11:41:56.778" v="146"/>
        <pc:sldMkLst>
          <pc:docMk/>
          <pc:sldMk cId="1063583134" sldId="419"/>
        </pc:sldMkLst>
        <pc:spChg chg="mod">
          <ac:chgData name="贾洪勇" userId="c61acc37-df11-4a3b-9efd-dde9ef084f5f" providerId="ADAL" clId="{F8773AA1-0ECB-449C-A6FE-AD4DBFDB5C1C}" dt="2022-03-18T11:41:56.778" v="146"/>
          <ac:spMkLst>
            <pc:docMk/>
            <pc:sldMk cId="1063583134" sldId="419"/>
            <ac:spMk id="3" creationId="{ADDBE1A4-5187-4496-8D14-B601D22E392A}"/>
          </ac:spMkLst>
        </pc:spChg>
      </pc:sldChg>
      <pc:sldChg chg="modSp mod modTransition">
        <pc:chgData name="贾洪勇" userId="c61acc37-df11-4a3b-9efd-dde9ef084f5f" providerId="ADAL" clId="{F8773AA1-0ECB-449C-A6FE-AD4DBFDB5C1C}" dt="2022-03-18T11:41:50.778" v="141"/>
        <pc:sldMkLst>
          <pc:docMk/>
          <pc:sldMk cId="1201457307" sldId="420"/>
        </pc:sldMkLst>
        <pc:spChg chg="mod">
          <ac:chgData name="贾洪勇" userId="c61acc37-df11-4a3b-9efd-dde9ef084f5f" providerId="ADAL" clId="{F8773AA1-0ECB-449C-A6FE-AD4DBFDB5C1C}" dt="2022-03-18T11:41:50.778" v="141"/>
          <ac:spMkLst>
            <pc:docMk/>
            <pc:sldMk cId="1201457307" sldId="420"/>
            <ac:spMk id="3" creationId="{ADDBE1A4-5187-4496-8D14-B601D22E392A}"/>
          </ac:spMkLst>
        </pc:spChg>
      </pc:sldChg>
      <pc:sldChg chg="modSp mod modTransition">
        <pc:chgData name="贾洪勇" userId="c61acc37-df11-4a3b-9efd-dde9ef084f5f" providerId="ADAL" clId="{F8773AA1-0ECB-449C-A6FE-AD4DBFDB5C1C}" dt="2022-03-18T11:41:46.357" v="136" actId="1076"/>
        <pc:sldMkLst>
          <pc:docMk/>
          <pc:sldMk cId="3590644022" sldId="421"/>
        </pc:sldMkLst>
        <pc:spChg chg="mod">
          <ac:chgData name="贾洪勇" userId="c61acc37-df11-4a3b-9efd-dde9ef084f5f" providerId="ADAL" clId="{F8773AA1-0ECB-449C-A6FE-AD4DBFDB5C1C}" dt="2022-03-18T11:41:46.357" v="136" actId="1076"/>
          <ac:spMkLst>
            <pc:docMk/>
            <pc:sldMk cId="3590644022" sldId="421"/>
            <ac:spMk id="3" creationId="{ADDBE1A4-5187-4496-8D14-B601D22E392A}"/>
          </ac:spMkLst>
        </pc:spChg>
      </pc:sldChg>
      <pc:sldChg chg="modSp mod modTransition">
        <pc:chgData name="贾洪勇" userId="c61acc37-df11-4a3b-9efd-dde9ef084f5f" providerId="ADAL" clId="{F8773AA1-0ECB-449C-A6FE-AD4DBFDB5C1C}" dt="2022-03-18T11:41:36.363" v="130"/>
        <pc:sldMkLst>
          <pc:docMk/>
          <pc:sldMk cId="1243240414" sldId="422"/>
        </pc:sldMkLst>
        <pc:spChg chg="mod">
          <ac:chgData name="贾洪勇" userId="c61acc37-df11-4a3b-9efd-dde9ef084f5f" providerId="ADAL" clId="{F8773AA1-0ECB-449C-A6FE-AD4DBFDB5C1C}" dt="2022-03-18T11:41:36.363" v="130"/>
          <ac:spMkLst>
            <pc:docMk/>
            <pc:sldMk cId="1243240414" sldId="422"/>
            <ac:spMk id="3" creationId="{ADDBE1A4-5187-4496-8D14-B601D22E392A}"/>
          </ac:spMkLst>
        </pc:spChg>
      </pc:sldChg>
      <pc:sldChg chg="modSp mod modTransition">
        <pc:chgData name="贾洪勇" userId="c61acc37-df11-4a3b-9efd-dde9ef084f5f" providerId="ADAL" clId="{F8773AA1-0ECB-449C-A6FE-AD4DBFDB5C1C}" dt="2022-03-18T14:26:56.791" v="277" actId="1037"/>
        <pc:sldMkLst>
          <pc:docMk/>
          <pc:sldMk cId="3392252253" sldId="423"/>
        </pc:sldMkLst>
        <pc:spChg chg="mod">
          <ac:chgData name="贾洪勇" userId="c61acc37-df11-4a3b-9efd-dde9ef084f5f" providerId="ADAL" clId="{F8773AA1-0ECB-449C-A6FE-AD4DBFDB5C1C}" dt="2022-03-18T14:26:56.791" v="277" actId="1037"/>
          <ac:spMkLst>
            <pc:docMk/>
            <pc:sldMk cId="3392252253" sldId="423"/>
            <ac:spMk id="3" creationId="{ADDBE1A4-5187-4496-8D14-B601D22E392A}"/>
          </ac:spMkLst>
        </pc:spChg>
      </pc:sldChg>
      <pc:sldChg chg="modSp mod modTransition">
        <pc:chgData name="贾洪勇" userId="c61acc37-df11-4a3b-9efd-dde9ef084f5f" providerId="ADAL" clId="{F8773AA1-0ECB-449C-A6FE-AD4DBFDB5C1C}" dt="2022-03-18T14:26:59.410" v="278" actId="1037"/>
        <pc:sldMkLst>
          <pc:docMk/>
          <pc:sldMk cId="3008393032" sldId="424"/>
        </pc:sldMkLst>
        <pc:spChg chg="mod">
          <ac:chgData name="贾洪勇" userId="c61acc37-df11-4a3b-9efd-dde9ef084f5f" providerId="ADAL" clId="{F8773AA1-0ECB-449C-A6FE-AD4DBFDB5C1C}" dt="2022-03-18T14:26:59.410" v="278" actId="1037"/>
          <ac:spMkLst>
            <pc:docMk/>
            <pc:sldMk cId="3008393032" sldId="424"/>
            <ac:spMk id="3" creationId="{ADDBE1A4-5187-4496-8D14-B601D22E392A}"/>
          </ac:spMkLst>
        </pc:spChg>
      </pc:sldChg>
      <pc:sldChg chg="modSp mod modTransition">
        <pc:chgData name="贾洪勇" userId="c61acc37-df11-4a3b-9efd-dde9ef084f5f" providerId="ADAL" clId="{F8773AA1-0ECB-449C-A6FE-AD4DBFDB5C1C}" dt="2022-03-18T11:41:14.406" v="114" actId="1076"/>
        <pc:sldMkLst>
          <pc:docMk/>
          <pc:sldMk cId="1736205307" sldId="425"/>
        </pc:sldMkLst>
        <pc:spChg chg="mod">
          <ac:chgData name="贾洪勇" userId="c61acc37-df11-4a3b-9efd-dde9ef084f5f" providerId="ADAL" clId="{F8773AA1-0ECB-449C-A6FE-AD4DBFDB5C1C}" dt="2022-03-18T11:41:14.406" v="114" actId="1076"/>
          <ac:spMkLst>
            <pc:docMk/>
            <pc:sldMk cId="1736205307" sldId="425"/>
            <ac:spMk id="3" creationId="{ADDBE1A4-5187-4496-8D14-B601D22E392A}"/>
          </ac:spMkLst>
        </pc:spChg>
      </pc:sldChg>
      <pc:sldChg chg="modSp mod modTransition">
        <pc:chgData name="贾洪勇" userId="c61acc37-df11-4a3b-9efd-dde9ef084f5f" providerId="ADAL" clId="{F8773AA1-0ECB-449C-A6FE-AD4DBFDB5C1C}" dt="2022-03-18T11:41:04.304" v="108" actId="1076"/>
        <pc:sldMkLst>
          <pc:docMk/>
          <pc:sldMk cId="204187897" sldId="426"/>
        </pc:sldMkLst>
        <pc:spChg chg="mod">
          <ac:chgData name="贾洪勇" userId="c61acc37-df11-4a3b-9efd-dde9ef084f5f" providerId="ADAL" clId="{F8773AA1-0ECB-449C-A6FE-AD4DBFDB5C1C}" dt="2022-03-18T11:41:04.304" v="108" actId="1076"/>
          <ac:spMkLst>
            <pc:docMk/>
            <pc:sldMk cId="204187897" sldId="426"/>
            <ac:spMk id="3" creationId="{ADDBE1A4-5187-4496-8D14-B601D22E392A}"/>
          </ac:spMkLst>
        </pc:spChg>
      </pc:sldChg>
      <pc:sldChg chg="modSp mod modTransition">
        <pc:chgData name="贾洪勇" userId="c61acc37-df11-4a3b-9efd-dde9ef084f5f" providerId="ADAL" clId="{F8773AA1-0ECB-449C-A6FE-AD4DBFDB5C1C}" dt="2022-03-18T11:40:53.960" v="102" actId="1076"/>
        <pc:sldMkLst>
          <pc:docMk/>
          <pc:sldMk cId="3522320116" sldId="427"/>
        </pc:sldMkLst>
        <pc:spChg chg="mod">
          <ac:chgData name="贾洪勇" userId="c61acc37-df11-4a3b-9efd-dde9ef084f5f" providerId="ADAL" clId="{F8773AA1-0ECB-449C-A6FE-AD4DBFDB5C1C}" dt="2022-03-18T11:40:53.960" v="102" actId="1076"/>
          <ac:spMkLst>
            <pc:docMk/>
            <pc:sldMk cId="3522320116" sldId="427"/>
            <ac:spMk id="3" creationId="{ADDBE1A4-5187-4496-8D14-B601D22E392A}"/>
          </ac:spMkLst>
        </pc:spChg>
      </pc:sldChg>
      <pc:sldChg chg="addSp delSp modSp mod modTransition">
        <pc:chgData name="贾洪勇" userId="c61acc37-df11-4a3b-9efd-dde9ef084f5f" providerId="ADAL" clId="{F8773AA1-0ECB-449C-A6FE-AD4DBFDB5C1C}" dt="2022-03-18T11:40:34.905" v="96"/>
        <pc:sldMkLst>
          <pc:docMk/>
          <pc:sldMk cId="1421572176" sldId="428"/>
        </pc:sldMkLst>
        <pc:spChg chg="del">
          <ac:chgData name="贾洪勇" userId="c61acc37-df11-4a3b-9efd-dde9ef084f5f" providerId="ADAL" clId="{F8773AA1-0ECB-449C-A6FE-AD4DBFDB5C1C}" dt="2022-03-18T11:40:33.552" v="95" actId="478"/>
          <ac:spMkLst>
            <pc:docMk/>
            <pc:sldMk cId="1421572176" sldId="428"/>
            <ac:spMk id="3" creationId="{ADDBE1A4-5187-4496-8D14-B601D22E392A}"/>
          </ac:spMkLst>
        </pc:spChg>
        <pc:spChg chg="add mod">
          <ac:chgData name="贾洪勇" userId="c61acc37-df11-4a3b-9efd-dde9ef084f5f" providerId="ADAL" clId="{F8773AA1-0ECB-449C-A6FE-AD4DBFDB5C1C}" dt="2022-03-18T11:40:34.905" v="96"/>
          <ac:spMkLst>
            <pc:docMk/>
            <pc:sldMk cId="1421572176" sldId="428"/>
            <ac:spMk id="5" creationId="{24ACB2CB-FF60-4C03-B363-049DEE221F21}"/>
          </ac:spMkLst>
        </pc:spChg>
      </pc:sldChg>
      <pc:sldChg chg="addSp delSp modSp mod modTransition">
        <pc:chgData name="贾洪勇" userId="c61acc37-df11-4a3b-9efd-dde9ef084f5f" providerId="ADAL" clId="{F8773AA1-0ECB-449C-A6FE-AD4DBFDB5C1C}" dt="2022-03-18T11:40:28.367" v="94"/>
        <pc:sldMkLst>
          <pc:docMk/>
          <pc:sldMk cId="1633014289" sldId="429"/>
        </pc:sldMkLst>
        <pc:spChg chg="del">
          <ac:chgData name="贾洪勇" userId="c61acc37-df11-4a3b-9efd-dde9ef084f5f" providerId="ADAL" clId="{F8773AA1-0ECB-449C-A6FE-AD4DBFDB5C1C}" dt="2022-03-18T11:40:27.049" v="93" actId="478"/>
          <ac:spMkLst>
            <pc:docMk/>
            <pc:sldMk cId="1633014289" sldId="429"/>
            <ac:spMk id="3" creationId="{ADDBE1A4-5187-4496-8D14-B601D22E392A}"/>
          </ac:spMkLst>
        </pc:spChg>
        <pc:spChg chg="add mod">
          <ac:chgData name="贾洪勇" userId="c61acc37-df11-4a3b-9efd-dde9ef084f5f" providerId="ADAL" clId="{F8773AA1-0ECB-449C-A6FE-AD4DBFDB5C1C}" dt="2022-03-18T11:40:28.367" v="94"/>
          <ac:spMkLst>
            <pc:docMk/>
            <pc:sldMk cId="1633014289" sldId="429"/>
            <ac:spMk id="5" creationId="{ABA0C37D-32A7-461C-B180-9A2A96078D36}"/>
          </ac:spMkLst>
        </pc:spChg>
      </pc:sldChg>
      <pc:sldChg chg="addSp delSp modSp add mod modTransition">
        <pc:chgData name="贾洪勇" userId="c61acc37-df11-4a3b-9efd-dde9ef084f5f" providerId="ADAL" clId="{F8773AA1-0ECB-449C-A6FE-AD4DBFDB5C1C}" dt="2022-03-18T11:40:21.847" v="92"/>
        <pc:sldMkLst>
          <pc:docMk/>
          <pc:sldMk cId="867532253" sldId="430"/>
        </pc:sldMkLst>
        <pc:spChg chg="del mod">
          <ac:chgData name="贾洪勇" userId="c61acc37-df11-4a3b-9efd-dde9ef084f5f" providerId="ADAL" clId="{F8773AA1-0ECB-449C-A6FE-AD4DBFDB5C1C}" dt="2022-03-18T11:40:20.617" v="91" actId="478"/>
          <ac:spMkLst>
            <pc:docMk/>
            <pc:sldMk cId="867532253" sldId="430"/>
            <ac:spMk id="3" creationId="{ADDBE1A4-5187-4496-8D14-B601D22E392A}"/>
          </ac:spMkLst>
        </pc:spChg>
        <pc:spChg chg="add mod">
          <ac:chgData name="贾洪勇" userId="c61acc37-df11-4a3b-9efd-dde9ef084f5f" providerId="ADAL" clId="{F8773AA1-0ECB-449C-A6FE-AD4DBFDB5C1C}" dt="2022-03-18T11:40:21.847" v="92"/>
          <ac:spMkLst>
            <pc:docMk/>
            <pc:sldMk cId="867532253" sldId="430"/>
            <ac:spMk id="5" creationId="{CC75B1FB-BC07-4C48-BA9F-D2976F762A7E}"/>
          </ac:spMkLst>
        </pc:spChg>
        <pc:spChg chg="mod">
          <ac:chgData name="贾洪勇" userId="c61acc37-df11-4a3b-9efd-dde9ef084f5f" providerId="ADAL" clId="{F8773AA1-0ECB-449C-A6FE-AD4DBFDB5C1C}" dt="2022-03-18T10:22:39.834" v="16" actId="6549"/>
          <ac:spMkLst>
            <pc:docMk/>
            <pc:sldMk cId="867532253" sldId="430"/>
            <ac:spMk id="32772" creationId="{6914F806-C5C4-4CD2-99FF-7B69A4513B30}"/>
          </ac:spMkLst>
        </pc:spChg>
      </pc:sldChg>
      <pc:sldChg chg="addSp delSp modSp add mod modTransition">
        <pc:chgData name="贾洪勇" userId="c61acc37-df11-4a3b-9efd-dde9ef084f5f" providerId="ADAL" clId="{F8773AA1-0ECB-449C-A6FE-AD4DBFDB5C1C}" dt="2022-03-18T11:40:17.847" v="90"/>
        <pc:sldMkLst>
          <pc:docMk/>
          <pc:sldMk cId="392371696" sldId="431"/>
        </pc:sldMkLst>
        <pc:spChg chg="del">
          <ac:chgData name="贾洪勇" userId="c61acc37-df11-4a3b-9efd-dde9ef084f5f" providerId="ADAL" clId="{F8773AA1-0ECB-449C-A6FE-AD4DBFDB5C1C}" dt="2022-03-18T11:40:16.656" v="89" actId="478"/>
          <ac:spMkLst>
            <pc:docMk/>
            <pc:sldMk cId="392371696" sldId="431"/>
            <ac:spMk id="3" creationId="{ADDBE1A4-5187-4496-8D14-B601D22E392A}"/>
          </ac:spMkLst>
        </pc:spChg>
        <pc:spChg chg="add mod">
          <ac:chgData name="贾洪勇" userId="c61acc37-df11-4a3b-9efd-dde9ef084f5f" providerId="ADAL" clId="{F8773AA1-0ECB-449C-A6FE-AD4DBFDB5C1C}" dt="2022-03-18T11:40:17.847" v="90"/>
          <ac:spMkLst>
            <pc:docMk/>
            <pc:sldMk cId="392371696" sldId="431"/>
            <ac:spMk id="5" creationId="{D5F88D89-5646-43EC-80A7-73FC4E989380}"/>
          </ac:spMkLst>
        </pc:spChg>
        <pc:spChg chg="mod">
          <ac:chgData name="贾洪勇" userId="c61acc37-df11-4a3b-9efd-dde9ef084f5f" providerId="ADAL" clId="{F8773AA1-0ECB-449C-A6FE-AD4DBFDB5C1C}" dt="2022-03-18T10:23:58.013" v="24" actId="1076"/>
          <ac:spMkLst>
            <pc:docMk/>
            <pc:sldMk cId="392371696" sldId="431"/>
            <ac:spMk id="32772" creationId="{6914F806-C5C4-4CD2-99FF-7B69A4513B30}"/>
          </ac:spMkLst>
        </pc:spChg>
      </pc:sldChg>
      <pc:sldChg chg="addSp delSp modSp add mod modAnim">
        <pc:chgData name="贾洪勇" userId="c61acc37-df11-4a3b-9efd-dde9ef084f5f" providerId="ADAL" clId="{F8773AA1-0ECB-449C-A6FE-AD4DBFDB5C1C}" dt="2022-03-18T11:43:44.335" v="177" actId="166"/>
        <pc:sldMkLst>
          <pc:docMk/>
          <pc:sldMk cId="362513179" sldId="432"/>
        </pc:sldMkLst>
        <pc:spChg chg="del">
          <ac:chgData name="贾洪勇" userId="c61acc37-df11-4a3b-9efd-dde9ef084f5f" providerId="ADAL" clId="{F8773AA1-0ECB-449C-A6FE-AD4DBFDB5C1C}" dt="2022-03-18T11:40:05.149" v="86" actId="478"/>
          <ac:spMkLst>
            <pc:docMk/>
            <pc:sldMk cId="362513179" sldId="432"/>
            <ac:spMk id="3" creationId="{ADDBE1A4-5187-4496-8D14-B601D22E392A}"/>
          </ac:spMkLst>
        </pc:spChg>
        <pc:spChg chg="add mod">
          <ac:chgData name="贾洪勇" userId="c61acc37-df11-4a3b-9efd-dde9ef084f5f" providerId="ADAL" clId="{F8773AA1-0ECB-449C-A6FE-AD4DBFDB5C1C}" dt="2022-03-18T11:40:06.499" v="87"/>
          <ac:spMkLst>
            <pc:docMk/>
            <pc:sldMk cId="362513179" sldId="432"/>
            <ac:spMk id="7" creationId="{1349F596-5BC8-4844-8F4A-95E958209910}"/>
          </ac:spMkLst>
        </pc:spChg>
        <pc:spChg chg="mod">
          <ac:chgData name="贾洪勇" userId="c61acc37-df11-4a3b-9efd-dde9ef084f5f" providerId="ADAL" clId="{F8773AA1-0ECB-449C-A6FE-AD4DBFDB5C1C}" dt="2022-03-18T10:26:37.356" v="38"/>
          <ac:spMkLst>
            <pc:docMk/>
            <pc:sldMk cId="362513179" sldId="432"/>
            <ac:spMk id="32772" creationId="{6914F806-C5C4-4CD2-99FF-7B69A4513B30}"/>
          </ac:spMkLst>
        </pc:spChg>
        <pc:picChg chg="add mod ord">
          <ac:chgData name="贾洪勇" userId="c61acc37-df11-4a3b-9efd-dde9ef084f5f" providerId="ADAL" clId="{F8773AA1-0ECB-449C-A6FE-AD4DBFDB5C1C}" dt="2022-03-18T11:43:44.335" v="177" actId="166"/>
          <ac:picMkLst>
            <pc:docMk/>
            <pc:sldMk cId="362513179" sldId="432"/>
            <ac:picMk id="4" creationId="{A47D00B7-04B9-4692-8E8E-D425E104207F}"/>
          </ac:picMkLst>
        </pc:picChg>
      </pc:sldChg>
      <pc:sldChg chg="addSp delSp modSp add mod delAnim modAnim">
        <pc:chgData name="贾洪勇" userId="c61acc37-df11-4a3b-9efd-dde9ef084f5f" providerId="ADAL" clId="{F8773AA1-0ECB-449C-A6FE-AD4DBFDB5C1C}" dt="2022-03-18T11:44:03.559" v="178" actId="166"/>
        <pc:sldMkLst>
          <pc:docMk/>
          <pc:sldMk cId="1391141258" sldId="433"/>
        </pc:sldMkLst>
        <pc:spChg chg="del">
          <ac:chgData name="贾洪勇" userId="c61acc37-df11-4a3b-9efd-dde9ef084f5f" providerId="ADAL" clId="{F8773AA1-0ECB-449C-A6FE-AD4DBFDB5C1C}" dt="2022-03-18T11:39:51.516" v="82" actId="478"/>
          <ac:spMkLst>
            <pc:docMk/>
            <pc:sldMk cId="1391141258" sldId="433"/>
            <ac:spMk id="3" creationId="{ADDBE1A4-5187-4496-8D14-B601D22E392A}"/>
          </ac:spMkLst>
        </pc:spChg>
        <pc:spChg chg="add mod">
          <ac:chgData name="贾洪勇" userId="c61acc37-df11-4a3b-9efd-dde9ef084f5f" providerId="ADAL" clId="{F8773AA1-0ECB-449C-A6FE-AD4DBFDB5C1C}" dt="2022-03-18T11:39:52.975" v="83"/>
          <ac:spMkLst>
            <pc:docMk/>
            <pc:sldMk cId="1391141258" sldId="433"/>
            <ac:spMk id="8" creationId="{C108CF99-1384-48B4-A9D7-EC05020D1E82}"/>
          </ac:spMkLst>
        </pc:spChg>
        <pc:spChg chg="mod">
          <ac:chgData name="贾洪勇" userId="c61acc37-df11-4a3b-9efd-dde9ef084f5f" providerId="ADAL" clId="{F8773AA1-0ECB-449C-A6FE-AD4DBFDB5C1C}" dt="2022-03-18T10:31:13.384" v="53"/>
          <ac:spMkLst>
            <pc:docMk/>
            <pc:sldMk cId="1391141258" sldId="433"/>
            <ac:spMk id="32772" creationId="{6914F806-C5C4-4CD2-99FF-7B69A4513B30}"/>
          </ac:spMkLst>
        </pc:spChg>
        <pc:picChg chg="del">
          <ac:chgData name="贾洪勇" userId="c61acc37-df11-4a3b-9efd-dde9ef084f5f" providerId="ADAL" clId="{F8773AA1-0ECB-449C-A6FE-AD4DBFDB5C1C}" dt="2022-03-18T10:31:08.423" v="52" actId="478"/>
          <ac:picMkLst>
            <pc:docMk/>
            <pc:sldMk cId="1391141258" sldId="433"/>
            <ac:picMk id="4" creationId="{A47D00B7-04B9-4692-8E8E-D425E104207F}"/>
          </ac:picMkLst>
        </pc:picChg>
        <pc:picChg chg="add mod ord">
          <ac:chgData name="贾洪勇" userId="c61acc37-df11-4a3b-9efd-dde9ef084f5f" providerId="ADAL" clId="{F8773AA1-0ECB-449C-A6FE-AD4DBFDB5C1C}" dt="2022-03-18T11:44:03.559" v="178" actId="166"/>
          <ac:picMkLst>
            <pc:docMk/>
            <pc:sldMk cId="1391141258" sldId="433"/>
            <ac:picMk id="5" creationId="{0FB113E7-E519-478E-BE24-72513E041FEC}"/>
          </ac:picMkLst>
        </pc:picChg>
      </pc:sldChg>
      <pc:sldChg chg="addSp delSp modSp add mod delAnim modAnim">
        <pc:chgData name="贾洪勇" userId="c61acc37-df11-4a3b-9efd-dde9ef084f5f" providerId="ADAL" clId="{F8773AA1-0ECB-449C-A6FE-AD4DBFDB5C1C}" dt="2022-03-18T11:44:10.105" v="179" actId="166"/>
        <pc:sldMkLst>
          <pc:docMk/>
          <pc:sldMk cId="774545259" sldId="434"/>
        </pc:sldMkLst>
        <pc:spChg chg="del">
          <ac:chgData name="贾洪勇" userId="c61acc37-df11-4a3b-9efd-dde9ef084f5f" providerId="ADAL" clId="{F8773AA1-0ECB-449C-A6FE-AD4DBFDB5C1C}" dt="2022-03-18T11:39:36.318" v="78" actId="478"/>
          <ac:spMkLst>
            <pc:docMk/>
            <pc:sldMk cId="774545259" sldId="434"/>
            <ac:spMk id="3" creationId="{ADDBE1A4-5187-4496-8D14-B601D22E392A}"/>
          </ac:spMkLst>
        </pc:spChg>
        <pc:spChg chg="add del mod">
          <ac:chgData name="贾洪勇" userId="c61acc37-df11-4a3b-9efd-dde9ef084f5f" providerId="ADAL" clId="{F8773AA1-0ECB-449C-A6FE-AD4DBFDB5C1C}" dt="2022-03-18T11:39:34.854" v="77"/>
          <ac:spMkLst>
            <pc:docMk/>
            <pc:sldMk cId="774545259" sldId="434"/>
            <ac:spMk id="8" creationId="{60139E19-C84A-42DE-A4E5-A5183E411290}"/>
          </ac:spMkLst>
        </pc:spChg>
        <pc:spChg chg="add mod">
          <ac:chgData name="贾洪勇" userId="c61acc37-df11-4a3b-9efd-dde9ef084f5f" providerId="ADAL" clId="{F8773AA1-0ECB-449C-A6FE-AD4DBFDB5C1C}" dt="2022-03-18T11:39:37.725" v="79"/>
          <ac:spMkLst>
            <pc:docMk/>
            <pc:sldMk cId="774545259" sldId="434"/>
            <ac:spMk id="9" creationId="{78B4FA33-F8BF-42F1-949E-9CF20EFD23FF}"/>
          </ac:spMkLst>
        </pc:spChg>
        <pc:spChg chg="mod">
          <ac:chgData name="贾洪勇" userId="c61acc37-df11-4a3b-9efd-dde9ef084f5f" providerId="ADAL" clId="{F8773AA1-0ECB-449C-A6FE-AD4DBFDB5C1C}" dt="2022-03-18T10:33:29.270" v="62"/>
          <ac:spMkLst>
            <pc:docMk/>
            <pc:sldMk cId="774545259" sldId="434"/>
            <ac:spMk id="32772" creationId="{6914F806-C5C4-4CD2-99FF-7B69A4513B30}"/>
          </ac:spMkLst>
        </pc:spChg>
        <pc:picChg chg="add mod ord">
          <ac:chgData name="贾洪勇" userId="c61acc37-df11-4a3b-9efd-dde9ef084f5f" providerId="ADAL" clId="{F8773AA1-0ECB-449C-A6FE-AD4DBFDB5C1C}" dt="2022-03-18T11:44:10.105" v="179" actId="166"/>
          <ac:picMkLst>
            <pc:docMk/>
            <pc:sldMk cId="774545259" sldId="434"/>
            <ac:picMk id="4" creationId="{3980B557-A963-4110-90FB-88A333099505}"/>
          </ac:picMkLst>
        </pc:picChg>
        <pc:picChg chg="del">
          <ac:chgData name="贾洪勇" userId="c61acc37-df11-4a3b-9efd-dde9ef084f5f" providerId="ADAL" clId="{F8773AA1-0ECB-449C-A6FE-AD4DBFDB5C1C}" dt="2022-03-18T10:33:23.136" v="61" actId="478"/>
          <ac:picMkLst>
            <pc:docMk/>
            <pc:sldMk cId="774545259" sldId="434"/>
            <ac:picMk id="5" creationId="{0FB113E7-E519-478E-BE24-72513E041FEC}"/>
          </ac:picMkLst>
        </pc:picChg>
      </pc:sldChg>
      <pc:sldChg chg="add del">
        <pc:chgData name="贾洪勇" userId="c61acc37-df11-4a3b-9efd-dde9ef084f5f" providerId="ADAL" clId="{F8773AA1-0ECB-449C-A6FE-AD4DBFDB5C1C}" dt="2022-03-18T10:33:09.788" v="59" actId="47"/>
        <pc:sldMkLst>
          <pc:docMk/>
          <pc:sldMk cId="2161464219" sldId="434"/>
        </pc:sldMkLst>
      </pc:sldChg>
      <pc:sldChg chg="delSp modSp add mod delAnim">
        <pc:chgData name="贾洪勇" userId="c61acc37-df11-4a3b-9efd-dde9ef084f5f" providerId="ADAL" clId="{F8773AA1-0ECB-449C-A6FE-AD4DBFDB5C1C}" dt="2022-03-18T11:39:23.231" v="74" actId="1076"/>
        <pc:sldMkLst>
          <pc:docMk/>
          <pc:sldMk cId="375211103" sldId="435"/>
        </pc:sldMkLst>
        <pc:spChg chg="mod">
          <ac:chgData name="贾洪勇" userId="c61acc37-df11-4a3b-9efd-dde9ef084f5f" providerId="ADAL" clId="{F8773AA1-0ECB-449C-A6FE-AD4DBFDB5C1C}" dt="2022-03-18T11:39:23.231" v="74" actId="1076"/>
          <ac:spMkLst>
            <pc:docMk/>
            <pc:sldMk cId="375211103" sldId="435"/>
            <ac:spMk id="3" creationId="{ADDBE1A4-5187-4496-8D14-B601D22E392A}"/>
          </ac:spMkLst>
        </pc:spChg>
        <pc:spChg chg="mod">
          <ac:chgData name="贾洪勇" userId="c61acc37-df11-4a3b-9efd-dde9ef084f5f" providerId="ADAL" clId="{F8773AA1-0ECB-449C-A6FE-AD4DBFDB5C1C}" dt="2022-03-18T10:35:40.710" v="67"/>
          <ac:spMkLst>
            <pc:docMk/>
            <pc:sldMk cId="375211103" sldId="435"/>
            <ac:spMk id="32772" creationId="{6914F806-C5C4-4CD2-99FF-7B69A4513B30}"/>
          </ac:spMkLst>
        </pc:spChg>
        <pc:picChg chg="del">
          <ac:chgData name="贾洪勇" userId="c61acc37-df11-4a3b-9efd-dde9ef084f5f" providerId="ADAL" clId="{F8773AA1-0ECB-449C-A6FE-AD4DBFDB5C1C}" dt="2022-03-18T10:35:35.396" v="66" actId="478"/>
          <ac:picMkLst>
            <pc:docMk/>
            <pc:sldMk cId="375211103" sldId="435"/>
            <ac:picMk id="4" creationId="{3980B557-A963-4110-90FB-88A333099505}"/>
          </ac:picMkLst>
        </pc:picChg>
      </pc:sldChg>
      <pc:sldChg chg="addSp delSp modSp new mod delAnim modAnim">
        <pc:chgData name="贾洪勇" userId="c61acc37-df11-4a3b-9efd-dde9ef084f5f" providerId="ADAL" clId="{F8773AA1-0ECB-449C-A6FE-AD4DBFDB5C1C}" dt="2022-03-19T13:37:43.489" v="1048" actId="1076"/>
        <pc:sldMkLst>
          <pc:docMk/>
          <pc:sldMk cId="3932278203" sldId="436"/>
        </pc:sldMkLst>
        <pc:spChg chg="mod">
          <ac:chgData name="贾洪勇" userId="c61acc37-df11-4a3b-9efd-dde9ef084f5f" providerId="ADAL" clId="{F8773AA1-0ECB-449C-A6FE-AD4DBFDB5C1C}" dt="2022-03-19T09:32:48.081" v="309"/>
          <ac:spMkLst>
            <pc:docMk/>
            <pc:sldMk cId="3932278203" sldId="436"/>
            <ac:spMk id="2" creationId="{79126C91-0B00-423F-8DCB-23FEE714202B}"/>
          </ac:spMkLst>
        </pc:spChg>
        <pc:spChg chg="del">
          <ac:chgData name="贾洪勇" userId="c61acc37-df11-4a3b-9efd-dde9ef084f5f" providerId="ADAL" clId="{F8773AA1-0ECB-449C-A6FE-AD4DBFDB5C1C}" dt="2022-03-19T09:34:49.049" v="310" actId="22"/>
          <ac:spMkLst>
            <pc:docMk/>
            <pc:sldMk cId="3932278203" sldId="436"/>
            <ac:spMk id="3" creationId="{A587783F-6995-4268-B409-D6583353961A}"/>
          </ac:spMkLst>
        </pc:spChg>
        <pc:spChg chg="add del mod">
          <ac:chgData name="贾洪勇" userId="c61acc37-df11-4a3b-9efd-dde9ef084f5f" providerId="ADAL" clId="{F8773AA1-0ECB-449C-A6FE-AD4DBFDB5C1C}" dt="2022-03-19T13:29:32.662" v="1037" actId="22"/>
          <ac:spMkLst>
            <pc:docMk/>
            <pc:sldMk cId="3932278203" sldId="436"/>
            <ac:spMk id="7" creationId="{B9248FDC-5C18-4E41-A188-31EB4DA714E8}"/>
          </ac:spMkLst>
        </pc:spChg>
        <pc:spChg chg="add del mod">
          <ac:chgData name="贾洪勇" userId="c61acc37-df11-4a3b-9efd-dde9ef084f5f" providerId="ADAL" clId="{F8773AA1-0ECB-449C-A6FE-AD4DBFDB5C1C}" dt="2022-03-19T13:37:37.427" v="1046" actId="22"/>
          <ac:spMkLst>
            <pc:docMk/>
            <pc:sldMk cId="3932278203" sldId="436"/>
            <ac:spMk id="11" creationId="{F3FCD392-9257-4A65-AC9E-F860145286ED}"/>
          </ac:spMkLst>
        </pc:spChg>
        <pc:picChg chg="add del mod ord">
          <ac:chgData name="贾洪勇" userId="c61acc37-df11-4a3b-9efd-dde9ef084f5f" providerId="ADAL" clId="{F8773AA1-0ECB-449C-A6FE-AD4DBFDB5C1C}" dt="2022-03-19T13:29:29.977" v="1036" actId="478"/>
          <ac:picMkLst>
            <pc:docMk/>
            <pc:sldMk cId="3932278203" sldId="436"/>
            <ac:picMk id="6" creationId="{CEB74FA6-9B3C-40C7-A322-4492E7DB946C}"/>
          </ac:picMkLst>
        </pc:picChg>
        <pc:picChg chg="add del mod ord">
          <ac:chgData name="贾洪勇" userId="c61acc37-df11-4a3b-9efd-dde9ef084f5f" providerId="ADAL" clId="{F8773AA1-0ECB-449C-A6FE-AD4DBFDB5C1C}" dt="2022-03-19T13:37:35.233" v="1045" actId="478"/>
          <ac:picMkLst>
            <pc:docMk/>
            <pc:sldMk cId="3932278203" sldId="436"/>
            <ac:picMk id="9" creationId="{324E9904-6413-4660-80B7-6D717883BBD4}"/>
          </ac:picMkLst>
        </pc:picChg>
        <pc:picChg chg="add mod ord">
          <ac:chgData name="贾洪勇" userId="c61acc37-df11-4a3b-9efd-dde9ef084f5f" providerId="ADAL" clId="{F8773AA1-0ECB-449C-A6FE-AD4DBFDB5C1C}" dt="2022-03-19T13:37:43.489" v="1048" actId="1076"/>
          <ac:picMkLst>
            <pc:docMk/>
            <pc:sldMk cId="3932278203" sldId="436"/>
            <ac:picMk id="13" creationId="{780D606F-CC28-4C61-9D79-B6CCC16B62F9}"/>
          </ac:picMkLst>
        </pc:picChg>
      </pc:sldChg>
      <pc:sldChg chg="addSp delSp modSp new mod">
        <pc:chgData name="贾洪勇" userId="c61acc37-df11-4a3b-9efd-dde9ef084f5f" providerId="ADAL" clId="{F8773AA1-0ECB-449C-A6FE-AD4DBFDB5C1C}" dt="2022-03-19T09:59:00.903" v="531" actId="14861"/>
        <pc:sldMkLst>
          <pc:docMk/>
          <pc:sldMk cId="169223960" sldId="437"/>
        </pc:sldMkLst>
        <pc:spChg chg="mod">
          <ac:chgData name="贾洪勇" userId="c61acc37-df11-4a3b-9efd-dde9ef084f5f" providerId="ADAL" clId="{F8773AA1-0ECB-449C-A6FE-AD4DBFDB5C1C}" dt="2022-03-19T09:48:47.732" v="326"/>
          <ac:spMkLst>
            <pc:docMk/>
            <pc:sldMk cId="169223960" sldId="437"/>
            <ac:spMk id="2" creationId="{92E66A3D-3D38-4632-A036-B490F3026B8F}"/>
          </ac:spMkLst>
        </pc:spChg>
        <pc:spChg chg="del">
          <ac:chgData name="贾洪勇" userId="c61acc37-df11-4a3b-9efd-dde9ef084f5f" providerId="ADAL" clId="{F8773AA1-0ECB-449C-A6FE-AD4DBFDB5C1C}" dt="2022-03-19T09:48:51.669" v="327" actId="22"/>
          <ac:spMkLst>
            <pc:docMk/>
            <pc:sldMk cId="169223960" sldId="437"/>
            <ac:spMk id="3" creationId="{396F547A-3F35-41E6-9949-8F0FCEB088B4}"/>
          </ac:spMkLst>
        </pc:spChg>
        <pc:picChg chg="add mod ord">
          <ac:chgData name="贾洪勇" userId="c61acc37-df11-4a3b-9efd-dde9ef084f5f" providerId="ADAL" clId="{F8773AA1-0ECB-449C-A6FE-AD4DBFDB5C1C}" dt="2022-03-19T09:59:00.903" v="531" actId="14861"/>
          <ac:picMkLst>
            <pc:docMk/>
            <pc:sldMk cId="169223960" sldId="437"/>
            <ac:picMk id="6" creationId="{8D0FA7E5-AD00-4111-8045-70BDF25A3073}"/>
          </ac:picMkLst>
        </pc:picChg>
      </pc:sldChg>
      <pc:sldChg chg="addSp delSp modSp new mod delAnim modAnim">
        <pc:chgData name="贾洪勇" userId="c61acc37-df11-4a3b-9efd-dde9ef084f5f" providerId="ADAL" clId="{F8773AA1-0ECB-449C-A6FE-AD4DBFDB5C1C}" dt="2022-03-19T12:02:54.233" v="802"/>
        <pc:sldMkLst>
          <pc:docMk/>
          <pc:sldMk cId="1735181766" sldId="438"/>
        </pc:sldMkLst>
        <pc:spChg chg="mod">
          <ac:chgData name="贾洪勇" userId="c61acc37-df11-4a3b-9efd-dde9ef084f5f" providerId="ADAL" clId="{F8773AA1-0ECB-449C-A6FE-AD4DBFDB5C1C}" dt="2022-03-19T11:45:40.127" v="585" actId="1076"/>
          <ac:spMkLst>
            <pc:docMk/>
            <pc:sldMk cId="1735181766" sldId="438"/>
            <ac:spMk id="2" creationId="{3314DFAE-7898-4C44-8352-616E62ED907A}"/>
          </ac:spMkLst>
        </pc:spChg>
        <pc:spChg chg="del">
          <ac:chgData name="贾洪勇" userId="c61acc37-df11-4a3b-9efd-dde9ef084f5f" providerId="ADAL" clId="{F8773AA1-0ECB-449C-A6FE-AD4DBFDB5C1C}" dt="2022-03-19T11:51:53.765" v="698" actId="22"/>
          <ac:spMkLst>
            <pc:docMk/>
            <pc:sldMk cId="1735181766" sldId="438"/>
            <ac:spMk id="3" creationId="{5F61BFC6-C338-4D26-AF13-AEF53F19384E}"/>
          </ac:spMkLst>
        </pc:spChg>
        <pc:spChg chg="add del mod">
          <ac:chgData name="贾洪勇" userId="c61acc37-df11-4a3b-9efd-dde9ef084f5f" providerId="ADAL" clId="{F8773AA1-0ECB-449C-A6FE-AD4DBFDB5C1C}" dt="2022-03-19T11:54:14.565" v="716" actId="22"/>
          <ac:spMkLst>
            <pc:docMk/>
            <pc:sldMk cId="1735181766" sldId="438"/>
            <ac:spMk id="9" creationId="{8F093FCA-B0A6-497B-9536-5F093075E07D}"/>
          </ac:spMkLst>
        </pc:spChg>
        <pc:spChg chg="add del mod">
          <ac:chgData name="贾洪勇" userId="c61acc37-df11-4a3b-9efd-dde9ef084f5f" providerId="ADAL" clId="{F8773AA1-0ECB-449C-A6FE-AD4DBFDB5C1C}" dt="2022-03-19T12:01:47.381" v="792" actId="22"/>
          <ac:spMkLst>
            <pc:docMk/>
            <pc:sldMk cId="1735181766" sldId="438"/>
            <ac:spMk id="18" creationId="{E48DBE63-AAD6-4BED-A6FA-351402003A51}"/>
          </ac:spMkLst>
        </pc:spChg>
        <pc:picChg chg="add del mod ord">
          <ac:chgData name="贾洪勇" userId="c61acc37-df11-4a3b-9efd-dde9ef084f5f" providerId="ADAL" clId="{F8773AA1-0ECB-449C-A6FE-AD4DBFDB5C1C}" dt="2022-03-19T11:54:03.453" v="712" actId="478"/>
          <ac:picMkLst>
            <pc:docMk/>
            <pc:sldMk cId="1735181766" sldId="438"/>
            <ac:picMk id="6" creationId="{A47E8AED-5DCB-40A5-A531-8DFD788C830C}"/>
          </ac:picMkLst>
        </pc:picChg>
        <pc:picChg chg="add del mod">
          <ac:chgData name="贾洪勇" userId="c61acc37-df11-4a3b-9efd-dde9ef084f5f" providerId="ADAL" clId="{F8773AA1-0ECB-449C-A6FE-AD4DBFDB5C1C}" dt="2022-03-19T11:54:12.025" v="715" actId="478"/>
          <ac:picMkLst>
            <pc:docMk/>
            <pc:sldMk cId="1735181766" sldId="438"/>
            <ac:picMk id="8" creationId="{88F05571-F70E-4BED-A332-5790E3BCA539}"/>
          </ac:picMkLst>
        </pc:picChg>
        <pc:picChg chg="add del mod ord">
          <ac:chgData name="贾洪勇" userId="c61acc37-df11-4a3b-9efd-dde9ef084f5f" providerId="ADAL" clId="{F8773AA1-0ECB-449C-A6FE-AD4DBFDB5C1C}" dt="2022-03-19T12:01:37.778" v="789" actId="478"/>
          <ac:picMkLst>
            <pc:docMk/>
            <pc:sldMk cId="1735181766" sldId="438"/>
            <ac:picMk id="11" creationId="{78E8EFCE-9A3C-420B-B917-7B196BB5BC68}"/>
          </ac:picMkLst>
        </pc:picChg>
        <pc:picChg chg="add del mod">
          <ac:chgData name="贾洪勇" userId="c61acc37-df11-4a3b-9efd-dde9ef084f5f" providerId="ADAL" clId="{F8773AA1-0ECB-449C-A6FE-AD4DBFDB5C1C}" dt="2022-03-19T12:01:40.838" v="790" actId="478"/>
          <ac:picMkLst>
            <pc:docMk/>
            <pc:sldMk cId="1735181766" sldId="438"/>
            <ac:picMk id="13" creationId="{CA2465EA-6453-4A9B-BCC2-3D17710DDB74}"/>
          </ac:picMkLst>
        </pc:picChg>
        <pc:picChg chg="add del mod">
          <ac:chgData name="贾洪勇" userId="c61acc37-df11-4a3b-9efd-dde9ef084f5f" providerId="ADAL" clId="{F8773AA1-0ECB-449C-A6FE-AD4DBFDB5C1C}" dt="2022-03-19T12:01:44.639" v="791" actId="478"/>
          <ac:picMkLst>
            <pc:docMk/>
            <pc:sldMk cId="1735181766" sldId="438"/>
            <ac:picMk id="15" creationId="{E7464079-CBD6-434D-9B68-8552DFAE66E8}"/>
          </ac:picMkLst>
        </pc:picChg>
        <pc:picChg chg="add del mod">
          <ac:chgData name="贾洪勇" userId="c61acc37-df11-4a3b-9efd-dde9ef084f5f" providerId="ADAL" clId="{F8773AA1-0ECB-449C-A6FE-AD4DBFDB5C1C}" dt="2022-03-19T12:02:09.753" v="796" actId="478"/>
          <ac:picMkLst>
            <pc:docMk/>
            <pc:sldMk cId="1735181766" sldId="438"/>
            <ac:picMk id="17" creationId="{749F9F42-F163-4625-A8DB-21EC906BF9E0}"/>
          </ac:picMkLst>
        </pc:picChg>
        <pc:picChg chg="add mod ord">
          <ac:chgData name="贾洪勇" userId="c61acc37-df11-4a3b-9efd-dde9ef084f5f" providerId="ADAL" clId="{F8773AA1-0ECB-449C-A6FE-AD4DBFDB5C1C}" dt="2022-03-19T12:02:43.054" v="801" actId="1440"/>
          <ac:picMkLst>
            <pc:docMk/>
            <pc:sldMk cId="1735181766" sldId="438"/>
            <ac:picMk id="20" creationId="{16CA040C-98FF-49C3-8B48-A19F35B75B5A}"/>
          </ac:picMkLst>
        </pc:picChg>
      </pc:sldChg>
      <pc:sldChg chg="addSp delSp modSp new mod">
        <pc:chgData name="贾洪勇" userId="c61acc37-df11-4a3b-9efd-dde9ef084f5f" providerId="ADAL" clId="{F8773AA1-0ECB-449C-A6FE-AD4DBFDB5C1C}" dt="2022-03-19T12:04:25.155" v="809" actId="1036"/>
        <pc:sldMkLst>
          <pc:docMk/>
          <pc:sldMk cId="3706127996" sldId="439"/>
        </pc:sldMkLst>
        <pc:spChg chg="del">
          <ac:chgData name="贾洪勇" userId="c61acc37-df11-4a3b-9efd-dde9ef084f5f" providerId="ADAL" clId="{F8773AA1-0ECB-449C-A6FE-AD4DBFDB5C1C}" dt="2022-03-19T12:00:39.554" v="787" actId="22"/>
          <ac:spMkLst>
            <pc:docMk/>
            <pc:sldMk cId="3706127996" sldId="439"/>
            <ac:spMk id="3" creationId="{2F0FE36E-1ED1-4C49-A853-341A6759F12A}"/>
          </ac:spMkLst>
        </pc:spChg>
        <pc:picChg chg="add mod ord">
          <ac:chgData name="贾洪勇" userId="c61acc37-df11-4a3b-9efd-dde9ef084f5f" providerId="ADAL" clId="{F8773AA1-0ECB-449C-A6FE-AD4DBFDB5C1C}" dt="2022-03-19T12:04:25.155" v="809" actId="1036"/>
          <ac:picMkLst>
            <pc:docMk/>
            <pc:sldMk cId="3706127996" sldId="439"/>
            <ac:picMk id="6" creationId="{61049996-59CB-483B-825F-E99E796AAE3D}"/>
          </ac:picMkLst>
        </pc:picChg>
      </pc:sldChg>
      <pc:sldChg chg="addSp delSp modSp new mod modAnim">
        <pc:chgData name="贾洪勇" userId="c61acc37-df11-4a3b-9efd-dde9ef084f5f" providerId="ADAL" clId="{F8773AA1-0ECB-449C-A6FE-AD4DBFDB5C1C}" dt="2022-03-19T12:06:18.259" v="865" actId="6549"/>
        <pc:sldMkLst>
          <pc:docMk/>
          <pc:sldMk cId="2557268571" sldId="440"/>
        </pc:sldMkLst>
        <pc:spChg chg="mod">
          <ac:chgData name="贾洪勇" userId="c61acc37-df11-4a3b-9efd-dde9ef084f5f" providerId="ADAL" clId="{F8773AA1-0ECB-449C-A6FE-AD4DBFDB5C1C}" dt="2022-03-19T12:06:18.259" v="865" actId="6549"/>
          <ac:spMkLst>
            <pc:docMk/>
            <pc:sldMk cId="2557268571" sldId="440"/>
            <ac:spMk id="2" creationId="{4B4478BF-027F-429C-AFB7-93271A832288}"/>
          </ac:spMkLst>
        </pc:spChg>
        <pc:spChg chg="del">
          <ac:chgData name="贾洪勇" userId="c61acc37-df11-4a3b-9efd-dde9ef084f5f" providerId="ADAL" clId="{F8773AA1-0ECB-449C-A6FE-AD4DBFDB5C1C}" dt="2022-03-19T12:04:53.127" v="811" actId="22"/>
          <ac:spMkLst>
            <pc:docMk/>
            <pc:sldMk cId="2557268571" sldId="440"/>
            <ac:spMk id="3" creationId="{797B82C9-9C9C-4D33-A1B1-1B244C7C8377}"/>
          </ac:spMkLst>
        </pc:spChg>
        <pc:picChg chg="add mod ord">
          <ac:chgData name="贾洪勇" userId="c61acc37-df11-4a3b-9efd-dde9ef084f5f" providerId="ADAL" clId="{F8773AA1-0ECB-449C-A6FE-AD4DBFDB5C1C}" dt="2022-03-19T12:05:02.518" v="814" actId="1440"/>
          <ac:picMkLst>
            <pc:docMk/>
            <pc:sldMk cId="2557268571" sldId="440"/>
            <ac:picMk id="6" creationId="{0D370D3B-DF7A-4DEB-87C3-447A54D38E44}"/>
          </ac:picMkLst>
        </pc:picChg>
      </pc:sldChg>
      <pc:sldChg chg="modSp new mod">
        <pc:chgData name="贾洪勇" userId="c61acc37-df11-4a3b-9efd-dde9ef084f5f" providerId="ADAL" clId="{F8773AA1-0ECB-449C-A6FE-AD4DBFDB5C1C}" dt="2022-03-19T12:14:29.079" v="919" actId="1076"/>
        <pc:sldMkLst>
          <pc:docMk/>
          <pc:sldMk cId="3602578240" sldId="441"/>
        </pc:sldMkLst>
        <pc:spChg chg="mod">
          <ac:chgData name="贾洪勇" userId="c61acc37-df11-4a3b-9efd-dde9ef084f5f" providerId="ADAL" clId="{F8773AA1-0ECB-449C-A6FE-AD4DBFDB5C1C}" dt="2022-03-19T12:13:05.035" v="907"/>
          <ac:spMkLst>
            <pc:docMk/>
            <pc:sldMk cId="3602578240" sldId="441"/>
            <ac:spMk id="2" creationId="{21526A9B-5BFA-4E82-AD22-8D6A227E68D5}"/>
          </ac:spMkLst>
        </pc:spChg>
        <pc:spChg chg="mod">
          <ac:chgData name="贾洪勇" userId="c61acc37-df11-4a3b-9efd-dde9ef084f5f" providerId="ADAL" clId="{F8773AA1-0ECB-449C-A6FE-AD4DBFDB5C1C}" dt="2022-03-19T12:14:29.079" v="919" actId="1076"/>
          <ac:spMkLst>
            <pc:docMk/>
            <pc:sldMk cId="3602578240" sldId="441"/>
            <ac:spMk id="3" creationId="{9CF09435-4785-4ECD-B81D-55F72EC45714}"/>
          </ac:spMkLst>
        </pc:spChg>
      </pc:sldChg>
      <pc:sldChg chg="addSp delSp modSp new mod modAnim">
        <pc:chgData name="贾洪勇" userId="c61acc37-df11-4a3b-9efd-dde9ef084f5f" providerId="ADAL" clId="{F8773AA1-0ECB-449C-A6FE-AD4DBFDB5C1C}" dt="2022-03-19T12:15:37.780" v="921"/>
        <pc:sldMkLst>
          <pc:docMk/>
          <pc:sldMk cId="916079973" sldId="442"/>
        </pc:sldMkLst>
        <pc:spChg chg="mod">
          <ac:chgData name="贾洪勇" userId="c61acc37-df11-4a3b-9efd-dde9ef084f5f" providerId="ADAL" clId="{F8773AA1-0ECB-449C-A6FE-AD4DBFDB5C1C}" dt="2022-03-19T12:15:37.780" v="921"/>
          <ac:spMkLst>
            <pc:docMk/>
            <pc:sldMk cId="916079973" sldId="442"/>
            <ac:spMk id="2" creationId="{A84AB182-2F5D-498B-9C43-AA700DDD3194}"/>
          </ac:spMkLst>
        </pc:spChg>
        <pc:spChg chg="del">
          <ac:chgData name="贾洪勇" userId="c61acc37-df11-4a3b-9efd-dde9ef084f5f" providerId="ADAL" clId="{F8773AA1-0ECB-449C-A6FE-AD4DBFDB5C1C}" dt="2022-03-19T12:13:36.044" v="909" actId="22"/>
          <ac:spMkLst>
            <pc:docMk/>
            <pc:sldMk cId="916079973" sldId="442"/>
            <ac:spMk id="3" creationId="{0CC0D80F-9453-4224-BC33-04B0A8280656}"/>
          </ac:spMkLst>
        </pc:spChg>
        <pc:picChg chg="add mod ord">
          <ac:chgData name="贾洪勇" userId="c61acc37-df11-4a3b-9efd-dde9ef084f5f" providerId="ADAL" clId="{F8773AA1-0ECB-449C-A6FE-AD4DBFDB5C1C}" dt="2022-03-19T12:13:53.158" v="916" actId="1036"/>
          <ac:picMkLst>
            <pc:docMk/>
            <pc:sldMk cId="916079973" sldId="442"/>
            <ac:picMk id="6" creationId="{87BDA2DB-0DC7-48D0-8565-4E2C87631B2D}"/>
          </ac:picMkLst>
        </pc:picChg>
      </pc:sldChg>
      <pc:sldChg chg="modSp new mod">
        <pc:chgData name="贾洪勇" userId="c61acc37-df11-4a3b-9efd-dde9ef084f5f" providerId="ADAL" clId="{F8773AA1-0ECB-449C-A6FE-AD4DBFDB5C1C}" dt="2022-03-19T12:18:52.380" v="971"/>
        <pc:sldMkLst>
          <pc:docMk/>
          <pc:sldMk cId="903722881" sldId="443"/>
        </pc:sldMkLst>
        <pc:spChg chg="mod">
          <ac:chgData name="贾洪勇" userId="c61acc37-df11-4a3b-9efd-dde9ef084f5f" providerId="ADAL" clId="{F8773AA1-0ECB-449C-A6FE-AD4DBFDB5C1C}" dt="2022-03-19T12:18:52.380" v="971"/>
          <ac:spMkLst>
            <pc:docMk/>
            <pc:sldMk cId="903722881" sldId="443"/>
            <ac:spMk id="2" creationId="{C80896B3-AC24-481B-922F-B88E87A6DD37}"/>
          </ac:spMkLst>
        </pc:spChg>
        <pc:spChg chg="mod">
          <ac:chgData name="贾洪勇" userId="c61acc37-df11-4a3b-9efd-dde9ef084f5f" providerId="ADAL" clId="{F8773AA1-0ECB-449C-A6FE-AD4DBFDB5C1C}" dt="2022-03-19T12:18:21.848" v="946" actId="14100"/>
          <ac:spMkLst>
            <pc:docMk/>
            <pc:sldMk cId="903722881" sldId="443"/>
            <ac:spMk id="3" creationId="{566977C0-0F1A-4EF8-8BEC-501603232F5E}"/>
          </ac:spMkLst>
        </pc:spChg>
      </pc:sldChg>
      <pc:sldChg chg="addSp delSp modSp new mod modAnim">
        <pc:chgData name="贾洪勇" userId="c61acc37-df11-4a3b-9efd-dde9ef084f5f" providerId="ADAL" clId="{F8773AA1-0ECB-449C-A6FE-AD4DBFDB5C1C}" dt="2022-03-19T12:21:21.228" v="1022"/>
        <pc:sldMkLst>
          <pc:docMk/>
          <pc:sldMk cId="485289020" sldId="444"/>
        </pc:sldMkLst>
        <pc:spChg chg="mod">
          <ac:chgData name="贾洪勇" userId="c61acc37-df11-4a3b-9efd-dde9ef084f5f" providerId="ADAL" clId="{F8773AA1-0ECB-449C-A6FE-AD4DBFDB5C1C}" dt="2022-03-19T12:21:21.228" v="1022"/>
          <ac:spMkLst>
            <pc:docMk/>
            <pc:sldMk cId="485289020" sldId="444"/>
            <ac:spMk id="2" creationId="{821BC5CC-195A-4832-8EAA-E350BB733BBD}"/>
          </ac:spMkLst>
        </pc:spChg>
        <pc:spChg chg="del">
          <ac:chgData name="贾洪勇" userId="c61acc37-df11-4a3b-9efd-dde9ef084f5f" providerId="ADAL" clId="{F8773AA1-0ECB-449C-A6FE-AD4DBFDB5C1C}" dt="2022-03-19T12:19:28.853" v="973" actId="22"/>
          <ac:spMkLst>
            <pc:docMk/>
            <pc:sldMk cId="485289020" sldId="444"/>
            <ac:spMk id="3" creationId="{572E07CC-F87B-47FD-8C2B-94866B20F181}"/>
          </ac:spMkLst>
        </pc:spChg>
        <pc:picChg chg="add mod ord">
          <ac:chgData name="贾洪勇" userId="c61acc37-df11-4a3b-9efd-dde9ef084f5f" providerId="ADAL" clId="{F8773AA1-0ECB-449C-A6FE-AD4DBFDB5C1C}" dt="2022-03-19T12:20:04.807" v="1003" actId="1076"/>
          <ac:picMkLst>
            <pc:docMk/>
            <pc:sldMk cId="485289020" sldId="444"/>
            <ac:picMk id="6" creationId="{59739879-F700-40D0-A249-7A35128932A8}"/>
          </ac:picMkLst>
        </pc:picChg>
      </pc:sldChg>
      <pc:sldChg chg="modSp new mod">
        <pc:chgData name="贾洪勇" userId="c61acc37-df11-4a3b-9efd-dde9ef084f5f" providerId="ADAL" clId="{F8773AA1-0ECB-449C-A6FE-AD4DBFDB5C1C}" dt="2022-03-19T12:24:18.788" v="1035" actId="12"/>
        <pc:sldMkLst>
          <pc:docMk/>
          <pc:sldMk cId="4008769697" sldId="445"/>
        </pc:sldMkLst>
        <pc:spChg chg="mod">
          <ac:chgData name="贾洪勇" userId="c61acc37-df11-4a3b-9efd-dde9ef084f5f" providerId="ADAL" clId="{F8773AA1-0ECB-449C-A6FE-AD4DBFDB5C1C}" dt="2022-03-19T12:24:18.788" v="1035" actId="12"/>
          <ac:spMkLst>
            <pc:docMk/>
            <pc:sldMk cId="4008769697" sldId="445"/>
            <ac:spMk id="3" creationId="{CD6408E7-6E18-4389-AFAD-03A4A1956357}"/>
          </ac:spMkLst>
        </pc:spChg>
      </pc:sldChg>
      <pc:sldChg chg="modSp new mod">
        <pc:chgData name="贾洪勇" userId="c61acc37-df11-4a3b-9efd-dde9ef084f5f" providerId="ADAL" clId="{F8773AA1-0ECB-449C-A6FE-AD4DBFDB5C1C}" dt="2022-03-19T13:43:34.663" v="1249"/>
        <pc:sldMkLst>
          <pc:docMk/>
          <pc:sldMk cId="69252617" sldId="446"/>
        </pc:sldMkLst>
        <pc:spChg chg="mod">
          <ac:chgData name="贾洪勇" userId="c61acc37-df11-4a3b-9efd-dde9ef084f5f" providerId="ADAL" clId="{F8773AA1-0ECB-449C-A6FE-AD4DBFDB5C1C}" dt="2022-03-19T13:38:04.311" v="1075"/>
          <ac:spMkLst>
            <pc:docMk/>
            <pc:sldMk cId="69252617" sldId="446"/>
            <ac:spMk id="2" creationId="{E8FBC54F-3E1F-4BA3-A7BF-1AA6F65BD66A}"/>
          </ac:spMkLst>
        </pc:spChg>
        <pc:spChg chg="mod">
          <ac:chgData name="贾洪勇" userId="c61acc37-df11-4a3b-9efd-dde9ef084f5f" providerId="ADAL" clId="{F8773AA1-0ECB-449C-A6FE-AD4DBFDB5C1C}" dt="2022-03-19T13:43:34.663" v="1249"/>
          <ac:spMkLst>
            <pc:docMk/>
            <pc:sldMk cId="69252617" sldId="446"/>
            <ac:spMk id="3" creationId="{76EFDC4E-4C1C-4D7A-9EB4-40F7EF5C425B}"/>
          </ac:spMkLst>
        </pc:spChg>
      </pc:sldChg>
      <pc:sldChg chg="modSp new mod">
        <pc:chgData name="贾洪勇" userId="c61acc37-df11-4a3b-9efd-dde9ef084f5f" providerId="ADAL" clId="{F8773AA1-0ECB-449C-A6FE-AD4DBFDB5C1C}" dt="2022-03-19T13:49:21.301" v="1267" actId="20577"/>
        <pc:sldMkLst>
          <pc:docMk/>
          <pc:sldMk cId="1644707327" sldId="447"/>
        </pc:sldMkLst>
        <pc:spChg chg="mod">
          <ac:chgData name="贾洪勇" userId="c61acc37-df11-4a3b-9efd-dde9ef084f5f" providerId="ADAL" clId="{F8773AA1-0ECB-449C-A6FE-AD4DBFDB5C1C}" dt="2022-03-19T13:44:59.725" v="1251"/>
          <ac:spMkLst>
            <pc:docMk/>
            <pc:sldMk cId="1644707327" sldId="447"/>
            <ac:spMk id="2" creationId="{9A4EE842-4E56-4585-8353-5B9B8396F7B5}"/>
          </ac:spMkLst>
        </pc:spChg>
        <pc:spChg chg="mod">
          <ac:chgData name="贾洪勇" userId="c61acc37-df11-4a3b-9efd-dde9ef084f5f" providerId="ADAL" clId="{F8773AA1-0ECB-449C-A6FE-AD4DBFDB5C1C}" dt="2022-03-19T13:49:21.301" v="1267" actId="20577"/>
          <ac:spMkLst>
            <pc:docMk/>
            <pc:sldMk cId="1644707327" sldId="447"/>
            <ac:spMk id="3" creationId="{74B10689-B5F0-437E-85D2-15B72D89C11D}"/>
          </ac:spMkLst>
        </pc:spChg>
      </pc:sldChg>
      <pc:sldChg chg="modSp new mod">
        <pc:chgData name="贾洪勇" userId="c61acc37-df11-4a3b-9efd-dde9ef084f5f" providerId="ADAL" clId="{F8773AA1-0ECB-449C-A6FE-AD4DBFDB5C1C}" dt="2022-03-19T13:51:22.337" v="1366"/>
        <pc:sldMkLst>
          <pc:docMk/>
          <pc:sldMk cId="3775134672" sldId="448"/>
        </pc:sldMkLst>
        <pc:spChg chg="mod">
          <ac:chgData name="贾洪勇" userId="c61acc37-df11-4a3b-9efd-dde9ef084f5f" providerId="ADAL" clId="{F8773AA1-0ECB-449C-A6FE-AD4DBFDB5C1C}" dt="2022-03-19T13:51:22.337" v="1366"/>
          <ac:spMkLst>
            <pc:docMk/>
            <pc:sldMk cId="3775134672" sldId="448"/>
            <ac:spMk id="3" creationId="{40D2FA0B-17D5-4BBE-8016-15FC562676B7}"/>
          </ac:spMkLst>
        </pc:spChg>
      </pc:sldChg>
      <pc:sldChg chg="modSp new mod">
        <pc:chgData name="贾洪勇" userId="c61acc37-df11-4a3b-9efd-dde9ef084f5f" providerId="ADAL" clId="{F8773AA1-0ECB-449C-A6FE-AD4DBFDB5C1C}" dt="2022-03-19T14:06:59.409" v="1543"/>
        <pc:sldMkLst>
          <pc:docMk/>
          <pc:sldMk cId="3765859002" sldId="449"/>
        </pc:sldMkLst>
        <pc:spChg chg="mod">
          <ac:chgData name="贾洪勇" userId="c61acc37-df11-4a3b-9efd-dde9ef084f5f" providerId="ADAL" clId="{F8773AA1-0ECB-449C-A6FE-AD4DBFDB5C1C}" dt="2022-03-19T13:52:01.086" v="1389"/>
          <ac:spMkLst>
            <pc:docMk/>
            <pc:sldMk cId="3765859002" sldId="449"/>
            <ac:spMk id="2" creationId="{084C2527-7CC9-40F7-8093-5887C011E386}"/>
          </ac:spMkLst>
        </pc:spChg>
        <pc:spChg chg="mod">
          <ac:chgData name="贾洪勇" userId="c61acc37-df11-4a3b-9efd-dde9ef084f5f" providerId="ADAL" clId="{F8773AA1-0ECB-449C-A6FE-AD4DBFDB5C1C}" dt="2022-03-19T14:06:59.409" v="1543"/>
          <ac:spMkLst>
            <pc:docMk/>
            <pc:sldMk cId="3765859002" sldId="449"/>
            <ac:spMk id="3" creationId="{D6C2F6DF-6C48-4EE2-B48F-892F02C230D5}"/>
          </ac:spMkLst>
        </pc:spChg>
      </pc:sldChg>
      <pc:sldChg chg="addSp delSp modSp new mod modAnim">
        <pc:chgData name="贾洪勇" userId="c61acc37-df11-4a3b-9efd-dde9ef084f5f" providerId="ADAL" clId="{F8773AA1-0ECB-449C-A6FE-AD4DBFDB5C1C}" dt="2022-03-19T14:20:45.007" v="1806" actId="14100"/>
        <pc:sldMkLst>
          <pc:docMk/>
          <pc:sldMk cId="3124685187" sldId="450"/>
        </pc:sldMkLst>
        <pc:spChg chg="mod">
          <ac:chgData name="贾洪勇" userId="c61acc37-df11-4a3b-9efd-dde9ef084f5f" providerId="ADAL" clId="{F8773AA1-0ECB-449C-A6FE-AD4DBFDB5C1C}" dt="2022-03-19T14:11:08.454" v="1593" actId="1076"/>
          <ac:spMkLst>
            <pc:docMk/>
            <pc:sldMk cId="3124685187" sldId="450"/>
            <ac:spMk id="2" creationId="{EA10E0FC-13FC-4746-9F8B-EA45B451A4A8}"/>
          </ac:spMkLst>
        </pc:spChg>
        <pc:spChg chg="del">
          <ac:chgData name="贾洪勇" userId="c61acc37-df11-4a3b-9efd-dde9ef084f5f" providerId="ADAL" clId="{F8773AA1-0ECB-449C-A6FE-AD4DBFDB5C1C}" dt="2022-03-19T14:05:09.300" v="1519" actId="22"/>
          <ac:spMkLst>
            <pc:docMk/>
            <pc:sldMk cId="3124685187" sldId="450"/>
            <ac:spMk id="3" creationId="{BAA9160D-D5B9-4632-9F81-F6232F0C4A60}"/>
          </ac:spMkLst>
        </pc:spChg>
        <pc:spChg chg="add mod">
          <ac:chgData name="贾洪勇" userId="c61acc37-df11-4a3b-9efd-dde9ef084f5f" providerId="ADAL" clId="{F8773AA1-0ECB-449C-A6FE-AD4DBFDB5C1C}" dt="2022-03-19T14:20:40.630" v="1805" actId="1076"/>
          <ac:spMkLst>
            <pc:docMk/>
            <pc:sldMk cId="3124685187" sldId="450"/>
            <ac:spMk id="7" creationId="{B4AF73D9-423B-469D-8E75-5D88ABA088DC}"/>
          </ac:spMkLst>
        </pc:spChg>
        <pc:picChg chg="add mod ord">
          <ac:chgData name="贾洪勇" userId="c61acc37-df11-4a3b-9efd-dde9ef084f5f" providerId="ADAL" clId="{F8773AA1-0ECB-449C-A6FE-AD4DBFDB5C1C}" dt="2022-03-19T14:20:45.007" v="1806" actId="14100"/>
          <ac:picMkLst>
            <pc:docMk/>
            <pc:sldMk cId="3124685187" sldId="450"/>
            <ac:picMk id="6" creationId="{2A68235D-79C5-4F50-8A76-9CA0B70F498D}"/>
          </ac:picMkLst>
        </pc:picChg>
      </pc:sldChg>
      <pc:sldChg chg="modSp new mod">
        <pc:chgData name="贾洪勇" userId="c61acc37-df11-4a3b-9efd-dde9ef084f5f" providerId="ADAL" clId="{F8773AA1-0ECB-449C-A6FE-AD4DBFDB5C1C}" dt="2022-03-19T14:11:51.788" v="1607"/>
        <pc:sldMkLst>
          <pc:docMk/>
          <pc:sldMk cId="4004379859" sldId="451"/>
        </pc:sldMkLst>
        <pc:spChg chg="mod">
          <ac:chgData name="贾洪勇" userId="c61acc37-df11-4a3b-9efd-dde9ef084f5f" providerId="ADAL" clId="{F8773AA1-0ECB-449C-A6FE-AD4DBFDB5C1C}" dt="2022-03-19T14:11:51.788" v="1607"/>
          <ac:spMkLst>
            <pc:docMk/>
            <pc:sldMk cId="4004379859" sldId="451"/>
            <ac:spMk id="2" creationId="{B1979BBD-EAC9-4376-B03C-213D54167EC3}"/>
          </ac:spMkLst>
        </pc:spChg>
        <pc:spChg chg="mod">
          <ac:chgData name="贾洪勇" userId="c61acc37-df11-4a3b-9efd-dde9ef084f5f" providerId="ADAL" clId="{F8773AA1-0ECB-449C-A6FE-AD4DBFDB5C1C}" dt="2022-03-19T14:09:03.607" v="1574" actId="5793"/>
          <ac:spMkLst>
            <pc:docMk/>
            <pc:sldMk cId="4004379859" sldId="451"/>
            <ac:spMk id="3" creationId="{57E2C4F4-F019-4166-BC14-773CECF2AA1A}"/>
          </ac:spMkLst>
        </pc:spChg>
      </pc:sldChg>
      <pc:sldChg chg="addSp delSp modSp new mod modAnim">
        <pc:chgData name="贾洪勇" userId="c61acc37-df11-4a3b-9efd-dde9ef084f5f" providerId="ADAL" clId="{F8773AA1-0ECB-449C-A6FE-AD4DBFDB5C1C}" dt="2022-03-19T14:13:13.776" v="1633" actId="1076"/>
        <pc:sldMkLst>
          <pc:docMk/>
          <pc:sldMk cId="1737404312" sldId="452"/>
        </pc:sldMkLst>
        <pc:spChg chg="mod">
          <ac:chgData name="贾洪勇" userId="c61acc37-df11-4a3b-9efd-dde9ef084f5f" providerId="ADAL" clId="{F8773AA1-0ECB-449C-A6FE-AD4DBFDB5C1C}" dt="2022-03-19T14:12:24.874" v="1621"/>
          <ac:spMkLst>
            <pc:docMk/>
            <pc:sldMk cId="1737404312" sldId="452"/>
            <ac:spMk id="2" creationId="{F2131416-ACF1-4EBB-A53F-BB3EF0071C35}"/>
          </ac:spMkLst>
        </pc:spChg>
        <pc:spChg chg="del">
          <ac:chgData name="贾洪勇" userId="c61acc37-df11-4a3b-9efd-dde9ef084f5f" providerId="ADAL" clId="{F8773AA1-0ECB-449C-A6FE-AD4DBFDB5C1C}" dt="2022-03-19T14:09:46.761" v="1576" actId="22"/>
          <ac:spMkLst>
            <pc:docMk/>
            <pc:sldMk cId="1737404312" sldId="452"/>
            <ac:spMk id="3" creationId="{E3B2E54E-2140-437A-880C-A7897F5CBF19}"/>
          </ac:spMkLst>
        </pc:spChg>
        <pc:spChg chg="add mod">
          <ac:chgData name="贾洪勇" userId="c61acc37-df11-4a3b-9efd-dde9ef084f5f" providerId="ADAL" clId="{F8773AA1-0ECB-449C-A6FE-AD4DBFDB5C1C}" dt="2022-03-19T14:13:13.776" v="1633" actId="1076"/>
          <ac:spMkLst>
            <pc:docMk/>
            <pc:sldMk cId="1737404312" sldId="452"/>
            <ac:spMk id="7" creationId="{857266C1-E1CF-44A4-BBEF-C3F562B95271}"/>
          </ac:spMkLst>
        </pc:spChg>
        <pc:picChg chg="add mod ord">
          <ac:chgData name="贾洪勇" userId="c61acc37-df11-4a3b-9efd-dde9ef084f5f" providerId="ADAL" clId="{F8773AA1-0ECB-449C-A6FE-AD4DBFDB5C1C}" dt="2022-03-19T14:13:09.898" v="1632" actId="14100"/>
          <ac:picMkLst>
            <pc:docMk/>
            <pc:sldMk cId="1737404312" sldId="452"/>
            <ac:picMk id="6" creationId="{9D027A8E-F690-48F2-8B66-05AD6C9606CB}"/>
          </ac:picMkLst>
        </pc:picChg>
      </pc:sldChg>
      <pc:sldChg chg="modSp add mod ord">
        <pc:chgData name="贾洪勇" userId="c61acc37-df11-4a3b-9efd-dde9ef084f5f" providerId="ADAL" clId="{F8773AA1-0ECB-449C-A6FE-AD4DBFDB5C1C}" dt="2022-03-19T14:17:57.610" v="1778" actId="1076"/>
        <pc:sldMkLst>
          <pc:docMk/>
          <pc:sldMk cId="1974890401" sldId="453"/>
        </pc:sldMkLst>
        <pc:spChg chg="mod">
          <ac:chgData name="贾洪勇" userId="c61acc37-df11-4a3b-9efd-dde9ef084f5f" providerId="ADAL" clId="{F8773AA1-0ECB-449C-A6FE-AD4DBFDB5C1C}" dt="2022-03-19T14:17:57.610" v="1778" actId="1076"/>
          <ac:spMkLst>
            <pc:docMk/>
            <pc:sldMk cId="1974890401" sldId="453"/>
            <ac:spMk id="3" creationId="{57E2C4F4-F019-4166-BC14-773CECF2AA1A}"/>
          </ac:spMkLst>
        </pc:spChg>
      </pc:sldChg>
      <pc:sldChg chg="addSp delSp modSp add mod ord modAnim">
        <pc:chgData name="贾洪勇" userId="c61acc37-df11-4a3b-9efd-dde9ef084f5f" providerId="ADAL" clId="{F8773AA1-0ECB-449C-A6FE-AD4DBFDB5C1C}" dt="2022-03-19T14:19:48.139" v="1802"/>
        <pc:sldMkLst>
          <pc:docMk/>
          <pc:sldMk cId="291972534" sldId="454"/>
        </pc:sldMkLst>
        <pc:spChg chg="add del mod">
          <ac:chgData name="贾洪勇" userId="c61acc37-df11-4a3b-9efd-dde9ef084f5f" providerId="ADAL" clId="{F8773AA1-0ECB-449C-A6FE-AD4DBFDB5C1C}" dt="2022-03-19T14:18:56.433" v="1790" actId="22"/>
          <ac:spMkLst>
            <pc:docMk/>
            <pc:sldMk cId="291972534" sldId="454"/>
            <ac:spMk id="3" creationId="{CCF2AEF2-DBF6-4D4D-A7EC-C2E4FDA757DD}"/>
          </ac:spMkLst>
        </pc:spChg>
        <pc:spChg chg="mod">
          <ac:chgData name="贾洪勇" userId="c61acc37-df11-4a3b-9efd-dde9ef084f5f" providerId="ADAL" clId="{F8773AA1-0ECB-449C-A6FE-AD4DBFDB5C1C}" dt="2022-03-19T14:18:37.132" v="1788"/>
          <ac:spMkLst>
            <pc:docMk/>
            <pc:sldMk cId="291972534" sldId="454"/>
            <ac:spMk id="7" creationId="{857266C1-E1CF-44A4-BBEF-C3F562B95271}"/>
          </ac:spMkLst>
        </pc:spChg>
        <pc:picChg chg="del">
          <ac:chgData name="贾洪勇" userId="c61acc37-df11-4a3b-9efd-dde9ef084f5f" providerId="ADAL" clId="{F8773AA1-0ECB-449C-A6FE-AD4DBFDB5C1C}" dt="2022-03-19T14:18:40.042" v="1789" actId="478"/>
          <ac:picMkLst>
            <pc:docMk/>
            <pc:sldMk cId="291972534" sldId="454"/>
            <ac:picMk id="6" creationId="{9D027A8E-F690-48F2-8B66-05AD6C9606CB}"/>
          </ac:picMkLst>
        </pc:picChg>
        <pc:picChg chg="add mod ord">
          <ac:chgData name="贾洪勇" userId="c61acc37-df11-4a3b-9efd-dde9ef084f5f" providerId="ADAL" clId="{F8773AA1-0ECB-449C-A6FE-AD4DBFDB5C1C}" dt="2022-03-19T14:19:31.936" v="1799" actId="14100"/>
          <ac:picMkLst>
            <pc:docMk/>
            <pc:sldMk cId="291972534" sldId="454"/>
            <ac:picMk id="8" creationId="{47FF1C2F-1BDE-4230-8A37-C7BB8557EB74}"/>
          </ac:picMkLst>
        </pc:picChg>
      </pc:sldChg>
      <pc:sldChg chg="addSp new mod">
        <pc:chgData name="贾洪勇" userId="c61acc37-df11-4a3b-9efd-dde9ef084f5f" providerId="ADAL" clId="{F8773AA1-0ECB-449C-A6FE-AD4DBFDB5C1C}" dt="2022-03-19T14:27:35.303" v="1808" actId="22"/>
        <pc:sldMkLst>
          <pc:docMk/>
          <pc:sldMk cId="3994333004" sldId="455"/>
        </pc:sldMkLst>
        <pc:picChg chg="add">
          <ac:chgData name="贾洪勇" userId="c61acc37-df11-4a3b-9efd-dde9ef084f5f" providerId="ADAL" clId="{F8773AA1-0ECB-449C-A6FE-AD4DBFDB5C1C}" dt="2022-03-19T14:27:35.303" v="1808" actId="22"/>
          <ac:picMkLst>
            <pc:docMk/>
            <pc:sldMk cId="3994333004" sldId="455"/>
            <ac:picMk id="4" creationId="{E35F62A0-6AF5-4515-A007-E444736B9A1A}"/>
          </ac:picMkLst>
        </pc:picChg>
      </pc:sldChg>
      <pc:sldMasterChg chg="addSp delSp modSp mod modTransition modSldLayout">
        <pc:chgData name="贾洪勇" userId="c61acc37-df11-4a3b-9efd-dde9ef084f5f" providerId="ADAL" clId="{F8773AA1-0ECB-449C-A6FE-AD4DBFDB5C1C}" dt="2022-03-19T11:48:42.647" v="697"/>
        <pc:sldMasterMkLst>
          <pc:docMk/>
          <pc:sldMasterMk cId="0" sldId="2147483648"/>
        </pc:sldMasterMkLst>
        <pc:spChg chg="mod">
          <ac:chgData name="贾洪勇" userId="c61acc37-df11-4a3b-9efd-dde9ef084f5f" providerId="ADAL" clId="{F8773AA1-0ECB-449C-A6FE-AD4DBFDB5C1C}" dt="2022-03-19T09:55:26.708" v="472" actId="1076"/>
          <ac:spMkLst>
            <pc:docMk/>
            <pc:sldMasterMk cId="0" sldId="2147483648"/>
            <ac:spMk id="11267" creationId="{0264DF58-A59C-4019-8DE9-21D4913CA1F5}"/>
          </ac:spMkLst>
        </pc:spChg>
        <pc:picChg chg="add del mod">
          <ac:chgData name="贾洪勇" userId="c61acc37-df11-4a3b-9efd-dde9ef084f5f" providerId="ADAL" clId="{F8773AA1-0ECB-449C-A6FE-AD4DBFDB5C1C}" dt="2022-03-19T11:48:42.647" v="697"/>
          <ac:picMkLst>
            <pc:docMk/>
            <pc:sldMasterMk cId="0" sldId="2147483648"/>
            <ac:picMk id="2" creationId="{57597D74-B150-4919-A4AB-0713293FD402}"/>
          </ac:picMkLst>
        </pc:picChg>
        <pc:picChg chg="add mod">
          <ac:chgData name="贾洪勇" userId="c61acc37-df11-4a3b-9efd-dde9ef084f5f" providerId="ADAL" clId="{F8773AA1-0ECB-449C-A6FE-AD4DBFDB5C1C}" dt="2022-03-19T09:56:18.426" v="525" actId="1035"/>
          <ac:picMkLst>
            <pc:docMk/>
            <pc:sldMasterMk cId="0" sldId="2147483648"/>
            <ac:picMk id="3" creationId="{1E195111-AA09-42C8-B8B0-EA877324414B}"/>
          </ac:picMkLst>
        </pc:picChg>
        <pc:picChg chg="mod">
          <ac:chgData name="贾洪勇" userId="c61acc37-df11-4a3b-9efd-dde9ef084f5f" providerId="ADAL" clId="{F8773AA1-0ECB-449C-A6FE-AD4DBFDB5C1C}" dt="2022-03-19T09:56:11.081" v="499" actId="1037"/>
          <ac:picMkLst>
            <pc:docMk/>
            <pc:sldMasterMk cId="0" sldId="2147483648"/>
            <ac:picMk id="11266" creationId="{78830588-E866-4219-A749-F689216A6661}"/>
          </ac:picMkLst>
        </pc:picChg>
        <pc:sldLayoutChg chg="addSp delSp modSp mod modTransition">
          <pc:chgData name="贾洪勇" userId="c61acc37-df11-4a3b-9efd-dde9ef084f5f" providerId="ADAL" clId="{F8773AA1-0ECB-449C-A6FE-AD4DBFDB5C1C}" dt="2022-03-19T09:54:03.271" v="393" actId="1076"/>
          <pc:sldLayoutMkLst>
            <pc:docMk/>
            <pc:sldMasterMk cId="0" sldId="2147483648"/>
            <pc:sldLayoutMk cId="1131148380" sldId="2147483688"/>
          </pc:sldLayoutMkLst>
          <pc:spChg chg="mod">
            <ac:chgData name="贾洪勇" userId="c61acc37-df11-4a3b-9efd-dde9ef084f5f" providerId="ADAL" clId="{F8773AA1-0ECB-449C-A6FE-AD4DBFDB5C1C}" dt="2022-03-19T09:54:03.271" v="393" actId="1076"/>
            <ac:spMkLst>
              <pc:docMk/>
              <pc:sldMasterMk cId="0" sldId="2147483648"/>
              <pc:sldLayoutMk cId="1131148380" sldId="2147483688"/>
              <ac:spMk id="3" creationId="{00000000-0000-0000-0000-000000000000}"/>
            </ac:spMkLst>
          </pc:spChg>
          <pc:picChg chg="add del mod">
            <ac:chgData name="贾洪勇" userId="c61acc37-df11-4a3b-9efd-dde9ef084f5f" providerId="ADAL" clId="{F8773AA1-0ECB-449C-A6FE-AD4DBFDB5C1C}" dt="2022-03-18T14:18:51.919" v="242" actId="478"/>
            <ac:picMkLst>
              <pc:docMk/>
              <pc:sldMasterMk cId="0" sldId="2147483648"/>
              <pc:sldLayoutMk cId="1131148380" sldId="2147483688"/>
              <ac:picMk id="5" creationId="{C372980E-B6CC-47B1-B10D-7BB382486450}"/>
            </ac:picMkLst>
          </pc:picChg>
        </pc:sldLayoutChg>
        <pc:sldLayoutChg chg="addSp delSp modSp mod modTransition">
          <pc:chgData name="贾洪勇" userId="c61acc37-df11-4a3b-9efd-dde9ef084f5f" providerId="ADAL" clId="{F8773AA1-0ECB-449C-A6FE-AD4DBFDB5C1C}" dt="2022-03-18T14:22:09.328" v="262" actId="478"/>
          <pc:sldLayoutMkLst>
            <pc:docMk/>
            <pc:sldMasterMk cId="0" sldId="2147483648"/>
            <pc:sldLayoutMk cId="1561136671" sldId="2147483689"/>
          </pc:sldLayoutMkLst>
          <pc:picChg chg="add del mod">
            <ac:chgData name="贾洪勇" userId="c61acc37-df11-4a3b-9efd-dde9ef084f5f" providerId="ADAL" clId="{F8773AA1-0ECB-449C-A6FE-AD4DBFDB5C1C}" dt="2022-03-18T14:22:09.328" v="262" actId="478"/>
            <ac:picMkLst>
              <pc:docMk/>
              <pc:sldMasterMk cId="0" sldId="2147483648"/>
              <pc:sldLayoutMk cId="1561136671" sldId="2147483689"/>
              <ac:picMk id="5" creationId="{E9C4D33A-A68C-44C8-BB6A-6CB6AD940907}"/>
            </ac:picMkLst>
          </pc:picChg>
        </pc:sldLayoutChg>
        <pc:sldLayoutChg chg="addSp delSp modSp mod modTransition">
          <pc:chgData name="贾洪勇" userId="c61acc37-df11-4a3b-9efd-dde9ef084f5f" providerId="ADAL" clId="{F8773AA1-0ECB-449C-A6FE-AD4DBFDB5C1C}" dt="2022-03-18T14:22:04.206" v="261" actId="478"/>
          <pc:sldLayoutMkLst>
            <pc:docMk/>
            <pc:sldMasterMk cId="0" sldId="2147483648"/>
            <pc:sldLayoutMk cId="1459213847" sldId="2147483690"/>
          </pc:sldLayoutMkLst>
          <pc:picChg chg="add del mod">
            <ac:chgData name="贾洪勇" userId="c61acc37-df11-4a3b-9efd-dde9ef084f5f" providerId="ADAL" clId="{F8773AA1-0ECB-449C-A6FE-AD4DBFDB5C1C}" dt="2022-03-18T14:22:04.206" v="261" actId="478"/>
            <ac:picMkLst>
              <pc:docMk/>
              <pc:sldMasterMk cId="0" sldId="2147483648"/>
              <pc:sldLayoutMk cId="1459213847" sldId="2147483690"/>
              <ac:picMk id="6" creationId="{C8A1C177-75F5-4697-BF42-7EEDB671E151}"/>
            </ac:picMkLst>
          </pc:picChg>
        </pc:sldLayoutChg>
        <pc:sldLayoutChg chg="addSp delSp modSp mod modTransition">
          <pc:chgData name="贾洪勇" userId="c61acc37-df11-4a3b-9efd-dde9ef084f5f" providerId="ADAL" clId="{F8773AA1-0ECB-449C-A6FE-AD4DBFDB5C1C}" dt="2022-03-18T14:22:00.307" v="260" actId="478"/>
          <pc:sldLayoutMkLst>
            <pc:docMk/>
            <pc:sldMasterMk cId="0" sldId="2147483648"/>
            <pc:sldLayoutMk cId="1981321046" sldId="2147483691"/>
          </pc:sldLayoutMkLst>
          <pc:picChg chg="add del mod">
            <ac:chgData name="贾洪勇" userId="c61acc37-df11-4a3b-9efd-dde9ef084f5f" providerId="ADAL" clId="{F8773AA1-0ECB-449C-A6FE-AD4DBFDB5C1C}" dt="2022-03-18T14:22:00.307" v="260" actId="478"/>
            <ac:picMkLst>
              <pc:docMk/>
              <pc:sldMasterMk cId="0" sldId="2147483648"/>
              <pc:sldLayoutMk cId="1981321046" sldId="2147483691"/>
              <ac:picMk id="8" creationId="{E5477160-3C10-4974-8E98-F631EBA1FE9A}"/>
            </ac:picMkLst>
          </pc:picChg>
        </pc:sldLayoutChg>
        <pc:sldLayoutChg chg="addSp delSp modSp mod modTransition">
          <pc:chgData name="贾洪勇" userId="c61acc37-df11-4a3b-9efd-dde9ef084f5f" providerId="ADAL" clId="{F8773AA1-0ECB-449C-A6FE-AD4DBFDB5C1C}" dt="2022-03-18T14:21:53.977" v="258" actId="478"/>
          <pc:sldLayoutMkLst>
            <pc:docMk/>
            <pc:sldMasterMk cId="0" sldId="2147483648"/>
            <pc:sldLayoutMk cId="1540062868" sldId="2147483692"/>
          </pc:sldLayoutMkLst>
          <pc:picChg chg="add del mod">
            <ac:chgData name="贾洪勇" userId="c61acc37-df11-4a3b-9efd-dde9ef084f5f" providerId="ADAL" clId="{F8773AA1-0ECB-449C-A6FE-AD4DBFDB5C1C}" dt="2022-03-18T14:21:53.977" v="258" actId="478"/>
            <ac:picMkLst>
              <pc:docMk/>
              <pc:sldMasterMk cId="0" sldId="2147483648"/>
              <pc:sldLayoutMk cId="1540062868" sldId="2147483692"/>
              <ac:picMk id="4" creationId="{463AFAF0-A69B-4CEB-9BB2-8B162A29A684}"/>
            </ac:picMkLst>
          </pc:picChg>
        </pc:sldLayoutChg>
        <pc:sldLayoutChg chg="addSp delSp modSp mod modTransition">
          <pc:chgData name="贾洪勇" userId="c61acc37-df11-4a3b-9efd-dde9ef084f5f" providerId="ADAL" clId="{F8773AA1-0ECB-449C-A6FE-AD4DBFDB5C1C}" dt="2022-03-18T14:21:46.247" v="256" actId="478"/>
          <pc:sldLayoutMkLst>
            <pc:docMk/>
            <pc:sldMasterMk cId="0" sldId="2147483648"/>
            <pc:sldLayoutMk cId="2298048910" sldId="2147483693"/>
          </pc:sldLayoutMkLst>
          <pc:picChg chg="add del mod">
            <ac:chgData name="贾洪勇" userId="c61acc37-df11-4a3b-9efd-dde9ef084f5f" providerId="ADAL" clId="{F8773AA1-0ECB-449C-A6FE-AD4DBFDB5C1C}" dt="2022-03-18T14:21:46.247" v="256" actId="478"/>
            <ac:picMkLst>
              <pc:docMk/>
              <pc:sldMasterMk cId="0" sldId="2147483648"/>
              <pc:sldLayoutMk cId="2298048910" sldId="2147483693"/>
              <ac:picMk id="3" creationId="{C3A7825B-52CF-4408-87C8-606785B89928}"/>
            </ac:picMkLst>
          </pc:picChg>
        </pc:sldLayoutChg>
        <pc:sldLayoutChg chg="modTransition">
          <pc:chgData name="贾洪勇" userId="c61acc37-df11-4a3b-9efd-dde9ef084f5f" providerId="ADAL" clId="{F8773AA1-0ECB-449C-A6FE-AD4DBFDB5C1C}" dt="2022-03-18T10:25:04.040" v="32"/>
          <pc:sldLayoutMkLst>
            <pc:docMk/>
            <pc:sldMasterMk cId="0" sldId="2147483648"/>
            <pc:sldLayoutMk cId="3853297880" sldId="2147483694"/>
          </pc:sldLayoutMkLst>
        </pc:sldLayoutChg>
        <pc:sldLayoutChg chg="modTransition">
          <pc:chgData name="贾洪勇" userId="c61acc37-df11-4a3b-9efd-dde9ef084f5f" providerId="ADAL" clId="{F8773AA1-0ECB-449C-A6FE-AD4DBFDB5C1C}" dt="2022-03-18T10:25:04.040" v="32"/>
          <pc:sldLayoutMkLst>
            <pc:docMk/>
            <pc:sldMasterMk cId="0" sldId="2147483648"/>
            <pc:sldLayoutMk cId="1713220869" sldId="2147483695"/>
          </pc:sldLayoutMkLst>
        </pc:sldLayoutChg>
        <pc:sldLayoutChg chg="modSp modTransition">
          <pc:chgData name="贾洪勇" userId="c61acc37-df11-4a3b-9efd-dde9ef084f5f" providerId="ADAL" clId="{F8773AA1-0ECB-449C-A6FE-AD4DBFDB5C1C}" dt="2022-03-18T14:14:19.391" v="230" actId="1076"/>
          <pc:sldLayoutMkLst>
            <pc:docMk/>
            <pc:sldMasterMk cId="0" sldId="2147483648"/>
            <pc:sldLayoutMk cId="3030444992" sldId="2147483696"/>
          </pc:sldLayoutMkLst>
          <pc:spChg chg="mod">
            <ac:chgData name="贾洪勇" userId="c61acc37-df11-4a3b-9efd-dde9ef084f5f" providerId="ADAL" clId="{F8773AA1-0ECB-449C-A6FE-AD4DBFDB5C1C}" dt="2022-03-18T14:14:19.391" v="230" actId="1076"/>
            <ac:spMkLst>
              <pc:docMk/>
              <pc:sldMasterMk cId="0" sldId="2147483648"/>
              <pc:sldLayoutMk cId="3030444992" sldId="2147483696"/>
              <ac:spMk id="3" creationId="{00000000-0000-0000-0000-000000000000}"/>
            </ac:spMkLst>
          </pc:spChg>
        </pc:sldLayoutChg>
        <pc:sldLayoutChg chg="modTransition">
          <pc:chgData name="贾洪勇" userId="c61acc37-df11-4a3b-9efd-dde9ef084f5f" providerId="ADAL" clId="{F8773AA1-0ECB-449C-A6FE-AD4DBFDB5C1C}" dt="2022-03-18T10:25:04.040" v="32"/>
          <pc:sldLayoutMkLst>
            <pc:docMk/>
            <pc:sldMasterMk cId="0" sldId="2147483648"/>
            <pc:sldLayoutMk cId="384935139" sldId="2147483697"/>
          </pc:sldLayoutMkLst>
        </pc:sldLayoutChg>
        <pc:sldLayoutChg chg="modSp modTransition">
          <pc:chgData name="贾洪勇" userId="c61acc37-df11-4a3b-9efd-dde9ef084f5f" providerId="ADAL" clId="{F8773AA1-0ECB-449C-A6FE-AD4DBFDB5C1C}" dt="2022-03-19T09:51:39.762" v="343" actId="1037"/>
          <pc:sldLayoutMkLst>
            <pc:docMk/>
            <pc:sldMasterMk cId="0" sldId="2147483648"/>
            <pc:sldLayoutMk cId="3804667167" sldId="2147483698"/>
          </pc:sldLayoutMkLst>
          <pc:spChg chg="mod">
            <ac:chgData name="贾洪勇" userId="c61acc37-df11-4a3b-9efd-dde9ef084f5f" providerId="ADAL" clId="{F8773AA1-0ECB-449C-A6FE-AD4DBFDB5C1C}" dt="2022-03-19T09:51:39.762" v="343" actId="1037"/>
            <ac:spMkLst>
              <pc:docMk/>
              <pc:sldMasterMk cId="0" sldId="2147483648"/>
              <pc:sldLayoutMk cId="3804667167" sldId="2147483698"/>
              <ac:spMk id="3" creationId="{00000000-0000-0000-0000-000000000000}"/>
            </ac:spMkLst>
          </pc:spChg>
        </pc:sldLayoutChg>
        <pc:sldLayoutChg chg="modTransition">
          <pc:chgData name="贾洪勇" userId="c61acc37-df11-4a3b-9efd-dde9ef084f5f" providerId="ADAL" clId="{F8773AA1-0ECB-449C-A6FE-AD4DBFDB5C1C}" dt="2022-03-18T10:25:04.040" v="32"/>
          <pc:sldLayoutMkLst>
            <pc:docMk/>
            <pc:sldMasterMk cId="0" sldId="2147483648"/>
            <pc:sldLayoutMk cId="4011097091" sldId="2147483699"/>
          </pc:sldLayoutMkLst>
        </pc:sldLayoutChg>
      </pc:sldMasterChg>
    </pc:docChg>
  </pc:docChgLst>
</pc:chgInfo>
</file>

<file path=ppt/drawings/_rels/vmlDrawing1.v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image" Target="../media/image4.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B4E0DF4A-202E-451D-98B3-65435E7EC9F3}"/>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pitchFamily="34" charset="0"/>
                <a:ea typeface="宋体" pitchFamily="2" charset="-122"/>
              </a:defRPr>
            </a:lvl1pPr>
          </a:lstStyle>
          <a:p>
            <a:pPr>
              <a:defRPr/>
            </a:pPr>
            <a:endParaRPr lang="en-US" altLang="zh-CN"/>
          </a:p>
        </p:txBody>
      </p:sp>
      <p:sp>
        <p:nvSpPr>
          <p:cNvPr id="5123" name="Rectangle 3">
            <a:extLst>
              <a:ext uri="{FF2B5EF4-FFF2-40B4-BE49-F238E27FC236}">
                <a16:creationId xmlns:a16="http://schemas.microsoft.com/office/drawing/2014/main" id="{45E01DDF-3888-406C-81D2-5BB07C52E34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pitchFamily="34" charset="0"/>
                <a:ea typeface="宋体" pitchFamily="2" charset="-122"/>
              </a:defRPr>
            </a:lvl1pPr>
          </a:lstStyle>
          <a:p>
            <a:pPr>
              <a:defRPr/>
            </a:pPr>
            <a:endParaRPr lang="en-US" altLang="zh-CN"/>
          </a:p>
        </p:txBody>
      </p:sp>
      <p:sp>
        <p:nvSpPr>
          <p:cNvPr id="58372" name="Rectangle 4">
            <a:extLst>
              <a:ext uri="{FF2B5EF4-FFF2-40B4-BE49-F238E27FC236}">
                <a16:creationId xmlns:a16="http://schemas.microsoft.com/office/drawing/2014/main" id="{9374723E-6FC4-47E8-AACF-8C6639610DF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a:extLst>
              <a:ext uri="{FF2B5EF4-FFF2-40B4-BE49-F238E27FC236}">
                <a16:creationId xmlns:a16="http://schemas.microsoft.com/office/drawing/2014/main" id="{E98049C9-171A-492B-9DC7-7A27A12F9354}"/>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5126" name="Rectangle 6">
            <a:extLst>
              <a:ext uri="{FF2B5EF4-FFF2-40B4-BE49-F238E27FC236}">
                <a16:creationId xmlns:a16="http://schemas.microsoft.com/office/drawing/2014/main" id="{64B557F6-D882-4A38-8FB6-3C63EA55CB1E}"/>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pitchFamily="34" charset="0"/>
                <a:ea typeface="宋体" pitchFamily="2" charset="-122"/>
              </a:defRPr>
            </a:lvl1pPr>
          </a:lstStyle>
          <a:p>
            <a:pPr>
              <a:defRPr/>
            </a:pPr>
            <a:endParaRPr lang="en-US" altLang="zh-CN"/>
          </a:p>
        </p:txBody>
      </p:sp>
      <p:sp>
        <p:nvSpPr>
          <p:cNvPr id="5127" name="Rectangle 7">
            <a:extLst>
              <a:ext uri="{FF2B5EF4-FFF2-40B4-BE49-F238E27FC236}">
                <a16:creationId xmlns:a16="http://schemas.microsoft.com/office/drawing/2014/main" id="{C1D88E8C-6D73-4D34-83E8-811AD2DB0BCF}"/>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9316F8E0-1BBA-4A93-882D-D45FC28DBB64}"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D08365D1-B46A-420F-8235-5270ABCE86D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fld id="{1C349D57-D622-45E1-AE95-372AE3323CBC}" type="slidenum">
              <a:rPr lang="en-US" altLang="zh-CN" sz="1200"/>
              <a:pPr eaLnBrk="1" hangingPunct="1"/>
              <a:t>7</a:t>
            </a:fld>
            <a:endParaRPr lang="en-US" altLang="zh-CN" sz="1200"/>
          </a:p>
        </p:txBody>
      </p:sp>
      <p:sp>
        <p:nvSpPr>
          <p:cNvPr id="61443" name="Rectangle 2">
            <a:extLst>
              <a:ext uri="{FF2B5EF4-FFF2-40B4-BE49-F238E27FC236}">
                <a16:creationId xmlns:a16="http://schemas.microsoft.com/office/drawing/2014/main" id="{DDB7776B-27F2-4037-A0A2-A6C3073C741A}"/>
              </a:ext>
            </a:extLst>
          </p:cNvPr>
          <p:cNvSpPr>
            <a:spLocks noGrp="1" noRot="1" noChangeAspect="1" noChangeArrowheads="1" noTextEdit="1"/>
          </p:cNvSpPr>
          <p:nvPr>
            <p:ph type="sldImg"/>
          </p:nvPr>
        </p:nvSpPr>
        <p:spPr>
          <a:xfrm>
            <a:off x="1147763" y="687388"/>
            <a:ext cx="4567237" cy="3425825"/>
          </a:xfrm>
          <a:solidFill>
            <a:srgbClr val="FFFFFF"/>
          </a:solidFill>
          <a:ln/>
        </p:spPr>
      </p:sp>
      <p:sp>
        <p:nvSpPr>
          <p:cNvPr id="61444" name="Rectangle 3">
            <a:extLst>
              <a:ext uri="{FF2B5EF4-FFF2-40B4-BE49-F238E27FC236}">
                <a16:creationId xmlns:a16="http://schemas.microsoft.com/office/drawing/2014/main" id="{F2E6A4F8-DEF4-46DF-8629-D1AE7AFC2F11}"/>
              </a:ext>
            </a:extLst>
          </p:cNvPr>
          <p:cNvSpPr>
            <a:spLocks noGrp="1" noChangeArrowheads="1"/>
          </p:cNvSpPr>
          <p:nvPr>
            <p:ph type="body" idx="1"/>
          </p:nvPr>
        </p:nvSpPr>
        <p:spPr>
          <a:xfrm>
            <a:off x="912813" y="4343400"/>
            <a:ext cx="5032375" cy="4114800"/>
          </a:xfrm>
          <a:solidFill>
            <a:srgbClr val="FFFFFF"/>
          </a:solidFill>
          <a:ln>
            <a:solidFill>
              <a:srgbClr val="000000"/>
            </a:solidFill>
          </a:ln>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a:extLst>
              <a:ext uri="{FF2B5EF4-FFF2-40B4-BE49-F238E27FC236}">
                <a16:creationId xmlns:a16="http://schemas.microsoft.com/office/drawing/2014/main" id="{97ACC831-4B2B-4906-8F08-98B7BC18EE50}"/>
              </a:ext>
            </a:extLst>
          </p:cNvPr>
          <p:cNvSpPr>
            <a:spLocks noGrp="1" noRot="1" noChangeAspect="1" noTextEdit="1"/>
          </p:cNvSpPr>
          <p:nvPr>
            <p:ph type="sldImg"/>
          </p:nvPr>
        </p:nvSpPr>
        <p:spPr>
          <a:ln/>
        </p:spPr>
      </p:sp>
      <p:sp>
        <p:nvSpPr>
          <p:cNvPr id="62467" name="备注占位符 2">
            <a:extLst>
              <a:ext uri="{FF2B5EF4-FFF2-40B4-BE49-F238E27FC236}">
                <a16:creationId xmlns:a16="http://schemas.microsoft.com/office/drawing/2014/main" id="{58724418-FC1A-4336-A406-4948A4814B7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62468" name="灯片编号占位符 3">
            <a:extLst>
              <a:ext uri="{FF2B5EF4-FFF2-40B4-BE49-F238E27FC236}">
                <a16:creationId xmlns:a16="http://schemas.microsoft.com/office/drawing/2014/main" id="{0308A511-70A7-4AB4-9289-03168B1A58D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fld id="{D68B9472-63E5-445A-9EAA-517C66BA0353}" type="slidenum">
              <a:rPr lang="en-US" altLang="zh-CN" sz="1200"/>
              <a:pPr eaLnBrk="1" hangingPunct="1"/>
              <a:t>10</a:t>
            </a:fld>
            <a:endParaRPr lang="en-US" altLang="zh-CN"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9219" name="Rectangle 3"/>
          <p:cNvSpPr>
            <a:spLocks noGrp="1" noChangeArrowheads="1"/>
          </p:cNvSpPr>
          <p:nvPr>
            <p:ph type="ctrTitle"/>
          </p:nvPr>
        </p:nvSpPr>
        <p:spPr>
          <a:xfrm>
            <a:off x="0" y="3048000"/>
            <a:ext cx="9144000" cy="1470025"/>
          </a:xfrm>
        </p:spPr>
        <p:txBody>
          <a:bodyPr/>
          <a:lstStyle>
            <a:lvl1pPr algn="ctr">
              <a:defRPr sz="4800"/>
            </a:lvl1pPr>
          </a:lstStyle>
          <a:p>
            <a:r>
              <a:rPr lang="zh-CN" altLang="en-US"/>
              <a:t>单击此处编辑母版标题样式</a:t>
            </a:r>
          </a:p>
        </p:txBody>
      </p:sp>
    </p:spTree>
    <p:extLst>
      <p:ext uri="{BB962C8B-B14F-4D97-AF65-F5344CB8AC3E}">
        <p14:creationId xmlns:p14="http://schemas.microsoft.com/office/powerpoint/2010/main" val="401109709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a:xfrm>
            <a:off x="432511" y="1143000"/>
            <a:ext cx="8296656" cy="54102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6">
            <a:extLst>
              <a:ext uri="{FF2B5EF4-FFF2-40B4-BE49-F238E27FC236}">
                <a16:creationId xmlns:a16="http://schemas.microsoft.com/office/drawing/2014/main" id="{2A7BE597-D35E-4EE1-90BA-71BA5B38008C}"/>
              </a:ext>
            </a:extLst>
          </p:cNvPr>
          <p:cNvSpPr>
            <a:spLocks noGrp="1" noChangeArrowheads="1"/>
          </p:cNvSpPr>
          <p:nvPr>
            <p:ph type="sldNum" sz="quarter" idx="10"/>
          </p:nvPr>
        </p:nvSpPr>
        <p:spPr>
          <a:ln/>
        </p:spPr>
        <p:txBody>
          <a:bodyPr/>
          <a:lstStyle>
            <a:lvl1pPr>
              <a:defRPr/>
            </a:lvl1pPr>
          </a:lstStyle>
          <a:p>
            <a:r>
              <a:rPr lang="en-US" altLang="zh-CN"/>
              <a:t>Page </a:t>
            </a:r>
            <a:fld id="{AF655B59-12D5-4828-87B1-F838F673600E}" type="slidenum">
              <a:rPr lang="en-US" altLang="zh-CN"/>
              <a:pPr/>
              <a:t>‹#›</a:t>
            </a:fld>
            <a:endParaRPr lang="en-US" altLang="zh-CN"/>
          </a:p>
        </p:txBody>
      </p:sp>
    </p:spTree>
    <p:extLst>
      <p:ext uri="{BB962C8B-B14F-4D97-AF65-F5344CB8AC3E}">
        <p14:creationId xmlns:p14="http://schemas.microsoft.com/office/powerpoint/2010/main" val="113114838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a:extLst>
              <a:ext uri="{FF2B5EF4-FFF2-40B4-BE49-F238E27FC236}">
                <a16:creationId xmlns:a16="http://schemas.microsoft.com/office/drawing/2014/main" id="{222D9F3E-E5FB-4DC4-B7EA-0E097F0CA5D2}"/>
              </a:ext>
            </a:extLst>
          </p:cNvPr>
          <p:cNvSpPr>
            <a:spLocks noGrp="1" noChangeArrowheads="1"/>
          </p:cNvSpPr>
          <p:nvPr>
            <p:ph type="sldNum" sz="quarter" idx="10"/>
          </p:nvPr>
        </p:nvSpPr>
        <p:spPr>
          <a:ln/>
        </p:spPr>
        <p:txBody>
          <a:bodyPr/>
          <a:lstStyle>
            <a:lvl1pPr>
              <a:defRPr/>
            </a:lvl1pPr>
          </a:lstStyle>
          <a:p>
            <a:r>
              <a:rPr lang="en-US" altLang="zh-CN"/>
              <a:t>Page </a:t>
            </a:r>
            <a:fld id="{4362435E-E02B-4C7E-9C19-7BF2D6971288}" type="slidenum">
              <a:rPr lang="en-US" altLang="zh-CN"/>
              <a:pPr/>
              <a:t>‹#›</a:t>
            </a:fld>
            <a:endParaRPr lang="en-US" altLang="zh-CN"/>
          </a:p>
        </p:txBody>
      </p:sp>
    </p:spTree>
    <p:extLst>
      <p:ext uri="{BB962C8B-B14F-4D97-AF65-F5344CB8AC3E}">
        <p14:creationId xmlns:p14="http://schemas.microsoft.com/office/powerpoint/2010/main" val="156113667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143000"/>
            <a:ext cx="40386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143000"/>
            <a:ext cx="40386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a:extLst>
              <a:ext uri="{FF2B5EF4-FFF2-40B4-BE49-F238E27FC236}">
                <a16:creationId xmlns:a16="http://schemas.microsoft.com/office/drawing/2014/main" id="{919BC834-BBC1-4B3A-BB38-0489EC54C2F9}"/>
              </a:ext>
            </a:extLst>
          </p:cNvPr>
          <p:cNvSpPr>
            <a:spLocks noGrp="1" noChangeArrowheads="1"/>
          </p:cNvSpPr>
          <p:nvPr>
            <p:ph type="sldNum" sz="quarter" idx="10"/>
          </p:nvPr>
        </p:nvSpPr>
        <p:spPr>
          <a:ln/>
        </p:spPr>
        <p:txBody>
          <a:bodyPr/>
          <a:lstStyle>
            <a:lvl1pPr>
              <a:defRPr/>
            </a:lvl1pPr>
          </a:lstStyle>
          <a:p>
            <a:r>
              <a:rPr lang="en-US" altLang="zh-CN"/>
              <a:t>Page </a:t>
            </a:r>
            <a:fld id="{6DD43F50-8A97-4F22-A0E7-90F754BABBF2}" type="slidenum">
              <a:rPr lang="en-US" altLang="zh-CN"/>
              <a:pPr/>
              <a:t>‹#›</a:t>
            </a:fld>
            <a:endParaRPr lang="en-US" altLang="zh-CN"/>
          </a:p>
        </p:txBody>
      </p:sp>
    </p:spTree>
    <p:extLst>
      <p:ext uri="{BB962C8B-B14F-4D97-AF65-F5344CB8AC3E}">
        <p14:creationId xmlns:p14="http://schemas.microsoft.com/office/powerpoint/2010/main" val="145921384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dirty="0"/>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a:extLst>
              <a:ext uri="{FF2B5EF4-FFF2-40B4-BE49-F238E27FC236}">
                <a16:creationId xmlns:a16="http://schemas.microsoft.com/office/drawing/2014/main" id="{13FFEDDB-2E5C-4E9A-9357-A41373181C7F}"/>
              </a:ext>
            </a:extLst>
          </p:cNvPr>
          <p:cNvSpPr>
            <a:spLocks noGrp="1" noChangeArrowheads="1"/>
          </p:cNvSpPr>
          <p:nvPr>
            <p:ph type="sldNum" sz="quarter" idx="10"/>
          </p:nvPr>
        </p:nvSpPr>
        <p:spPr>
          <a:ln/>
        </p:spPr>
        <p:txBody>
          <a:bodyPr/>
          <a:lstStyle>
            <a:lvl1pPr>
              <a:defRPr/>
            </a:lvl1pPr>
          </a:lstStyle>
          <a:p>
            <a:r>
              <a:rPr lang="en-US" altLang="zh-CN"/>
              <a:t>Page </a:t>
            </a:r>
            <a:fld id="{10B188B5-18EC-4A9C-B06B-7F5038A1C47C}" type="slidenum">
              <a:rPr lang="en-US" altLang="zh-CN"/>
              <a:pPr/>
              <a:t>‹#›</a:t>
            </a:fld>
            <a:endParaRPr lang="en-US" altLang="zh-CN"/>
          </a:p>
        </p:txBody>
      </p:sp>
    </p:spTree>
    <p:extLst>
      <p:ext uri="{BB962C8B-B14F-4D97-AF65-F5344CB8AC3E}">
        <p14:creationId xmlns:p14="http://schemas.microsoft.com/office/powerpoint/2010/main" val="198132104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a:extLst>
              <a:ext uri="{FF2B5EF4-FFF2-40B4-BE49-F238E27FC236}">
                <a16:creationId xmlns:a16="http://schemas.microsoft.com/office/drawing/2014/main" id="{546F372C-B9A3-4D75-9247-2535986F3AC7}"/>
              </a:ext>
            </a:extLst>
          </p:cNvPr>
          <p:cNvSpPr>
            <a:spLocks noGrp="1" noChangeArrowheads="1"/>
          </p:cNvSpPr>
          <p:nvPr>
            <p:ph type="sldNum" sz="quarter" idx="10"/>
          </p:nvPr>
        </p:nvSpPr>
        <p:spPr>
          <a:ln/>
        </p:spPr>
        <p:txBody>
          <a:bodyPr/>
          <a:lstStyle>
            <a:lvl1pPr>
              <a:defRPr/>
            </a:lvl1pPr>
          </a:lstStyle>
          <a:p>
            <a:r>
              <a:rPr lang="en-US" altLang="zh-CN"/>
              <a:t>Page </a:t>
            </a:r>
            <a:fld id="{8C4D4238-2023-4B3B-BDC0-DD03B993CAD4}" type="slidenum">
              <a:rPr lang="en-US" altLang="zh-CN"/>
              <a:pPr/>
              <a:t>‹#›</a:t>
            </a:fld>
            <a:endParaRPr lang="en-US" altLang="zh-CN"/>
          </a:p>
        </p:txBody>
      </p:sp>
    </p:spTree>
    <p:extLst>
      <p:ext uri="{BB962C8B-B14F-4D97-AF65-F5344CB8AC3E}">
        <p14:creationId xmlns:p14="http://schemas.microsoft.com/office/powerpoint/2010/main" val="154006286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CFA0C189-524B-4DDA-BF7A-2459D5B97881}"/>
              </a:ext>
            </a:extLst>
          </p:cNvPr>
          <p:cNvSpPr>
            <a:spLocks noGrp="1" noChangeArrowheads="1"/>
          </p:cNvSpPr>
          <p:nvPr>
            <p:ph type="sldNum" sz="quarter" idx="10"/>
          </p:nvPr>
        </p:nvSpPr>
        <p:spPr>
          <a:ln/>
        </p:spPr>
        <p:txBody>
          <a:bodyPr/>
          <a:lstStyle>
            <a:lvl1pPr>
              <a:defRPr/>
            </a:lvl1pPr>
          </a:lstStyle>
          <a:p>
            <a:r>
              <a:rPr lang="en-US" altLang="zh-CN"/>
              <a:t>Page </a:t>
            </a:r>
            <a:fld id="{36ED1FC7-8A77-4A97-9141-D450373E7966}" type="slidenum">
              <a:rPr lang="en-US" altLang="zh-CN"/>
              <a:pPr/>
              <a:t>‹#›</a:t>
            </a:fld>
            <a:endParaRPr lang="en-US" altLang="zh-CN"/>
          </a:p>
        </p:txBody>
      </p:sp>
    </p:spTree>
    <p:extLst>
      <p:ext uri="{BB962C8B-B14F-4D97-AF65-F5344CB8AC3E}">
        <p14:creationId xmlns:p14="http://schemas.microsoft.com/office/powerpoint/2010/main" val="229804891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a:extLst>
              <a:ext uri="{FF2B5EF4-FFF2-40B4-BE49-F238E27FC236}">
                <a16:creationId xmlns:a16="http://schemas.microsoft.com/office/drawing/2014/main" id="{2D74275B-4CED-4A01-B37D-FE5B613B4ABE}"/>
              </a:ext>
            </a:extLst>
          </p:cNvPr>
          <p:cNvSpPr>
            <a:spLocks noGrp="1" noChangeArrowheads="1"/>
          </p:cNvSpPr>
          <p:nvPr>
            <p:ph type="sldNum" sz="quarter" idx="10"/>
          </p:nvPr>
        </p:nvSpPr>
        <p:spPr>
          <a:ln/>
        </p:spPr>
        <p:txBody>
          <a:bodyPr/>
          <a:lstStyle>
            <a:lvl1pPr>
              <a:defRPr/>
            </a:lvl1pPr>
          </a:lstStyle>
          <a:p>
            <a:r>
              <a:rPr lang="en-US" altLang="zh-CN"/>
              <a:t>Page </a:t>
            </a:r>
            <a:fld id="{E7D1A55F-5D23-46F5-A05F-E3BB482C3D2B}" type="slidenum">
              <a:rPr lang="en-US" altLang="zh-CN"/>
              <a:pPr/>
              <a:t>‹#›</a:t>
            </a:fld>
            <a:endParaRPr lang="en-US" altLang="zh-CN"/>
          </a:p>
        </p:txBody>
      </p:sp>
    </p:spTree>
    <p:extLst>
      <p:ext uri="{BB962C8B-B14F-4D97-AF65-F5344CB8AC3E}">
        <p14:creationId xmlns:p14="http://schemas.microsoft.com/office/powerpoint/2010/main" val="385329788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a:extLst>
              <a:ext uri="{FF2B5EF4-FFF2-40B4-BE49-F238E27FC236}">
                <a16:creationId xmlns:a16="http://schemas.microsoft.com/office/drawing/2014/main" id="{D967C328-7DB9-49EA-8E6A-760292B5B1EC}"/>
              </a:ext>
            </a:extLst>
          </p:cNvPr>
          <p:cNvSpPr>
            <a:spLocks noGrp="1" noChangeArrowheads="1"/>
          </p:cNvSpPr>
          <p:nvPr>
            <p:ph type="sldNum" sz="quarter" idx="10"/>
          </p:nvPr>
        </p:nvSpPr>
        <p:spPr>
          <a:ln/>
        </p:spPr>
        <p:txBody>
          <a:bodyPr/>
          <a:lstStyle>
            <a:lvl1pPr>
              <a:defRPr/>
            </a:lvl1pPr>
          </a:lstStyle>
          <a:p>
            <a:r>
              <a:rPr lang="en-US" altLang="zh-CN"/>
              <a:t>Page </a:t>
            </a:r>
            <a:fld id="{D891015E-355F-4BB3-A338-EAF87778CB6E}" type="slidenum">
              <a:rPr lang="en-US" altLang="zh-CN"/>
              <a:pPr/>
              <a:t>‹#›</a:t>
            </a:fld>
            <a:endParaRPr lang="en-US" altLang="zh-CN"/>
          </a:p>
        </p:txBody>
      </p:sp>
    </p:spTree>
    <p:extLst>
      <p:ext uri="{BB962C8B-B14F-4D97-AF65-F5344CB8AC3E}">
        <p14:creationId xmlns:p14="http://schemas.microsoft.com/office/powerpoint/2010/main" val="171322086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381000" y="1143000"/>
            <a:ext cx="8229600" cy="53340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a:extLst>
              <a:ext uri="{FF2B5EF4-FFF2-40B4-BE49-F238E27FC236}">
                <a16:creationId xmlns:a16="http://schemas.microsoft.com/office/drawing/2014/main" id="{7B7B9762-A4D6-4DD5-8364-23ABA8BE8CD6}"/>
              </a:ext>
            </a:extLst>
          </p:cNvPr>
          <p:cNvSpPr>
            <a:spLocks noGrp="1" noChangeArrowheads="1"/>
          </p:cNvSpPr>
          <p:nvPr>
            <p:ph type="sldNum" sz="quarter" idx="10"/>
          </p:nvPr>
        </p:nvSpPr>
        <p:spPr>
          <a:ln/>
        </p:spPr>
        <p:txBody>
          <a:bodyPr/>
          <a:lstStyle>
            <a:lvl1pPr>
              <a:defRPr/>
            </a:lvl1pPr>
          </a:lstStyle>
          <a:p>
            <a:r>
              <a:rPr lang="en-US" altLang="zh-CN"/>
              <a:t>Page </a:t>
            </a:r>
            <a:fld id="{D963CCF5-2688-446E-8BC9-3EC1BA46132D}" type="slidenum">
              <a:rPr lang="en-US" altLang="zh-CN"/>
              <a:pPr/>
              <a:t>‹#›</a:t>
            </a:fld>
            <a:endParaRPr lang="en-US" altLang="zh-CN"/>
          </a:p>
        </p:txBody>
      </p:sp>
    </p:spTree>
    <p:extLst>
      <p:ext uri="{BB962C8B-B14F-4D97-AF65-F5344CB8AC3E}">
        <p14:creationId xmlns:p14="http://schemas.microsoft.com/office/powerpoint/2010/main" val="303044499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10350" y="228600"/>
            <a:ext cx="2076450" cy="6248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81000" y="228600"/>
            <a:ext cx="6076950" cy="6248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a:extLst>
              <a:ext uri="{FF2B5EF4-FFF2-40B4-BE49-F238E27FC236}">
                <a16:creationId xmlns:a16="http://schemas.microsoft.com/office/drawing/2014/main" id="{5021E8FD-E585-4EA0-AC09-EEFAFBBE1AEA}"/>
              </a:ext>
            </a:extLst>
          </p:cNvPr>
          <p:cNvSpPr>
            <a:spLocks noGrp="1" noChangeArrowheads="1"/>
          </p:cNvSpPr>
          <p:nvPr>
            <p:ph type="sldNum" sz="quarter" idx="10"/>
          </p:nvPr>
        </p:nvSpPr>
        <p:spPr>
          <a:ln/>
        </p:spPr>
        <p:txBody>
          <a:bodyPr/>
          <a:lstStyle>
            <a:lvl1pPr>
              <a:defRPr/>
            </a:lvl1pPr>
          </a:lstStyle>
          <a:p>
            <a:r>
              <a:rPr lang="en-US" altLang="zh-CN"/>
              <a:t>Page </a:t>
            </a:r>
            <a:fld id="{6DB51796-25E8-4528-926D-EB8BF65E375A}" type="slidenum">
              <a:rPr lang="en-US" altLang="zh-CN"/>
              <a:pPr/>
              <a:t>‹#›</a:t>
            </a:fld>
            <a:endParaRPr lang="en-US" altLang="zh-CN"/>
          </a:p>
        </p:txBody>
      </p:sp>
    </p:spTree>
    <p:extLst>
      <p:ext uri="{BB962C8B-B14F-4D97-AF65-F5344CB8AC3E}">
        <p14:creationId xmlns:p14="http://schemas.microsoft.com/office/powerpoint/2010/main" val="38493513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81000" y="228600"/>
            <a:ext cx="6248400" cy="639763"/>
          </a:xfrm>
        </p:spPr>
        <p:txBody>
          <a:bodyPr/>
          <a:lstStyle/>
          <a:p>
            <a:r>
              <a:rPr lang="zh-CN" altLang="en-US"/>
              <a:t>单击此处编辑母版标题样式</a:t>
            </a:r>
          </a:p>
        </p:txBody>
      </p:sp>
      <p:sp>
        <p:nvSpPr>
          <p:cNvPr id="3" name="表格占位符 2"/>
          <p:cNvSpPr>
            <a:spLocks noGrp="1"/>
          </p:cNvSpPr>
          <p:nvPr>
            <p:ph type="tbl" idx="1"/>
          </p:nvPr>
        </p:nvSpPr>
        <p:spPr>
          <a:xfrm>
            <a:off x="457200" y="1295400"/>
            <a:ext cx="8229600" cy="5029200"/>
          </a:xfrm>
        </p:spPr>
        <p:txBody>
          <a:bodyPr/>
          <a:lstStyle/>
          <a:p>
            <a:pPr lvl="0"/>
            <a:endParaRPr lang="zh-CN" altLang="en-US" noProof="0"/>
          </a:p>
        </p:txBody>
      </p:sp>
      <p:sp>
        <p:nvSpPr>
          <p:cNvPr id="4" name="Rectangle 6">
            <a:extLst>
              <a:ext uri="{FF2B5EF4-FFF2-40B4-BE49-F238E27FC236}">
                <a16:creationId xmlns:a16="http://schemas.microsoft.com/office/drawing/2014/main" id="{429E1032-8ECE-445C-A626-5F3F3F99F363}"/>
              </a:ext>
            </a:extLst>
          </p:cNvPr>
          <p:cNvSpPr>
            <a:spLocks noGrp="1" noChangeArrowheads="1"/>
          </p:cNvSpPr>
          <p:nvPr>
            <p:ph type="sldNum" sz="quarter" idx="10"/>
          </p:nvPr>
        </p:nvSpPr>
        <p:spPr>
          <a:ln/>
        </p:spPr>
        <p:txBody>
          <a:bodyPr/>
          <a:lstStyle>
            <a:lvl1pPr>
              <a:defRPr/>
            </a:lvl1pPr>
          </a:lstStyle>
          <a:p>
            <a:r>
              <a:rPr lang="en-US" altLang="zh-CN"/>
              <a:t>Page </a:t>
            </a:r>
            <a:fld id="{CE33FC4E-3D3E-4CCC-9026-9F4411793A16}" type="slidenum">
              <a:rPr lang="en-US" altLang="zh-CN"/>
              <a:pPr/>
              <a:t>‹#›</a:t>
            </a:fld>
            <a:endParaRPr lang="en-US" altLang="zh-CN"/>
          </a:p>
        </p:txBody>
      </p:sp>
    </p:spTree>
    <p:extLst>
      <p:ext uri="{BB962C8B-B14F-4D97-AF65-F5344CB8AC3E}">
        <p14:creationId xmlns:p14="http://schemas.microsoft.com/office/powerpoint/2010/main" val="380466716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microsoft.com/office/2007/relationships/hdphoto" Target="../media/hdphoto1.wdp"/><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266" name="Picture 9" descr="1024-766副本">
            <a:extLst>
              <a:ext uri="{FF2B5EF4-FFF2-40B4-BE49-F238E27FC236}">
                <a16:creationId xmlns:a16="http://schemas.microsoft.com/office/drawing/2014/main" id="{78830588-E866-4219-A749-F689216A6661}"/>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9144000" cy="685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7" name="Rectangle 3">
            <a:extLst>
              <a:ext uri="{FF2B5EF4-FFF2-40B4-BE49-F238E27FC236}">
                <a16:creationId xmlns:a16="http://schemas.microsoft.com/office/drawing/2014/main" id="{0264DF58-A59C-4019-8DE9-21D4913CA1F5}"/>
              </a:ext>
            </a:extLst>
          </p:cNvPr>
          <p:cNvSpPr>
            <a:spLocks noGrp="1" noChangeArrowheads="1"/>
          </p:cNvSpPr>
          <p:nvPr>
            <p:ph type="body" idx="1"/>
          </p:nvPr>
        </p:nvSpPr>
        <p:spPr bwMode="auto">
          <a:xfrm>
            <a:off x="441350" y="1156785"/>
            <a:ext cx="8296656"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endParaRPr lang="zh-CN" altLang="zh-CN" dirty="0"/>
          </a:p>
        </p:txBody>
      </p:sp>
      <p:sp>
        <p:nvSpPr>
          <p:cNvPr id="1030" name="Rectangle 6">
            <a:extLst>
              <a:ext uri="{FF2B5EF4-FFF2-40B4-BE49-F238E27FC236}">
                <a16:creationId xmlns:a16="http://schemas.microsoft.com/office/drawing/2014/main" id="{ABF12F94-5F04-4882-B5A2-0E314D9CE5A0}"/>
              </a:ext>
            </a:extLst>
          </p:cNvPr>
          <p:cNvSpPr>
            <a:spLocks noGrp="1" noChangeArrowheads="1"/>
          </p:cNvSpPr>
          <p:nvPr>
            <p:ph type="sldNum" sz="quarter" idx="4"/>
          </p:nvPr>
        </p:nvSpPr>
        <p:spPr bwMode="auto">
          <a:xfrm>
            <a:off x="6705600" y="6553200"/>
            <a:ext cx="2133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chemeClr val="bg1"/>
                </a:solidFill>
              </a:defRPr>
            </a:lvl1pPr>
          </a:lstStyle>
          <a:p>
            <a:r>
              <a:rPr lang="en-US" altLang="zh-CN"/>
              <a:t>Page </a:t>
            </a:r>
            <a:fld id="{C0DBB459-C9A1-48D0-B620-DB1E8F0104D3}" type="slidenum">
              <a:rPr lang="en-US" altLang="zh-CN"/>
              <a:pPr/>
              <a:t>‹#›</a:t>
            </a:fld>
            <a:endParaRPr lang="en-US" altLang="zh-CN"/>
          </a:p>
        </p:txBody>
      </p:sp>
      <p:sp>
        <p:nvSpPr>
          <p:cNvPr id="11269" name="Rectangle 10">
            <a:extLst>
              <a:ext uri="{FF2B5EF4-FFF2-40B4-BE49-F238E27FC236}">
                <a16:creationId xmlns:a16="http://schemas.microsoft.com/office/drawing/2014/main" id="{3D716894-567D-44B6-912C-5994CF8A478C}"/>
              </a:ext>
            </a:extLst>
          </p:cNvPr>
          <p:cNvSpPr>
            <a:spLocks noGrp="1" noChangeArrowheads="1"/>
          </p:cNvSpPr>
          <p:nvPr>
            <p:ph type="title"/>
          </p:nvPr>
        </p:nvSpPr>
        <p:spPr bwMode="auto">
          <a:xfrm>
            <a:off x="381000" y="228600"/>
            <a:ext cx="6248400"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pic>
        <p:nvPicPr>
          <p:cNvPr id="2" name="图片 1">
            <a:extLst>
              <a:ext uri="{FF2B5EF4-FFF2-40B4-BE49-F238E27FC236}">
                <a16:creationId xmlns:a16="http://schemas.microsoft.com/office/drawing/2014/main" id="{57597D74-B150-4919-A4AB-0713293FD402}"/>
              </a:ext>
            </a:extLst>
          </p:cNvPr>
          <p:cNvPicPr>
            <a:picLocks noChangeAspect="1"/>
          </p:cNvPicPr>
          <p:nvPr userDrawn="1"/>
        </p:nvPicPr>
        <p:blipFill>
          <a:blip r:embed="rId15">
            <a:alphaModFix amt="98000"/>
            <a:duotone>
              <a:prstClr val="black"/>
              <a:srgbClr val="1F4EDA">
                <a:tint val="45000"/>
                <a:satMod val="400000"/>
              </a:srgbClr>
            </a:duotone>
            <a:extLst>
              <a:ext uri="{BEBA8EAE-BF5A-486C-A8C5-ECC9F3942E4B}">
                <a14:imgProps xmlns:a14="http://schemas.microsoft.com/office/drawing/2010/main">
                  <a14:imgLayer r:embed="rId16">
                    <a14:imgEffect>
                      <a14:artisticGlowEdges/>
                    </a14:imgEffect>
                  </a14:imgLayer>
                </a14:imgProps>
              </a:ext>
            </a:extLst>
          </a:blip>
          <a:stretch>
            <a:fillRect/>
          </a:stretch>
        </p:blipFill>
        <p:spPr>
          <a:xfrm>
            <a:off x="6629401" y="-14287"/>
            <a:ext cx="2538970" cy="1157287"/>
          </a:xfrm>
          <a:prstGeom prst="rect">
            <a:avLst/>
          </a:prstGeom>
          <a:effectLst>
            <a:softEdge rad="12700"/>
          </a:effectLst>
        </p:spPr>
      </p:pic>
      <p:pic>
        <p:nvPicPr>
          <p:cNvPr id="3" name="图片 2">
            <a:extLst>
              <a:ext uri="{FF2B5EF4-FFF2-40B4-BE49-F238E27FC236}">
                <a16:creationId xmlns:a16="http://schemas.microsoft.com/office/drawing/2014/main" id="{1E195111-AA09-42C8-B8B0-EA877324414B}"/>
              </a:ext>
            </a:extLst>
          </p:cNvPr>
          <p:cNvPicPr>
            <a:picLocks noChangeAspect="1"/>
          </p:cNvPicPr>
          <p:nvPr userDrawn="1"/>
        </p:nvPicPr>
        <p:blipFill>
          <a:blip r:embed="rId17">
            <a:duotone>
              <a:prstClr val="black"/>
              <a:schemeClr val="accent2">
                <a:tint val="45000"/>
                <a:satMod val="400000"/>
              </a:schemeClr>
            </a:duotone>
            <a:alphaModFix amt="5000"/>
          </a:blip>
          <a:stretch>
            <a:fillRect/>
          </a:stretch>
        </p:blipFill>
        <p:spPr>
          <a:xfrm>
            <a:off x="24371" y="1143000"/>
            <a:ext cx="9095257" cy="5410200"/>
          </a:xfrm>
          <a:prstGeom prst="rect">
            <a:avLst/>
          </a:prstGeom>
        </p:spPr>
      </p:pic>
    </p:spTree>
  </p:cSld>
  <p:clrMap bg1="lt1" tx1="dk1" bg2="lt2" tx2="dk2" accent1="accent1" accent2="accent2" accent3="accent3" accent4="accent4" accent5="accent5" accent6="accent6" hlink="hlink" folHlink="folHlink"/>
  <p:sldLayoutIdLst>
    <p:sldLayoutId id="2147483699"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hf hdr="0" ftr="0" dt="0"/>
  <p:txStyles>
    <p:titleStyle>
      <a:lvl1pPr algn="l" rtl="0" eaLnBrk="0" fontAlgn="base" hangingPunct="0">
        <a:spcBef>
          <a:spcPct val="0"/>
        </a:spcBef>
        <a:spcAft>
          <a:spcPct val="0"/>
        </a:spcAft>
        <a:defRPr sz="3200" b="1">
          <a:solidFill>
            <a:schemeClr val="bg1"/>
          </a:solidFill>
          <a:latin typeface="+mj-lt"/>
          <a:ea typeface="+mj-ea"/>
          <a:cs typeface="+mj-cs"/>
        </a:defRPr>
      </a:lvl1pPr>
      <a:lvl2pPr algn="l" rtl="0" eaLnBrk="0" fontAlgn="base" hangingPunct="0">
        <a:spcBef>
          <a:spcPct val="0"/>
        </a:spcBef>
        <a:spcAft>
          <a:spcPct val="0"/>
        </a:spcAft>
        <a:defRPr sz="3200" b="1">
          <a:solidFill>
            <a:schemeClr val="bg1"/>
          </a:solidFill>
          <a:latin typeface="Arial" pitchFamily="34" charset="0"/>
          <a:ea typeface="黑体" pitchFamily="2" charset="-122"/>
        </a:defRPr>
      </a:lvl2pPr>
      <a:lvl3pPr algn="l" rtl="0" eaLnBrk="0" fontAlgn="base" hangingPunct="0">
        <a:spcBef>
          <a:spcPct val="0"/>
        </a:spcBef>
        <a:spcAft>
          <a:spcPct val="0"/>
        </a:spcAft>
        <a:defRPr sz="3200" b="1">
          <a:solidFill>
            <a:schemeClr val="bg1"/>
          </a:solidFill>
          <a:latin typeface="Arial" pitchFamily="34" charset="0"/>
          <a:ea typeface="黑体" pitchFamily="2" charset="-122"/>
        </a:defRPr>
      </a:lvl3pPr>
      <a:lvl4pPr algn="l" rtl="0" eaLnBrk="0" fontAlgn="base" hangingPunct="0">
        <a:spcBef>
          <a:spcPct val="0"/>
        </a:spcBef>
        <a:spcAft>
          <a:spcPct val="0"/>
        </a:spcAft>
        <a:defRPr sz="3200" b="1">
          <a:solidFill>
            <a:schemeClr val="bg1"/>
          </a:solidFill>
          <a:latin typeface="Arial" pitchFamily="34" charset="0"/>
          <a:ea typeface="黑体" pitchFamily="2" charset="-122"/>
        </a:defRPr>
      </a:lvl4pPr>
      <a:lvl5pPr algn="l" rtl="0" eaLnBrk="0" fontAlgn="base" hangingPunct="0">
        <a:spcBef>
          <a:spcPct val="0"/>
        </a:spcBef>
        <a:spcAft>
          <a:spcPct val="0"/>
        </a:spcAft>
        <a:defRPr sz="3200" b="1">
          <a:solidFill>
            <a:schemeClr val="bg1"/>
          </a:solidFill>
          <a:latin typeface="Arial" pitchFamily="34" charset="0"/>
          <a:ea typeface="黑体" pitchFamily="2" charset="-122"/>
        </a:defRPr>
      </a:lvl5pPr>
      <a:lvl6pPr marL="457200" algn="l" rtl="0" fontAlgn="base">
        <a:spcBef>
          <a:spcPct val="0"/>
        </a:spcBef>
        <a:spcAft>
          <a:spcPct val="0"/>
        </a:spcAft>
        <a:defRPr sz="3200" b="1">
          <a:solidFill>
            <a:schemeClr val="bg1"/>
          </a:solidFill>
          <a:latin typeface="Arial" pitchFamily="34" charset="0"/>
          <a:ea typeface="黑体" pitchFamily="2" charset="-122"/>
        </a:defRPr>
      </a:lvl6pPr>
      <a:lvl7pPr marL="914400" algn="l" rtl="0" fontAlgn="base">
        <a:spcBef>
          <a:spcPct val="0"/>
        </a:spcBef>
        <a:spcAft>
          <a:spcPct val="0"/>
        </a:spcAft>
        <a:defRPr sz="3200" b="1">
          <a:solidFill>
            <a:schemeClr val="bg1"/>
          </a:solidFill>
          <a:latin typeface="Arial" pitchFamily="34" charset="0"/>
          <a:ea typeface="黑体" pitchFamily="2" charset="-122"/>
        </a:defRPr>
      </a:lvl7pPr>
      <a:lvl8pPr marL="1371600" algn="l" rtl="0" fontAlgn="base">
        <a:spcBef>
          <a:spcPct val="0"/>
        </a:spcBef>
        <a:spcAft>
          <a:spcPct val="0"/>
        </a:spcAft>
        <a:defRPr sz="3200" b="1">
          <a:solidFill>
            <a:schemeClr val="bg1"/>
          </a:solidFill>
          <a:latin typeface="Arial" pitchFamily="34" charset="0"/>
          <a:ea typeface="黑体" pitchFamily="2" charset="-122"/>
        </a:defRPr>
      </a:lvl8pPr>
      <a:lvl9pPr marL="1828800" algn="l" rtl="0" fontAlgn="base">
        <a:spcBef>
          <a:spcPct val="0"/>
        </a:spcBef>
        <a:spcAft>
          <a:spcPct val="0"/>
        </a:spcAft>
        <a:defRPr sz="3200" b="1">
          <a:solidFill>
            <a:schemeClr val="bg1"/>
          </a:solidFill>
          <a:latin typeface="Arial" pitchFamily="34" charset="0"/>
          <a:ea typeface="黑体" pitchFamily="2" charset="-122"/>
        </a:defRPr>
      </a:lvl9pPr>
    </p:titleStyle>
    <p:bodyStyle>
      <a:lvl1pPr marL="342900" indent="-342900" algn="l" rtl="0" eaLnBrk="0" fontAlgn="base" hangingPunct="0">
        <a:spcBef>
          <a:spcPct val="20000"/>
        </a:spcBef>
        <a:spcAft>
          <a:spcPct val="0"/>
        </a:spcAft>
        <a:buChar char="•"/>
        <a:defRPr sz="20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宋体" pitchFamily="2" charset="-122"/>
        </a:defRPr>
      </a:lvl2pPr>
      <a:lvl3pPr marL="1143000" indent="-228600" algn="l" rtl="0" eaLnBrk="0" fontAlgn="base" hangingPunct="0">
        <a:spcBef>
          <a:spcPct val="20000"/>
        </a:spcBef>
        <a:spcAft>
          <a:spcPct val="0"/>
        </a:spcAft>
        <a:buChar char="•"/>
        <a:defRPr sz="2400">
          <a:solidFill>
            <a:schemeClr val="tx1"/>
          </a:solidFill>
          <a:latin typeface="+mn-lt"/>
          <a:ea typeface="宋体" pitchFamily="2" charset="-122"/>
        </a:defRPr>
      </a:lvl3pPr>
      <a:lvl4pPr marL="1600200" indent="-228600" algn="l" rtl="0" eaLnBrk="0" fontAlgn="base" hangingPunct="0">
        <a:spcBef>
          <a:spcPct val="20000"/>
        </a:spcBef>
        <a:spcAft>
          <a:spcPct val="0"/>
        </a:spcAft>
        <a:buChar char="–"/>
        <a:defRPr sz="2000">
          <a:solidFill>
            <a:schemeClr val="tx1"/>
          </a:solidFill>
          <a:latin typeface="+mn-lt"/>
          <a:ea typeface="宋体"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宋体" pitchFamily="2" charset="-122"/>
        </a:defRPr>
      </a:lvl5pPr>
      <a:lvl6pPr marL="2514600" indent="-228600" algn="l" rtl="0" fontAlgn="base">
        <a:spcBef>
          <a:spcPct val="20000"/>
        </a:spcBef>
        <a:spcAft>
          <a:spcPct val="0"/>
        </a:spcAft>
        <a:buChar char="»"/>
        <a:defRPr sz="2000">
          <a:solidFill>
            <a:schemeClr val="tx1"/>
          </a:solidFill>
          <a:latin typeface="+mn-lt"/>
          <a:ea typeface="宋体" pitchFamily="2" charset="-122"/>
        </a:defRPr>
      </a:lvl6pPr>
      <a:lvl7pPr marL="2971800" indent="-228600" algn="l" rtl="0" fontAlgn="base">
        <a:spcBef>
          <a:spcPct val="20000"/>
        </a:spcBef>
        <a:spcAft>
          <a:spcPct val="0"/>
        </a:spcAft>
        <a:buChar char="»"/>
        <a:defRPr sz="2000">
          <a:solidFill>
            <a:schemeClr val="tx1"/>
          </a:solidFill>
          <a:latin typeface="+mn-lt"/>
          <a:ea typeface="宋体" pitchFamily="2" charset="-122"/>
        </a:defRPr>
      </a:lvl7pPr>
      <a:lvl8pPr marL="3429000" indent="-228600" algn="l" rtl="0" fontAlgn="base">
        <a:spcBef>
          <a:spcPct val="20000"/>
        </a:spcBef>
        <a:spcAft>
          <a:spcPct val="0"/>
        </a:spcAft>
        <a:buChar char="»"/>
        <a:defRPr sz="2000">
          <a:solidFill>
            <a:schemeClr val="tx1"/>
          </a:solidFill>
          <a:latin typeface="+mn-lt"/>
          <a:ea typeface="宋体" pitchFamily="2" charset="-122"/>
        </a:defRPr>
      </a:lvl8pPr>
      <a:lvl9pPr marL="3886200" indent="-228600" algn="l" rtl="0" fontAlgn="base">
        <a:spcBef>
          <a:spcPct val="20000"/>
        </a:spcBef>
        <a:spcAft>
          <a:spcPct val="0"/>
        </a:spcAft>
        <a:buChar char="»"/>
        <a:defRPr sz="2000">
          <a:solidFill>
            <a:schemeClr val="tx1"/>
          </a:solidFill>
          <a:latin typeface="+mn-lt"/>
          <a:ea typeface="宋体"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5.png"/><Relationship Id="rId5" Type="http://schemas.openxmlformats.org/officeDocument/2006/relationships/oleObject" Target="../embeddings/oleObject2.bin"/><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0.wmf"/><Relationship Id="rId4" Type="http://schemas.openxmlformats.org/officeDocument/2006/relationships/image" Target="../media/image14.png"/><Relationship Id="rId9" Type="http://schemas.openxmlformats.org/officeDocument/2006/relationships/image" Target="../media/image1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35.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7E443D1-1237-46AF-B6EC-E9339AA144EC}"/>
              </a:ext>
            </a:extLst>
          </p:cNvPr>
          <p:cNvSpPr>
            <a:spLocks noGrp="1"/>
          </p:cNvSpPr>
          <p:nvPr>
            <p:ph type="sldNum" sz="quarter" idx="10"/>
          </p:nvPr>
        </p:nvSpPr>
        <p:spPr/>
        <p:txBody>
          <a:bodyPr/>
          <a:lstStyle/>
          <a:p>
            <a:r>
              <a:rPr lang="en-US" altLang="zh-CN"/>
              <a:t>Page </a:t>
            </a:r>
            <a:fld id="{36ED1FC7-8A77-4A97-9141-D450373E7966}" type="slidenum">
              <a:rPr lang="en-US" altLang="zh-CN" smtClean="0"/>
              <a:pPr/>
              <a:t>1</a:t>
            </a:fld>
            <a:endParaRPr lang="en-US" altLang="zh-CN"/>
          </a:p>
        </p:txBody>
      </p:sp>
      <p:sp>
        <p:nvSpPr>
          <p:cNvPr id="3" name="文本框 2">
            <a:extLst>
              <a:ext uri="{FF2B5EF4-FFF2-40B4-BE49-F238E27FC236}">
                <a16:creationId xmlns:a16="http://schemas.microsoft.com/office/drawing/2014/main" id="{09C8F47B-A1DC-48C9-972D-0B78005D6110}"/>
              </a:ext>
            </a:extLst>
          </p:cNvPr>
          <p:cNvSpPr txBox="1"/>
          <p:nvPr/>
        </p:nvSpPr>
        <p:spPr>
          <a:xfrm>
            <a:off x="1480601" y="2730124"/>
            <a:ext cx="5715000" cy="830997"/>
          </a:xfrm>
          <a:prstGeom prst="rect">
            <a:avLst/>
          </a:prstGeom>
          <a:noFill/>
        </p:spPr>
        <p:txBody>
          <a:bodyPr wrap="square" rtlCol="0">
            <a:spAutoFit/>
          </a:bodyPr>
          <a:lstStyle/>
          <a:p>
            <a:r>
              <a:rPr lang="zh-CN" altLang="en-US" sz="4800" b="1" dirty="0">
                <a:latin typeface="隶书" panose="02010509060101010101" pitchFamily="49" charset="-122"/>
                <a:ea typeface="隶书" panose="02010509060101010101" pitchFamily="49" charset="-122"/>
              </a:rPr>
              <a:t>可信计算规范与标准</a:t>
            </a:r>
          </a:p>
        </p:txBody>
      </p:sp>
    </p:spTree>
    <p:extLst>
      <p:ext uri="{BB962C8B-B14F-4D97-AF65-F5344CB8AC3E}">
        <p14:creationId xmlns:p14="http://schemas.microsoft.com/office/powerpoint/2010/main" val="8754153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8" name="Group 1160">
            <a:extLst>
              <a:ext uri="{FF2B5EF4-FFF2-40B4-BE49-F238E27FC236}">
                <a16:creationId xmlns:a16="http://schemas.microsoft.com/office/drawing/2014/main" id="{638CA71F-75AA-4D86-9C80-0503A88E5193}"/>
              </a:ext>
            </a:extLst>
          </p:cNvPr>
          <p:cNvGrpSpPr>
            <a:grpSpLocks/>
          </p:cNvGrpSpPr>
          <p:nvPr/>
        </p:nvGrpSpPr>
        <p:grpSpPr bwMode="auto">
          <a:xfrm>
            <a:off x="458788" y="1771650"/>
            <a:ext cx="7205662" cy="1500188"/>
            <a:chOff x="240" y="1152"/>
            <a:chExt cx="4878" cy="1014"/>
          </a:xfrm>
        </p:grpSpPr>
        <p:graphicFrame>
          <p:nvGraphicFramePr>
            <p:cNvPr id="1027" name="Object 3">
              <a:extLst>
                <a:ext uri="{FF2B5EF4-FFF2-40B4-BE49-F238E27FC236}">
                  <a16:creationId xmlns:a16="http://schemas.microsoft.com/office/drawing/2014/main" id="{ABC2A7A9-CC1A-4075-A11B-33F8B4BCB2DC}"/>
                </a:ext>
              </a:extLst>
            </p:cNvPr>
            <p:cNvGraphicFramePr>
              <a:graphicFrameLocks noChangeAspect="1"/>
            </p:cNvGraphicFramePr>
            <p:nvPr/>
          </p:nvGraphicFramePr>
          <p:xfrm>
            <a:off x="1152" y="1152"/>
            <a:ext cx="3966" cy="1014"/>
          </p:xfrm>
          <a:graphic>
            <a:graphicData uri="http://schemas.openxmlformats.org/presentationml/2006/ole">
              <mc:AlternateContent xmlns:mc="http://schemas.openxmlformats.org/markup-compatibility/2006">
                <mc:Choice xmlns:v="urn:schemas-microsoft-com:vml" Requires="v">
                  <p:oleObj spid="_x0000_s1026" name="位图图像" r:id="rId3" imgW="6295238" imgH="1609524" progId="PBrush">
                    <p:embed/>
                  </p:oleObj>
                </mc:Choice>
                <mc:Fallback>
                  <p:oleObj name="位图图像" r:id="rId3" imgW="6295238" imgH="1609524" progId="PBrush">
                    <p:embed/>
                    <p:pic>
                      <p:nvPicPr>
                        <p:cNvPr id="1027" name="Object 3">
                          <a:extLst>
                            <a:ext uri="{FF2B5EF4-FFF2-40B4-BE49-F238E27FC236}">
                              <a16:creationId xmlns:a16="http://schemas.microsoft.com/office/drawing/2014/main" id="{ABC2A7A9-CC1A-4075-A11B-33F8B4BCB2D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2" y="1152"/>
                          <a:ext cx="3966" cy="10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88" name="Text Box 1037">
              <a:extLst>
                <a:ext uri="{FF2B5EF4-FFF2-40B4-BE49-F238E27FC236}">
                  <a16:creationId xmlns:a16="http://schemas.microsoft.com/office/drawing/2014/main" id="{18F6DB74-2F4F-4D54-B950-293E5D4BD4B7}"/>
                </a:ext>
              </a:extLst>
            </p:cNvPr>
            <p:cNvSpPr txBox="1">
              <a:spLocks noChangeArrowheads="1"/>
            </p:cNvSpPr>
            <p:nvPr/>
          </p:nvSpPr>
          <p:spPr bwMode="auto">
            <a:xfrm>
              <a:off x="240" y="1392"/>
              <a:ext cx="864" cy="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800" b="1">
                  <a:latin typeface="华文新魏" panose="02010800040101010101" pitchFamily="2" charset="-122"/>
                  <a:ea typeface="华文新魏" panose="02010800040101010101" pitchFamily="2" charset="-122"/>
                </a:rPr>
                <a:t>计算机 硬件系统</a:t>
              </a:r>
              <a:r>
                <a:rPr lang="en-US" altLang="zh-CN" sz="1800" b="1">
                  <a:latin typeface="华文新魏" panose="02010800040101010101" pitchFamily="2" charset="-122"/>
                  <a:ea typeface="华文新魏" panose="02010800040101010101" pitchFamily="2" charset="-122"/>
                </a:rPr>
                <a:t>(</a:t>
              </a:r>
              <a:r>
                <a:rPr lang="zh-CN" altLang="en-US" sz="1800" b="1">
                  <a:latin typeface="华文新魏" panose="02010800040101010101" pitchFamily="2" charset="-122"/>
                  <a:ea typeface="华文新魏" panose="02010800040101010101" pitchFamily="2" charset="-122"/>
                </a:rPr>
                <a:t>主板</a:t>
              </a:r>
              <a:r>
                <a:rPr lang="en-US" altLang="zh-CN" sz="1800" b="1">
                  <a:latin typeface="华文新魏" panose="02010800040101010101" pitchFamily="2" charset="-122"/>
                  <a:ea typeface="华文新魏" panose="02010800040101010101" pitchFamily="2" charset="-122"/>
                </a:rPr>
                <a:t>)</a:t>
              </a:r>
            </a:p>
          </p:txBody>
        </p:sp>
      </p:grpSp>
      <p:grpSp>
        <p:nvGrpSpPr>
          <p:cNvPr id="5" name="组合 66">
            <a:extLst>
              <a:ext uri="{FF2B5EF4-FFF2-40B4-BE49-F238E27FC236}">
                <a16:creationId xmlns:a16="http://schemas.microsoft.com/office/drawing/2014/main" id="{2EB55FD5-01E2-4E9F-9C2A-03A17C481F3B}"/>
              </a:ext>
            </a:extLst>
          </p:cNvPr>
          <p:cNvGrpSpPr>
            <a:grpSpLocks/>
          </p:cNvGrpSpPr>
          <p:nvPr/>
        </p:nvGrpSpPr>
        <p:grpSpPr bwMode="auto">
          <a:xfrm>
            <a:off x="458788" y="2765425"/>
            <a:ext cx="2127250" cy="3406775"/>
            <a:chOff x="533400" y="3070340"/>
            <a:chExt cx="2126974" cy="3406660"/>
          </a:xfrm>
        </p:grpSpPr>
        <p:sp>
          <p:nvSpPr>
            <p:cNvPr id="1081" name="Text Box 1041">
              <a:extLst>
                <a:ext uri="{FF2B5EF4-FFF2-40B4-BE49-F238E27FC236}">
                  <a16:creationId xmlns:a16="http://schemas.microsoft.com/office/drawing/2014/main" id="{DEBF6C1D-A86C-4AA7-8AB4-D703597574D9}"/>
                </a:ext>
              </a:extLst>
            </p:cNvPr>
            <p:cNvSpPr txBox="1">
              <a:spLocks noChangeArrowheads="1"/>
            </p:cNvSpPr>
            <p:nvPr/>
          </p:nvSpPr>
          <p:spPr bwMode="auto">
            <a:xfrm>
              <a:off x="533400" y="4915614"/>
              <a:ext cx="992588" cy="852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800" b="1">
                  <a:latin typeface="华文新魏" panose="02010800040101010101" pitchFamily="2" charset="-122"/>
                  <a:ea typeface="华文新魏" panose="02010800040101010101" pitchFamily="2" charset="-122"/>
                </a:rPr>
                <a:t>计算机   软件系统运行时</a:t>
              </a:r>
            </a:p>
          </p:txBody>
        </p:sp>
        <p:sp>
          <p:nvSpPr>
            <p:cNvPr id="1082" name="AutoShape 1042">
              <a:extLst>
                <a:ext uri="{FF2B5EF4-FFF2-40B4-BE49-F238E27FC236}">
                  <a16:creationId xmlns:a16="http://schemas.microsoft.com/office/drawing/2014/main" id="{9B30D817-22A6-473B-97F2-BF268C8F2CFA}"/>
                </a:ext>
              </a:extLst>
            </p:cNvPr>
            <p:cNvSpPr>
              <a:spLocks noChangeArrowheads="1"/>
            </p:cNvSpPr>
            <p:nvPr/>
          </p:nvSpPr>
          <p:spPr bwMode="auto">
            <a:xfrm>
              <a:off x="887896" y="3070340"/>
              <a:ext cx="354496" cy="1774302"/>
            </a:xfrm>
            <a:prstGeom prst="downArrow">
              <a:avLst>
                <a:gd name="adj1" fmla="val 59370"/>
                <a:gd name="adj2" fmla="val 77672"/>
              </a:avLst>
            </a:prstGeom>
            <a:gradFill rotWithShape="0">
              <a:gsLst>
                <a:gs pos="0">
                  <a:srgbClr val="00FFFF"/>
                </a:gs>
                <a:gs pos="50000">
                  <a:srgbClr val="007676"/>
                </a:gs>
                <a:gs pos="100000">
                  <a:srgbClr val="00FFFF"/>
                </a:gs>
              </a:gsLst>
              <a:lin ang="0" scaled="1"/>
            </a:gradFill>
            <a:ln w="9525">
              <a:solidFill>
                <a:schemeClr val="tx1"/>
              </a:solidFill>
              <a:miter lim="800000"/>
              <a:headEnd/>
              <a:tailEnd/>
            </a:ln>
          </p:spPr>
          <p:txBody>
            <a:bodyPr vert="eaVert"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1083" name="Group 1162">
              <a:extLst>
                <a:ext uri="{FF2B5EF4-FFF2-40B4-BE49-F238E27FC236}">
                  <a16:creationId xmlns:a16="http://schemas.microsoft.com/office/drawing/2014/main" id="{4D22312A-5E34-4CDE-AA1C-74003E16D670}"/>
                </a:ext>
              </a:extLst>
            </p:cNvPr>
            <p:cNvGrpSpPr>
              <a:grpSpLocks/>
            </p:cNvGrpSpPr>
            <p:nvPr/>
          </p:nvGrpSpPr>
          <p:grpSpPr bwMode="auto">
            <a:xfrm>
              <a:off x="1596887" y="3992977"/>
              <a:ext cx="1063487" cy="2484023"/>
              <a:chOff x="960" y="2448"/>
              <a:chExt cx="720" cy="1680"/>
            </a:xfrm>
          </p:grpSpPr>
          <p:sp>
            <p:nvSpPr>
              <p:cNvPr id="422931" name="Rectangle 1043">
                <a:extLst>
                  <a:ext uri="{FF2B5EF4-FFF2-40B4-BE49-F238E27FC236}">
                    <a16:creationId xmlns:a16="http://schemas.microsoft.com/office/drawing/2014/main" id="{29AE7B78-9E6C-4DC1-A7B5-AE207BD43A9B}"/>
                  </a:ext>
                </a:extLst>
              </p:cNvPr>
              <p:cNvSpPr>
                <a:spLocks noChangeArrowheads="1"/>
              </p:cNvSpPr>
              <p:nvPr/>
            </p:nvSpPr>
            <p:spPr bwMode="auto">
              <a:xfrm>
                <a:off x="1104" y="2448"/>
                <a:ext cx="576" cy="480"/>
              </a:xfrm>
              <a:prstGeom prst="rect">
                <a:avLst/>
              </a:prstGeom>
              <a:solidFill>
                <a:srgbClr val="FFCC99"/>
              </a:solidFill>
              <a:ln w="9525">
                <a:solidFill>
                  <a:schemeClr val="tx1"/>
                </a:solidFill>
                <a:miter lim="800000"/>
                <a:headEnd/>
                <a:tailEnd/>
              </a:ln>
              <a:effectLst>
                <a:outerShdw dist="107763" dir="18900000" algn="ctr" rotWithShape="0">
                  <a:schemeClr val="bg2"/>
                </a:outerShdw>
              </a:effectLst>
            </p:spPr>
            <p:txBody>
              <a:bodyPr lIns="18000" tIns="10800" rIns="18000" bIns="10800" anchor="ctr"/>
              <a:lstStyle/>
              <a:p>
                <a:pPr algn="ctr">
                  <a:defRPr/>
                </a:pPr>
                <a:r>
                  <a:rPr lang="zh-CN" altLang="en-US" sz="1400" b="1" dirty="0">
                    <a:latin typeface="宋体" charset="-122"/>
                  </a:rPr>
                  <a:t>建立     可信链</a:t>
                </a:r>
              </a:p>
            </p:txBody>
          </p:sp>
          <p:sp>
            <p:nvSpPr>
              <p:cNvPr id="422932" name="Rectangle 1044">
                <a:extLst>
                  <a:ext uri="{FF2B5EF4-FFF2-40B4-BE49-F238E27FC236}">
                    <a16:creationId xmlns:a16="http://schemas.microsoft.com/office/drawing/2014/main" id="{C4B0DA41-FD34-44C3-AFAD-28EC68A5EB40}"/>
                  </a:ext>
                </a:extLst>
              </p:cNvPr>
              <p:cNvSpPr>
                <a:spLocks noChangeArrowheads="1"/>
              </p:cNvSpPr>
              <p:nvPr/>
            </p:nvSpPr>
            <p:spPr bwMode="auto">
              <a:xfrm>
                <a:off x="1104" y="3214"/>
                <a:ext cx="576" cy="380"/>
              </a:xfrm>
              <a:prstGeom prst="rect">
                <a:avLst/>
              </a:prstGeom>
              <a:solidFill>
                <a:srgbClr val="FFCC99"/>
              </a:solidFill>
              <a:ln w="9525">
                <a:solidFill>
                  <a:schemeClr val="tx1"/>
                </a:solidFill>
                <a:miter lim="800000"/>
                <a:headEnd/>
                <a:tailEnd/>
              </a:ln>
              <a:effectLst>
                <a:outerShdw dist="107763" dir="18900000" algn="ctr" rotWithShape="0">
                  <a:schemeClr val="bg2"/>
                </a:outerShdw>
              </a:effectLst>
            </p:spPr>
            <p:txBody>
              <a:bodyPr lIns="18000" tIns="10800" rIns="18000" bIns="10800" anchor="ctr"/>
              <a:lstStyle/>
              <a:p>
                <a:pPr algn="ctr">
                  <a:defRPr/>
                </a:pPr>
                <a:r>
                  <a:rPr lang="zh-CN" altLang="en-US" sz="1400" b="1" dirty="0">
                    <a:latin typeface="Arial" charset="0"/>
                  </a:rPr>
                  <a:t>标识平台身份</a:t>
                </a:r>
              </a:p>
            </p:txBody>
          </p:sp>
          <p:sp>
            <p:nvSpPr>
              <p:cNvPr id="422933" name="Rectangle 1045">
                <a:extLst>
                  <a:ext uri="{FF2B5EF4-FFF2-40B4-BE49-F238E27FC236}">
                    <a16:creationId xmlns:a16="http://schemas.microsoft.com/office/drawing/2014/main" id="{E745F70A-433B-4B8E-961B-E26A259E2B5C}"/>
                  </a:ext>
                </a:extLst>
              </p:cNvPr>
              <p:cNvSpPr>
                <a:spLocks noChangeArrowheads="1"/>
              </p:cNvSpPr>
              <p:nvPr/>
            </p:nvSpPr>
            <p:spPr bwMode="auto">
              <a:xfrm>
                <a:off x="1104" y="3744"/>
                <a:ext cx="576" cy="384"/>
              </a:xfrm>
              <a:prstGeom prst="rect">
                <a:avLst/>
              </a:prstGeom>
              <a:solidFill>
                <a:srgbClr val="FFCC99"/>
              </a:solidFill>
              <a:ln w="9525">
                <a:solidFill>
                  <a:schemeClr val="tx1"/>
                </a:solidFill>
                <a:miter lim="800000"/>
                <a:headEnd/>
                <a:tailEnd/>
              </a:ln>
              <a:effectLst>
                <a:outerShdw dist="107763" dir="18900000" algn="ctr" rotWithShape="0">
                  <a:schemeClr val="bg2"/>
                </a:outerShdw>
              </a:effectLst>
            </p:spPr>
            <p:txBody>
              <a:bodyPr lIns="18000" tIns="10800" rIns="18000" bIns="10800" anchor="ctr"/>
              <a:lstStyle/>
              <a:p>
                <a:pPr algn="ctr">
                  <a:defRPr/>
                </a:pPr>
                <a:r>
                  <a:rPr lang="zh-CN" altLang="en-US" sz="1400" b="1" dirty="0">
                    <a:latin typeface="Arial" charset="0"/>
                  </a:rPr>
                  <a:t>保护 </a:t>
                </a:r>
                <a:endParaRPr lang="en-US" altLang="zh-CN" sz="1400" b="1" dirty="0">
                  <a:latin typeface="Arial" charset="0"/>
                </a:endParaRPr>
              </a:p>
              <a:p>
                <a:pPr algn="ctr">
                  <a:defRPr/>
                </a:pPr>
                <a:r>
                  <a:rPr lang="zh-CN" altLang="en-US" sz="1400" b="1" dirty="0">
                    <a:latin typeface="Arial" charset="0"/>
                  </a:rPr>
                  <a:t>密钥</a:t>
                </a:r>
              </a:p>
            </p:txBody>
          </p:sp>
          <p:sp>
            <p:nvSpPr>
              <p:cNvPr id="1087" name="AutoShape 1047">
                <a:extLst>
                  <a:ext uri="{FF2B5EF4-FFF2-40B4-BE49-F238E27FC236}">
                    <a16:creationId xmlns:a16="http://schemas.microsoft.com/office/drawing/2014/main" id="{94C8DE40-3E2D-45EF-B53C-A664842940A8}"/>
                  </a:ext>
                </a:extLst>
              </p:cNvPr>
              <p:cNvSpPr>
                <a:spLocks/>
              </p:cNvSpPr>
              <p:nvPr/>
            </p:nvSpPr>
            <p:spPr bwMode="auto">
              <a:xfrm>
                <a:off x="960" y="2736"/>
                <a:ext cx="96" cy="1200"/>
              </a:xfrm>
              <a:prstGeom prst="leftBrace">
                <a:avLst>
                  <a:gd name="adj1" fmla="val 104167"/>
                  <a:gd name="adj2" fmla="val 50000"/>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grpSp>
        <p:nvGrpSpPr>
          <p:cNvPr id="7" name="Group 1133">
            <a:extLst>
              <a:ext uri="{FF2B5EF4-FFF2-40B4-BE49-F238E27FC236}">
                <a16:creationId xmlns:a16="http://schemas.microsoft.com/office/drawing/2014/main" id="{7A9A7E0C-B92B-40F2-B6BE-75AAD095DD46}"/>
              </a:ext>
            </a:extLst>
          </p:cNvPr>
          <p:cNvGrpSpPr>
            <a:grpSpLocks/>
          </p:cNvGrpSpPr>
          <p:nvPr/>
        </p:nvGrpSpPr>
        <p:grpSpPr bwMode="auto">
          <a:xfrm>
            <a:off x="2655888" y="3121025"/>
            <a:ext cx="5743575" cy="1560513"/>
            <a:chOff x="1728" y="2064"/>
            <a:chExt cx="3888" cy="1056"/>
          </a:xfrm>
        </p:grpSpPr>
        <p:sp>
          <p:nvSpPr>
            <p:cNvPr id="1053" name="AutoShape 1046">
              <a:extLst>
                <a:ext uri="{FF2B5EF4-FFF2-40B4-BE49-F238E27FC236}">
                  <a16:creationId xmlns:a16="http://schemas.microsoft.com/office/drawing/2014/main" id="{4E7A9838-1F52-4AB9-9BE4-2AA5E3FC0F1E}"/>
                </a:ext>
              </a:extLst>
            </p:cNvPr>
            <p:cNvSpPr>
              <a:spLocks noChangeArrowheads="1"/>
            </p:cNvSpPr>
            <p:nvPr/>
          </p:nvSpPr>
          <p:spPr bwMode="auto">
            <a:xfrm>
              <a:off x="1728" y="2496"/>
              <a:ext cx="144" cy="336"/>
            </a:xfrm>
            <a:prstGeom prst="rightArrow">
              <a:avLst>
                <a:gd name="adj1" fmla="val 50000"/>
                <a:gd name="adj2" fmla="val 25000"/>
              </a:avLst>
            </a:prstGeom>
            <a:gradFill rotWithShape="0">
              <a:gsLst>
                <a:gs pos="0">
                  <a:srgbClr val="007676"/>
                </a:gs>
                <a:gs pos="50000">
                  <a:srgbClr val="00FFFF"/>
                </a:gs>
                <a:gs pos="100000">
                  <a:srgbClr val="007676"/>
                </a:gs>
              </a:gsLst>
              <a:lin ang="5400000" scaled="1"/>
            </a:gradFill>
            <a:ln w="9525">
              <a:solidFill>
                <a:schemeClr val="tx1"/>
              </a:solidFill>
              <a:miter lim="800000"/>
              <a:headEnd/>
              <a:tailEnd/>
            </a:ln>
          </p:spPr>
          <p:txBody>
            <a:bodyPr vert="eaVert"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54" name="Rectangle 1078">
              <a:extLst>
                <a:ext uri="{FF2B5EF4-FFF2-40B4-BE49-F238E27FC236}">
                  <a16:creationId xmlns:a16="http://schemas.microsoft.com/office/drawing/2014/main" id="{C9B46477-4B84-447A-87CA-16315CC80A1F}"/>
                </a:ext>
              </a:extLst>
            </p:cNvPr>
            <p:cNvSpPr>
              <a:spLocks noChangeArrowheads="1"/>
            </p:cNvSpPr>
            <p:nvPr/>
          </p:nvSpPr>
          <p:spPr bwMode="auto">
            <a:xfrm>
              <a:off x="1968" y="2544"/>
              <a:ext cx="288" cy="19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b="1">
                  <a:latin typeface="华文细黑" panose="02010600040101010101" pitchFamily="2" charset="-122"/>
                  <a:ea typeface="华文细黑" panose="02010600040101010101" pitchFamily="2" charset="-122"/>
                </a:rPr>
                <a:t>加电</a:t>
              </a:r>
            </a:p>
          </p:txBody>
        </p:sp>
        <p:sp>
          <p:nvSpPr>
            <p:cNvPr id="1055" name="Rectangle 1079">
              <a:extLst>
                <a:ext uri="{FF2B5EF4-FFF2-40B4-BE49-F238E27FC236}">
                  <a16:creationId xmlns:a16="http://schemas.microsoft.com/office/drawing/2014/main" id="{927A965C-BB15-49AE-84A7-10F105DBDA7D}"/>
                </a:ext>
              </a:extLst>
            </p:cNvPr>
            <p:cNvSpPr>
              <a:spLocks noChangeArrowheads="1"/>
            </p:cNvSpPr>
            <p:nvPr/>
          </p:nvSpPr>
          <p:spPr bwMode="auto">
            <a:xfrm>
              <a:off x="2352" y="2352"/>
              <a:ext cx="313" cy="192"/>
            </a:xfrm>
            <a:prstGeom prst="rect">
              <a:avLst/>
            </a:prstGeom>
            <a:solidFill>
              <a:schemeClr val="bg1"/>
            </a:solidFill>
            <a:ln w="19050">
              <a:solidFill>
                <a:srgbClr val="FF0000"/>
              </a:solidFill>
              <a:miter lim="800000"/>
              <a:headEnd/>
              <a:tailEnd/>
            </a:ln>
          </p:spPr>
          <p:txBody>
            <a:bodyPr lIns="18000" tIns="10800" rIns="18000" bIns="108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a:latin typeface="华文细黑" panose="02010600040101010101" pitchFamily="2" charset="-122"/>
                  <a:ea typeface="华文细黑" panose="02010600040101010101" pitchFamily="2" charset="-122"/>
                </a:rPr>
                <a:t>BIOS</a:t>
              </a:r>
            </a:p>
          </p:txBody>
        </p:sp>
        <p:sp>
          <p:nvSpPr>
            <p:cNvPr id="1056" name="Rectangle 1080">
              <a:extLst>
                <a:ext uri="{FF2B5EF4-FFF2-40B4-BE49-F238E27FC236}">
                  <a16:creationId xmlns:a16="http://schemas.microsoft.com/office/drawing/2014/main" id="{8D3436C7-59FC-4874-A509-D77140E3369D}"/>
                </a:ext>
              </a:extLst>
            </p:cNvPr>
            <p:cNvSpPr>
              <a:spLocks noChangeArrowheads="1"/>
            </p:cNvSpPr>
            <p:nvPr/>
          </p:nvSpPr>
          <p:spPr bwMode="auto">
            <a:xfrm>
              <a:off x="2809" y="2352"/>
              <a:ext cx="311" cy="192"/>
            </a:xfrm>
            <a:prstGeom prst="rect">
              <a:avLst/>
            </a:prstGeom>
            <a:solidFill>
              <a:schemeClr val="bg1"/>
            </a:solidFill>
            <a:ln w="19050">
              <a:solidFill>
                <a:srgbClr val="FF0000"/>
              </a:solidFill>
              <a:miter lim="800000"/>
              <a:headEnd/>
              <a:tailEnd/>
            </a:ln>
          </p:spPr>
          <p:txBody>
            <a:bodyPr lIns="18000" tIns="10800" rIns="18000" bIns="108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latin typeface="华文细黑" panose="02010600040101010101" pitchFamily="2" charset="-122"/>
                  <a:ea typeface="华文细黑" panose="02010600040101010101" pitchFamily="2" charset="-122"/>
                </a:rPr>
                <a:t>自检</a:t>
              </a:r>
            </a:p>
          </p:txBody>
        </p:sp>
        <p:sp>
          <p:nvSpPr>
            <p:cNvPr id="1057" name="Rectangle 1081">
              <a:extLst>
                <a:ext uri="{FF2B5EF4-FFF2-40B4-BE49-F238E27FC236}">
                  <a16:creationId xmlns:a16="http://schemas.microsoft.com/office/drawing/2014/main" id="{07B2B3A8-762E-40A6-858F-775F8327DD8B}"/>
                </a:ext>
              </a:extLst>
            </p:cNvPr>
            <p:cNvSpPr>
              <a:spLocks noChangeArrowheads="1"/>
            </p:cNvSpPr>
            <p:nvPr/>
          </p:nvSpPr>
          <p:spPr bwMode="auto">
            <a:xfrm>
              <a:off x="3309" y="2352"/>
              <a:ext cx="483" cy="192"/>
            </a:xfrm>
            <a:prstGeom prst="rect">
              <a:avLst/>
            </a:prstGeom>
            <a:solidFill>
              <a:schemeClr val="bg1"/>
            </a:solidFill>
            <a:ln w="19050">
              <a:solidFill>
                <a:srgbClr val="FF0000"/>
              </a:solidFill>
              <a:miter lim="800000"/>
              <a:headEnd/>
              <a:tailEnd/>
            </a:ln>
          </p:spPr>
          <p:txBody>
            <a:bodyPr lIns="18000" tIns="10800" rIns="18000" bIns="108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latin typeface="华文细黑" panose="02010600040101010101" pitchFamily="2" charset="-122"/>
                  <a:ea typeface="华文细黑" panose="02010600040101010101" pitchFamily="2" charset="-122"/>
                </a:rPr>
                <a:t>主引导区</a:t>
              </a:r>
            </a:p>
          </p:txBody>
        </p:sp>
        <p:sp>
          <p:nvSpPr>
            <p:cNvPr id="1058" name="Rectangle 1082">
              <a:extLst>
                <a:ext uri="{FF2B5EF4-FFF2-40B4-BE49-F238E27FC236}">
                  <a16:creationId xmlns:a16="http://schemas.microsoft.com/office/drawing/2014/main" id="{7C11C3C4-43E4-40EC-AFF8-D17E72CB2EBA}"/>
                </a:ext>
              </a:extLst>
            </p:cNvPr>
            <p:cNvSpPr>
              <a:spLocks noChangeArrowheads="1"/>
            </p:cNvSpPr>
            <p:nvPr/>
          </p:nvSpPr>
          <p:spPr bwMode="auto">
            <a:xfrm>
              <a:off x="2352" y="2736"/>
              <a:ext cx="2736" cy="288"/>
            </a:xfrm>
            <a:prstGeom prst="rect">
              <a:avLst/>
            </a:prstGeom>
            <a:solidFill>
              <a:srgbClr val="EAEAEA"/>
            </a:solidFill>
            <a:ln w="22225">
              <a:solidFill>
                <a:srgbClr val="000080"/>
              </a:solidFill>
              <a:miter lim="800000"/>
              <a:headEnd/>
              <a:tailEnd/>
            </a:ln>
          </p:spPr>
          <p:txBody>
            <a:bodyPr wrap="none" anchor="b"/>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a:latin typeface="华文细黑" panose="02010600040101010101" pitchFamily="2" charset="-122"/>
                  <a:ea typeface="华文细黑" panose="02010600040101010101" pitchFamily="2" charset="-122"/>
                </a:rPr>
                <a:t>  </a:t>
              </a:r>
              <a:r>
                <a:rPr lang="zh-CN" altLang="en-US" sz="1200" b="1">
                  <a:latin typeface="华文细黑" panose="02010600040101010101" pitchFamily="2" charset="-122"/>
                  <a:ea typeface="华文细黑" panose="02010600040101010101" pitchFamily="2" charset="-122"/>
                </a:rPr>
                <a:t>可信密码模块</a:t>
              </a:r>
            </a:p>
          </p:txBody>
        </p:sp>
        <p:sp>
          <p:nvSpPr>
            <p:cNvPr id="1059" name="Line 1083">
              <a:extLst>
                <a:ext uri="{FF2B5EF4-FFF2-40B4-BE49-F238E27FC236}">
                  <a16:creationId xmlns:a16="http://schemas.microsoft.com/office/drawing/2014/main" id="{C5B35A39-A51D-47BB-AA06-CBDC3BD3D774}"/>
                </a:ext>
              </a:extLst>
            </p:cNvPr>
            <p:cNvSpPr>
              <a:spLocks noChangeShapeType="1"/>
            </p:cNvSpPr>
            <p:nvPr/>
          </p:nvSpPr>
          <p:spPr bwMode="auto">
            <a:xfrm>
              <a:off x="2662" y="2448"/>
              <a:ext cx="136" cy="0"/>
            </a:xfrm>
            <a:prstGeom prst="line">
              <a:avLst/>
            </a:prstGeom>
            <a:noFill/>
            <a:ln w="22225">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1060" name="Line 1084">
              <a:extLst>
                <a:ext uri="{FF2B5EF4-FFF2-40B4-BE49-F238E27FC236}">
                  <a16:creationId xmlns:a16="http://schemas.microsoft.com/office/drawing/2014/main" id="{3086BE50-6757-421C-8852-627581C864BE}"/>
                </a:ext>
              </a:extLst>
            </p:cNvPr>
            <p:cNvSpPr>
              <a:spLocks noChangeShapeType="1"/>
            </p:cNvSpPr>
            <p:nvPr/>
          </p:nvSpPr>
          <p:spPr bwMode="auto">
            <a:xfrm>
              <a:off x="3140" y="2448"/>
              <a:ext cx="172" cy="0"/>
            </a:xfrm>
            <a:prstGeom prst="line">
              <a:avLst/>
            </a:prstGeom>
            <a:noFill/>
            <a:ln w="22225">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1061" name="Rectangle 1085">
              <a:extLst>
                <a:ext uri="{FF2B5EF4-FFF2-40B4-BE49-F238E27FC236}">
                  <a16:creationId xmlns:a16="http://schemas.microsoft.com/office/drawing/2014/main" id="{6CF12390-68D5-4D8B-88C6-ADC9F0F0291C}"/>
                </a:ext>
              </a:extLst>
            </p:cNvPr>
            <p:cNvSpPr>
              <a:spLocks noChangeArrowheads="1"/>
            </p:cNvSpPr>
            <p:nvPr/>
          </p:nvSpPr>
          <p:spPr bwMode="auto">
            <a:xfrm>
              <a:off x="3936" y="2352"/>
              <a:ext cx="528" cy="192"/>
            </a:xfrm>
            <a:prstGeom prst="rect">
              <a:avLst/>
            </a:prstGeom>
            <a:solidFill>
              <a:schemeClr val="bg1"/>
            </a:solidFill>
            <a:ln w="19050">
              <a:solidFill>
                <a:srgbClr val="FF0000"/>
              </a:solidFill>
              <a:miter lim="800000"/>
              <a:headEnd/>
              <a:tailEnd/>
            </a:ln>
          </p:spPr>
          <p:txBody>
            <a:bodyPr lIns="18000" tIns="10800" rIns="18000" bIns="108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a:latin typeface="华文细黑" panose="02010600040101010101" pitchFamily="2" charset="-122"/>
                  <a:ea typeface="华文细黑" panose="02010600040101010101" pitchFamily="2" charset="-122"/>
                </a:rPr>
                <a:t>OS</a:t>
              </a:r>
              <a:r>
                <a:rPr lang="zh-CN" altLang="en-US" sz="1200" b="1">
                  <a:latin typeface="华文细黑" panose="02010600040101010101" pitchFamily="2" charset="-122"/>
                  <a:ea typeface="华文细黑" panose="02010600040101010101" pitchFamily="2" charset="-122"/>
                </a:rPr>
                <a:t>装载器</a:t>
              </a:r>
            </a:p>
          </p:txBody>
        </p:sp>
        <p:sp>
          <p:nvSpPr>
            <p:cNvPr id="1062" name="Rectangle 1086">
              <a:extLst>
                <a:ext uri="{FF2B5EF4-FFF2-40B4-BE49-F238E27FC236}">
                  <a16:creationId xmlns:a16="http://schemas.microsoft.com/office/drawing/2014/main" id="{82C6149F-25B5-4A37-A2A6-64C4B4E6F013}"/>
                </a:ext>
              </a:extLst>
            </p:cNvPr>
            <p:cNvSpPr>
              <a:spLocks noChangeArrowheads="1"/>
            </p:cNvSpPr>
            <p:nvPr/>
          </p:nvSpPr>
          <p:spPr bwMode="auto">
            <a:xfrm>
              <a:off x="4608" y="2352"/>
              <a:ext cx="480" cy="192"/>
            </a:xfrm>
            <a:prstGeom prst="rect">
              <a:avLst/>
            </a:prstGeom>
            <a:solidFill>
              <a:schemeClr val="bg1"/>
            </a:solidFill>
            <a:ln w="19050">
              <a:solidFill>
                <a:srgbClr val="FF0000"/>
              </a:solidFill>
              <a:miter lim="800000"/>
              <a:headEnd/>
              <a:tailEnd/>
            </a:ln>
          </p:spPr>
          <p:txBody>
            <a:bodyPr lIns="18000" tIns="10800" rIns="18000" bIns="108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a:latin typeface="华文细黑" panose="02010600040101010101" pitchFamily="2" charset="-122"/>
                  <a:ea typeface="华文细黑" panose="02010600040101010101" pitchFamily="2" charset="-122"/>
                </a:rPr>
                <a:t>OS</a:t>
              </a:r>
              <a:r>
                <a:rPr lang="zh-CN" altLang="en-US" sz="1200" b="1">
                  <a:latin typeface="华文细黑" panose="02010600040101010101" pitchFamily="2" charset="-122"/>
                  <a:ea typeface="华文细黑" panose="02010600040101010101" pitchFamily="2" charset="-122"/>
                </a:rPr>
                <a:t>内核</a:t>
              </a:r>
            </a:p>
          </p:txBody>
        </p:sp>
        <p:sp>
          <p:nvSpPr>
            <p:cNvPr id="1063" name="Line 1087">
              <a:extLst>
                <a:ext uri="{FF2B5EF4-FFF2-40B4-BE49-F238E27FC236}">
                  <a16:creationId xmlns:a16="http://schemas.microsoft.com/office/drawing/2014/main" id="{24EA3C39-4144-48B6-9E01-A2AB55BE7FB9}"/>
                </a:ext>
              </a:extLst>
            </p:cNvPr>
            <p:cNvSpPr>
              <a:spLocks noChangeShapeType="1"/>
            </p:cNvSpPr>
            <p:nvPr/>
          </p:nvSpPr>
          <p:spPr bwMode="auto">
            <a:xfrm>
              <a:off x="3792" y="2448"/>
              <a:ext cx="150" cy="0"/>
            </a:xfrm>
            <a:prstGeom prst="line">
              <a:avLst/>
            </a:prstGeom>
            <a:noFill/>
            <a:ln w="22225">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1064" name="Line 1088">
              <a:extLst>
                <a:ext uri="{FF2B5EF4-FFF2-40B4-BE49-F238E27FC236}">
                  <a16:creationId xmlns:a16="http://schemas.microsoft.com/office/drawing/2014/main" id="{14DF890F-313D-4346-8D92-E71A62484C84}"/>
                </a:ext>
              </a:extLst>
            </p:cNvPr>
            <p:cNvSpPr>
              <a:spLocks noChangeShapeType="1"/>
            </p:cNvSpPr>
            <p:nvPr/>
          </p:nvSpPr>
          <p:spPr bwMode="auto">
            <a:xfrm>
              <a:off x="4464" y="2448"/>
              <a:ext cx="150" cy="0"/>
            </a:xfrm>
            <a:prstGeom prst="line">
              <a:avLst/>
            </a:prstGeom>
            <a:noFill/>
            <a:ln w="22225">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1065" name="Rectangle 1089">
              <a:extLst>
                <a:ext uri="{FF2B5EF4-FFF2-40B4-BE49-F238E27FC236}">
                  <a16:creationId xmlns:a16="http://schemas.microsoft.com/office/drawing/2014/main" id="{9138E4C6-0563-4672-9046-970BA2A34829}"/>
                </a:ext>
              </a:extLst>
            </p:cNvPr>
            <p:cNvSpPr>
              <a:spLocks noChangeArrowheads="1"/>
            </p:cNvSpPr>
            <p:nvPr/>
          </p:nvSpPr>
          <p:spPr bwMode="auto">
            <a:xfrm>
              <a:off x="5232" y="2352"/>
              <a:ext cx="288" cy="672"/>
            </a:xfrm>
            <a:prstGeom prst="rect">
              <a:avLst/>
            </a:prstGeom>
            <a:solidFill>
              <a:schemeClr val="bg1"/>
            </a:solidFill>
            <a:ln w="19050">
              <a:solidFill>
                <a:srgbClr val="FF0000"/>
              </a:solidFill>
              <a:miter lim="800000"/>
              <a:headEnd/>
              <a:tailEnd/>
            </a:ln>
          </p:spPr>
          <p:txBody>
            <a:bodyPr lIns="18000" tIns="10800" rIns="18000" bIns="108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latin typeface="华文细黑" panose="02010600040101010101" pitchFamily="2" charset="-122"/>
                  <a:ea typeface="华文细黑" panose="02010600040101010101" pitchFamily="2" charset="-122"/>
                </a:rPr>
                <a:t>可信服务及可信应用</a:t>
              </a:r>
            </a:p>
          </p:txBody>
        </p:sp>
        <p:sp>
          <p:nvSpPr>
            <p:cNvPr id="1066" name="Line 1090">
              <a:extLst>
                <a:ext uri="{FF2B5EF4-FFF2-40B4-BE49-F238E27FC236}">
                  <a16:creationId xmlns:a16="http://schemas.microsoft.com/office/drawing/2014/main" id="{4A57B0E1-763C-45B8-9A95-01A17BF509F2}"/>
                </a:ext>
              </a:extLst>
            </p:cNvPr>
            <p:cNvSpPr>
              <a:spLocks noChangeShapeType="1"/>
            </p:cNvSpPr>
            <p:nvPr/>
          </p:nvSpPr>
          <p:spPr bwMode="auto">
            <a:xfrm>
              <a:off x="5088" y="2448"/>
              <a:ext cx="144" cy="0"/>
            </a:xfrm>
            <a:prstGeom prst="line">
              <a:avLst/>
            </a:prstGeom>
            <a:noFill/>
            <a:ln w="22225">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1067" name="Rectangle 1091">
              <a:extLst>
                <a:ext uri="{FF2B5EF4-FFF2-40B4-BE49-F238E27FC236}">
                  <a16:creationId xmlns:a16="http://schemas.microsoft.com/office/drawing/2014/main" id="{1DDA27D5-3974-426E-A53C-B6C74058883D}"/>
                </a:ext>
              </a:extLst>
            </p:cNvPr>
            <p:cNvSpPr>
              <a:spLocks noChangeArrowheads="1"/>
            </p:cNvSpPr>
            <p:nvPr/>
          </p:nvSpPr>
          <p:spPr bwMode="auto">
            <a:xfrm>
              <a:off x="2592" y="2784"/>
              <a:ext cx="672" cy="168"/>
            </a:xfrm>
            <a:prstGeom prst="rect">
              <a:avLst/>
            </a:prstGeom>
            <a:solidFill>
              <a:schemeClr val="bg1"/>
            </a:solidFill>
            <a:ln w="19050">
              <a:solidFill>
                <a:srgbClr val="000080"/>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latin typeface="华文细黑" panose="02010600040101010101" pitchFamily="2" charset="-122"/>
                  <a:ea typeface="华文细黑" panose="02010600040101010101" pitchFamily="2" charset="-122"/>
                </a:rPr>
                <a:t>认证控制模块</a:t>
              </a:r>
            </a:p>
          </p:txBody>
        </p:sp>
        <p:sp>
          <p:nvSpPr>
            <p:cNvPr id="1068" name="Rectangle 1092">
              <a:extLst>
                <a:ext uri="{FF2B5EF4-FFF2-40B4-BE49-F238E27FC236}">
                  <a16:creationId xmlns:a16="http://schemas.microsoft.com/office/drawing/2014/main" id="{B660236C-0D85-4377-A93B-E6D73B772AB1}"/>
                </a:ext>
              </a:extLst>
            </p:cNvPr>
            <p:cNvSpPr>
              <a:spLocks noChangeArrowheads="1"/>
            </p:cNvSpPr>
            <p:nvPr/>
          </p:nvSpPr>
          <p:spPr bwMode="auto">
            <a:xfrm>
              <a:off x="4272" y="2784"/>
              <a:ext cx="672" cy="168"/>
            </a:xfrm>
            <a:prstGeom prst="rect">
              <a:avLst/>
            </a:prstGeom>
            <a:solidFill>
              <a:schemeClr val="bg1"/>
            </a:solidFill>
            <a:ln w="19050">
              <a:solidFill>
                <a:srgbClr val="000080"/>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latin typeface="华文细黑" panose="02010600040101010101" pitchFamily="2" charset="-122"/>
                  <a:ea typeface="华文细黑" panose="02010600040101010101" pitchFamily="2" charset="-122"/>
                </a:rPr>
                <a:t>密码处理模块</a:t>
              </a:r>
            </a:p>
          </p:txBody>
        </p:sp>
        <p:sp>
          <p:nvSpPr>
            <p:cNvPr id="1069" name="Line 1093">
              <a:extLst>
                <a:ext uri="{FF2B5EF4-FFF2-40B4-BE49-F238E27FC236}">
                  <a16:creationId xmlns:a16="http://schemas.microsoft.com/office/drawing/2014/main" id="{A0573997-8977-42BA-A402-0A09286BAAB9}"/>
                </a:ext>
              </a:extLst>
            </p:cNvPr>
            <p:cNvSpPr>
              <a:spLocks noChangeShapeType="1"/>
            </p:cNvSpPr>
            <p:nvPr/>
          </p:nvSpPr>
          <p:spPr bwMode="auto">
            <a:xfrm>
              <a:off x="3264" y="2832"/>
              <a:ext cx="1008"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70" name="AutoShape 1094">
              <a:extLst>
                <a:ext uri="{FF2B5EF4-FFF2-40B4-BE49-F238E27FC236}">
                  <a16:creationId xmlns:a16="http://schemas.microsoft.com/office/drawing/2014/main" id="{8CD9E904-81F6-4F60-A609-03DF169DF442}"/>
                </a:ext>
              </a:extLst>
            </p:cNvPr>
            <p:cNvSpPr>
              <a:spLocks noChangeArrowheads="1"/>
            </p:cNvSpPr>
            <p:nvPr/>
          </p:nvSpPr>
          <p:spPr bwMode="auto">
            <a:xfrm>
              <a:off x="5088" y="2784"/>
              <a:ext cx="144" cy="96"/>
            </a:xfrm>
            <a:prstGeom prst="rightArrow">
              <a:avLst>
                <a:gd name="adj1" fmla="val 50000"/>
                <a:gd name="adj2" fmla="val 37500"/>
              </a:avLst>
            </a:prstGeom>
            <a:solidFill>
              <a:schemeClr val="bg1"/>
            </a:solidFill>
            <a:ln w="9525">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71" name="Line 1095">
              <a:extLst>
                <a:ext uri="{FF2B5EF4-FFF2-40B4-BE49-F238E27FC236}">
                  <a16:creationId xmlns:a16="http://schemas.microsoft.com/office/drawing/2014/main" id="{6DECAFFD-EA21-4983-8F1F-D071150F04AE}"/>
                </a:ext>
              </a:extLst>
            </p:cNvPr>
            <p:cNvSpPr>
              <a:spLocks noChangeShapeType="1"/>
            </p:cNvSpPr>
            <p:nvPr/>
          </p:nvSpPr>
          <p:spPr bwMode="auto">
            <a:xfrm flipV="1">
              <a:off x="2208" y="2448"/>
              <a:ext cx="144"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72" name="Line 1096">
              <a:extLst>
                <a:ext uri="{FF2B5EF4-FFF2-40B4-BE49-F238E27FC236}">
                  <a16:creationId xmlns:a16="http://schemas.microsoft.com/office/drawing/2014/main" id="{5E44BCC1-C1CB-4320-8A38-2F2D85DE2F81}"/>
                </a:ext>
              </a:extLst>
            </p:cNvPr>
            <p:cNvSpPr>
              <a:spLocks noChangeShapeType="1"/>
            </p:cNvSpPr>
            <p:nvPr/>
          </p:nvSpPr>
          <p:spPr bwMode="auto">
            <a:xfrm>
              <a:off x="2208" y="2736"/>
              <a:ext cx="144" cy="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73" name="Line 1097">
              <a:extLst>
                <a:ext uri="{FF2B5EF4-FFF2-40B4-BE49-F238E27FC236}">
                  <a16:creationId xmlns:a16="http://schemas.microsoft.com/office/drawing/2014/main" id="{821E9C05-88B2-4849-9E85-E1EF80AF92C9}"/>
                </a:ext>
              </a:extLst>
            </p:cNvPr>
            <p:cNvSpPr>
              <a:spLocks noChangeShapeType="1"/>
            </p:cNvSpPr>
            <p:nvPr/>
          </p:nvSpPr>
          <p:spPr bwMode="auto">
            <a:xfrm>
              <a:off x="2496" y="2544"/>
              <a:ext cx="0" cy="192"/>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74" name="Line 1098">
              <a:extLst>
                <a:ext uri="{FF2B5EF4-FFF2-40B4-BE49-F238E27FC236}">
                  <a16:creationId xmlns:a16="http://schemas.microsoft.com/office/drawing/2014/main" id="{8370FAC0-EDC5-47BE-ACCB-4F01153F6A1A}"/>
                </a:ext>
              </a:extLst>
            </p:cNvPr>
            <p:cNvSpPr>
              <a:spLocks noChangeShapeType="1"/>
            </p:cNvSpPr>
            <p:nvPr/>
          </p:nvSpPr>
          <p:spPr bwMode="auto">
            <a:xfrm>
              <a:off x="2976" y="2544"/>
              <a:ext cx="0" cy="192"/>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75" name="Line 1099">
              <a:extLst>
                <a:ext uri="{FF2B5EF4-FFF2-40B4-BE49-F238E27FC236}">
                  <a16:creationId xmlns:a16="http://schemas.microsoft.com/office/drawing/2014/main" id="{01C27222-F42F-4D9F-95FA-CC70D4BA024A}"/>
                </a:ext>
              </a:extLst>
            </p:cNvPr>
            <p:cNvSpPr>
              <a:spLocks noChangeShapeType="1"/>
            </p:cNvSpPr>
            <p:nvPr/>
          </p:nvSpPr>
          <p:spPr bwMode="auto">
            <a:xfrm>
              <a:off x="3504" y="2544"/>
              <a:ext cx="0" cy="192"/>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76" name="Line 1100">
              <a:extLst>
                <a:ext uri="{FF2B5EF4-FFF2-40B4-BE49-F238E27FC236}">
                  <a16:creationId xmlns:a16="http://schemas.microsoft.com/office/drawing/2014/main" id="{3E2B57F9-D1F4-4552-AEFD-3E2EC95D57EF}"/>
                </a:ext>
              </a:extLst>
            </p:cNvPr>
            <p:cNvSpPr>
              <a:spLocks noChangeShapeType="1"/>
            </p:cNvSpPr>
            <p:nvPr/>
          </p:nvSpPr>
          <p:spPr bwMode="auto">
            <a:xfrm>
              <a:off x="4176" y="2544"/>
              <a:ext cx="0" cy="192"/>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77" name="Line 1101">
              <a:extLst>
                <a:ext uri="{FF2B5EF4-FFF2-40B4-BE49-F238E27FC236}">
                  <a16:creationId xmlns:a16="http://schemas.microsoft.com/office/drawing/2014/main" id="{350026B9-331F-449A-8D32-0459735FAFC4}"/>
                </a:ext>
              </a:extLst>
            </p:cNvPr>
            <p:cNvSpPr>
              <a:spLocks noChangeShapeType="1"/>
            </p:cNvSpPr>
            <p:nvPr/>
          </p:nvSpPr>
          <p:spPr bwMode="auto">
            <a:xfrm>
              <a:off x="4848" y="2544"/>
              <a:ext cx="0" cy="192"/>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78" name="AutoShape 1102">
              <a:extLst>
                <a:ext uri="{FF2B5EF4-FFF2-40B4-BE49-F238E27FC236}">
                  <a16:creationId xmlns:a16="http://schemas.microsoft.com/office/drawing/2014/main" id="{DD5FF832-797C-423B-BD07-573B686820D0}"/>
                </a:ext>
              </a:extLst>
            </p:cNvPr>
            <p:cNvSpPr>
              <a:spLocks noChangeArrowheads="1"/>
            </p:cNvSpPr>
            <p:nvPr/>
          </p:nvSpPr>
          <p:spPr bwMode="auto">
            <a:xfrm>
              <a:off x="2592" y="2208"/>
              <a:ext cx="2448" cy="70"/>
            </a:xfrm>
            <a:prstGeom prst="rightArrow">
              <a:avLst>
                <a:gd name="adj1" fmla="val 50000"/>
                <a:gd name="adj2" fmla="val 874286"/>
              </a:avLst>
            </a:prstGeom>
            <a:solidFill>
              <a:schemeClr val="bg1"/>
            </a:solidFill>
            <a:ln w="9525">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79" name="Text Box 1103">
              <a:extLst>
                <a:ext uri="{FF2B5EF4-FFF2-40B4-BE49-F238E27FC236}">
                  <a16:creationId xmlns:a16="http://schemas.microsoft.com/office/drawing/2014/main" id="{0473DC1F-329D-4CFC-8CF8-FBDA90903BF8}"/>
                </a:ext>
              </a:extLst>
            </p:cNvPr>
            <p:cNvSpPr txBox="1">
              <a:spLocks noChangeArrowheads="1"/>
            </p:cNvSpPr>
            <p:nvPr/>
          </p:nvSpPr>
          <p:spPr bwMode="auto">
            <a:xfrm>
              <a:off x="3387" y="2064"/>
              <a:ext cx="413"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nchor="ct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400">
                  <a:latin typeface="华文细黑" panose="02010600040101010101" pitchFamily="2" charset="-122"/>
                  <a:ea typeface="华文细黑" panose="02010600040101010101" pitchFamily="2" charset="-122"/>
                </a:rPr>
                <a:t>可信链</a:t>
              </a:r>
            </a:p>
          </p:txBody>
        </p:sp>
        <p:sp>
          <p:nvSpPr>
            <p:cNvPr id="1080" name="Rectangle 1104">
              <a:extLst>
                <a:ext uri="{FF2B5EF4-FFF2-40B4-BE49-F238E27FC236}">
                  <a16:creationId xmlns:a16="http://schemas.microsoft.com/office/drawing/2014/main" id="{60E53200-5F21-42E0-BECD-28DF134074E2}"/>
                </a:ext>
              </a:extLst>
            </p:cNvPr>
            <p:cNvSpPr>
              <a:spLocks noChangeArrowheads="1"/>
            </p:cNvSpPr>
            <p:nvPr/>
          </p:nvSpPr>
          <p:spPr bwMode="auto">
            <a:xfrm>
              <a:off x="1920" y="2064"/>
              <a:ext cx="3696" cy="1056"/>
            </a:xfrm>
            <a:prstGeom prst="rect">
              <a:avLst/>
            </a:prstGeom>
            <a:noFill/>
            <a:ln w="9525">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b="1"/>
            </a:p>
          </p:txBody>
        </p:sp>
      </p:grpSp>
      <p:grpSp>
        <p:nvGrpSpPr>
          <p:cNvPr id="8" name="Group 1156">
            <a:extLst>
              <a:ext uri="{FF2B5EF4-FFF2-40B4-BE49-F238E27FC236}">
                <a16:creationId xmlns:a16="http://schemas.microsoft.com/office/drawing/2014/main" id="{965CDC91-444D-49BF-9ADE-60C33B6E0D96}"/>
              </a:ext>
            </a:extLst>
          </p:cNvPr>
          <p:cNvGrpSpPr>
            <a:grpSpLocks/>
          </p:cNvGrpSpPr>
          <p:nvPr/>
        </p:nvGrpSpPr>
        <p:grpSpPr bwMode="auto">
          <a:xfrm>
            <a:off x="2655888" y="4824413"/>
            <a:ext cx="5743575" cy="528637"/>
            <a:chOff x="1728" y="3216"/>
            <a:chExt cx="3888" cy="358"/>
          </a:xfrm>
        </p:grpSpPr>
        <p:sp>
          <p:nvSpPr>
            <p:cNvPr id="1046" name="AutoShape 1048">
              <a:extLst>
                <a:ext uri="{FF2B5EF4-FFF2-40B4-BE49-F238E27FC236}">
                  <a16:creationId xmlns:a16="http://schemas.microsoft.com/office/drawing/2014/main" id="{62EBA875-186C-4D7D-9B88-5B39A4F0E74E}"/>
                </a:ext>
              </a:extLst>
            </p:cNvPr>
            <p:cNvSpPr>
              <a:spLocks noChangeArrowheads="1"/>
            </p:cNvSpPr>
            <p:nvPr/>
          </p:nvSpPr>
          <p:spPr bwMode="auto">
            <a:xfrm>
              <a:off x="1728" y="3216"/>
              <a:ext cx="144" cy="336"/>
            </a:xfrm>
            <a:prstGeom prst="rightArrow">
              <a:avLst>
                <a:gd name="adj1" fmla="val 50000"/>
                <a:gd name="adj2" fmla="val 25000"/>
              </a:avLst>
            </a:prstGeom>
            <a:gradFill rotWithShape="0">
              <a:gsLst>
                <a:gs pos="0">
                  <a:srgbClr val="007676"/>
                </a:gs>
                <a:gs pos="50000">
                  <a:srgbClr val="00FFFF"/>
                </a:gs>
                <a:gs pos="100000">
                  <a:srgbClr val="007676"/>
                </a:gs>
              </a:gsLst>
              <a:lin ang="5400000" scaled="1"/>
            </a:gradFill>
            <a:ln w="9525">
              <a:solidFill>
                <a:schemeClr val="tx1"/>
              </a:solidFill>
              <a:miter lim="800000"/>
              <a:headEnd/>
              <a:tailEnd/>
            </a:ln>
          </p:spPr>
          <p:txBody>
            <a:bodyPr vert="eaVert"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47" name="Rectangle 1134">
              <a:extLst>
                <a:ext uri="{FF2B5EF4-FFF2-40B4-BE49-F238E27FC236}">
                  <a16:creationId xmlns:a16="http://schemas.microsoft.com/office/drawing/2014/main" id="{77F6B9AD-6F43-41A8-A7B9-B90E2351A8BE}"/>
                </a:ext>
              </a:extLst>
            </p:cNvPr>
            <p:cNvSpPr>
              <a:spLocks noChangeArrowheads="1"/>
            </p:cNvSpPr>
            <p:nvPr/>
          </p:nvSpPr>
          <p:spPr bwMode="auto">
            <a:xfrm>
              <a:off x="1920" y="3216"/>
              <a:ext cx="3696" cy="358"/>
            </a:xfrm>
            <a:prstGeom prst="rect">
              <a:avLst/>
            </a:prstGeom>
            <a:noFill/>
            <a:ln w="9525">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48" name="Rectangle 1135">
              <a:extLst>
                <a:ext uri="{FF2B5EF4-FFF2-40B4-BE49-F238E27FC236}">
                  <a16:creationId xmlns:a16="http://schemas.microsoft.com/office/drawing/2014/main" id="{0E6B0344-749F-41C9-A5CB-6355E27608C4}"/>
                </a:ext>
              </a:extLst>
            </p:cNvPr>
            <p:cNvSpPr>
              <a:spLocks noChangeArrowheads="1"/>
            </p:cNvSpPr>
            <p:nvPr/>
          </p:nvSpPr>
          <p:spPr bwMode="auto">
            <a:xfrm>
              <a:off x="1968" y="3309"/>
              <a:ext cx="1050" cy="195"/>
            </a:xfrm>
            <a:prstGeom prst="rect">
              <a:avLst/>
            </a:prstGeom>
            <a:noFill/>
            <a:ln w="19050">
              <a:solidFill>
                <a:srgbClr val="800080"/>
              </a:solidFill>
              <a:miter lim="800000"/>
              <a:headEnd/>
              <a:tailEnd/>
            </a:ln>
            <a:extLst>
              <a:ext uri="{909E8E84-426E-40DD-AFC4-6F175D3DCCD1}">
                <a14:hiddenFill xmlns:a14="http://schemas.microsoft.com/office/drawing/2010/main">
                  <a:solidFill>
                    <a:srgbClr val="FFFFFF"/>
                  </a:solidFill>
                </a14:hiddenFill>
              </a:ext>
            </a:extLst>
          </p:spPr>
          <p:txBody>
            <a:bodyPr lIns="18000" tIns="10800" rIns="18000" bIns="108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ea typeface="华文细黑" panose="02010600040101010101" pitchFamily="2" charset="-122"/>
                </a:rPr>
                <a:t>模块内产生一对密钥</a:t>
              </a:r>
            </a:p>
          </p:txBody>
        </p:sp>
        <p:sp>
          <p:nvSpPr>
            <p:cNvPr id="1049" name="Rectangle 1136">
              <a:extLst>
                <a:ext uri="{FF2B5EF4-FFF2-40B4-BE49-F238E27FC236}">
                  <a16:creationId xmlns:a16="http://schemas.microsoft.com/office/drawing/2014/main" id="{0379A554-43E0-4A1C-9011-4484FDB4371D}"/>
                </a:ext>
              </a:extLst>
            </p:cNvPr>
            <p:cNvSpPr>
              <a:spLocks noChangeArrowheads="1"/>
            </p:cNvSpPr>
            <p:nvPr/>
          </p:nvSpPr>
          <p:spPr bwMode="auto">
            <a:xfrm>
              <a:off x="3196" y="3309"/>
              <a:ext cx="932" cy="195"/>
            </a:xfrm>
            <a:prstGeom prst="rect">
              <a:avLst/>
            </a:prstGeom>
            <a:noFill/>
            <a:ln w="19050">
              <a:solidFill>
                <a:srgbClr val="800080"/>
              </a:solidFill>
              <a:miter lim="800000"/>
              <a:headEnd/>
              <a:tailEnd/>
            </a:ln>
            <a:extLst>
              <a:ext uri="{909E8E84-426E-40DD-AFC4-6F175D3DCCD1}">
                <a14:hiddenFill xmlns:a14="http://schemas.microsoft.com/office/drawing/2010/main">
                  <a:solidFill>
                    <a:srgbClr val="FFFFFF"/>
                  </a:solidFill>
                </a14:hiddenFill>
              </a:ext>
            </a:extLst>
          </p:spPr>
          <p:txBody>
            <a:bodyPr wrap="none" lIns="18000" tIns="10800" rIns="18000" bIns="108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ea typeface="华文细黑" panose="02010600040101010101" pitchFamily="2" charset="-122"/>
                </a:rPr>
                <a:t>权威签发数字证书</a:t>
              </a:r>
            </a:p>
          </p:txBody>
        </p:sp>
        <p:sp>
          <p:nvSpPr>
            <p:cNvPr id="1050" name="Rectangle 1137">
              <a:extLst>
                <a:ext uri="{FF2B5EF4-FFF2-40B4-BE49-F238E27FC236}">
                  <a16:creationId xmlns:a16="http://schemas.microsoft.com/office/drawing/2014/main" id="{8D768B16-5C74-4DB6-A517-F834E1E93E89}"/>
                </a:ext>
              </a:extLst>
            </p:cNvPr>
            <p:cNvSpPr>
              <a:spLocks noChangeArrowheads="1"/>
            </p:cNvSpPr>
            <p:nvPr/>
          </p:nvSpPr>
          <p:spPr bwMode="auto">
            <a:xfrm>
              <a:off x="4368" y="3309"/>
              <a:ext cx="1152" cy="195"/>
            </a:xfrm>
            <a:prstGeom prst="rect">
              <a:avLst/>
            </a:prstGeom>
            <a:noFill/>
            <a:ln w="19050">
              <a:solidFill>
                <a:srgbClr val="800080"/>
              </a:solidFill>
              <a:miter lim="800000"/>
              <a:headEnd/>
              <a:tailEnd/>
            </a:ln>
            <a:extLst>
              <a:ext uri="{909E8E84-426E-40DD-AFC4-6F175D3DCCD1}">
                <a14:hiddenFill xmlns:a14="http://schemas.microsoft.com/office/drawing/2010/main">
                  <a:solidFill>
                    <a:srgbClr val="FFFFFF"/>
                  </a:solidFill>
                </a14:hiddenFill>
              </a:ext>
            </a:extLst>
          </p:spPr>
          <p:txBody>
            <a:bodyPr wrap="none" lIns="18000" tIns="10800" rIns="18000" bIns="108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zh-CN" altLang="en-US" sz="1200" b="1">
                  <a:ea typeface="华文细黑" panose="02010600040101010101" pitchFamily="2" charset="-122"/>
                </a:rPr>
                <a:t>表征平台可信身份</a:t>
              </a:r>
            </a:p>
          </p:txBody>
        </p:sp>
        <p:sp>
          <p:nvSpPr>
            <p:cNvPr id="1051" name="Line 1138">
              <a:extLst>
                <a:ext uri="{FF2B5EF4-FFF2-40B4-BE49-F238E27FC236}">
                  <a16:creationId xmlns:a16="http://schemas.microsoft.com/office/drawing/2014/main" id="{DF17CE00-AA2F-4F9F-B4D0-8B19BCA9C047}"/>
                </a:ext>
              </a:extLst>
            </p:cNvPr>
            <p:cNvSpPr>
              <a:spLocks noChangeShapeType="1"/>
            </p:cNvSpPr>
            <p:nvPr/>
          </p:nvSpPr>
          <p:spPr bwMode="auto">
            <a:xfrm>
              <a:off x="3024" y="3405"/>
              <a:ext cx="17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52" name="Line 1139">
              <a:extLst>
                <a:ext uri="{FF2B5EF4-FFF2-40B4-BE49-F238E27FC236}">
                  <a16:creationId xmlns:a16="http://schemas.microsoft.com/office/drawing/2014/main" id="{1C1F24B1-2485-4960-991E-4AA19994A1A0}"/>
                </a:ext>
              </a:extLst>
            </p:cNvPr>
            <p:cNvSpPr>
              <a:spLocks noChangeShapeType="1"/>
            </p:cNvSpPr>
            <p:nvPr/>
          </p:nvSpPr>
          <p:spPr bwMode="auto">
            <a:xfrm>
              <a:off x="4128" y="3408"/>
              <a:ext cx="24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9" name="Group 1163">
            <a:extLst>
              <a:ext uri="{FF2B5EF4-FFF2-40B4-BE49-F238E27FC236}">
                <a16:creationId xmlns:a16="http://schemas.microsoft.com/office/drawing/2014/main" id="{B482247F-DDD6-405F-88AD-6056D0A1031B}"/>
              </a:ext>
            </a:extLst>
          </p:cNvPr>
          <p:cNvGrpSpPr>
            <a:grpSpLocks/>
          </p:cNvGrpSpPr>
          <p:nvPr/>
        </p:nvGrpSpPr>
        <p:grpSpPr bwMode="auto">
          <a:xfrm>
            <a:off x="2655888" y="5603875"/>
            <a:ext cx="5743575" cy="568325"/>
            <a:chOff x="1728" y="3744"/>
            <a:chExt cx="3888" cy="384"/>
          </a:xfrm>
        </p:grpSpPr>
        <p:sp>
          <p:nvSpPr>
            <p:cNvPr id="1043" name="AutoShape 1049">
              <a:extLst>
                <a:ext uri="{FF2B5EF4-FFF2-40B4-BE49-F238E27FC236}">
                  <a16:creationId xmlns:a16="http://schemas.microsoft.com/office/drawing/2014/main" id="{7AB84F0B-11F8-4B0B-807D-A6044BB9AB24}"/>
                </a:ext>
              </a:extLst>
            </p:cNvPr>
            <p:cNvSpPr>
              <a:spLocks noChangeArrowheads="1"/>
            </p:cNvSpPr>
            <p:nvPr/>
          </p:nvSpPr>
          <p:spPr bwMode="auto">
            <a:xfrm>
              <a:off x="1728" y="3744"/>
              <a:ext cx="144" cy="336"/>
            </a:xfrm>
            <a:prstGeom prst="rightArrow">
              <a:avLst>
                <a:gd name="adj1" fmla="val 50000"/>
                <a:gd name="adj2" fmla="val 25000"/>
              </a:avLst>
            </a:prstGeom>
            <a:gradFill rotWithShape="0">
              <a:gsLst>
                <a:gs pos="0">
                  <a:srgbClr val="007676"/>
                </a:gs>
                <a:gs pos="50000">
                  <a:srgbClr val="00FFFF"/>
                </a:gs>
                <a:gs pos="100000">
                  <a:srgbClr val="007676"/>
                </a:gs>
              </a:gsLst>
              <a:lin ang="5400000" scaled="1"/>
            </a:gradFill>
            <a:ln w="9525">
              <a:solidFill>
                <a:schemeClr val="tx1"/>
              </a:solidFill>
              <a:miter lim="800000"/>
              <a:headEnd/>
              <a:tailEnd/>
            </a:ln>
          </p:spPr>
          <p:txBody>
            <a:bodyPr vert="eaVert"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44" name="Rectangle 1142">
              <a:extLst>
                <a:ext uri="{FF2B5EF4-FFF2-40B4-BE49-F238E27FC236}">
                  <a16:creationId xmlns:a16="http://schemas.microsoft.com/office/drawing/2014/main" id="{546F82F2-F076-4AAD-A30D-A2A87FDB6F8D}"/>
                </a:ext>
              </a:extLst>
            </p:cNvPr>
            <p:cNvSpPr>
              <a:spLocks noChangeArrowheads="1"/>
            </p:cNvSpPr>
            <p:nvPr/>
          </p:nvSpPr>
          <p:spPr bwMode="auto">
            <a:xfrm>
              <a:off x="1920" y="3744"/>
              <a:ext cx="3696" cy="384"/>
            </a:xfrm>
            <a:prstGeom prst="rect">
              <a:avLst/>
            </a:prstGeom>
            <a:noFill/>
            <a:ln w="9525">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45" name="Rectangle 1143">
              <a:extLst>
                <a:ext uri="{FF2B5EF4-FFF2-40B4-BE49-F238E27FC236}">
                  <a16:creationId xmlns:a16="http://schemas.microsoft.com/office/drawing/2014/main" id="{4F9DDFAD-5B80-46D2-ABD5-3E3EA9F0B858}"/>
                </a:ext>
              </a:extLst>
            </p:cNvPr>
            <p:cNvSpPr>
              <a:spLocks noChangeArrowheads="1"/>
            </p:cNvSpPr>
            <p:nvPr/>
          </p:nvSpPr>
          <p:spPr bwMode="auto">
            <a:xfrm>
              <a:off x="1968" y="3840"/>
              <a:ext cx="1968" cy="240"/>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18000" tIns="10800" rIns="18000" bIns="108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ea typeface="华文细黑" panose="02010600040101010101" pitchFamily="2" charset="-122"/>
                </a:rPr>
                <a:t>保护数据的密钥</a:t>
              </a:r>
              <a:r>
                <a:rPr lang="zh-CN" altLang="en-US" sz="1200" b="1">
                  <a:solidFill>
                    <a:srgbClr val="FF3300"/>
                  </a:solidFill>
                  <a:ea typeface="华文细黑" panose="02010600040101010101" pitchFamily="2" charset="-122"/>
                </a:rPr>
                <a:t>密封</a:t>
              </a:r>
              <a:r>
                <a:rPr lang="zh-CN" altLang="en-US" sz="1200" b="1">
                  <a:ea typeface="华文细黑" panose="02010600040101010101" pitchFamily="2" charset="-122"/>
                </a:rPr>
                <a:t>在密码模块内</a:t>
              </a:r>
            </a:p>
          </p:txBody>
        </p:sp>
      </p:grpSp>
      <p:sp>
        <p:nvSpPr>
          <p:cNvPr id="1040" name="AutoShape 1157">
            <a:extLst>
              <a:ext uri="{FF2B5EF4-FFF2-40B4-BE49-F238E27FC236}">
                <a16:creationId xmlns:a16="http://schemas.microsoft.com/office/drawing/2014/main" id="{FB2AC591-B239-442D-86C5-A016AE6B9EEE}"/>
              </a:ext>
            </a:extLst>
          </p:cNvPr>
          <p:cNvSpPr>
            <a:spLocks noChangeArrowheads="1"/>
          </p:cNvSpPr>
          <p:nvPr/>
        </p:nvSpPr>
        <p:spPr bwMode="auto">
          <a:xfrm>
            <a:off x="7477125" y="2906713"/>
            <a:ext cx="922338" cy="711200"/>
          </a:xfrm>
          <a:prstGeom prst="cloudCallout">
            <a:avLst>
              <a:gd name="adj1" fmla="val -42468"/>
              <a:gd name="adj2" fmla="val 41667"/>
            </a:avLst>
          </a:prstGeom>
          <a:solidFill>
            <a:srgbClr val="0000FF"/>
          </a:solidFill>
          <a:ln w="9525">
            <a:solidFill>
              <a:srgbClr val="0000FF"/>
            </a:solidFill>
            <a:round/>
            <a:headEnd/>
            <a:tailEnd/>
          </a:ln>
        </p:spPr>
        <p:txBody>
          <a:bodyPr lIns="18000" rIns="1800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solidFill>
                  <a:schemeClr val="bg1"/>
                </a:solidFill>
              </a:rPr>
              <a:t>抵御病毒攻击</a:t>
            </a:r>
          </a:p>
        </p:txBody>
      </p:sp>
      <p:sp>
        <p:nvSpPr>
          <p:cNvPr id="1041" name="AutoShape 1158">
            <a:extLst>
              <a:ext uri="{FF2B5EF4-FFF2-40B4-BE49-F238E27FC236}">
                <a16:creationId xmlns:a16="http://schemas.microsoft.com/office/drawing/2014/main" id="{1A200368-22DB-4B98-B42E-784D897365E4}"/>
              </a:ext>
            </a:extLst>
          </p:cNvPr>
          <p:cNvSpPr>
            <a:spLocks noChangeArrowheads="1"/>
          </p:cNvSpPr>
          <p:nvPr/>
        </p:nvSpPr>
        <p:spPr bwMode="auto">
          <a:xfrm>
            <a:off x="7689850" y="4752975"/>
            <a:ext cx="922338" cy="568325"/>
          </a:xfrm>
          <a:prstGeom prst="cloudCallout">
            <a:avLst>
              <a:gd name="adj1" fmla="val -58171"/>
              <a:gd name="adj2" fmla="val 32032"/>
            </a:avLst>
          </a:prstGeom>
          <a:solidFill>
            <a:srgbClr val="0000FF"/>
          </a:solidFill>
          <a:ln w="9525">
            <a:solidFill>
              <a:srgbClr val="0000FF"/>
            </a:solidFill>
            <a:round/>
            <a:headEnd/>
            <a:tailEnd/>
          </a:ln>
        </p:spPr>
        <p:txBody>
          <a:bodyPr lIns="18000" rIns="1800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solidFill>
                  <a:schemeClr val="bg1"/>
                </a:solidFill>
              </a:rPr>
              <a:t>识别假冒平台</a:t>
            </a:r>
          </a:p>
        </p:txBody>
      </p:sp>
      <p:sp>
        <p:nvSpPr>
          <p:cNvPr id="1042" name="AutoShape 1159">
            <a:extLst>
              <a:ext uri="{FF2B5EF4-FFF2-40B4-BE49-F238E27FC236}">
                <a16:creationId xmlns:a16="http://schemas.microsoft.com/office/drawing/2014/main" id="{089DC71F-8AB1-408B-BF34-0B3A729EBC03}"/>
              </a:ext>
            </a:extLst>
          </p:cNvPr>
          <p:cNvSpPr>
            <a:spLocks noChangeArrowheads="1"/>
          </p:cNvSpPr>
          <p:nvPr/>
        </p:nvSpPr>
        <p:spPr bwMode="auto">
          <a:xfrm>
            <a:off x="6202363" y="5534025"/>
            <a:ext cx="2343150" cy="638175"/>
          </a:xfrm>
          <a:prstGeom prst="cloudCallout">
            <a:avLst>
              <a:gd name="adj1" fmla="val -29597"/>
              <a:gd name="adj2" fmla="val 22917"/>
            </a:avLst>
          </a:prstGeom>
          <a:solidFill>
            <a:srgbClr val="0000FF"/>
          </a:solidFill>
          <a:ln w="9525">
            <a:solidFill>
              <a:srgbClr val="0000FF"/>
            </a:solidFill>
            <a:round/>
            <a:headEnd/>
            <a:tailEnd/>
          </a:ln>
        </p:spPr>
        <p:txBody>
          <a:bodyPr lIns="18000" rIns="1800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lnSpc>
                <a:spcPts val="1600"/>
              </a:lnSpc>
              <a:buClr>
                <a:srgbClr val="FF3300"/>
              </a:buClr>
              <a:buFont typeface="Wingdings" panose="05000000000000000000" pitchFamily="2" charset="2"/>
              <a:buChar char="ü"/>
            </a:pPr>
            <a:r>
              <a:rPr lang="zh-CN" altLang="en-US" sz="1200" b="1">
                <a:solidFill>
                  <a:schemeClr val="bg1"/>
                </a:solidFill>
              </a:rPr>
              <a:t>盗取密钥不可行</a:t>
            </a:r>
            <a:r>
              <a:rPr lang="en-US" altLang="zh-CN" sz="1200" b="1">
                <a:solidFill>
                  <a:schemeClr val="bg1"/>
                </a:solidFill>
              </a:rPr>
              <a:t>;</a:t>
            </a:r>
          </a:p>
          <a:p>
            <a:pPr eaLnBrk="1" hangingPunct="1">
              <a:lnSpc>
                <a:spcPts val="1600"/>
              </a:lnSpc>
              <a:buClr>
                <a:srgbClr val="FF3300"/>
              </a:buClr>
              <a:buFont typeface="Wingdings" panose="05000000000000000000" pitchFamily="2" charset="2"/>
              <a:buChar char="ü"/>
            </a:pPr>
            <a:r>
              <a:rPr lang="zh-CN" altLang="en-US" sz="1200" b="1">
                <a:solidFill>
                  <a:schemeClr val="bg1"/>
                </a:solidFill>
              </a:rPr>
              <a:t>受保护数据拷不走</a:t>
            </a:r>
            <a:r>
              <a:rPr lang="en-US" altLang="zh-CN" sz="1200" b="1">
                <a:solidFill>
                  <a:schemeClr val="bg1"/>
                </a:solidFill>
              </a:rPr>
              <a:t>;</a:t>
            </a:r>
          </a:p>
        </p:txBody>
      </p:sp>
      <p:grpSp>
        <p:nvGrpSpPr>
          <p:cNvPr id="10" name="Group 1161">
            <a:extLst>
              <a:ext uri="{FF2B5EF4-FFF2-40B4-BE49-F238E27FC236}">
                <a16:creationId xmlns:a16="http://schemas.microsoft.com/office/drawing/2014/main" id="{D3FDEB1D-A247-4C29-B954-51CC45D772A6}"/>
              </a:ext>
            </a:extLst>
          </p:cNvPr>
          <p:cNvGrpSpPr>
            <a:grpSpLocks/>
          </p:cNvGrpSpPr>
          <p:nvPr/>
        </p:nvGrpSpPr>
        <p:grpSpPr bwMode="auto">
          <a:xfrm>
            <a:off x="3081338" y="1303338"/>
            <a:ext cx="1276350" cy="977900"/>
            <a:chOff x="2016" y="692"/>
            <a:chExt cx="864" cy="748"/>
          </a:xfrm>
        </p:grpSpPr>
        <p:grpSp>
          <p:nvGrpSpPr>
            <p:cNvPr id="2" name="Group 1036">
              <a:extLst>
                <a:ext uri="{FF2B5EF4-FFF2-40B4-BE49-F238E27FC236}">
                  <a16:creationId xmlns:a16="http://schemas.microsoft.com/office/drawing/2014/main" id="{ED05188B-7651-497D-9763-500836563D6E}"/>
                </a:ext>
              </a:extLst>
            </p:cNvPr>
            <p:cNvGrpSpPr>
              <a:grpSpLocks/>
            </p:cNvGrpSpPr>
            <p:nvPr/>
          </p:nvGrpSpPr>
          <p:grpSpPr bwMode="auto">
            <a:xfrm>
              <a:off x="2016" y="692"/>
              <a:ext cx="864" cy="532"/>
              <a:chOff x="2016" y="600"/>
              <a:chExt cx="768" cy="532"/>
            </a:xfrm>
          </p:grpSpPr>
          <p:graphicFrame>
            <p:nvGraphicFramePr>
              <p:cNvPr id="1026" name="Object 2">
                <a:extLst>
                  <a:ext uri="{FF2B5EF4-FFF2-40B4-BE49-F238E27FC236}">
                    <a16:creationId xmlns:a16="http://schemas.microsoft.com/office/drawing/2014/main" id="{6C282C8E-36C0-4289-A07C-DA118AF4ED43}"/>
                  </a:ext>
                </a:extLst>
              </p:cNvPr>
              <p:cNvGraphicFramePr>
                <a:graphicFrameLocks noChangeAspect="1"/>
              </p:cNvGraphicFramePr>
              <p:nvPr/>
            </p:nvGraphicFramePr>
            <p:xfrm>
              <a:off x="2016" y="600"/>
              <a:ext cx="768" cy="532"/>
            </p:xfrm>
            <a:graphic>
              <a:graphicData uri="http://schemas.openxmlformats.org/presentationml/2006/ole">
                <mc:AlternateContent xmlns:mc="http://schemas.openxmlformats.org/markup-compatibility/2006">
                  <mc:Choice xmlns:v="urn:schemas-microsoft-com:vml" Requires="v">
                    <p:oleObj spid="_x0000_s1027" name="位图图像" r:id="rId5" imgW="2238687" imgH="1486107" progId="PBrush">
                      <p:embed/>
                    </p:oleObj>
                  </mc:Choice>
                  <mc:Fallback>
                    <p:oleObj name="位图图像" r:id="rId5" imgW="2238687" imgH="1486107" progId="PBrush">
                      <p:embed/>
                      <p:pic>
                        <p:nvPicPr>
                          <p:cNvPr id="1026" name="Object 2">
                            <a:extLst>
                              <a:ext uri="{FF2B5EF4-FFF2-40B4-BE49-F238E27FC236}">
                                <a16:creationId xmlns:a16="http://schemas.microsoft.com/office/drawing/2014/main" id="{6C282C8E-36C0-4289-A07C-DA118AF4ED4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16" y="600"/>
                            <a:ext cx="768" cy="532"/>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Rectangle 1035">
                <a:extLst>
                  <a:ext uri="{FF2B5EF4-FFF2-40B4-BE49-F238E27FC236}">
                    <a16:creationId xmlns:a16="http://schemas.microsoft.com/office/drawing/2014/main" id="{FB4F9CA6-71E0-4C86-B8FB-57BBD2EA8F7A}"/>
                  </a:ext>
                </a:extLst>
              </p:cNvPr>
              <p:cNvSpPr>
                <a:spLocks noChangeArrowheads="1"/>
              </p:cNvSpPr>
              <p:nvPr/>
            </p:nvSpPr>
            <p:spPr bwMode="auto">
              <a:xfrm>
                <a:off x="2101" y="708"/>
                <a:ext cx="52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b="1">
                    <a:solidFill>
                      <a:srgbClr val="FFFF00"/>
                    </a:solidFill>
                  </a:rPr>
                  <a:t>可信密码模块</a:t>
                </a:r>
              </a:p>
            </p:txBody>
          </p:sp>
        </p:grpSp>
        <p:sp>
          <p:nvSpPr>
            <p:cNvPr id="4" name="AutoShape 1039">
              <a:extLst>
                <a:ext uri="{FF2B5EF4-FFF2-40B4-BE49-F238E27FC236}">
                  <a16:creationId xmlns:a16="http://schemas.microsoft.com/office/drawing/2014/main" id="{C75697AE-B1E0-4980-88BD-DA3F95E58411}"/>
                </a:ext>
              </a:extLst>
            </p:cNvPr>
            <p:cNvSpPr>
              <a:spLocks noChangeArrowheads="1"/>
            </p:cNvSpPr>
            <p:nvPr/>
          </p:nvSpPr>
          <p:spPr bwMode="auto">
            <a:xfrm>
              <a:off x="2160" y="1158"/>
              <a:ext cx="612" cy="282"/>
            </a:xfrm>
            <a:prstGeom prst="downArrow">
              <a:avLst>
                <a:gd name="adj1" fmla="val 66454"/>
                <a:gd name="adj2" fmla="val 28125"/>
              </a:avLst>
            </a:prstGeom>
            <a:solidFill>
              <a:schemeClr val="bg1"/>
            </a:solidFill>
            <a:ln w="9525">
              <a:solidFill>
                <a:schemeClr val="tx1"/>
              </a:solidFill>
              <a:miter lim="800000"/>
              <a:headEnd/>
              <a:tailEnd/>
            </a:ln>
          </p:spPr>
          <p:txBody>
            <a:bodyPr wrap="none" lIns="18000" tIns="10800" rIns="18000" bIns="108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lnSpc>
                  <a:spcPct val="85000"/>
                </a:lnSpc>
              </a:pPr>
              <a:r>
                <a:rPr lang="zh-CN" altLang="en-US" sz="1600">
                  <a:ea typeface="隶书" panose="02010509060101010101" pitchFamily="49" charset="-122"/>
                </a:rPr>
                <a:t>嵌入</a:t>
              </a:r>
            </a:p>
          </p:txBody>
        </p:sp>
      </p:grpSp>
      <p:sp>
        <p:nvSpPr>
          <p:cNvPr id="1037" name="Rectangle 16">
            <a:extLst>
              <a:ext uri="{FF2B5EF4-FFF2-40B4-BE49-F238E27FC236}">
                <a16:creationId xmlns:a16="http://schemas.microsoft.com/office/drawing/2014/main" id="{65B30F25-CBEE-43E0-9721-E4E6D33D0B11}"/>
              </a:ext>
            </a:extLst>
          </p:cNvPr>
          <p:cNvSpPr>
            <a:spLocks noGrp="1" noChangeArrowheads="1"/>
          </p:cNvSpPr>
          <p:nvPr>
            <p:ph type="title" idx="4294967295"/>
          </p:nvPr>
        </p:nvSpPr>
        <p:spPr>
          <a:xfrm>
            <a:off x="177800" y="457200"/>
            <a:ext cx="3149600" cy="514350"/>
          </a:xfrm>
        </p:spPr>
        <p:txBody>
          <a:bodyPr/>
          <a:lstStyle/>
          <a:p>
            <a:pPr eaLnBrk="1" fontAlgn="t" hangingPunct="1">
              <a:lnSpc>
                <a:spcPts val="3200"/>
              </a:lnSpc>
              <a:defRPr/>
            </a:pPr>
            <a:r>
              <a:rPr kumimoji="1" lang="zh-CN" altLang="en-US" sz="2800" kern="1200" dirty="0">
                <a:solidFill>
                  <a:srgbClr val="000066"/>
                </a:solidFill>
                <a:effectLst>
                  <a:outerShdw blurRad="38100" dist="38100" dir="2700000" algn="tl">
                    <a:srgbClr val="C0C0C0"/>
                  </a:outerShdw>
                </a:effectLst>
                <a:latin typeface="黑体" pitchFamily="2" charset="-122"/>
                <a:cs typeface="Arial" charset="0"/>
              </a:rPr>
              <a:t>可信计算技术理念</a:t>
            </a:r>
          </a:p>
        </p:txBody>
      </p:sp>
      <p:sp>
        <p:nvSpPr>
          <p:cNvPr id="65" name="圆角矩形标注 64">
            <a:extLst>
              <a:ext uri="{FF2B5EF4-FFF2-40B4-BE49-F238E27FC236}">
                <a16:creationId xmlns:a16="http://schemas.microsoft.com/office/drawing/2014/main" id="{412C0DC8-F349-45CD-81CF-018C5D8FD5D7}"/>
              </a:ext>
            </a:extLst>
          </p:cNvPr>
          <p:cNvSpPr/>
          <p:nvPr/>
        </p:nvSpPr>
        <p:spPr>
          <a:xfrm>
            <a:off x="7773988" y="1295400"/>
            <a:ext cx="1143000" cy="685800"/>
          </a:xfrm>
          <a:prstGeom prst="wedgeRoundRectCallout">
            <a:avLst>
              <a:gd name="adj1" fmla="val 12734"/>
              <a:gd name="adj2" fmla="val 311046"/>
              <a:gd name="adj3" fmla="val 16667"/>
            </a:avLst>
          </a:prstGeom>
          <a:solidFill>
            <a:schemeClr val="accent3">
              <a:lumMod val="75000"/>
            </a:schemeClr>
          </a:solidFill>
          <a:ln>
            <a:solidFill>
              <a:schemeClr val="accent3">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zh-CN" altLang="en-US" sz="1600" b="1" dirty="0">
                <a:solidFill>
                  <a:schemeClr val="tx1"/>
                </a:solidFill>
              </a:rPr>
              <a:t>解决当前核心安全问题</a:t>
            </a:r>
          </a:p>
        </p:txBody>
      </p:sp>
      <p:sp>
        <p:nvSpPr>
          <p:cNvPr id="1039" name="灯片编号占位符 1">
            <a:extLst>
              <a:ext uri="{FF2B5EF4-FFF2-40B4-BE49-F238E27FC236}">
                <a16:creationId xmlns:a16="http://schemas.microsoft.com/office/drawing/2014/main" id="{C75702A3-D176-4EAA-8989-00FB2AD5795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22E06C9C-413D-4B0B-BBB4-5CA4AF3E0453}" type="slidenum">
              <a:rPr lang="en-US" altLang="zh-CN" sz="1400">
                <a:solidFill>
                  <a:schemeClr val="bg1"/>
                </a:solidFill>
              </a:rPr>
              <a:pPr eaLnBrk="1" hangingPunct="1"/>
              <a:t>2</a:t>
            </a:fld>
            <a:endParaRPr lang="en-US" altLang="zh-CN" sz="140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linds(horizontal)">
                                      <p:cBhvr>
                                        <p:cTn id="13" dur="500"/>
                                        <p:tgtEl>
                                          <p:spTgt spid="5"/>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blinds(horizontal)">
                                      <p:cBhvr>
                                        <p:cTn id="18" dur="500"/>
                                        <p:tgtEl>
                                          <p:spTgt spid="7"/>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1040"/>
                                        </p:tgtEl>
                                        <p:attrNameLst>
                                          <p:attrName>style.visibility</p:attrName>
                                        </p:attrNameLst>
                                      </p:cBhvr>
                                      <p:to>
                                        <p:strVal val="visible"/>
                                      </p:to>
                                    </p:set>
                                    <p:anim calcmode="lin" valueType="num">
                                      <p:cBhvr additive="base">
                                        <p:cTn id="23" dur="500" fill="hold"/>
                                        <p:tgtEl>
                                          <p:spTgt spid="1040"/>
                                        </p:tgtEl>
                                        <p:attrNameLst>
                                          <p:attrName>ppt_x</p:attrName>
                                        </p:attrNameLst>
                                      </p:cBhvr>
                                      <p:tavLst>
                                        <p:tav tm="0">
                                          <p:val>
                                            <p:strVal val="1+#ppt_w/2"/>
                                          </p:val>
                                        </p:tav>
                                        <p:tav tm="100000">
                                          <p:val>
                                            <p:strVal val="#ppt_x"/>
                                          </p:val>
                                        </p:tav>
                                      </p:tavLst>
                                    </p:anim>
                                    <p:anim calcmode="lin" valueType="num">
                                      <p:cBhvr additive="base">
                                        <p:cTn id="24" dur="500" fill="hold"/>
                                        <p:tgtEl>
                                          <p:spTgt spid="1040"/>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blinds(horizontal)">
                                      <p:cBhvr>
                                        <p:cTn id="29" dur="500"/>
                                        <p:tgtEl>
                                          <p:spTgt spid="8"/>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2" fill="hold" grpId="0" nodeType="clickEffect">
                                  <p:stCondLst>
                                    <p:cond delay="0"/>
                                  </p:stCondLst>
                                  <p:childTnLst>
                                    <p:set>
                                      <p:cBhvr>
                                        <p:cTn id="33" dur="1" fill="hold">
                                          <p:stCondLst>
                                            <p:cond delay="0"/>
                                          </p:stCondLst>
                                        </p:cTn>
                                        <p:tgtEl>
                                          <p:spTgt spid="1041"/>
                                        </p:tgtEl>
                                        <p:attrNameLst>
                                          <p:attrName>style.visibility</p:attrName>
                                        </p:attrNameLst>
                                      </p:cBhvr>
                                      <p:to>
                                        <p:strVal val="visible"/>
                                      </p:to>
                                    </p:set>
                                    <p:anim calcmode="lin" valueType="num">
                                      <p:cBhvr additive="base">
                                        <p:cTn id="34" dur="500" fill="hold"/>
                                        <p:tgtEl>
                                          <p:spTgt spid="1041"/>
                                        </p:tgtEl>
                                        <p:attrNameLst>
                                          <p:attrName>ppt_x</p:attrName>
                                        </p:attrNameLst>
                                      </p:cBhvr>
                                      <p:tavLst>
                                        <p:tav tm="0">
                                          <p:val>
                                            <p:strVal val="1+#ppt_w/2"/>
                                          </p:val>
                                        </p:tav>
                                        <p:tav tm="100000">
                                          <p:val>
                                            <p:strVal val="#ppt_x"/>
                                          </p:val>
                                        </p:tav>
                                      </p:tavLst>
                                    </p:anim>
                                    <p:anim calcmode="lin" valueType="num">
                                      <p:cBhvr additive="base">
                                        <p:cTn id="35" dur="500" fill="hold"/>
                                        <p:tgtEl>
                                          <p:spTgt spid="1041"/>
                                        </p:tgtEl>
                                        <p:attrNameLst>
                                          <p:attrName>ppt_y</p:attrName>
                                        </p:attrNameLst>
                                      </p:cBhvr>
                                      <p:tavLst>
                                        <p:tav tm="0">
                                          <p:val>
                                            <p:strVal val="#ppt_y"/>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3" presetClass="entr" presetSubtype="10" fill="hold"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blinds(horizontal)">
                                      <p:cBhvr>
                                        <p:cTn id="40" dur="500"/>
                                        <p:tgtEl>
                                          <p:spTgt spid="9"/>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1042"/>
                                        </p:tgtEl>
                                        <p:attrNameLst>
                                          <p:attrName>style.visibility</p:attrName>
                                        </p:attrNameLst>
                                      </p:cBhvr>
                                      <p:to>
                                        <p:strVal val="visible"/>
                                      </p:to>
                                    </p:set>
                                    <p:anim calcmode="lin" valueType="num">
                                      <p:cBhvr additive="base">
                                        <p:cTn id="45" dur="500" fill="hold"/>
                                        <p:tgtEl>
                                          <p:spTgt spid="1042"/>
                                        </p:tgtEl>
                                        <p:attrNameLst>
                                          <p:attrName>ppt_x</p:attrName>
                                        </p:attrNameLst>
                                      </p:cBhvr>
                                      <p:tavLst>
                                        <p:tav tm="0">
                                          <p:val>
                                            <p:strVal val="#ppt_x"/>
                                          </p:val>
                                        </p:tav>
                                        <p:tav tm="100000">
                                          <p:val>
                                            <p:strVal val="#ppt_x"/>
                                          </p:val>
                                        </p:tav>
                                      </p:tavLst>
                                    </p:anim>
                                    <p:anim calcmode="lin" valueType="num">
                                      <p:cBhvr additive="base">
                                        <p:cTn id="46" dur="500" fill="hold"/>
                                        <p:tgtEl>
                                          <p:spTgt spid="1042"/>
                                        </p:tgtEl>
                                        <p:attrNameLst>
                                          <p:attrName>ppt_y</p:attrName>
                                        </p:attrNameLst>
                                      </p:cBhvr>
                                      <p:tavLst>
                                        <p:tav tm="0">
                                          <p:val>
                                            <p:strVal val="1+#ppt_h/2"/>
                                          </p:val>
                                        </p:tav>
                                        <p:tav tm="100000">
                                          <p:val>
                                            <p:strVal val="#ppt_y"/>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65"/>
                                        </p:tgtEl>
                                        <p:attrNameLst>
                                          <p:attrName>style.visibility</p:attrName>
                                        </p:attrNameLst>
                                      </p:cBhvr>
                                      <p:to>
                                        <p:strVal val="visible"/>
                                      </p:to>
                                    </p:set>
                                    <p:animEffect transition="in" filter="blinds(horizontal)">
                                      <p:cBhvr>
                                        <p:cTn id="51"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0" grpId="0" animBg="1"/>
      <p:bldP spid="1041" grpId="0" animBg="1"/>
      <p:bldP spid="1042" grpId="0" animBg="1"/>
      <p:bldP spid="6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C2C82D58-A237-45F5-855A-7810F5FBDDDC}"/>
              </a:ext>
            </a:extLst>
          </p:cNvPr>
          <p:cNvSpPr>
            <a:spLocks noGrp="1" noChangeArrowheads="1"/>
          </p:cNvSpPr>
          <p:nvPr>
            <p:ph type="title"/>
          </p:nvPr>
        </p:nvSpPr>
        <p:spPr>
          <a:xfrm>
            <a:off x="381000" y="381000"/>
            <a:ext cx="5791200" cy="533400"/>
          </a:xfrm>
        </p:spPr>
        <p:txBody>
          <a:bodyPr/>
          <a:lstStyle/>
          <a:p>
            <a:pPr defTabSz="912813" eaLnBrk="1" fontAlgn="t" hangingPunct="1">
              <a:lnSpc>
                <a:spcPts val="3200"/>
              </a:lnSpc>
              <a:defRPr/>
            </a:pPr>
            <a:r>
              <a:rPr kumimoji="1" lang="zh-CN" altLang="en-US" sz="2800" kern="1200" dirty="0">
                <a:solidFill>
                  <a:srgbClr val="000066"/>
                </a:solidFill>
                <a:effectLst>
                  <a:outerShdw blurRad="38100" dist="38100" dir="2700000" algn="tl">
                    <a:srgbClr val="C0C0C0"/>
                  </a:outerShdw>
                </a:effectLst>
                <a:latin typeface="黑体" pitchFamily="2" charset="-122"/>
                <a:cs typeface="Arial" charset="0"/>
              </a:rPr>
              <a:t>定义</a:t>
            </a:r>
            <a:r>
              <a:rPr kumimoji="1" lang="zh-CN" altLang="en-US" sz="2800" kern="1200" dirty="0">
                <a:solidFill>
                  <a:srgbClr val="FF0000"/>
                </a:solidFill>
                <a:effectLst>
                  <a:outerShdw blurRad="38100" dist="38100" dir="2700000" algn="tl">
                    <a:srgbClr val="C0C0C0"/>
                  </a:outerShdw>
                </a:effectLst>
                <a:latin typeface="黑体" pitchFamily="2" charset="-122"/>
                <a:cs typeface="Arial" charset="0"/>
              </a:rPr>
              <a:t>可信密码模块</a:t>
            </a:r>
            <a:r>
              <a:rPr kumimoji="1" lang="en-US" altLang="zh-CN" sz="2800" kern="1200" dirty="0">
                <a:solidFill>
                  <a:srgbClr val="FF0000"/>
                </a:solidFill>
                <a:effectLst>
                  <a:outerShdw blurRad="38100" dist="38100" dir="2700000" algn="tl">
                    <a:srgbClr val="C0C0C0"/>
                  </a:outerShdw>
                </a:effectLst>
                <a:latin typeface="黑体" pitchFamily="2" charset="-122"/>
                <a:cs typeface="Arial" charset="0"/>
              </a:rPr>
              <a:t>(TCM)</a:t>
            </a:r>
            <a:r>
              <a:rPr kumimoji="1" lang="zh-CN" altLang="en-US" sz="2800" kern="1200" dirty="0">
                <a:solidFill>
                  <a:srgbClr val="000066"/>
                </a:solidFill>
                <a:effectLst>
                  <a:outerShdw blurRad="38100" dist="38100" dir="2700000" algn="tl">
                    <a:srgbClr val="C0C0C0"/>
                  </a:outerShdw>
                </a:effectLst>
                <a:latin typeface="黑体" pitchFamily="2" charset="-122"/>
                <a:cs typeface="Arial" charset="0"/>
              </a:rPr>
              <a:t>结构与功能</a:t>
            </a:r>
          </a:p>
        </p:txBody>
      </p:sp>
      <p:sp>
        <p:nvSpPr>
          <p:cNvPr id="11269" name="Text Box 37">
            <a:extLst>
              <a:ext uri="{FF2B5EF4-FFF2-40B4-BE49-F238E27FC236}">
                <a16:creationId xmlns:a16="http://schemas.microsoft.com/office/drawing/2014/main" id="{4EA2C964-F271-449B-B327-9221E5F3A399}"/>
              </a:ext>
            </a:extLst>
          </p:cNvPr>
          <p:cNvSpPr txBox="1">
            <a:spLocks noChangeArrowheads="1"/>
          </p:cNvSpPr>
          <p:nvPr/>
        </p:nvSpPr>
        <p:spPr bwMode="auto">
          <a:xfrm>
            <a:off x="1447800" y="4476750"/>
            <a:ext cx="5410200" cy="2000250"/>
          </a:xfrm>
          <a:prstGeom prst="rect">
            <a:avLst/>
          </a:prstGeom>
          <a:noFill/>
          <a:ln w="9525">
            <a:noFill/>
            <a:miter lim="800000"/>
            <a:headEnd/>
            <a:tailEnd/>
          </a:ln>
        </p:spPr>
        <p:txBody>
          <a:bodyPr>
            <a:spAutoFit/>
          </a:bodyPr>
          <a:lstStyle/>
          <a:p>
            <a:pPr marL="288925" indent="-288925">
              <a:spcBef>
                <a:spcPct val="50000"/>
              </a:spcBef>
              <a:defRPr/>
            </a:pPr>
            <a:r>
              <a:rPr lang="zh-CN" altLang="en-US" sz="1600" b="1" dirty="0"/>
              <a:t>目标：</a:t>
            </a:r>
            <a:r>
              <a:rPr lang="zh-CN" altLang="en-US" sz="1600" b="1" dirty="0">
                <a:solidFill>
                  <a:srgbClr val="3333CC"/>
                </a:solidFill>
              </a:rPr>
              <a:t>建立计算平台安全信任根基</a:t>
            </a:r>
          </a:p>
          <a:p>
            <a:pPr marL="288925" indent="-288925">
              <a:spcBef>
                <a:spcPct val="50000"/>
              </a:spcBef>
              <a:defRPr/>
            </a:pPr>
            <a:endParaRPr lang="en-US" altLang="zh-CN" b="1" dirty="0"/>
          </a:p>
          <a:p>
            <a:pPr marL="288925" indent="-288925">
              <a:spcBef>
                <a:spcPct val="50000"/>
              </a:spcBef>
              <a:defRPr/>
            </a:pPr>
            <a:r>
              <a:rPr lang="zh-CN" altLang="en-US" sz="1600" b="1" dirty="0"/>
              <a:t>核心功能：</a:t>
            </a:r>
          </a:p>
          <a:p>
            <a:pPr marL="288925" indent="73025">
              <a:spcBef>
                <a:spcPct val="50000"/>
              </a:spcBef>
              <a:buFontTx/>
              <a:buAutoNum type="arabicParenR"/>
              <a:defRPr/>
            </a:pPr>
            <a:r>
              <a:rPr lang="zh-CN" altLang="en-US" sz="1600" b="1" dirty="0">
                <a:solidFill>
                  <a:srgbClr val="660066"/>
                </a:solidFill>
              </a:rPr>
              <a:t>度量平台完整性，建立平台免疫力；</a:t>
            </a:r>
          </a:p>
          <a:p>
            <a:pPr marL="288925" indent="73025">
              <a:spcBef>
                <a:spcPct val="50000"/>
              </a:spcBef>
              <a:buFontTx/>
              <a:buAutoNum type="arabicParenR"/>
              <a:defRPr/>
            </a:pPr>
            <a:r>
              <a:rPr lang="zh-CN" altLang="en-US" sz="1600" b="1" dirty="0">
                <a:solidFill>
                  <a:srgbClr val="660066"/>
                </a:solidFill>
              </a:rPr>
              <a:t>平台身份唯一性标识；</a:t>
            </a:r>
          </a:p>
          <a:p>
            <a:pPr marL="288925" indent="73025">
              <a:spcBef>
                <a:spcPct val="50000"/>
              </a:spcBef>
              <a:buFontTx/>
              <a:buAutoNum type="arabicParenR"/>
              <a:defRPr/>
            </a:pPr>
            <a:r>
              <a:rPr lang="zh-CN" altLang="en-US" sz="1600" b="1" dirty="0">
                <a:solidFill>
                  <a:srgbClr val="660066"/>
                </a:solidFill>
              </a:rPr>
              <a:t>提供硬件级密码学计算与密钥保护。</a:t>
            </a:r>
          </a:p>
        </p:txBody>
      </p:sp>
      <p:grpSp>
        <p:nvGrpSpPr>
          <p:cNvPr id="17412" name="组合 49">
            <a:extLst>
              <a:ext uri="{FF2B5EF4-FFF2-40B4-BE49-F238E27FC236}">
                <a16:creationId xmlns:a16="http://schemas.microsoft.com/office/drawing/2014/main" id="{9FDCE032-0604-41B0-8943-FF0022747EA4}"/>
              </a:ext>
            </a:extLst>
          </p:cNvPr>
          <p:cNvGrpSpPr>
            <a:grpSpLocks/>
          </p:cNvGrpSpPr>
          <p:nvPr/>
        </p:nvGrpSpPr>
        <p:grpSpPr bwMode="auto">
          <a:xfrm>
            <a:off x="838200" y="1143000"/>
            <a:ext cx="7010400" cy="3124200"/>
            <a:chOff x="244549" y="1055687"/>
            <a:chExt cx="4522714" cy="2863851"/>
          </a:xfrm>
        </p:grpSpPr>
        <p:sp>
          <p:nvSpPr>
            <p:cNvPr id="48" name="矩形 47">
              <a:extLst>
                <a:ext uri="{FF2B5EF4-FFF2-40B4-BE49-F238E27FC236}">
                  <a16:creationId xmlns:a16="http://schemas.microsoft.com/office/drawing/2014/main" id="{F9293A0E-5575-421C-89DE-FC9FC8A6FCFC}"/>
                </a:ext>
              </a:extLst>
            </p:cNvPr>
            <p:cNvSpPr/>
            <p:nvPr/>
          </p:nvSpPr>
          <p:spPr bwMode="auto">
            <a:xfrm>
              <a:off x="244549" y="1212850"/>
              <a:ext cx="4522714" cy="2706688"/>
            </a:xfrm>
            <a:prstGeom prst="rect">
              <a:avLst/>
            </a:prstGeom>
            <a:solidFill>
              <a:schemeClr val="accent3">
                <a:lumMod val="85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a:defRPr/>
              </a:pPr>
              <a:endParaRPr lang="zh-CN" altLang="en-US" sz="1400" dirty="0">
                <a:solidFill>
                  <a:schemeClr val="tx1"/>
                </a:solidFill>
              </a:endParaRPr>
            </a:p>
          </p:txBody>
        </p:sp>
        <p:sp>
          <p:nvSpPr>
            <p:cNvPr id="49" name="矩形 48">
              <a:extLst>
                <a:ext uri="{FF2B5EF4-FFF2-40B4-BE49-F238E27FC236}">
                  <a16:creationId xmlns:a16="http://schemas.microsoft.com/office/drawing/2014/main" id="{8AA118B2-6D29-40CC-B179-9850335BFA4D}"/>
                </a:ext>
              </a:extLst>
            </p:cNvPr>
            <p:cNvSpPr/>
            <p:nvPr/>
          </p:nvSpPr>
          <p:spPr bwMode="auto">
            <a:xfrm>
              <a:off x="1571867" y="1793478"/>
              <a:ext cx="2998756" cy="46275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0" tIns="36000" rIns="0" bIns="0"/>
            <a:lstStyle/>
            <a:p>
              <a:pPr>
                <a:defRPr/>
              </a:pPr>
              <a:r>
                <a:rPr lang="zh-CN" altLang="en-US" sz="1200" b="1" dirty="0">
                  <a:solidFill>
                    <a:schemeClr val="tx1"/>
                  </a:solidFill>
                </a:rPr>
                <a:t> </a:t>
              </a:r>
              <a:r>
                <a:rPr lang="zh-CN" altLang="en-US" sz="1400" b="1" dirty="0">
                  <a:solidFill>
                    <a:schemeClr val="tx1"/>
                  </a:solidFill>
                </a:rPr>
                <a:t>主计算区</a:t>
              </a:r>
            </a:p>
          </p:txBody>
        </p:sp>
        <p:sp>
          <p:nvSpPr>
            <p:cNvPr id="50" name="矩形 49">
              <a:extLst>
                <a:ext uri="{FF2B5EF4-FFF2-40B4-BE49-F238E27FC236}">
                  <a16:creationId xmlns:a16="http://schemas.microsoft.com/office/drawing/2014/main" id="{9C08AB5F-EBDB-4A00-9B8E-EA7899B5CE98}"/>
                </a:ext>
              </a:extLst>
            </p:cNvPr>
            <p:cNvSpPr/>
            <p:nvPr/>
          </p:nvSpPr>
          <p:spPr bwMode="auto">
            <a:xfrm>
              <a:off x="441189" y="2441046"/>
              <a:ext cx="2565534" cy="138681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36000" tIns="36000" rIns="0" bIns="0"/>
            <a:lstStyle/>
            <a:p>
              <a:pPr>
                <a:defRPr/>
              </a:pPr>
              <a:r>
                <a:rPr lang="zh-CN" altLang="en-US" sz="1400" dirty="0">
                  <a:solidFill>
                    <a:schemeClr val="tx1"/>
                  </a:solidFill>
                </a:rPr>
                <a:t> </a:t>
              </a:r>
              <a:r>
                <a:rPr lang="zh-CN" altLang="en-US" sz="1400" b="1" dirty="0">
                  <a:solidFill>
                    <a:schemeClr val="tx1"/>
                  </a:solidFill>
                </a:rPr>
                <a:t>密码计算区</a:t>
              </a:r>
            </a:p>
          </p:txBody>
        </p:sp>
        <p:sp>
          <p:nvSpPr>
            <p:cNvPr id="51" name="矩形 50">
              <a:extLst>
                <a:ext uri="{FF2B5EF4-FFF2-40B4-BE49-F238E27FC236}">
                  <a16:creationId xmlns:a16="http://schemas.microsoft.com/office/drawing/2014/main" id="{EDF7D384-50FA-471F-8B66-571D2E595B5A}"/>
                </a:ext>
              </a:extLst>
            </p:cNvPr>
            <p:cNvSpPr/>
            <p:nvPr/>
          </p:nvSpPr>
          <p:spPr bwMode="auto">
            <a:xfrm>
              <a:off x="3094801" y="2441046"/>
              <a:ext cx="1599746" cy="138681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36000" tIns="36000" rIns="0" bIns="0"/>
            <a:lstStyle/>
            <a:p>
              <a:pPr>
                <a:defRPr/>
              </a:pPr>
              <a:r>
                <a:rPr lang="zh-CN" altLang="en-US" sz="1200" b="1" dirty="0">
                  <a:solidFill>
                    <a:schemeClr val="tx1"/>
                  </a:solidFill>
                </a:rPr>
                <a:t>受保护存储区</a:t>
              </a:r>
            </a:p>
          </p:txBody>
        </p:sp>
        <p:sp>
          <p:nvSpPr>
            <p:cNvPr id="52" name="TextBox 51">
              <a:extLst>
                <a:ext uri="{FF2B5EF4-FFF2-40B4-BE49-F238E27FC236}">
                  <a16:creationId xmlns:a16="http://schemas.microsoft.com/office/drawing/2014/main" id="{48E41CAD-1FC6-4247-98F0-7695EF8BFA6B}"/>
                </a:ext>
              </a:extLst>
            </p:cNvPr>
            <p:cNvSpPr txBox="1"/>
            <p:nvPr/>
          </p:nvSpPr>
          <p:spPr bwMode="auto">
            <a:xfrm>
              <a:off x="335700" y="1445683"/>
              <a:ext cx="1088687" cy="197908"/>
            </a:xfrm>
            <a:prstGeom prst="rect">
              <a:avLst/>
            </a:prstGeom>
            <a:noFill/>
          </p:spPr>
          <p:txBody>
            <a:bodyPr lIns="0" tIns="0" rIns="0" bIns="0" anchor="ctr">
              <a:spAutoFit/>
            </a:bodyPr>
            <a:lstStyle/>
            <a:p>
              <a:pPr algn="ctr">
                <a:defRPr/>
              </a:pPr>
              <a:r>
                <a:rPr lang="zh-CN" altLang="en-US" sz="1400" b="1" dirty="0">
                  <a:solidFill>
                    <a:srgbClr val="000000"/>
                  </a:solidFill>
                  <a:latin typeface="+mn-ea"/>
                  <a:ea typeface="+mn-ea"/>
                </a:rPr>
                <a:t>可信密码模块（</a:t>
              </a:r>
              <a:r>
                <a:rPr lang="en-US" altLang="zh-CN" sz="1400" b="1" dirty="0">
                  <a:solidFill>
                    <a:srgbClr val="000000"/>
                  </a:solidFill>
                  <a:latin typeface="+mn-ea"/>
                  <a:ea typeface="+mn-ea"/>
                </a:rPr>
                <a:t>TCM</a:t>
              </a:r>
              <a:r>
                <a:rPr lang="zh-CN" altLang="en-US" sz="1400" b="1" dirty="0">
                  <a:solidFill>
                    <a:srgbClr val="000000"/>
                  </a:solidFill>
                  <a:latin typeface="+mn-ea"/>
                  <a:ea typeface="+mn-ea"/>
                </a:rPr>
                <a:t>）</a:t>
              </a:r>
              <a:endParaRPr lang="zh-CN" altLang="en-US" sz="1400" b="1" dirty="0">
                <a:latin typeface="+mn-ea"/>
                <a:ea typeface="+mn-ea"/>
              </a:endParaRPr>
            </a:p>
          </p:txBody>
        </p:sp>
        <p:sp>
          <p:nvSpPr>
            <p:cNvPr id="53" name="矩形 52">
              <a:extLst>
                <a:ext uri="{FF2B5EF4-FFF2-40B4-BE49-F238E27FC236}">
                  <a16:creationId xmlns:a16="http://schemas.microsoft.com/office/drawing/2014/main" id="{1FD4F706-CF61-43FA-829D-88479990BAD3}"/>
                </a:ext>
              </a:extLst>
            </p:cNvPr>
            <p:cNvSpPr/>
            <p:nvPr/>
          </p:nvSpPr>
          <p:spPr bwMode="auto">
            <a:xfrm>
              <a:off x="1571867" y="1332177"/>
              <a:ext cx="2998756" cy="27794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400" b="1" dirty="0">
                  <a:solidFill>
                    <a:schemeClr val="tx1"/>
                  </a:solidFill>
                </a:rPr>
                <a:t>I/O</a:t>
              </a:r>
              <a:r>
                <a:rPr lang="zh-CN" altLang="en-US" sz="1400" b="1" dirty="0">
                  <a:solidFill>
                    <a:schemeClr val="tx1"/>
                  </a:solidFill>
                </a:rPr>
                <a:t>接口</a:t>
              </a:r>
            </a:p>
          </p:txBody>
        </p:sp>
        <p:cxnSp>
          <p:nvCxnSpPr>
            <p:cNvPr id="54" name="直接箭头连接符 53">
              <a:extLst>
                <a:ext uri="{FF2B5EF4-FFF2-40B4-BE49-F238E27FC236}">
                  <a16:creationId xmlns:a16="http://schemas.microsoft.com/office/drawing/2014/main" id="{8809B130-3A82-4FDB-AE81-3647648E0BC5}"/>
                </a:ext>
              </a:extLst>
            </p:cNvPr>
            <p:cNvCxnSpPr/>
            <p:nvPr/>
          </p:nvCxnSpPr>
          <p:spPr bwMode="auto">
            <a:xfrm rot="5400000">
              <a:off x="2807159" y="1684040"/>
              <a:ext cx="216827" cy="2048"/>
            </a:xfrm>
            <a:prstGeom prst="straightConnector1">
              <a:avLst/>
            </a:prstGeom>
            <a:ln w="25400">
              <a:solidFill>
                <a:schemeClr val="tx1"/>
              </a:solidFill>
              <a:headEnd type="stealth"/>
              <a:tailEnd type="stealth"/>
            </a:ln>
          </p:spPr>
          <p:style>
            <a:lnRef idx="1">
              <a:schemeClr val="accent1"/>
            </a:lnRef>
            <a:fillRef idx="0">
              <a:schemeClr val="accent1"/>
            </a:fillRef>
            <a:effectRef idx="0">
              <a:schemeClr val="accent1"/>
            </a:effectRef>
            <a:fontRef idx="minor">
              <a:schemeClr val="tx1"/>
            </a:fontRef>
          </p:style>
        </p:cxnSp>
        <p:sp>
          <p:nvSpPr>
            <p:cNvPr id="55" name="圆角矩形 54">
              <a:extLst>
                <a:ext uri="{FF2B5EF4-FFF2-40B4-BE49-F238E27FC236}">
                  <a16:creationId xmlns:a16="http://schemas.microsoft.com/office/drawing/2014/main" id="{A0F7612A-3CB3-47A7-96CF-F582FF9F0C9A}"/>
                </a:ext>
              </a:extLst>
            </p:cNvPr>
            <p:cNvSpPr/>
            <p:nvPr/>
          </p:nvSpPr>
          <p:spPr bwMode="auto">
            <a:xfrm>
              <a:off x="2309266" y="1888066"/>
              <a:ext cx="996513" cy="275035"/>
            </a:xfrm>
            <a:prstGeom prst="round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t>CPU</a:t>
              </a:r>
              <a:endParaRPr lang="zh-CN" altLang="en-US" sz="1200" dirty="0"/>
            </a:p>
          </p:txBody>
        </p:sp>
        <p:cxnSp>
          <p:nvCxnSpPr>
            <p:cNvPr id="56" name="直接箭头连接符 55">
              <a:extLst>
                <a:ext uri="{FF2B5EF4-FFF2-40B4-BE49-F238E27FC236}">
                  <a16:creationId xmlns:a16="http://schemas.microsoft.com/office/drawing/2014/main" id="{A67BF73D-BA1C-4335-A917-06147E97E0A0}"/>
                </a:ext>
              </a:extLst>
            </p:cNvPr>
            <p:cNvCxnSpPr/>
            <p:nvPr/>
          </p:nvCxnSpPr>
          <p:spPr bwMode="auto">
            <a:xfrm rot="5400000">
              <a:off x="2777328" y="1192908"/>
              <a:ext cx="276490" cy="2048"/>
            </a:xfrm>
            <a:prstGeom prst="straightConnector1">
              <a:avLst/>
            </a:prstGeom>
            <a:ln w="25400">
              <a:solidFill>
                <a:schemeClr val="tx1"/>
              </a:solidFill>
              <a:headEnd type="stealth"/>
              <a:tailEnd type="stealth"/>
            </a:ln>
          </p:spPr>
          <p:style>
            <a:lnRef idx="1">
              <a:schemeClr val="accent1"/>
            </a:lnRef>
            <a:fillRef idx="0">
              <a:schemeClr val="accent1"/>
            </a:fillRef>
            <a:effectRef idx="0">
              <a:schemeClr val="accent1"/>
            </a:effectRef>
            <a:fontRef idx="minor">
              <a:schemeClr val="tx1"/>
            </a:fontRef>
          </p:style>
        </p:cxnSp>
        <p:sp>
          <p:nvSpPr>
            <p:cNvPr id="57" name="圆角矩形 56">
              <a:extLst>
                <a:ext uri="{FF2B5EF4-FFF2-40B4-BE49-F238E27FC236}">
                  <a16:creationId xmlns:a16="http://schemas.microsoft.com/office/drawing/2014/main" id="{FC7D6D3C-2996-4CD6-B042-694C791EC064}"/>
                </a:ext>
              </a:extLst>
            </p:cNvPr>
            <p:cNvSpPr/>
            <p:nvPr/>
          </p:nvSpPr>
          <p:spPr bwMode="auto">
            <a:xfrm>
              <a:off x="3439945" y="1888066"/>
              <a:ext cx="986272" cy="275035"/>
            </a:xfrm>
            <a:prstGeom prst="round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zh-CN" altLang="en-US" sz="1200" dirty="0"/>
                <a:t>内存</a:t>
              </a:r>
            </a:p>
          </p:txBody>
        </p:sp>
        <p:cxnSp>
          <p:nvCxnSpPr>
            <p:cNvPr id="58" name="直接箭头连接符 57">
              <a:extLst>
                <a:ext uri="{FF2B5EF4-FFF2-40B4-BE49-F238E27FC236}">
                  <a16:creationId xmlns:a16="http://schemas.microsoft.com/office/drawing/2014/main" id="{00619BE8-283D-4E06-9E96-366218D82AEF}"/>
                </a:ext>
              </a:extLst>
            </p:cNvPr>
            <p:cNvCxnSpPr/>
            <p:nvPr/>
          </p:nvCxnSpPr>
          <p:spPr bwMode="auto">
            <a:xfrm rot="5400000">
              <a:off x="1911527" y="2364136"/>
              <a:ext cx="216826" cy="1024"/>
            </a:xfrm>
            <a:prstGeom prst="straightConnector1">
              <a:avLst/>
            </a:prstGeom>
            <a:ln w="25400">
              <a:solidFill>
                <a:schemeClr val="tx1"/>
              </a:solidFill>
              <a:headEnd type="stealth"/>
              <a:tailEnd type="stealth"/>
            </a:ln>
          </p:spPr>
          <p:style>
            <a:lnRef idx="1">
              <a:schemeClr val="accent1"/>
            </a:lnRef>
            <a:fillRef idx="0">
              <a:schemeClr val="accent1"/>
            </a:fillRef>
            <a:effectRef idx="0">
              <a:schemeClr val="accent1"/>
            </a:effectRef>
            <a:fontRef idx="minor">
              <a:schemeClr val="tx1"/>
            </a:fontRef>
          </p:style>
        </p:cxnSp>
        <p:cxnSp>
          <p:nvCxnSpPr>
            <p:cNvPr id="59" name="直接箭头连接符 58">
              <a:extLst>
                <a:ext uri="{FF2B5EF4-FFF2-40B4-BE49-F238E27FC236}">
                  <a16:creationId xmlns:a16="http://schemas.microsoft.com/office/drawing/2014/main" id="{9BFF82CD-472F-4CAF-8EDC-A27F6DC15D30}"/>
                </a:ext>
              </a:extLst>
            </p:cNvPr>
            <p:cNvCxnSpPr/>
            <p:nvPr/>
          </p:nvCxnSpPr>
          <p:spPr bwMode="auto">
            <a:xfrm rot="5400000">
              <a:off x="3705352" y="2363623"/>
              <a:ext cx="216826" cy="2048"/>
            </a:xfrm>
            <a:prstGeom prst="straightConnector1">
              <a:avLst/>
            </a:prstGeom>
            <a:ln w="25400">
              <a:solidFill>
                <a:schemeClr val="tx1"/>
              </a:solidFill>
              <a:headEnd type="stealth"/>
              <a:tailEnd type="stealth"/>
            </a:ln>
          </p:spPr>
          <p:style>
            <a:lnRef idx="1">
              <a:schemeClr val="accent1"/>
            </a:lnRef>
            <a:fillRef idx="0">
              <a:schemeClr val="accent1"/>
            </a:fillRef>
            <a:effectRef idx="0">
              <a:schemeClr val="accent1"/>
            </a:effectRef>
            <a:fontRef idx="minor">
              <a:schemeClr val="tx1"/>
            </a:fontRef>
          </p:style>
        </p:cxnSp>
        <p:sp>
          <p:nvSpPr>
            <p:cNvPr id="60" name="圆角矩形 59">
              <a:extLst>
                <a:ext uri="{FF2B5EF4-FFF2-40B4-BE49-F238E27FC236}">
                  <a16:creationId xmlns:a16="http://schemas.microsoft.com/office/drawing/2014/main" id="{C927F729-A824-442D-97F7-F9D2B357CE34}"/>
                </a:ext>
              </a:extLst>
            </p:cNvPr>
            <p:cNvSpPr/>
            <p:nvPr/>
          </p:nvSpPr>
          <p:spPr bwMode="auto">
            <a:xfrm>
              <a:off x="539509" y="2771379"/>
              <a:ext cx="589919" cy="957527"/>
            </a:xfrm>
            <a:prstGeom prst="round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anchor="ctr"/>
            <a:lstStyle/>
            <a:p>
              <a:pPr algn="ctr">
                <a:defRPr/>
              </a:pPr>
              <a:r>
                <a:rPr lang="zh-CN" altLang="en-US" sz="1200" dirty="0"/>
                <a:t>公钥密码引擎</a:t>
              </a:r>
            </a:p>
          </p:txBody>
        </p:sp>
        <p:sp>
          <p:nvSpPr>
            <p:cNvPr id="61" name="圆角矩形 60">
              <a:extLst>
                <a:ext uri="{FF2B5EF4-FFF2-40B4-BE49-F238E27FC236}">
                  <a16:creationId xmlns:a16="http://schemas.microsoft.com/office/drawing/2014/main" id="{A042CD4F-AA90-469A-8869-475F9A68CB4E}"/>
                </a:ext>
              </a:extLst>
            </p:cNvPr>
            <p:cNvSpPr/>
            <p:nvPr/>
          </p:nvSpPr>
          <p:spPr bwMode="auto">
            <a:xfrm>
              <a:off x="1206241" y="2771379"/>
              <a:ext cx="540759" cy="945886"/>
            </a:xfrm>
            <a:prstGeom prst="round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anchor="ctr"/>
            <a:lstStyle/>
            <a:p>
              <a:pPr algn="ctr">
                <a:defRPr/>
              </a:pPr>
              <a:r>
                <a:rPr lang="zh-CN" altLang="en-US" sz="1200" dirty="0"/>
                <a:t>杂凑算法引擎</a:t>
              </a:r>
            </a:p>
          </p:txBody>
        </p:sp>
        <p:sp>
          <p:nvSpPr>
            <p:cNvPr id="62" name="圆角矩形 61">
              <a:extLst>
                <a:ext uri="{FF2B5EF4-FFF2-40B4-BE49-F238E27FC236}">
                  <a16:creationId xmlns:a16="http://schemas.microsoft.com/office/drawing/2014/main" id="{1535F1A9-0D9A-4EC6-B033-9F8985CE2345}"/>
                </a:ext>
              </a:extLst>
            </p:cNvPr>
            <p:cNvSpPr/>
            <p:nvPr/>
          </p:nvSpPr>
          <p:spPr bwMode="auto">
            <a:xfrm>
              <a:off x="1817667" y="2771379"/>
              <a:ext cx="574557" cy="945886"/>
            </a:xfrm>
            <a:prstGeom prst="round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36000" rIns="0" bIns="36000" anchor="ctr"/>
            <a:lstStyle/>
            <a:p>
              <a:pPr algn="ctr">
                <a:defRPr/>
              </a:pPr>
              <a:r>
                <a:rPr lang="zh-CN" altLang="en-US" sz="1200" dirty="0"/>
                <a:t>对称密码</a:t>
              </a:r>
              <a:endParaRPr lang="en-US" altLang="zh-CN" sz="1200" dirty="0"/>
            </a:p>
            <a:p>
              <a:pPr algn="ctr">
                <a:defRPr/>
              </a:pPr>
              <a:r>
                <a:rPr lang="zh-CN" altLang="en-US" sz="1200" dirty="0"/>
                <a:t>引擎</a:t>
              </a:r>
            </a:p>
          </p:txBody>
        </p:sp>
        <p:sp>
          <p:nvSpPr>
            <p:cNvPr id="63" name="圆角矩形 62">
              <a:extLst>
                <a:ext uri="{FF2B5EF4-FFF2-40B4-BE49-F238E27FC236}">
                  <a16:creationId xmlns:a16="http://schemas.microsoft.com/office/drawing/2014/main" id="{D6793703-9BB8-4A65-8DE7-CA620E74F8C7}"/>
                </a:ext>
              </a:extLst>
            </p:cNvPr>
            <p:cNvSpPr/>
            <p:nvPr/>
          </p:nvSpPr>
          <p:spPr bwMode="auto">
            <a:xfrm>
              <a:off x="2456746" y="2771379"/>
              <a:ext cx="492624" cy="934244"/>
            </a:xfrm>
            <a:prstGeom prst="round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anchor="ctr"/>
            <a:lstStyle/>
            <a:p>
              <a:pPr algn="ctr">
                <a:defRPr/>
              </a:pPr>
              <a:r>
                <a:rPr lang="zh-CN" altLang="en-US" sz="1200" dirty="0"/>
                <a:t>随机数算法引擎</a:t>
              </a:r>
            </a:p>
          </p:txBody>
        </p:sp>
        <p:sp>
          <p:nvSpPr>
            <p:cNvPr id="64" name="圆角矩形 63">
              <a:extLst>
                <a:ext uri="{FF2B5EF4-FFF2-40B4-BE49-F238E27FC236}">
                  <a16:creationId xmlns:a16="http://schemas.microsoft.com/office/drawing/2014/main" id="{35000D34-4EB2-4A55-9832-02264F354E4D}"/>
                </a:ext>
              </a:extLst>
            </p:cNvPr>
            <p:cNvSpPr/>
            <p:nvPr/>
          </p:nvSpPr>
          <p:spPr bwMode="auto">
            <a:xfrm>
              <a:off x="3185952" y="3458237"/>
              <a:ext cx="1419493" cy="296863"/>
            </a:xfrm>
            <a:prstGeom prst="round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defRPr/>
              </a:pPr>
              <a:r>
                <a:rPr lang="zh-CN" altLang="en-US" sz="1200" dirty="0"/>
                <a:t>平台配置寄存器</a:t>
              </a:r>
              <a:r>
                <a:rPr lang="en-US" altLang="zh-CN" sz="1200" dirty="0"/>
                <a:t>(PCR)</a:t>
              </a:r>
              <a:endParaRPr lang="zh-CN" altLang="en-US" sz="1200" dirty="0"/>
            </a:p>
          </p:txBody>
        </p:sp>
        <p:sp>
          <p:nvSpPr>
            <p:cNvPr id="65" name="圆角矩形 64">
              <a:extLst>
                <a:ext uri="{FF2B5EF4-FFF2-40B4-BE49-F238E27FC236}">
                  <a16:creationId xmlns:a16="http://schemas.microsoft.com/office/drawing/2014/main" id="{98E9F35A-8862-4D37-B3BB-D1CFA97EFC3E}"/>
                </a:ext>
              </a:extLst>
            </p:cNvPr>
            <p:cNvSpPr/>
            <p:nvPr/>
          </p:nvSpPr>
          <p:spPr bwMode="auto">
            <a:xfrm>
              <a:off x="3185952" y="2717535"/>
              <a:ext cx="1399010" cy="296863"/>
            </a:xfrm>
            <a:prstGeom prst="round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200" dirty="0"/>
                <a:t>芯片固件存储区</a:t>
              </a:r>
            </a:p>
          </p:txBody>
        </p:sp>
        <p:sp>
          <p:nvSpPr>
            <p:cNvPr id="66" name="圆角矩形 65">
              <a:extLst>
                <a:ext uri="{FF2B5EF4-FFF2-40B4-BE49-F238E27FC236}">
                  <a16:creationId xmlns:a16="http://schemas.microsoft.com/office/drawing/2014/main" id="{0BCF0313-FD4B-440C-943D-1D7785B40893}"/>
                </a:ext>
              </a:extLst>
            </p:cNvPr>
            <p:cNvSpPr/>
            <p:nvPr/>
          </p:nvSpPr>
          <p:spPr bwMode="auto">
            <a:xfrm>
              <a:off x="3185952" y="3087159"/>
              <a:ext cx="1408228" cy="296863"/>
            </a:xfrm>
            <a:prstGeom prst="round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200" dirty="0"/>
                <a:t>主密钥存储区</a:t>
              </a:r>
            </a:p>
          </p:txBody>
        </p:sp>
      </p:grpSp>
      <p:sp>
        <p:nvSpPr>
          <p:cNvPr id="17413" name="灯片编号占位符 1">
            <a:extLst>
              <a:ext uri="{FF2B5EF4-FFF2-40B4-BE49-F238E27FC236}">
                <a16:creationId xmlns:a16="http://schemas.microsoft.com/office/drawing/2014/main" id="{334A47B3-5AE0-46E0-92A3-46DD2818DA2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958D7977-8541-41A7-AA83-897DC35AFC88}" type="slidenum">
              <a:rPr lang="en-US" altLang="zh-CN" sz="1400">
                <a:solidFill>
                  <a:schemeClr val="bg1"/>
                </a:solidFill>
              </a:rPr>
              <a:pPr eaLnBrk="1" hangingPunct="1"/>
              <a:t>3</a:t>
            </a:fld>
            <a:endParaRPr lang="en-US" altLang="zh-CN" sz="140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2">
            <a:extLst>
              <a:ext uri="{FF2B5EF4-FFF2-40B4-BE49-F238E27FC236}">
                <a16:creationId xmlns:a16="http://schemas.microsoft.com/office/drawing/2014/main" id="{E6792C0E-C6CC-4D9F-A130-5B673CEA3EF7}"/>
              </a:ext>
            </a:extLst>
          </p:cNvPr>
          <p:cNvSpPr>
            <a:spLocks noGrp="1" noChangeArrowheads="1"/>
          </p:cNvSpPr>
          <p:nvPr>
            <p:ph type="title"/>
          </p:nvPr>
        </p:nvSpPr>
        <p:spPr>
          <a:xfrm>
            <a:off x="304800" y="457200"/>
            <a:ext cx="3810000" cy="609600"/>
          </a:xfrm>
        </p:spPr>
        <p:txBody>
          <a:bodyPr/>
          <a:lstStyle/>
          <a:p>
            <a:pPr eaLnBrk="1" hangingPunct="1">
              <a:defRPr/>
            </a:pPr>
            <a:r>
              <a:rPr kumimoji="1" lang="zh-CN" altLang="en-US" sz="2800" kern="1200" dirty="0">
                <a:solidFill>
                  <a:srgbClr val="000066"/>
                </a:solidFill>
                <a:effectLst>
                  <a:outerShdw blurRad="38100" dist="38100" dir="2700000" algn="tl">
                    <a:srgbClr val="C0C0C0"/>
                  </a:outerShdw>
                </a:effectLst>
                <a:latin typeface="黑体" pitchFamily="2" charset="-122"/>
                <a:cs typeface="Arial" charset="0"/>
              </a:rPr>
              <a:t>由</a:t>
            </a:r>
            <a:r>
              <a:rPr kumimoji="1" lang="en-US" altLang="zh-CN" sz="2800" kern="1200" dirty="0">
                <a:solidFill>
                  <a:srgbClr val="FF0000"/>
                </a:solidFill>
                <a:effectLst>
                  <a:outerShdw blurRad="38100" dist="38100" dir="2700000" algn="tl">
                    <a:srgbClr val="C0C0C0"/>
                  </a:outerShdw>
                </a:effectLst>
                <a:latin typeface="黑体" pitchFamily="2" charset="-122"/>
                <a:cs typeface="Arial" charset="0"/>
              </a:rPr>
              <a:t>TCM</a:t>
            </a:r>
            <a:r>
              <a:rPr kumimoji="1" lang="zh-CN" altLang="en-US" sz="2800" kern="1200" dirty="0">
                <a:solidFill>
                  <a:srgbClr val="000066"/>
                </a:solidFill>
                <a:effectLst>
                  <a:outerShdw blurRad="38100" dist="38100" dir="2700000" algn="tl">
                    <a:srgbClr val="C0C0C0"/>
                  </a:outerShdw>
                </a:effectLst>
                <a:latin typeface="黑体" pitchFamily="2" charset="-122"/>
                <a:cs typeface="Arial" charset="0"/>
              </a:rPr>
              <a:t>构建</a:t>
            </a:r>
            <a:r>
              <a:rPr kumimoji="1" lang="en-US" altLang="zh-CN" sz="2800" kern="1200" dirty="0">
                <a:solidFill>
                  <a:srgbClr val="000066"/>
                </a:solidFill>
                <a:effectLst>
                  <a:outerShdw blurRad="38100" dist="38100" dir="2700000" algn="tl">
                    <a:srgbClr val="C0C0C0"/>
                  </a:outerShdw>
                </a:effectLst>
                <a:latin typeface="黑体" pitchFamily="2" charset="-122"/>
                <a:cs typeface="Arial" charset="0"/>
              </a:rPr>
              <a:t>3</a:t>
            </a:r>
            <a:r>
              <a:rPr kumimoji="1" lang="zh-CN" altLang="en-US" sz="2800" kern="1200" dirty="0">
                <a:solidFill>
                  <a:srgbClr val="000066"/>
                </a:solidFill>
                <a:effectLst>
                  <a:outerShdw blurRad="38100" dist="38100" dir="2700000" algn="tl">
                    <a:srgbClr val="C0C0C0"/>
                  </a:outerShdw>
                </a:effectLst>
                <a:latin typeface="黑体" pitchFamily="2" charset="-122"/>
                <a:cs typeface="Arial" charset="0"/>
              </a:rPr>
              <a:t>个信任根</a:t>
            </a:r>
            <a:endParaRPr kumimoji="1" lang="en-GB" altLang="en-US" sz="2800" kern="1200" dirty="0">
              <a:solidFill>
                <a:srgbClr val="000066"/>
              </a:solidFill>
              <a:effectLst>
                <a:outerShdw blurRad="38100" dist="38100" dir="2700000" algn="tl">
                  <a:srgbClr val="C0C0C0"/>
                </a:outerShdw>
              </a:effectLst>
              <a:latin typeface="黑体" pitchFamily="2" charset="-122"/>
              <a:cs typeface="Arial" charset="0"/>
            </a:endParaRPr>
          </a:p>
        </p:txBody>
      </p:sp>
      <p:sp>
        <p:nvSpPr>
          <p:cNvPr id="274435" name="Rectangle 3">
            <a:extLst>
              <a:ext uri="{FF2B5EF4-FFF2-40B4-BE49-F238E27FC236}">
                <a16:creationId xmlns:a16="http://schemas.microsoft.com/office/drawing/2014/main" id="{7DB05D92-1DA3-4A9F-B048-BF2566404150}"/>
              </a:ext>
            </a:extLst>
          </p:cNvPr>
          <p:cNvSpPr>
            <a:spLocks noChangeArrowheads="1"/>
          </p:cNvSpPr>
          <p:nvPr/>
        </p:nvSpPr>
        <p:spPr bwMode="auto">
          <a:xfrm>
            <a:off x="3962400" y="1828800"/>
            <a:ext cx="5029200" cy="2819400"/>
          </a:xfrm>
          <a:prstGeom prst="rect">
            <a:avLst/>
          </a:prstGeom>
          <a:noFill/>
          <a:ln w="9525">
            <a:noFill/>
            <a:miter lim="800000"/>
            <a:headEnd/>
            <a:tailEnd/>
          </a:ln>
          <a:effectLst/>
        </p:spPr>
        <p:txBody>
          <a:bodyPr/>
          <a:lstStyle/>
          <a:p>
            <a:pPr marL="187325" indent="-187325">
              <a:lnSpc>
                <a:spcPct val="90000"/>
              </a:lnSpc>
              <a:spcBef>
                <a:spcPct val="20000"/>
              </a:spcBef>
              <a:buClr>
                <a:schemeClr val="folHlink"/>
              </a:buClr>
              <a:buSzPct val="60000"/>
              <a:buFont typeface="Wingdings" pitchFamily="2" charset="2"/>
              <a:buChar char="n"/>
              <a:defRPr/>
            </a:pPr>
            <a:r>
              <a:rPr lang="zh-CN" altLang="en-US" sz="2000" b="1" dirty="0"/>
              <a:t>可信报告根</a:t>
            </a:r>
            <a:r>
              <a:rPr lang="en-US" altLang="zh-CN" sz="1800" b="1" dirty="0"/>
              <a:t>(</a:t>
            </a:r>
            <a:r>
              <a:rPr lang="en-US" altLang="zh-CN" sz="1600" b="1" dirty="0"/>
              <a:t>Root of Trust for Reporting--</a:t>
            </a:r>
            <a:r>
              <a:rPr lang="en-US" altLang="zh-CN" sz="1600" b="1" dirty="0">
                <a:solidFill>
                  <a:srgbClr val="FF0000"/>
                </a:solidFill>
              </a:rPr>
              <a:t>RTR</a:t>
            </a:r>
            <a:r>
              <a:rPr lang="en-US" altLang="zh-CN" sz="1800" b="1" dirty="0"/>
              <a:t>)</a:t>
            </a:r>
          </a:p>
          <a:p>
            <a:pPr marL="450850" lvl="1" indent="-179388">
              <a:lnSpc>
                <a:spcPct val="90000"/>
              </a:lnSpc>
              <a:spcBef>
                <a:spcPct val="20000"/>
              </a:spcBef>
              <a:buClr>
                <a:schemeClr val="hlink"/>
              </a:buClr>
              <a:buSzPct val="55000"/>
              <a:buFont typeface="Wingdings" pitchFamily="2" charset="2"/>
              <a:buChar char="n"/>
              <a:defRPr/>
            </a:pPr>
            <a:r>
              <a:rPr lang="zh-CN" altLang="en-US" sz="1600" b="1" dirty="0">
                <a:latin typeface="+mn-ea"/>
                <a:ea typeface="+mn-ea"/>
              </a:rPr>
              <a:t>提供密码学机制，签署</a:t>
            </a:r>
            <a:r>
              <a:rPr lang="en-US" altLang="zh-CN" sz="1600" b="1" dirty="0">
                <a:latin typeface="+mn-ea"/>
                <a:ea typeface="+mn-ea"/>
              </a:rPr>
              <a:t>TCM</a:t>
            </a:r>
            <a:r>
              <a:rPr lang="zh-CN" altLang="en-US" sz="1600" b="1" dirty="0">
                <a:latin typeface="+mn-ea"/>
                <a:ea typeface="+mn-ea"/>
              </a:rPr>
              <a:t>的状态和数据信息</a:t>
            </a:r>
            <a:r>
              <a:rPr lang="en-US" altLang="zh-CN" sz="1600" dirty="0"/>
              <a:t>(Provides cryptographic mechanism to digitally sign TCM state and information)</a:t>
            </a:r>
          </a:p>
          <a:p>
            <a:pPr marL="765175" lvl="1" indent="-285750">
              <a:lnSpc>
                <a:spcPct val="90000"/>
              </a:lnSpc>
              <a:spcBef>
                <a:spcPct val="20000"/>
              </a:spcBef>
              <a:buClr>
                <a:schemeClr val="hlink"/>
              </a:buClr>
              <a:buSzPct val="55000"/>
              <a:buFont typeface="Wingdings" pitchFamily="2" charset="2"/>
              <a:buNone/>
              <a:defRPr/>
            </a:pPr>
            <a:endParaRPr lang="en-US" altLang="zh-CN" sz="1400" dirty="0"/>
          </a:p>
          <a:p>
            <a:pPr marL="765175" lvl="1" indent="-285750">
              <a:lnSpc>
                <a:spcPct val="90000"/>
              </a:lnSpc>
              <a:spcBef>
                <a:spcPct val="20000"/>
              </a:spcBef>
              <a:buClr>
                <a:schemeClr val="hlink"/>
              </a:buClr>
              <a:buSzPct val="55000"/>
              <a:buFont typeface="Wingdings" pitchFamily="2" charset="2"/>
              <a:buNone/>
              <a:defRPr/>
            </a:pPr>
            <a:endParaRPr lang="en-US" altLang="zh-CN" sz="1400" dirty="0"/>
          </a:p>
          <a:p>
            <a:pPr marL="187325" indent="-187325">
              <a:lnSpc>
                <a:spcPct val="90000"/>
              </a:lnSpc>
              <a:spcBef>
                <a:spcPct val="20000"/>
              </a:spcBef>
              <a:buClr>
                <a:schemeClr val="folHlink"/>
              </a:buClr>
              <a:buSzPct val="60000"/>
              <a:buFont typeface="Wingdings" pitchFamily="2" charset="2"/>
              <a:buChar char="n"/>
              <a:defRPr/>
            </a:pPr>
            <a:r>
              <a:rPr lang="zh-CN" altLang="en-US" sz="2000" b="1" dirty="0"/>
              <a:t>可信存储根</a:t>
            </a:r>
            <a:r>
              <a:rPr lang="en-US" altLang="zh-CN" sz="1800" b="1" dirty="0"/>
              <a:t>(</a:t>
            </a:r>
            <a:r>
              <a:rPr lang="en-US" altLang="zh-CN" sz="1600" b="1" dirty="0"/>
              <a:t>Root of Trust for Storage--</a:t>
            </a:r>
            <a:r>
              <a:rPr lang="en-US" altLang="zh-CN" sz="1600" b="1" dirty="0">
                <a:solidFill>
                  <a:srgbClr val="FF0000"/>
                </a:solidFill>
              </a:rPr>
              <a:t>RTS</a:t>
            </a:r>
            <a:r>
              <a:rPr lang="en-US" altLang="zh-CN" sz="1800" b="1" dirty="0"/>
              <a:t>)</a:t>
            </a:r>
          </a:p>
          <a:p>
            <a:pPr marL="450850" lvl="1" indent="-179388">
              <a:lnSpc>
                <a:spcPct val="90000"/>
              </a:lnSpc>
              <a:spcBef>
                <a:spcPct val="20000"/>
              </a:spcBef>
              <a:buClr>
                <a:schemeClr val="hlink"/>
              </a:buClr>
              <a:buSzPct val="55000"/>
              <a:buFont typeface="Wingdings" pitchFamily="2" charset="2"/>
              <a:buChar char="n"/>
              <a:defRPr/>
            </a:pPr>
            <a:r>
              <a:rPr lang="zh-CN" altLang="en-US" sz="1600" b="1" dirty="0"/>
              <a:t>提供密码学机制，保护</a:t>
            </a:r>
            <a:r>
              <a:rPr lang="en-US" altLang="zh-CN" sz="1600" b="1" dirty="0"/>
              <a:t>TCM</a:t>
            </a:r>
            <a:r>
              <a:rPr lang="zh-CN" altLang="en-US" sz="1600" b="1" dirty="0"/>
              <a:t>的放置外部的数据信息</a:t>
            </a:r>
            <a:r>
              <a:rPr lang="en-US" altLang="zh-CN" sz="1600" dirty="0"/>
              <a:t>(Provides cryptographic mechanism to protect information held outside of the TCM)</a:t>
            </a:r>
          </a:p>
        </p:txBody>
      </p:sp>
      <p:sp>
        <p:nvSpPr>
          <p:cNvPr id="18436" name="Rectangle 4">
            <a:extLst>
              <a:ext uri="{FF2B5EF4-FFF2-40B4-BE49-F238E27FC236}">
                <a16:creationId xmlns:a16="http://schemas.microsoft.com/office/drawing/2014/main" id="{1A8A1B37-4018-4D39-87F5-B66AA18C4DD3}"/>
              </a:ext>
            </a:extLst>
          </p:cNvPr>
          <p:cNvSpPr>
            <a:spLocks noChangeArrowheads="1"/>
          </p:cNvSpPr>
          <p:nvPr/>
        </p:nvSpPr>
        <p:spPr bwMode="auto">
          <a:xfrm>
            <a:off x="1752600" y="5105400"/>
            <a:ext cx="72390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80975" indent="-180975" eaLnBrk="0" hangingPunct="0">
              <a:defRPr sz="800">
                <a:solidFill>
                  <a:schemeClr val="tx1"/>
                </a:solidFill>
                <a:latin typeface="Arial" panose="020B0604020202020204" pitchFamily="34" charset="0"/>
                <a:ea typeface="宋体" panose="02010600030101010101" pitchFamily="2" charset="-122"/>
              </a:defRPr>
            </a:lvl1pPr>
            <a:lvl2pPr marL="450850" indent="-179388"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20000"/>
              </a:spcBef>
              <a:buClr>
                <a:schemeClr val="folHlink"/>
              </a:buClr>
              <a:buSzPct val="60000"/>
              <a:buFont typeface="Wingdings" panose="05000000000000000000" pitchFamily="2" charset="2"/>
              <a:buChar char="n"/>
            </a:pPr>
            <a:r>
              <a:rPr lang="zh-CN" altLang="en-US" sz="2000" b="1"/>
              <a:t>可信度量根</a:t>
            </a:r>
            <a:r>
              <a:rPr lang="en-US" altLang="zh-CN" sz="1800" b="1"/>
              <a:t>(</a:t>
            </a:r>
            <a:r>
              <a:rPr lang="en-US" altLang="zh-CN" sz="1600" b="1"/>
              <a:t>Root of Trust for Measurement--</a:t>
            </a:r>
            <a:r>
              <a:rPr lang="en-US" altLang="zh-CN" sz="1600" b="1">
                <a:solidFill>
                  <a:srgbClr val="FF0000"/>
                </a:solidFill>
              </a:rPr>
              <a:t>RTM</a:t>
            </a:r>
            <a:r>
              <a:rPr lang="en-US" altLang="zh-CN" sz="1800" b="1"/>
              <a:t>)</a:t>
            </a:r>
          </a:p>
          <a:p>
            <a:pPr lvl="1" eaLnBrk="1" hangingPunct="1">
              <a:lnSpc>
                <a:spcPct val="90000"/>
              </a:lnSpc>
              <a:spcBef>
                <a:spcPct val="20000"/>
              </a:spcBef>
              <a:buClr>
                <a:schemeClr val="hlink"/>
              </a:buClr>
              <a:buSzPct val="55000"/>
              <a:buFont typeface="Wingdings" panose="05000000000000000000" pitchFamily="2" charset="2"/>
              <a:buChar char="n"/>
            </a:pPr>
            <a:r>
              <a:rPr lang="zh-CN" altLang="en-US" sz="1600" b="1"/>
              <a:t>提供密码学机制，有序度量平台的状态 </a:t>
            </a:r>
            <a:r>
              <a:rPr lang="en-US" altLang="zh-CN" sz="1600"/>
              <a:t>(Provided by platform to measure platform state)</a:t>
            </a:r>
          </a:p>
        </p:txBody>
      </p:sp>
      <p:sp>
        <p:nvSpPr>
          <p:cNvPr id="18437" name="Rectangle 5">
            <a:extLst>
              <a:ext uri="{FF2B5EF4-FFF2-40B4-BE49-F238E27FC236}">
                <a16:creationId xmlns:a16="http://schemas.microsoft.com/office/drawing/2014/main" id="{7B523522-A17A-4522-8A14-64A20738EDE3}"/>
              </a:ext>
            </a:extLst>
          </p:cNvPr>
          <p:cNvSpPr>
            <a:spLocks noChangeArrowheads="1"/>
          </p:cNvSpPr>
          <p:nvPr/>
        </p:nvSpPr>
        <p:spPr bwMode="auto">
          <a:xfrm>
            <a:off x="228600" y="1828800"/>
            <a:ext cx="3657600" cy="2590800"/>
          </a:xfrm>
          <a:prstGeom prst="rect">
            <a:avLst/>
          </a:prstGeom>
          <a:solidFill>
            <a:srgbClr val="FFCC99"/>
          </a:solidFill>
          <a:ln w="9525">
            <a:solidFill>
              <a:schemeClr val="bg2"/>
            </a:solidFill>
            <a:miter lim="800000"/>
            <a:headEnd/>
            <a:tailEnd/>
          </a:ln>
        </p:spPr>
        <p:txBody>
          <a:bodyPr wrap="none"/>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b="1">
                <a:latin typeface="Times New Roman" panose="02020603050405020304" pitchFamily="18" charset="0"/>
              </a:rPr>
              <a:t>可信密码模块</a:t>
            </a:r>
            <a:r>
              <a:rPr lang="en-US" altLang="zh-CN" sz="2000" b="1">
                <a:latin typeface="Times New Roman" panose="02020603050405020304" pitchFamily="18" charset="0"/>
              </a:rPr>
              <a:t>TCM</a:t>
            </a:r>
          </a:p>
        </p:txBody>
      </p:sp>
      <p:sp>
        <p:nvSpPr>
          <p:cNvPr id="274438" name="AutoShape 6">
            <a:extLst>
              <a:ext uri="{FF2B5EF4-FFF2-40B4-BE49-F238E27FC236}">
                <a16:creationId xmlns:a16="http://schemas.microsoft.com/office/drawing/2014/main" id="{B7FE5EC1-74A0-4A26-8B4A-2B6B1AC013C1}"/>
              </a:ext>
            </a:extLst>
          </p:cNvPr>
          <p:cNvSpPr>
            <a:spLocks noChangeArrowheads="1"/>
          </p:cNvSpPr>
          <p:nvPr/>
        </p:nvSpPr>
        <p:spPr bwMode="auto">
          <a:xfrm>
            <a:off x="406400" y="2406650"/>
            <a:ext cx="1066800" cy="565150"/>
          </a:xfrm>
          <a:prstGeom prst="roundRect">
            <a:avLst>
              <a:gd name="adj" fmla="val 16667"/>
            </a:avLst>
          </a:prstGeom>
          <a:solidFill>
            <a:srgbClr val="CCFFFF"/>
          </a:solidFill>
          <a:ln w="9525" algn="ctr">
            <a:solidFill>
              <a:schemeClr val="bg2"/>
            </a:solidFill>
            <a:round/>
            <a:headEnd/>
            <a:tailEnd/>
          </a:ln>
          <a:effectLst>
            <a:outerShdw dist="107763" dir="2700000" algn="ctr" rotWithShape="0">
              <a:schemeClr val="bg2">
                <a:alpha val="50000"/>
              </a:schemeClr>
            </a:outerShdw>
          </a:effectLst>
        </p:spPr>
        <p:txBody>
          <a:bodyPr anchor="ctr"/>
          <a:lstStyle/>
          <a:p>
            <a:pPr algn="ctr">
              <a:defRPr/>
            </a:pPr>
            <a:r>
              <a:rPr lang="en-US" altLang="zh-CN" sz="2000">
                <a:latin typeface="Times New Roman" pitchFamily="18" charset="0"/>
              </a:rPr>
              <a:t>RTR</a:t>
            </a:r>
          </a:p>
        </p:txBody>
      </p:sp>
      <p:sp>
        <p:nvSpPr>
          <p:cNvPr id="274439" name="AutoShape 7">
            <a:extLst>
              <a:ext uri="{FF2B5EF4-FFF2-40B4-BE49-F238E27FC236}">
                <a16:creationId xmlns:a16="http://schemas.microsoft.com/office/drawing/2014/main" id="{84D944ED-4779-424C-AF51-B77CF6008864}"/>
              </a:ext>
            </a:extLst>
          </p:cNvPr>
          <p:cNvSpPr>
            <a:spLocks noChangeArrowheads="1"/>
          </p:cNvSpPr>
          <p:nvPr/>
        </p:nvSpPr>
        <p:spPr bwMode="auto">
          <a:xfrm>
            <a:off x="2616200" y="2406650"/>
            <a:ext cx="1066800" cy="565150"/>
          </a:xfrm>
          <a:prstGeom prst="roundRect">
            <a:avLst>
              <a:gd name="adj" fmla="val 16667"/>
            </a:avLst>
          </a:prstGeom>
          <a:solidFill>
            <a:srgbClr val="CCFFFF"/>
          </a:solidFill>
          <a:ln w="9525" algn="ctr">
            <a:solidFill>
              <a:schemeClr val="bg2"/>
            </a:solidFill>
            <a:round/>
            <a:headEnd/>
            <a:tailEnd/>
          </a:ln>
          <a:effectLst>
            <a:outerShdw dist="107763" dir="2700000" algn="ctr" rotWithShape="0">
              <a:schemeClr val="bg2">
                <a:alpha val="50000"/>
              </a:schemeClr>
            </a:outerShdw>
          </a:effectLst>
        </p:spPr>
        <p:txBody>
          <a:bodyPr anchor="ctr"/>
          <a:lstStyle/>
          <a:p>
            <a:pPr algn="ctr">
              <a:defRPr/>
            </a:pPr>
            <a:r>
              <a:rPr lang="en-US" altLang="zh-CN" sz="2000">
                <a:latin typeface="Times New Roman" pitchFamily="18" charset="0"/>
              </a:rPr>
              <a:t>RTS</a:t>
            </a:r>
          </a:p>
        </p:txBody>
      </p:sp>
      <p:sp>
        <p:nvSpPr>
          <p:cNvPr id="274440" name="AutoShape 8">
            <a:extLst>
              <a:ext uri="{FF2B5EF4-FFF2-40B4-BE49-F238E27FC236}">
                <a16:creationId xmlns:a16="http://schemas.microsoft.com/office/drawing/2014/main" id="{CEFE5532-823C-4148-99FA-C1EF8EDDBCAA}"/>
              </a:ext>
            </a:extLst>
          </p:cNvPr>
          <p:cNvSpPr>
            <a:spLocks noChangeArrowheads="1"/>
          </p:cNvSpPr>
          <p:nvPr/>
        </p:nvSpPr>
        <p:spPr bwMode="auto">
          <a:xfrm>
            <a:off x="2209800" y="3473450"/>
            <a:ext cx="1524000" cy="565150"/>
          </a:xfrm>
          <a:prstGeom prst="roundRect">
            <a:avLst>
              <a:gd name="adj" fmla="val 16667"/>
            </a:avLst>
          </a:prstGeom>
          <a:solidFill>
            <a:schemeClr val="accent1"/>
          </a:solidFill>
          <a:ln w="9525" algn="ctr">
            <a:solidFill>
              <a:schemeClr val="bg2"/>
            </a:solidFill>
            <a:round/>
            <a:headEnd/>
            <a:tailEnd/>
          </a:ln>
          <a:effectLst>
            <a:outerShdw dist="107763" dir="2700000" algn="ctr" rotWithShape="0">
              <a:schemeClr val="bg2">
                <a:alpha val="50000"/>
              </a:schemeClr>
            </a:outerShdw>
          </a:effectLst>
        </p:spPr>
        <p:txBody>
          <a:bodyPr anchor="ctr"/>
          <a:lstStyle/>
          <a:p>
            <a:pPr algn="ctr">
              <a:defRPr/>
            </a:pPr>
            <a:r>
              <a:rPr lang="zh-CN" altLang="en-US" sz="1600" b="1" dirty="0">
                <a:latin typeface="Times New Roman" pitchFamily="18" charset="0"/>
              </a:rPr>
              <a:t>隔离、受保护的存储区域</a:t>
            </a:r>
            <a:endParaRPr lang="en-US" altLang="zh-CN" sz="1600" b="1" dirty="0">
              <a:latin typeface="Times New Roman" pitchFamily="18" charset="0"/>
            </a:endParaRPr>
          </a:p>
        </p:txBody>
      </p:sp>
      <p:sp>
        <p:nvSpPr>
          <p:cNvPr id="274441" name="AutoShape 9">
            <a:extLst>
              <a:ext uri="{FF2B5EF4-FFF2-40B4-BE49-F238E27FC236}">
                <a16:creationId xmlns:a16="http://schemas.microsoft.com/office/drawing/2014/main" id="{FD9A46A0-B80F-4D66-9A2F-5C6309932317}"/>
              </a:ext>
            </a:extLst>
          </p:cNvPr>
          <p:cNvSpPr>
            <a:spLocks noChangeArrowheads="1"/>
          </p:cNvSpPr>
          <p:nvPr/>
        </p:nvSpPr>
        <p:spPr bwMode="auto">
          <a:xfrm>
            <a:off x="558800" y="3473450"/>
            <a:ext cx="1447800" cy="565150"/>
          </a:xfrm>
          <a:prstGeom prst="roundRect">
            <a:avLst>
              <a:gd name="adj" fmla="val 16667"/>
            </a:avLst>
          </a:prstGeom>
          <a:solidFill>
            <a:schemeClr val="accent1"/>
          </a:solidFill>
          <a:ln w="9525" algn="ctr">
            <a:solidFill>
              <a:schemeClr val="bg2"/>
            </a:solidFill>
            <a:round/>
            <a:headEnd/>
            <a:tailEnd/>
          </a:ln>
          <a:effectLst>
            <a:outerShdw dist="107763" dir="2700000" algn="ctr" rotWithShape="0">
              <a:schemeClr val="bg2">
                <a:alpha val="50000"/>
              </a:schemeClr>
            </a:outerShdw>
          </a:effectLst>
        </p:spPr>
        <p:txBody>
          <a:bodyPr anchor="ctr"/>
          <a:lstStyle/>
          <a:p>
            <a:pPr algn="ctr">
              <a:defRPr/>
            </a:pPr>
            <a:r>
              <a:rPr lang="zh-CN" altLang="en-US" sz="1600" b="1" dirty="0">
                <a:latin typeface="Times New Roman" pitchFamily="18" charset="0"/>
              </a:rPr>
              <a:t>受保护的操作命令</a:t>
            </a:r>
            <a:endParaRPr lang="en-US" altLang="zh-CN" sz="1600" b="1" dirty="0">
              <a:latin typeface="Times New Roman" pitchFamily="18" charset="0"/>
            </a:endParaRPr>
          </a:p>
        </p:txBody>
      </p:sp>
      <p:cxnSp>
        <p:nvCxnSpPr>
          <p:cNvPr id="18442" name="AutoShape 10">
            <a:extLst>
              <a:ext uri="{FF2B5EF4-FFF2-40B4-BE49-F238E27FC236}">
                <a16:creationId xmlns:a16="http://schemas.microsoft.com/office/drawing/2014/main" id="{31626AD9-8645-4991-B3BF-256FA9B51DCC}"/>
              </a:ext>
            </a:extLst>
          </p:cNvPr>
          <p:cNvCxnSpPr>
            <a:cxnSpLocks noChangeShapeType="1"/>
            <a:stCxn id="274438" idx="2"/>
            <a:endCxn id="274440" idx="0"/>
          </p:cNvCxnSpPr>
          <p:nvPr/>
        </p:nvCxnSpPr>
        <p:spPr bwMode="auto">
          <a:xfrm rot="16200000" flipH="1">
            <a:off x="1704975" y="2206625"/>
            <a:ext cx="501650" cy="2032000"/>
          </a:xfrm>
          <a:prstGeom prst="bentConnector3">
            <a:avLst>
              <a:gd name="adj1" fmla="val 50000"/>
            </a:avLst>
          </a:prstGeom>
          <a:noFill/>
          <a:ln w="38100">
            <a:solidFill>
              <a:schemeClr val="bg2"/>
            </a:solidFill>
            <a:miter lim="800000"/>
            <a:headEnd/>
            <a:tailEnd/>
          </a:ln>
          <a:extLst>
            <a:ext uri="{909E8E84-426E-40DD-AFC4-6F175D3DCCD1}">
              <a14:hiddenFill xmlns:a14="http://schemas.microsoft.com/office/drawing/2010/main">
                <a:noFill/>
              </a14:hiddenFill>
            </a:ext>
          </a:extLst>
        </p:spPr>
      </p:cxnSp>
      <p:cxnSp>
        <p:nvCxnSpPr>
          <p:cNvPr id="18443" name="AutoShape 11">
            <a:extLst>
              <a:ext uri="{FF2B5EF4-FFF2-40B4-BE49-F238E27FC236}">
                <a16:creationId xmlns:a16="http://schemas.microsoft.com/office/drawing/2014/main" id="{E814CF35-FE74-4187-823B-D23051B90307}"/>
              </a:ext>
            </a:extLst>
          </p:cNvPr>
          <p:cNvCxnSpPr>
            <a:cxnSpLocks noChangeShapeType="1"/>
            <a:stCxn id="274439" idx="2"/>
            <a:endCxn id="274441" idx="0"/>
          </p:cNvCxnSpPr>
          <p:nvPr/>
        </p:nvCxnSpPr>
        <p:spPr bwMode="auto">
          <a:xfrm rot="5400000">
            <a:off x="1965325" y="2289175"/>
            <a:ext cx="501650" cy="1866900"/>
          </a:xfrm>
          <a:prstGeom prst="bentConnector3">
            <a:avLst>
              <a:gd name="adj1" fmla="val 50000"/>
            </a:avLst>
          </a:prstGeom>
          <a:noFill/>
          <a:ln w="38100">
            <a:solidFill>
              <a:schemeClr val="bg2"/>
            </a:solidFill>
            <a:miter lim="800000"/>
            <a:headEnd/>
            <a:tailEnd/>
          </a:ln>
          <a:extLst>
            <a:ext uri="{909E8E84-426E-40DD-AFC4-6F175D3DCCD1}">
              <a14:hiddenFill xmlns:a14="http://schemas.microsoft.com/office/drawing/2010/main">
                <a:noFill/>
              </a14:hiddenFill>
            </a:ext>
          </a:extLst>
        </p:spPr>
      </p:cxnSp>
      <p:cxnSp>
        <p:nvCxnSpPr>
          <p:cNvPr id="18444" name="AutoShape 12">
            <a:extLst>
              <a:ext uri="{FF2B5EF4-FFF2-40B4-BE49-F238E27FC236}">
                <a16:creationId xmlns:a16="http://schemas.microsoft.com/office/drawing/2014/main" id="{600784E2-A627-449B-AD72-6F047A97A782}"/>
              </a:ext>
            </a:extLst>
          </p:cNvPr>
          <p:cNvCxnSpPr>
            <a:cxnSpLocks noChangeShapeType="1"/>
            <a:stCxn id="274438" idx="2"/>
            <a:endCxn id="274441" idx="0"/>
          </p:cNvCxnSpPr>
          <p:nvPr/>
        </p:nvCxnSpPr>
        <p:spPr bwMode="auto">
          <a:xfrm rot="16200000" flipH="1">
            <a:off x="860425" y="3051175"/>
            <a:ext cx="501650" cy="342900"/>
          </a:xfrm>
          <a:prstGeom prst="bentConnector3">
            <a:avLst>
              <a:gd name="adj1" fmla="val 50000"/>
            </a:avLst>
          </a:prstGeom>
          <a:noFill/>
          <a:ln w="38100">
            <a:solidFill>
              <a:schemeClr val="bg2"/>
            </a:solidFill>
            <a:miter lim="800000"/>
            <a:headEnd/>
            <a:tailEnd/>
          </a:ln>
          <a:extLst>
            <a:ext uri="{909E8E84-426E-40DD-AFC4-6F175D3DCCD1}">
              <a14:hiddenFill xmlns:a14="http://schemas.microsoft.com/office/drawing/2010/main">
                <a:noFill/>
              </a14:hiddenFill>
            </a:ext>
          </a:extLst>
        </p:spPr>
      </p:cxnSp>
      <p:cxnSp>
        <p:nvCxnSpPr>
          <p:cNvPr id="18445" name="AutoShape 13">
            <a:extLst>
              <a:ext uri="{FF2B5EF4-FFF2-40B4-BE49-F238E27FC236}">
                <a16:creationId xmlns:a16="http://schemas.microsoft.com/office/drawing/2014/main" id="{C041850A-F67F-4A2A-A29E-98EDB2C1FBED}"/>
              </a:ext>
            </a:extLst>
          </p:cNvPr>
          <p:cNvCxnSpPr>
            <a:cxnSpLocks noChangeShapeType="1"/>
            <a:stCxn id="274439" idx="2"/>
            <a:endCxn id="274440" idx="0"/>
          </p:cNvCxnSpPr>
          <p:nvPr/>
        </p:nvCxnSpPr>
        <p:spPr bwMode="auto">
          <a:xfrm rot="5400000">
            <a:off x="2809875" y="3133725"/>
            <a:ext cx="501650" cy="177800"/>
          </a:xfrm>
          <a:prstGeom prst="bentConnector3">
            <a:avLst>
              <a:gd name="adj1" fmla="val 50000"/>
            </a:avLst>
          </a:prstGeom>
          <a:noFill/>
          <a:ln w="38100">
            <a:solidFill>
              <a:schemeClr val="bg2"/>
            </a:solidFill>
            <a:miter lim="800000"/>
            <a:headEnd/>
            <a:tailEnd/>
          </a:ln>
          <a:extLst>
            <a:ext uri="{909E8E84-426E-40DD-AFC4-6F175D3DCCD1}">
              <a14:hiddenFill xmlns:a14="http://schemas.microsoft.com/office/drawing/2010/main">
                <a:noFill/>
              </a14:hiddenFill>
            </a:ext>
          </a:extLst>
        </p:spPr>
      </p:cxnSp>
      <p:sp>
        <p:nvSpPr>
          <p:cNvPr id="274446" name="AutoShape 14">
            <a:extLst>
              <a:ext uri="{FF2B5EF4-FFF2-40B4-BE49-F238E27FC236}">
                <a16:creationId xmlns:a16="http://schemas.microsoft.com/office/drawing/2014/main" id="{D76193DD-6355-47D2-8C9B-376557478555}"/>
              </a:ext>
            </a:extLst>
          </p:cNvPr>
          <p:cNvSpPr>
            <a:spLocks noChangeArrowheads="1"/>
          </p:cNvSpPr>
          <p:nvPr/>
        </p:nvSpPr>
        <p:spPr bwMode="auto">
          <a:xfrm>
            <a:off x="304800" y="4616450"/>
            <a:ext cx="1066800" cy="565150"/>
          </a:xfrm>
          <a:prstGeom prst="roundRect">
            <a:avLst>
              <a:gd name="adj" fmla="val 16667"/>
            </a:avLst>
          </a:prstGeom>
          <a:solidFill>
            <a:srgbClr val="CCFFFF"/>
          </a:solidFill>
          <a:ln w="9525" algn="ctr">
            <a:solidFill>
              <a:schemeClr val="bg2"/>
            </a:solidFill>
            <a:round/>
            <a:headEnd/>
            <a:tailEnd/>
          </a:ln>
          <a:effectLst>
            <a:outerShdw dist="107763" dir="2700000" algn="ctr" rotWithShape="0">
              <a:schemeClr val="bg2">
                <a:alpha val="50000"/>
              </a:schemeClr>
            </a:outerShdw>
          </a:effectLst>
        </p:spPr>
        <p:txBody>
          <a:bodyPr anchor="ctr"/>
          <a:lstStyle/>
          <a:p>
            <a:pPr algn="ctr">
              <a:defRPr/>
            </a:pPr>
            <a:r>
              <a:rPr lang="en-US" altLang="zh-CN" sz="2000">
                <a:latin typeface="Times New Roman" pitchFamily="18" charset="0"/>
              </a:rPr>
              <a:t>RTM</a:t>
            </a:r>
          </a:p>
        </p:txBody>
      </p:sp>
      <p:cxnSp>
        <p:nvCxnSpPr>
          <p:cNvPr id="18447" name="AutoShape 15">
            <a:extLst>
              <a:ext uri="{FF2B5EF4-FFF2-40B4-BE49-F238E27FC236}">
                <a16:creationId xmlns:a16="http://schemas.microsoft.com/office/drawing/2014/main" id="{9D3D802F-7FD8-4DAE-9EF1-1274FBA69B00}"/>
              </a:ext>
            </a:extLst>
          </p:cNvPr>
          <p:cNvCxnSpPr>
            <a:cxnSpLocks noChangeShapeType="1"/>
            <a:stCxn id="274446" idx="0"/>
            <a:endCxn id="274441" idx="2"/>
          </p:cNvCxnSpPr>
          <p:nvPr/>
        </p:nvCxnSpPr>
        <p:spPr bwMode="auto">
          <a:xfrm rot="5400000" flipH="1" flipV="1">
            <a:off x="771525" y="4105275"/>
            <a:ext cx="577850" cy="444500"/>
          </a:xfrm>
          <a:prstGeom prst="bentConnector3">
            <a:avLst>
              <a:gd name="adj1" fmla="val 50000"/>
            </a:avLst>
          </a:prstGeom>
          <a:noFill/>
          <a:ln w="38100">
            <a:solidFill>
              <a:schemeClr val="bg2"/>
            </a:solidFill>
            <a:miter lim="800000"/>
            <a:headEnd/>
            <a:tailEnd type="triangle" w="med" len="med"/>
          </a:ln>
          <a:extLst>
            <a:ext uri="{909E8E84-426E-40DD-AFC4-6F175D3DCCD1}">
              <a14:hiddenFill xmlns:a14="http://schemas.microsoft.com/office/drawing/2010/main">
                <a:noFill/>
              </a14:hiddenFill>
            </a:ext>
          </a:extLst>
        </p:spPr>
      </p:cxnSp>
      <p:sp>
        <p:nvSpPr>
          <p:cNvPr id="18448" name="灯片编号占位符 1">
            <a:extLst>
              <a:ext uri="{FF2B5EF4-FFF2-40B4-BE49-F238E27FC236}">
                <a16:creationId xmlns:a16="http://schemas.microsoft.com/office/drawing/2014/main" id="{2D4CEB07-8CB1-4ABA-A4C6-32EC752AC96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09ED9A4C-7ADC-4256-8166-915CEE5EA9A2}" type="slidenum">
              <a:rPr lang="en-US" altLang="zh-CN" sz="1400">
                <a:solidFill>
                  <a:schemeClr val="bg1"/>
                </a:solidFill>
              </a:rPr>
              <a:pPr eaLnBrk="1" hangingPunct="1"/>
              <a:t>4</a:t>
            </a:fld>
            <a:endParaRPr lang="en-US" altLang="zh-CN" sz="140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B20C4D54-172F-499E-A6CF-B6FF9757C185}"/>
              </a:ext>
            </a:extLst>
          </p:cNvPr>
          <p:cNvSpPr>
            <a:spLocks noChangeArrowheads="1"/>
          </p:cNvSpPr>
          <p:nvPr/>
        </p:nvSpPr>
        <p:spPr bwMode="auto">
          <a:xfrm>
            <a:off x="914400" y="1109663"/>
            <a:ext cx="7162800" cy="5410200"/>
          </a:xfrm>
          <a:prstGeom prst="rect">
            <a:avLst/>
          </a:prstGeom>
          <a:solidFill>
            <a:srgbClr val="CCFFCC"/>
          </a:solidFill>
          <a:ln w="9525">
            <a:solidFill>
              <a:srgbClr val="000000"/>
            </a:solidFill>
            <a:miter lim="800000"/>
            <a:headEnd/>
            <a:tailEnd/>
          </a:ln>
        </p:spPr>
        <p:txBody>
          <a:bodyPr lIns="76810" tIns="38405" rIns="76810" bIns="38405"/>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r>
              <a:rPr lang="zh-CN" altLang="en-US" sz="2000" b="1">
                <a:latin typeface="Times New Roman" panose="02020603050405020304" pitchFamily="18" charset="0"/>
              </a:rPr>
              <a:t>平台</a:t>
            </a:r>
          </a:p>
        </p:txBody>
      </p:sp>
      <p:sp>
        <p:nvSpPr>
          <p:cNvPr id="19459" name="AutoShape 3">
            <a:extLst>
              <a:ext uri="{FF2B5EF4-FFF2-40B4-BE49-F238E27FC236}">
                <a16:creationId xmlns:a16="http://schemas.microsoft.com/office/drawing/2014/main" id="{8DC2FA11-18E2-4B7F-B252-B22689828721}"/>
              </a:ext>
            </a:extLst>
          </p:cNvPr>
          <p:cNvSpPr>
            <a:spLocks noChangeArrowheads="1"/>
          </p:cNvSpPr>
          <p:nvPr/>
        </p:nvSpPr>
        <p:spPr bwMode="auto">
          <a:xfrm>
            <a:off x="1062038" y="1565275"/>
            <a:ext cx="5491162" cy="4203700"/>
          </a:xfrm>
          <a:prstGeom prst="roundRect">
            <a:avLst>
              <a:gd name="adj" fmla="val 16667"/>
            </a:avLst>
          </a:prstGeom>
          <a:solidFill>
            <a:srgbClr val="FFFF99"/>
          </a:solidFill>
          <a:ln w="9525">
            <a:solidFill>
              <a:srgbClr val="000000"/>
            </a:solidFill>
            <a:round/>
            <a:headEnd/>
            <a:tailEnd/>
          </a:ln>
        </p:spPr>
        <p:txBody>
          <a:bodyPr lIns="76810" tIns="0" rIns="76810" bIns="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just"/>
            <a:endParaRPr lang="zh-CN" altLang="zh-CN" sz="1600">
              <a:latin typeface="宋体" panose="02010600030101010101" pitchFamily="2" charset="-122"/>
            </a:endParaRPr>
          </a:p>
        </p:txBody>
      </p:sp>
      <p:sp>
        <p:nvSpPr>
          <p:cNvPr id="19460" name="AutoShape 4">
            <a:extLst>
              <a:ext uri="{FF2B5EF4-FFF2-40B4-BE49-F238E27FC236}">
                <a16:creationId xmlns:a16="http://schemas.microsoft.com/office/drawing/2014/main" id="{C682DADF-AB55-4B10-85A3-42C6236BF0BC}"/>
              </a:ext>
            </a:extLst>
          </p:cNvPr>
          <p:cNvSpPr>
            <a:spLocks noChangeArrowheads="1"/>
          </p:cNvSpPr>
          <p:nvPr/>
        </p:nvSpPr>
        <p:spPr bwMode="auto">
          <a:xfrm>
            <a:off x="2632075" y="1936750"/>
            <a:ext cx="3587750" cy="2265363"/>
          </a:xfrm>
          <a:prstGeom prst="roundRect">
            <a:avLst>
              <a:gd name="adj" fmla="val 16667"/>
            </a:avLst>
          </a:prstGeom>
          <a:solidFill>
            <a:srgbClr val="00FFFF"/>
          </a:solidFill>
          <a:ln w="31750">
            <a:solidFill>
              <a:srgbClr val="0000FF"/>
            </a:solidFill>
            <a:prstDash val="dash"/>
            <a:round/>
            <a:headEnd/>
            <a:tailEnd/>
          </a:ln>
        </p:spPr>
        <p:txBody>
          <a:bodyPr lIns="76810" tIns="38405" rIns="76810" bIns="38405"/>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r>
              <a:rPr lang="en-US" altLang="zh-CN" sz="1400" b="1" i="1">
                <a:solidFill>
                  <a:srgbClr val="000000"/>
                </a:solidFill>
                <a:latin typeface="Times New Roman" panose="02020603050405020304" pitchFamily="18" charset="0"/>
              </a:rPr>
              <a:t>Trusted Building Block (TBB)</a:t>
            </a:r>
          </a:p>
          <a:p>
            <a:pPr algn="ctr"/>
            <a:r>
              <a:rPr lang="en-US" altLang="zh-CN" sz="1400" b="1">
                <a:solidFill>
                  <a:srgbClr val="000000"/>
                </a:solidFill>
                <a:latin typeface="Times New Roman" panose="02020603050405020304" pitchFamily="18" charset="0"/>
              </a:rPr>
              <a:t>(</a:t>
            </a:r>
            <a:r>
              <a:rPr lang="zh-CN" altLang="en-US" sz="1400" b="1">
                <a:solidFill>
                  <a:srgbClr val="000000"/>
                </a:solidFill>
                <a:latin typeface="Times New Roman" panose="02020603050405020304" pitchFamily="18" charset="0"/>
              </a:rPr>
              <a:t>可信构筑模块</a:t>
            </a:r>
            <a:r>
              <a:rPr lang="en-US" altLang="zh-CN" sz="1400" b="1">
                <a:solidFill>
                  <a:srgbClr val="000000"/>
                </a:solidFill>
                <a:latin typeface="Times New Roman" panose="02020603050405020304" pitchFamily="18" charset="0"/>
              </a:rPr>
              <a:t>)</a:t>
            </a:r>
          </a:p>
        </p:txBody>
      </p:sp>
      <p:sp>
        <p:nvSpPr>
          <p:cNvPr id="14341" name="Rectangle 5">
            <a:extLst>
              <a:ext uri="{FF2B5EF4-FFF2-40B4-BE49-F238E27FC236}">
                <a16:creationId xmlns:a16="http://schemas.microsoft.com/office/drawing/2014/main" id="{41EEB246-7CD5-4370-8123-10EF36EE55BB}"/>
              </a:ext>
            </a:extLst>
          </p:cNvPr>
          <p:cNvSpPr>
            <a:spLocks noChangeArrowheads="1"/>
          </p:cNvSpPr>
          <p:nvPr/>
        </p:nvSpPr>
        <p:spPr bwMode="auto">
          <a:xfrm>
            <a:off x="1211263" y="2206625"/>
            <a:ext cx="1271587" cy="563563"/>
          </a:xfrm>
          <a:prstGeom prst="rect">
            <a:avLst/>
          </a:prstGeom>
          <a:ln>
            <a:noFill/>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2"/>
          </a:lnRef>
          <a:fillRef idx="3">
            <a:schemeClr val="accent2"/>
          </a:fillRef>
          <a:effectRef idx="2">
            <a:schemeClr val="accent2"/>
          </a:effectRef>
          <a:fontRef idx="minor">
            <a:schemeClr val="lt1"/>
          </a:fontRef>
        </p:style>
        <p:txBody>
          <a:bodyPr wrap="none" lIns="3600" tIns="39600" rIns="3600" bIns="38405" anchor="ctr">
            <a:flatTx/>
          </a:bodyPr>
          <a:lstStyle/>
          <a:p>
            <a:pPr algn="ctr" eaLnBrk="0" hangingPunct="0">
              <a:defRPr/>
            </a:pPr>
            <a:r>
              <a:rPr lang="zh-CN" altLang="en-US" sz="1400" b="1" dirty="0">
                <a:solidFill>
                  <a:schemeClr val="bg1"/>
                </a:solidFill>
                <a:latin typeface="Times New Roman" pitchFamily="18" charset="0"/>
              </a:rPr>
              <a:t>安全芯片</a:t>
            </a:r>
          </a:p>
          <a:p>
            <a:pPr algn="ctr" eaLnBrk="0" hangingPunct="0">
              <a:defRPr/>
            </a:pPr>
            <a:r>
              <a:rPr lang="en-US" altLang="zh-CN" sz="1400" b="1" dirty="0">
                <a:solidFill>
                  <a:schemeClr val="bg1"/>
                </a:solidFill>
                <a:latin typeface="Times New Roman" pitchFamily="18" charset="0"/>
              </a:rPr>
              <a:t>(TCM)</a:t>
            </a:r>
          </a:p>
        </p:txBody>
      </p:sp>
      <p:sp>
        <p:nvSpPr>
          <p:cNvPr id="19464" name="AutoShape 6">
            <a:extLst>
              <a:ext uri="{FF2B5EF4-FFF2-40B4-BE49-F238E27FC236}">
                <a16:creationId xmlns:a16="http://schemas.microsoft.com/office/drawing/2014/main" id="{FF524EDD-E05E-4B4C-B75A-39A537FE4BA7}"/>
              </a:ext>
            </a:extLst>
          </p:cNvPr>
          <p:cNvSpPr>
            <a:spLocks noChangeArrowheads="1"/>
          </p:cNvSpPr>
          <p:nvPr/>
        </p:nvSpPr>
        <p:spPr bwMode="auto">
          <a:xfrm>
            <a:off x="5322888" y="4629150"/>
            <a:ext cx="1063625" cy="541338"/>
          </a:xfrm>
          <a:prstGeom prst="diamond">
            <a:avLst/>
          </a:prstGeom>
          <a:solidFill>
            <a:srgbClr val="CCFFCC"/>
          </a:solidFill>
          <a:ln w="9525">
            <a:solidFill>
              <a:srgbClr val="000000"/>
            </a:solidFill>
            <a:miter lim="800000"/>
            <a:headEnd/>
            <a:tailEnd/>
          </a:ln>
        </p:spPr>
        <p:txBody>
          <a:bodyPr wrap="none" lIns="76810" tIns="38405" rIns="76810" bIns="38405"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r>
              <a:rPr lang="en-US" altLang="zh-CN" sz="1400">
                <a:solidFill>
                  <a:srgbClr val="000000"/>
                </a:solidFill>
                <a:latin typeface="Times New Roman" panose="02020603050405020304" pitchFamily="18" charset="0"/>
              </a:rPr>
              <a:t>CPU</a:t>
            </a:r>
          </a:p>
        </p:txBody>
      </p:sp>
      <p:sp>
        <p:nvSpPr>
          <p:cNvPr id="14343" name="AutoShape 7">
            <a:extLst>
              <a:ext uri="{FF2B5EF4-FFF2-40B4-BE49-F238E27FC236}">
                <a16:creationId xmlns:a16="http://schemas.microsoft.com/office/drawing/2014/main" id="{87F98840-8E64-4CBA-AB24-5A0AF80677D7}"/>
              </a:ext>
            </a:extLst>
          </p:cNvPr>
          <p:cNvSpPr>
            <a:spLocks noChangeArrowheads="1"/>
          </p:cNvSpPr>
          <p:nvPr/>
        </p:nvSpPr>
        <p:spPr bwMode="auto">
          <a:xfrm>
            <a:off x="1285875" y="4843462"/>
            <a:ext cx="1181100" cy="490537"/>
          </a:xfrm>
          <a:prstGeom prst="octagon">
            <a:avLst>
              <a:gd name="adj" fmla="val 29287"/>
            </a:avLst>
          </a:prstGeom>
          <a:ln>
            <a:noFill/>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2"/>
          </a:lnRef>
          <a:fillRef idx="3">
            <a:schemeClr val="accent2"/>
          </a:fillRef>
          <a:effectRef idx="2">
            <a:schemeClr val="accent2"/>
          </a:effectRef>
          <a:fontRef idx="minor">
            <a:schemeClr val="lt1"/>
          </a:fontRef>
        </p:style>
        <p:txBody>
          <a:bodyPr wrap="none" lIns="3600" tIns="39600" rIns="3600" bIns="38405" anchor="ctr">
            <a:flatTx/>
          </a:bodyPr>
          <a:lstStyle/>
          <a:p>
            <a:pPr algn="ctr" eaLnBrk="0" hangingPunct="0">
              <a:defRPr/>
            </a:pPr>
            <a:r>
              <a:rPr lang="en-US" altLang="zh-CN" sz="1400" b="1" dirty="0">
                <a:solidFill>
                  <a:schemeClr val="bg1"/>
                </a:solidFill>
                <a:latin typeface="Times New Roman" pitchFamily="18" charset="0"/>
              </a:rPr>
              <a:t>BIOS/EFI</a:t>
            </a:r>
          </a:p>
        </p:txBody>
      </p:sp>
      <p:grpSp>
        <p:nvGrpSpPr>
          <p:cNvPr id="19468" name="Group 8">
            <a:extLst>
              <a:ext uri="{FF2B5EF4-FFF2-40B4-BE49-F238E27FC236}">
                <a16:creationId xmlns:a16="http://schemas.microsoft.com/office/drawing/2014/main" id="{1B0F3DB4-2552-4237-AA4E-6E7E5C26B7FA}"/>
              </a:ext>
            </a:extLst>
          </p:cNvPr>
          <p:cNvGrpSpPr>
            <a:grpSpLocks/>
          </p:cNvGrpSpPr>
          <p:nvPr/>
        </p:nvGrpSpPr>
        <p:grpSpPr bwMode="auto">
          <a:xfrm>
            <a:off x="1436688" y="5840413"/>
            <a:ext cx="6426200" cy="569912"/>
            <a:chOff x="912" y="3552"/>
            <a:chExt cx="4128" cy="384"/>
          </a:xfrm>
        </p:grpSpPr>
        <p:sp>
          <p:nvSpPr>
            <p:cNvPr id="19482" name="AutoShape 9">
              <a:extLst>
                <a:ext uri="{FF2B5EF4-FFF2-40B4-BE49-F238E27FC236}">
                  <a16:creationId xmlns:a16="http://schemas.microsoft.com/office/drawing/2014/main" id="{D54C1CC4-E1A6-45BF-A056-BDAC0A86EC38}"/>
                </a:ext>
              </a:extLst>
            </p:cNvPr>
            <p:cNvSpPr>
              <a:spLocks noChangeArrowheads="1"/>
            </p:cNvSpPr>
            <p:nvPr/>
          </p:nvSpPr>
          <p:spPr bwMode="auto">
            <a:xfrm>
              <a:off x="912" y="3552"/>
              <a:ext cx="698" cy="379"/>
            </a:xfrm>
            <a:prstGeom prst="can">
              <a:avLst>
                <a:gd name="adj" fmla="val 25000"/>
              </a:avLst>
            </a:prstGeom>
            <a:solidFill>
              <a:srgbClr val="00FF00"/>
            </a:solidFill>
            <a:ln w="9525">
              <a:solidFill>
                <a:srgbClr val="000000"/>
              </a:solidFill>
              <a:round/>
              <a:headEnd/>
              <a:tailEnd/>
            </a:ln>
          </p:spPr>
          <p:txBody>
            <a:bodyPr lIns="76810" tIns="111600" rIns="76810" bIns="1116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r>
                <a:rPr lang="zh-CN" altLang="en-US" sz="1400" b="1">
                  <a:solidFill>
                    <a:srgbClr val="000000"/>
                  </a:solidFill>
                  <a:latin typeface="Times New Roman" panose="02020603050405020304" pitchFamily="18" charset="0"/>
                </a:rPr>
                <a:t>硬盘</a:t>
              </a:r>
            </a:p>
          </p:txBody>
        </p:sp>
        <p:sp>
          <p:nvSpPr>
            <p:cNvPr id="19483" name="AutoShape 10">
              <a:extLst>
                <a:ext uri="{FF2B5EF4-FFF2-40B4-BE49-F238E27FC236}">
                  <a16:creationId xmlns:a16="http://schemas.microsoft.com/office/drawing/2014/main" id="{C5AEA0FD-6EDA-4581-BAD8-8B2E7C4ED560}"/>
                </a:ext>
              </a:extLst>
            </p:cNvPr>
            <p:cNvSpPr>
              <a:spLocks noChangeArrowheads="1"/>
            </p:cNvSpPr>
            <p:nvPr/>
          </p:nvSpPr>
          <p:spPr bwMode="auto">
            <a:xfrm>
              <a:off x="3024" y="3600"/>
              <a:ext cx="2016" cy="336"/>
            </a:xfrm>
            <a:custGeom>
              <a:avLst/>
              <a:gdLst>
                <a:gd name="T0" fmla="*/ 1 w 21600"/>
                <a:gd name="T1" fmla="*/ 0 h 21600"/>
                <a:gd name="T2" fmla="*/ 1 w 21600"/>
                <a:gd name="T3" fmla="*/ 0 h 21600"/>
                <a:gd name="T4" fmla="*/ 0 w 21600"/>
                <a:gd name="T5" fmla="*/ 0 h 21600"/>
                <a:gd name="T6" fmla="*/ 1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rgbClr val="FF9900"/>
            </a:solidFill>
            <a:ln w="9525">
              <a:solidFill>
                <a:srgbClr val="000000"/>
              </a:solidFill>
              <a:miter lim="800000"/>
              <a:headEnd/>
              <a:tailEnd/>
            </a:ln>
          </p:spPr>
          <p:txBody>
            <a:bodyPr lIns="0" tIns="0" rIns="0" bIns="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r>
                <a:rPr lang="en-US" altLang="zh-CN" sz="1400" b="1">
                  <a:latin typeface="Times New Roman" panose="02020603050405020304" pitchFamily="18" charset="0"/>
                </a:rPr>
                <a:t>Graphics / output</a:t>
              </a:r>
            </a:p>
          </p:txBody>
        </p:sp>
        <p:sp>
          <p:nvSpPr>
            <p:cNvPr id="19484" name="AutoShape 11">
              <a:extLst>
                <a:ext uri="{FF2B5EF4-FFF2-40B4-BE49-F238E27FC236}">
                  <a16:creationId xmlns:a16="http://schemas.microsoft.com/office/drawing/2014/main" id="{54C71C7D-2C39-4A19-B656-FF755B574508}"/>
                </a:ext>
              </a:extLst>
            </p:cNvPr>
            <p:cNvSpPr>
              <a:spLocks noChangeArrowheads="1"/>
            </p:cNvSpPr>
            <p:nvPr/>
          </p:nvSpPr>
          <p:spPr bwMode="auto">
            <a:xfrm>
              <a:off x="1680" y="3600"/>
              <a:ext cx="1200" cy="30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88 h 21600"/>
                <a:gd name="T14" fmla="*/ 17100 w 21600"/>
                <a:gd name="T15" fmla="*/ 17112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rgbClr val="FFCC99"/>
            </a:solidFill>
            <a:ln w="9525">
              <a:solidFill>
                <a:srgbClr val="000000"/>
              </a:solidFill>
              <a:miter lim="800000"/>
              <a:headEnd/>
              <a:tailEnd/>
            </a:ln>
          </p:spPr>
          <p:txBody>
            <a:bodyPr lIns="0" tIns="0" rIns="0" bIns="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r>
                <a:rPr lang="zh-CN" altLang="en-US" sz="1400" b="1">
                  <a:latin typeface="宋体" panose="02010600030101010101" pitchFamily="2" charset="-122"/>
                </a:rPr>
                <a:t>键盘</a:t>
              </a:r>
              <a:r>
                <a:rPr lang="en-US" altLang="zh-CN" sz="1400" b="1">
                  <a:latin typeface="宋体" panose="02010600030101010101" pitchFamily="2" charset="-122"/>
                </a:rPr>
                <a:t>/</a:t>
              </a:r>
              <a:r>
                <a:rPr lang="zh-CN" altLang="en-US" sz="1400" b="1">
                  <a:latin typeface="宋体" panose="02010600030101010101" pitchFamily="2" charset="-122"/>
                </a:rPr>
                <a:t>鼠标</a:t>
              </a:r>
            </a:p>
          </p:txBody>
        </p:sp>
      </p:grpSp>
      <p:sp>
        <p:nvSpPr>
          <p:cNvPr id="19469" name="AutoShape 12">
            <a:extLst>
              <a:ext uri="{FF2B5EF4-FFF2-40B4-BE49-F238E27FC236}">
                <a16:creationId xmlns:a16="http://schemas.microsoft.com/office/drawing/2014/main" id="{8E9C0B81-EF99-4AA5-A705-1F1A65C2DD66}"/>
              </a:ext>
            </a:extLst>
          </p:cNvPr>
          <p:cNvSpPr>
            <a:spLocks noChangeArrowheads="1"/>
          </p:cNvSpPr>
          <p:nvPr/>
        </p:nvSpPr>
        <p:spPr bwMode="auto">
          <a:xfrm>
            <a:off x="2781300" y="5127625"/>
            <a:ext cx="2616200" cy="428625"/>
          </a:xfrm>
          <a:prstGeom prst="parallelogram">
            <a:avLst>
              <a:gd name="adj" fmla="val 152593"/>
            </a:avLst>
          </a:prstGeom>
          <a:solidFill>
            <a:srgbClr val="CCFFCC"/>
          </a:solidFill>
          <a:ln w="9525">
            <a:solidFill>
              <a:srgbClr val="000000"/>
            </a:solidFill>
            <a:miter lim="800000"/>
            <a:headEnd/>
            <a:tailEnd/>
          </a:ln>
        </p:spPr>
        <p:txBody>
          <a:bodyPr lIns="54000" tIns="0" rIns="54000" bIns="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just"/>
            <a:r>
              <a:rPr lang="en-US" altLang="zh-CN" sz="1400">
                <a:latin typeface="Times New Roman" panose="02020603050405020304" pitchFamily="18" charset="0"/>
              </a:rPr>
              <a:t>Main Memory</a:t>
            </a:r>
          </a:p>
        </p:txBody>
      </p:sp>
      <p:sp>
        <p:nvSpPr>
          <p:cNvPr id="19470" name="AutoShape 13">
            <a:extLst>
              <a:ext uri="{FF2B5EF4-FFF2-40B4-BE49-F238E27FC236}">
                <a16:creationId xmlns:a16="http://schemas.microsoft.com/office/drawing/2014/main" id="{D25A6044-E8AF-49A3-9AD7-911D1E11A530}"/>
              </a:ext>
            </a:extLst>
          </p:cNvPr>
          <p:cNvSpPr>
            <a:spLocks noChangeArrowheads="1"/>
          </p:cNvSpPr>
          <p:nvPr/>
        </p:nvSpPr>
        <p:spPr bwMode="auto">
          <a:xfrm>
            <a:off x="2706688" y="4557713"/>
            <a:ext cx="2390775" cy="428625"/>
          </a:xfrm>
          <a:prstGeom prst="plus">
            <a:avLst>
              <a:gd name="adj" fmla="val 25000"/>
            </a:avLst>
          </a:prstGeom>
          <a:solidFill>
            <a:srgbClr val="CCFFCC"/>
          </a:solidFill>
          <a:ln w="9525">
            <a:solidFill>
              <a:srgbClr val="000000"/>
            </a:solidFill>
            <a:miter lim="800000"/>
            <a:headEnd/>
            <a:tailEnd/>
          </a:ln>
        </p:spPr>
        <p:txBody>
          <a:bodyPr lIns="54000" tIns="10800" rIns="54000" bIns="1080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r>
              <a:rPr lang="en-US" altLang="zh-CN" sz="1400" b="1">
                <a:latin typeface="Times New Roman" panose="02020603050405020304" pitchFamily="18" charset="0"/>
              </a:rPr>
              <a:t>Supporting H/W</a:t>
            </a:r>
          </a:p>
        </p:txBody>
      </p:sp>
      <p:sp>
        <p:nvSpPr>
          <p:cNvPr id="19471" name="AutoShape 14">
            <a:extLst>
              <a:ext uri="{FF2B5EF4-FFF2-40B4-BE49-F238E27FC236}">
                <a16:creationId xmlns:a16="http://schemas.microsoft.com/office/drawing/2014/main" id="{010D4CC8-3269-46D6-84A3-216B556CFA28}"/>
              </a:ext>
            </a:extLst>
          </p:cNvPr>
          <p:cNvSpPr>
            <a:spLocks noChangeArrowheads="1"/>
          </p:cNvSpPr>
          <p:nvPr/>
        </p:nvSpPr>
        <p:spPr bwMode="auto">
          <a:xfrm>
            <a:off x="6743700" y="3835400"/>
            <a:ext cx="1181100" cy="852488"/>
          </a:xfrm>
          <a:prstGeom prst="octagon">
            <a:avLst>
              <a:gd name="adj" fmla="val 24509"/>
            </a:avLst>
          </a:prstGeom>
          <a:solidFill>
            <a:srgbClr val="CCFFCC"/>
          </a:solidFill>
          <a:ln w="9525">
            <a:solidFill>
              <a:srgbClr val="000000"/>
            </a:solidFill>
            <a:prstDash val="dash"/>
            <a:miter lim="800000"/>
            <a:headEnd/>
            <a:tailEnd/>
          </a:ln>
        </p:spPr>
        <p:txBody>
          <a:bodyPr lIns="0" tIns="0" rIns="0" bIns="0">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r>
              <a:rPr lang="zh-CN" altLang="en-US" sz="1400" b="1">
                <a:latin typeface="宋体" panose="02010600030101010101" pitchFamily="2" charset="-122"/>
              </a:rPr>
              <a:t>由用户控制</a:t>
            </a:r>
            <a:r>
              <a:rPr lang="en-US" altLang="zh-CN" sz="1400" b="1">
                <a:latin typeface="宋体" panose="02010600030101010101" pitchFamily="2" charset="-122"/>
              </a:rPr>
              <a:t>Platform Reset</a:t>
            </a:r>
          </a:p>
        </p:txBody>
      </p:sp>
      <p:sp>
        <p:nvSpPr>
          <p:cNvPr id="19472" name="AutoShape 15">
            <a:extLst>
              <a:ext uri="{FF2B5EF4-FFF2-40B4-BE49-F238E27FC236}">
                <a16:creationId xmlns:a16="http://schemas.microsoft.com/office/drawing/2014/main" id="{13243024-8824-4A1D-89FA-F25398585367}"/>
              </a:ext>
            </a:extLst>
          </p:cNvPr>
          <p:cNvSpPr>
            <a:spLocks noChangeArrowheads="1"/>
          </p:cNvSpPr>
          <p:nvPr/>
        </p:nvSpPr>
        <p:spPr bwMode="auto">
          <a:xfrm>
            <a:off x="6705600" y="1524000"/>
            <a:ext cx="1181100" cy="1095375"/>
          </a:xfrm>
          <a:prstGeom prst="octagon">
            <a:avLst>
              <a:gd name="adj" fmla="val 21639"/>
            </a:avLst>
          </a:prstGeom>
          <a:solidFill>
            <a:srgbClr val="CCFFCC"/>
          </a:solidFill>
          <a:ln w="9525">
            <a:solidFill>
              <a:srgbClr val="000000"/>
            </a:solidFill>
            <a:prstDash val="dash"/>
            <a:miter lim="800000"/>
            <a:headEnd/>
            <a:tailEnd/>
          </a:ln>
        </p:spPr>
        <p:txBody>
          <a:bodyPr lIns="0" tIns="0" rIns="0" bIns="0">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r>
              <a:rPr lang="zh-CN" altLang="en-US" sz="1400" b="1">
                <a:latin typeface="Times New Roman" panose="02020603050405020304" pitchFamily="18" charset="0"/>
              </a:rPr>
              <a:t>可信性连接关系需用户物理现场明确指示</a:t>
            </a:r>
          </a:p>
        </p:txBody>
      </p:sp>
      <p:sp>
        <p:nvSpPr>
          <p:cNvPr id="19473" name="AutoShape 16">
            <a:extLst>
              <a:ext uri="{FF2B5EF4-FFF2-40B4-BE49-F238E27FC236}">
                <a16:creationId xmlns:a16="http://schemas.microsoft.com/office/drawing/2014/main" id="{2A6894C1-0811-43D5-9B69-4CE7E0C6F9E4}"/>
              </a:ext>
            </a:extLst>
          </p:cNvPr>
          <p:cNvSpPr>
            <a:spLocks noChangeArrowheads="1"/>
          </p:cNvSpPr>
          <p:nvPr/>
        </p:nvSpPr>
        <p:spPr bwMode="auto">
          <a:xfrm>
            <a:off x="4572000" y="2701925"/>
            <a:ext cx="1931988" cy="858838"/>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638" y="10800"/>
                </a:moveTo>
                <a:cubicBezTo>
                  <a:pt x="1638" y="15860"/>
                  <a:pt x="5740" y="19962"/>
                  <a:pt x="10800" y="19962"/>
                </a:cubicBezTo>
                <a:cubicBezTo>
                  <a:pt x="15860" y="19962"/>
                  <a:pt x="19962" y="15860"/>
                  <a:pt x="19962" y="10800"/>
                </a:cubicBezTo>
                <a:cubicBezTo>
                  <a:pt x="19962" y="5740"/>
                  <a:pt x="15860" y="1638"/>
                  <a:pt x="10800" y="1638"/>
                </a:cubicBezTo>
                <a:cubicBezTo>
                  <a:pt x="5740" y="1638"/>
                  <a:pt x="1638" y="5740"/>
                  <a:pt x="1638" y="10800"/>
                </a:cubicBezTo>
                <a:close/>
              </a:path>
            </a:pathLst>
          </a:custGeom>
          <a:solidFill>
            <a:srgbClr val="FF0000"/>
          </a:solidFill>
          <a:ln w="9525">
            <a:solidFill>
              <a:srgbClr val="000000"/>
            </a:solidFill>
            <a:round/>
            <a:headEnd/>
            <a:tailEnd/>
          </a:ln>
        </p:spPr>
        <p:txBody>
          <a:bodyPr lIns="0" rIns="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r>
              <a:rPr lang="en-US" altLang="zh-CN" sz="1600">
                <a:latin typeface="宋体" panose="02010600030101010101" pitchFamily="2" charset="-122"/>
              </a:rPr>
              <a:t>CRTM</a:t>
            </a:r>
            <a:r>
              <a:rPr lang="zh-CN" altLang="en-US" sz="1600" b="1">
                <a:latin typeface="宋体" panose="02010600030101010101" pitchFamily="2" charset="-122"/>
              </a:rPr>
              <a:t>与主板</a:t>
            </a:r>
          </a:p>
          <a:p>
            <a:pPr algn="ctr"/>
            <a:r>
              <a:rPr lang="en-US" altLang="zh-CN" sz="1600" b="1">
                <a:latin typeface="宋体" panose="02010600030101010101" pitchFamily="2" charset="-122"/>
              </a:rPr>
              <a:t>1-1</a:t>
            </a:r>
            <a:r>
              <a:rPr lang="zh-CN" altLang="en-US" sz="1600" b="1">
                <a:latin typeface="宋体" panose="02010600030101010101" pitchFamily="2" charset="-122"/>
              </a:rPr>
              <a:t>连接</a:t>
            </a:r>
          </a:p>
        </p:txBody>
      </p:sp>
      <p:sp>
        <p:nvSpPr>
          <p:cNvPr id="19474" name="AutoShape 17">
            <a:extLst>
              <a:ext uri="{FF2B5EF4-FFF2-40B4-BE49-F238E27FC236}">
                <a16:creationId xmlns:a16="http://schemas.microsoft.com/office/drawing/2014/main" id="{2018CCEC-CF5A-4D08-AF20-1181FF890CCB}"/>
              </a:ext>
            </a:extLst>
          </p:cNvPr>
          <p:cNvSpPr>
            <a:spLocks noChangeArrowheads="1"/>
          </p:cNvSpPr>
          <p:nvPr/>
        </p:nvSpPr>
        <p:spPr bwMode="auto">
          <a:xfrm>
            <a:off x="1951038" y="2743200"/>
            <a:ext cx="2316162" cy="855663"/>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638" y="10800"/>
                </a:moveTo>
                <a:cubicBezTo>
                  <a:pt x="1638" y="15860"/>
                  <a:pt x="5740" y="19962"/>
                  <a:pt x="10800" y="19962"/>
                </a:cubicBezTo>
                <a:cubicBezTo>
                  <a:pt x="15860" y="19962"/>
                  <a:pt x="19962" y="15860"/>
                  <a:pt x="19962" y="10800"/>
                </a:cubicBezTo>
                <a:cubicBezTo>
                  <a:pt x="19962" y="5740"/>
                  <a:pt x="15860" y="1638"/>
                  <a:pt x="10800" y="1638"/>
                </a:cubicBezTo>
                <a:cubicBezTo>
                  <a:pt x="5740" y="1638"/>
                  <a:pt x="1638" y="5740"/>
                  <a:pt x="1638" y="10800"/>
                </a:cubicBezTo>
                <a:close/>
              </a:path>
            </a:pathLst>
          </a:custGeom>
          <a:solidFill>
            <a:srgbClr val="FFCC00"/>
          </a:solidFill>
          <a:ln w="9525">
            <a:solidFill>
              <a:srgbClr val="000000"/>
            </a:solidFill>
            <a:round/>
            <a:headEnd/>
            <a:tailEnd/>
          </a:ln>
        </p:spPr>
        <p:txBody>
          <a:bodyPr lIns="0" rIns="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r>
              <a:rPr lang="zh-CN" altLang="en-US" sz="1600" b="1">
                <a:solidFill>
                  <a:srgbClr val="000000"/>
                </a:solidFill>
                <a:latin typeface="宋体" panose="02010600030101010101" pitchFamily="2" charset="-122"/>
              </a:rPr>
              <a:t>安全芯片与</a:t>
            </a:r>
            <a:r>
              <a:rPr lang="en-US" altLang="zh-CN" sz="1600">
                <a:solidFill>
                  <a:srgbClr val="000000"/>
                </a:solidFill>
                <a:latin typeface="宋体" panose="02010600030101010101" pitchFamily="2" charset="-122"/>
              </a:rPr>
              <a:t>CRTM</a:t>
            </a:r>
            <a:r>
              <a:rPr lang="en-US" altLang="zh-CN" sz="1600" b="1">
                <a:solidFill>
                  <a:srgbClr val="000000"/>
                </a:solidFill>
                <a:latin typeface="宋体" panose="02010600030101010101" pitchFamily="2" charset="-122"/>
              </a:rPr>
              <a:t> 1-1</a:t>
            </a:r>
            <a:r>
              <a:rPr lang="zh-CN" altLang="en-US" sz="1600" b="1">
                <a:solidFill>
                  <a:srgbClr val="000000"/>
                </a:solidFill>
                <a:latin typeface="宋体" panose="02010600030101010101" pitchFamily="2" charset="-122"/>
              </a:rPr>
              <a:t>连接</a:t>
            </a:r>
          </a:p>
        </p:txBody>
      </p:sp>
      <p:sp>
        <p:nvSpPr>
          <p:cNvPr id="19475" name="Line 18">
            <a:extLst>
              <a:ext uri="{FF2B5EF4-FFF2-40B4-BE49-F238E27FC236}">
                <a16:creationId xmlns:a16="http://schemas.microsoft.com/office/drawing/2014/main" id="{B868CF23-B748-4C14-A3AF-3F2077954520}"/>
              </a:ext>
            </a:extLst>
          </p:cNvPr>
          <p:cNvSpPr>
            <a:spLocks noChangeShapeType="1"/>
          </p:cNvSpPr>
          <p:nvPr/>
        </p:nvSpPr>
        <p:spPr bwMode="auto">
          <a:xfrm flipH="1">
            <a:off x="5994400" y="1981200"/>
            <a:ext cx="711200" cy="431800"/>
          </a:xfrm>
          <a:prstGeom prst="line">
            <a:avLst/>
          </a:prstGeom>
          <a:noFill/>
          <a:ln w="25400">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lIns="74506" tIns="37253" rIns="74506" bIns="37253"/>
          <a:lstStyle/>
          <a:p>
            <a:endParaRPr lang="zh-CN" altLang="en-US"/>
          </a:p>
        </p:txBody>
      </p:sp>
      <p:sp>
        <p:nvSpPr>
          <p:cNvPr id="19476" name="Line 19">
            <a:extLst>
              <a:ext uri="{FF2B5EF4-FFF2-40B4-BE49-F238E27FC236}">
                <a16:creationId xmlns:a16="http://schemas.microsoft.com/office/drawing/2014/main" id="{4925E6DF-ABC7-4478-895E-F601DD1291BA}"/>
              </a:ext>
            </a:extLst>
          </p:cNvPr>
          <p:cNvSpPr>
            <a:spLocks noChangeShapeType="1"/>
          </p:cNvSpPr>
          <p:nvPr/>
        </p:nvSpPr>
        <p:spPr bwMode="auto">
          <a:xfrm flipH="1" flipV="1">
            <a:off x="6019800" y="3886200"/>
            <a:ext cx="747713" cy="142875"/>
          </a:xfrm>
          <a:prstGeom prst="line">
            <a:avLst/>
          </a:prstGeom>
          <a:noFill/>
          <a:ln w="25400">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lIns="74506" tIns="37253" rIns="74506" bIns="37253"/>
          <a:lstStyle/>
          <a:p>
            <a:endParaRPr lang="zh-CN" altLang="en-US"/>
          </a:p>
        </p:txBody>
      </p:sp>
      <p:sp>
        <p:nvSpPr>
          <p:cNvPr id="19477" name="Line 20">
            <a:extLst>
              <a:ext uri="{FF2B5EF4-FFF2-40B4-BE49-F238E27FC236}">
                <a16:creationId xmlns:a16="http://schemas.microsoft.com/office/drawing/2014/main" id="{82014834-6D67-41E6-AB49-D8F50D8C1E3B}"/>
              </a:ext>
            </a:extLst>
          </p:cNvPr>
          <p:cNvSpPr>
            <a:spLocks noChangeShapeType="1"/>
          </p:cNvSpPr>
          <p:nvPr/>
        </p:nvSpPr>
        <p:spPr bwMode="auto">
          <a:xfrm flipH="1">
            <a:off x="6248400" y="4495800"/>
            <a:ext cx="533400" cy="304800"/>
          </a:xfrm>
          <a:prstGeom prst="line">
            <a:avLst/>
          </a:prstGeom>
          <a:noFill/>
          <a:ln w="25400">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lIns="74506" tIns="37253" rIns="74506" bIns="37253"/>
          <a:lstStyle/>
          <a:p>
            <a:endParaRPr lang="zh-CN" altLang="en-US"/>
          </a:p>
        </p:txBody>
      </p:sp>
      <p:grpSp>
        <p:nvGrpSpPr>
          <p:cNvPr id="3" name="Group 21">
            <a:extLst>
              <a:ext uri="{FF2B5EF4-FFF2-40B4-BE49-F238E27FC236}">
                <a16:creationId xmlns:a16="http://schemas.microsoft.com/office/drawing/2014/main" id="{15E095B2-F15F-4422-8A35-DCC06BB54A83}"/>
              </a:ext>
            </a:extLst>
          </p:cNvPr>
          <p:cNvGrpSpPr>
            <a:grpSpLocks/>
          </p:cNvGrpSpPr>
          <p:nvPr/>
        </p:nvGrpSpPr>
        <p:grpSpPr bwMode="auto">
          <a:xfrm>
            <a:off x="3810000" y="3657600"/>
            <a:ext cx="1277938" cy="447675"/>
            <a:chOff x="2448" y="1632"/>
            <a:chExt cx="706" cy="302"/>
          </a:xfrm>
          <a:scene3d>
            <a:camera prst="orthographicFront">
              <a:rot lat="0" lon="0" rev="0"/>
            </a:camera>
            <a:lightRig rig="balanced" dir="t">
              <a:rot lat="0" lon="0" rev="8700000"/>
            </a:lightRig>
          </a:scene3d>
        </p:grpSpPr>
        <p:sp>
          <p:nvSpPr>
            <p:cNvPr id="14357" name="AutoShape 22">
              <a:extLst>
                <a:ext uri="{FF2B5EF4-FFF2-40B4-BE49-F238E27FC236}">
                  <a16:creationId xmlns:a16="http://schemas.microsoft.com/office/drawing/2014/main" id="{7A4C927E-59DF-4FAA-9F83-C8B9A7E45D83}"/>
                </a:ext>
              </a:extLst>
            </p:cNvPr>
            <p:cNvSpPr>
              <a:spLocks noChangeArrowheads="1"/>
            </p:cNvSpPr>
            <p:nvPr/>
          </p:nvSpPr>
          <p:spPr bwMode="auto">
            <a:xfrm>
              <a:off x="2448" y="1632"/>
              <a:ext cx="706" cy="302"/>
            </a:xfrm>
            <a:prstGeom prst="octagon">
              <a:avLst>
                <a:gd name="adj" fmla="val 29287"/>
              </a:avLst>
            </a:prstGeom>
            <a:ln>
              <a:noFill/>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2"/>
            </a:lnRef>
            <a:fillRef idx="3">
              <a:schemeClr val="accent2"/>
            </a:fillRef>
            <a:effectRef idx="2">
              <a:schemeClr val="accent2"/>
            </a:effectRef>
            <a:fontRef idx="minor">
              <a:schemeClr val="lt1"/>
            </a:fontRef>
          </p:style>
          <p:txBody>
            <a:bodyPr wrap="none" lIns="3600" tIns="39600" rIns="3600" bIns="38405" anchor="ctr">
              <a:flatTx/>
            </a:bodyPr>
            <a:lstStyle/>
            <a:p>
              <a:pPr algn="ctr" eaLnBrk="0" hangingPunct="0">
                <a:defRPr/>
              </a:pPr>
              <a:endParaRPr lang="zh-CN" altLang="zh-CN" sz="1400" b="1" dirty="0">
                <a:solidFill>
                  <a:schemeClr val="bg1"/>
                </a:solidFill>
                <a:latin typeface="Times New Roman" pitchFamily="18" charset="0"/>
              </a:endParaRPr>
            </a:p>
          </p:txBody>
        </p:sp>
        <p:sp>
          <p:nvSpPr>
            <p:cNvPr id="14358" name="Text Box 23">
              <a:extLst>
                <a:ext uri="{FF2B5EF4-FFF2-40B4-BE49-F238E27FC236}">
                  <a16:creationId xmlns:a16="http://schemas.microsoft.com/office/drawing/2014/main" id="{F76FD8FD-5F72-4357-A2AE-827D244416D7}"/>
                </a:ext>
              </a:extLst>
            </p:cNvPr>
            <p:cNvSpPr txBox="1">
              <a:spLocks noChangeArrowheads="1"/>
            </p:cNvSpPr>
            <p:nvPr/>
          </p:nvSpPr>
          <p:spPr bwMode="auto">
            <a:xfrm>
              <a:off x="2544" y="1661"/>
              <a:ext cx="531" cy="228"/>
            </a:xfrm>
            <a:prstGeom prst="rect">
              <a:avLst/>
            </a:prstGeom>
            <a:ln>
              <a:noFill/>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2"/>
            </a:lnRef>
            <a:fillRef idx="3">
              <a:schemeClr val="accent2"/>
            </a:fillRef>
            <a:effectRef idx="2">
              <a:schemeClr val="accent2"/>
            </a:effectRef>
            <a:fontRef idx="minor">
              <a:schemeClr val="lt1"/>
            </a:fontRef>
          </p:style>
          <p:txBody>
            <a:bodyPr wrap="none" lIns="3600" tIns="39600" rIns="3600" bIns="38405" anchor="ctr">
              <a:flatTx/>
            </a:bodyPr>
            <a:lstStyle/>
            <a:p>
              <a:pPr algn="ctr" eaLnBrk="0" hangingPunct="0">
                <a:defRPr/>
              </a:pPr>
              <a:r>
                <a:rPr lang="en-US" altLang="zh-CN" sz="1400" b="1" dirty="0">
                  <a:solidFill>
                    <a:schemeClr val="bg1"/>
                  </a:solidFill>
                  <a:latin typeface="Times New Roman" pitchFamily="18" charset="0"/>
                </a:rPr>
                <a:t>CRTM</a:t>
              </a:r>
            </a:p>
          </p:txBody>
        </p:sp>
      </p:grpSp>
      <p:sp>
        <p:nvSpPr>
          <p:cNvPr id="19479" name="Text Box 24">
            <a:extLst>
              <a:ext uri="{FF2B5EF4-FFF2-40B4-BE49-F238E27FC236}">
                <a16:creationId xmlns:a16="http://schemas.microsoft.com/office/drawing/2014/main" id="{3926151C-EBA4-49C8-A4D5-8F6A68A5E0E4}"/>
              </a:ext>
            </a:extLst>
          </p:cNvPr>
          <p:cNvSpPr txBox="1">
            <a:spLocks noChangeArrowheads="1"/>
          </p:cNvSpPr>
          <p:nvPr/>
        </p:nvSpPr>
        <p:spPr bwMode="auto">
          <a:xfrm>
            <a:off x="3587750" y="1568450"/>
            <a:ext cx="6794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r>
              <a:rPr lang="zh-CN" altLang="en-US" sz="1600" b="1">
                <a:latin typeface="Times New Roman" panose="02020603050405020304" pitchFamily="18" charset="0"/>
              </a:rPr>
              <a:t>主板</a:t>
            </a:r>
          </a:p>
        </p:txBody>
      </p:sp>
      <p:sp>
        <p:nvSpPr>
          <p:cNvPr id="26" name="Rectangle 2">
            <a:extLst>
              <a:ext uri="{FF2B5EF4-FFF2-40B4-BE49-F238E27FC236}">
                <a16:creationId xmlns:a16="http://schemas.microsoft.com/office/drawing/2014/main" id="{7D6EF04A-9B77-47EC-97CC-0182D5D2004B}"/>
              </a:ext>
            </a:extLst>
          </p:cNvPr>
          <p:cNvSpPr txBox="1">
            <a:spLocks noChangeArrowheads="1"/>
          </p:cNvSpPr>
          <p:nvPr/>
        </p:nvSpPr>
        <p:spPr>
          <a:xfrm>
            <a:off x="457200" y="381000"/>
            <a:ext cx="5410200" cy="609600"/>
          </a:xfrm>
          <a:prstGeom prst="rect">
            <a:avLst/>
          </a:prstGeom>
          <a:ln/>
        </p:spPr>
        <p:txBody>
          <a:bodyPr/>
          <a:lstStyle/>
          <a:p>
            <a:pPr>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平台主板与</a:t>
            </a:r>
            <a:r>
              <a:rPr kumimoji="1" lang="en-US" altLang="zh-CN" sz="2800" b="1" dirty="0">
                <a:solidFill>
                  <a:srgbClr val="FF0000"/>
                </a:solidFill>
                <a:effectLst>
                  <a:outerShdw blurRad="38100" dist="38100" dir="2700000" algn="tl">
                    <a:srgbClr val="C0C0C0"/>
                  </a:outerShdw>
                </a:effectLst>
                <a:latin typeface="黑体" pitchFamily="2" charset="-122"/>
                <a:ea typeface="黑体" pitchFamily="2" charset="-122"/>
                <a:cs typeface="Arial" charset="0"/>
              </a:rPr>
              <a:t>TCM</a:t>
            </a: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建立可信绑定关系</a:t>
            </a:r>
            <a:endParaRPr kumimoji="1" lang="en-GB"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endParaRPr>
          </a:p>
        </p:txBody>
      </p:sp>
      <p:sp>
        <p:nvSpPr>
          <p:cNvPr id="19481" name="灯片编号占位符 1">
            <a:extLst>
              <a:ext uri="{FF2B5EF4-FFF2-40B4-BE49-F238E27FC236}">
                <a16:creationId xmlns:a16="http://schemas.microsoft.com/office/drawing/2014/main" id="{729C1725-677D-4631-AB39-52BA363ADE9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E845ADCC-CA05-4F32-8A00-C9BC54A2631B}" type="slidenum">
              <a:rPr lang="en-US" altLang="zh-CN" sz="1400">
                <a:solidFill>
                  <a:schemeClr val="bg1"/>
                </a:solidFill>
              </a:rPr>
              <a:pPr eaLnBrk="1" hangingPunct="1"/>
              <a:t>5</a:t>
            </a:fld>
            <a:endParaRPr lang="en-US" altLang="zh-CN" sz="140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a:extLst>
              <a:ext uri="{FF2B5EF4-FFF2-40B4-BE49-F238E27FC236}">
                <a16:creationId xmlns:a16="http://schemas.microsoft.com/office/drawing/2014/main" id="{9CEB47BC-AE78-4838-98B2-21168AA770CA}"/>
              </a:ext>
            </a:extLst>
          </p:cNvPr>
          <p:cNvSpPr txBox="1">
            <a:spLocks noChangeArrowheads="1"/>
          </p:cNvSpPr>
          <p:nvPr/>
        </p:nvSpPr>
        <p:spPr bwMode="auto">
          <a:xfrm>
            <a:off x="533400" y="381000"/>
            <a:ext cx="4800600" cy="525463"/>
          </a:xfrm>
          <a:prstGeom prst="rect">
            <a:avLst/>
          </a:prstGeom>
          <a:noFill/>
          <a:ln w="9525">
            <a:noFill/>
            <a:miter lim="800000"/>
            <a:headEnd/>
            <a:tailEnd/>
          </a:ln>
          <a:effectLst/>
        </p:spPr>
        <p:txBody>
          <a:bodyPr lIns="90000" tIns="46800" rIns="90000" bIns="46800">
            <a:spAutoFit/>
          </a:bodyPr>
          <a:lstStyle/>
          <a:p>
            <a:pPr defTabSz="762000">
              <a:spcBef>
                <a:spcPct val="50000"/>
              </a:spcBef>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以</a:t>
            </a:r>
            <a:r>
              <a:rPr kumimoji="1" lang="en-US" altLang="zh-CN" sz="2800" b="1" dirty="0">
                <a:solidFill>
                  <a:srgbClr val="FF0000"/>
                </a:solidFill>
                <a:effectLst>
                  <a:outerShdw blurRad="38100" dist="38100" dir="2700000" algn="tl">
                    <a:srgbClr val="C0C0C0"/>
                  </a:outerShdw>
                </a:effectLst>
                <a:latin typeface="黑体" pitchFamily="2" charset="-122"/>
                <a:ea typeface="黑体" pitchFamily="2" charset="-122"/>
                <a:cs typeface="Arial" charset="0"/>
              </a:rPr>
              <a:t>TCM</a:t>
            </a: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为核心建立平台信任链</a:t>
            </a:r>
          </a:p>
        </p:txBody>
      </p:sp>
      <p:grpSp>
        <p:nvGrpSpPr>
          <p:cNvPr id="2052" name="Group 3">
            <a:extLst>
              <a:ext uri="{FF2B5EF4-FFF2-40B4-BE49-F238E27FC236}">
                <a16:creationId xmlns:a16="http://schemas.microsoft.com/office/drawing/2014/main" id="{80DCEE7E-1EDD-4F6C-BBA8-0083922E925B}"/>
              </a:ext>
            </a:extLst>
          </p:cNvPr>
          <p:cNvGrpSpPr>
            <a:grpSpLocks/>
          </p:cNvGrpSpPr>
          <p:nvPr/>
        </p:nvGrpSpPr>
        <p:grpSpPr bwMode="auto">
          <a:xfrm>
            <a:off x="457200" y="1447800"/>
            <a:ext cx="8229600" cy="4800600"/>
            <a:chOff x="480" y="1152"/>
            <a:chExt cx="5184" cy="3024"/>
          </a:xfrm>
        </p:grpSpPr>
        <p:graphicFrame>
          <p:nvGraphicFramePr>
            <p:cNvPr id="2050" name="Object 4">
              <a:extLst>
                <a:ext uri="{FF2B5EF4-FFF2-40B4-BE49-F238E27FC236}">
                  <a16:creationId xmlns:a16="http://schemas.microsoft.com/office/drawing/2014/main" id="{4E88D8CF-316B-4D5F-89C4-291DB4AE0FF7}"/>
                </a:ext>
              </a:extLst>
            </p:cNvPr>
            <p:cNvGraphicFramePr>
              <a:graphicFrameLocks noChangeAspect="1"/>
            </p:cNvGraphicFramePr>
            <p:nvPr/>
          </p:nvGraphicFramePr>
          <p:xfrm>
            <a:off x="480" y="1152"/>
            <a:ext cx="5184" cy="3024"/>
          </p:xfrm>
          <a:graphic>
            <a:graphicData uri="http://schemas.openxmlformats.org/presentationml/2006/ole">
              <mc:AlternateContent xmlns:mc="http://schemas.openxmlformats.org/markup-compatibility/2006">
                <mc:Choice xmlns:v="urn:schemas-microsoft-com:vml" Requires="v">
                  <p:oleObj spid="_x0000_s2050" name="位图图像" r:id="rId3" imgW="6504762" imgH="3666667" progId="PBrush">
                    <p:embed/>
                  </p:oleObj>
                </mc:Choice>
                <mc:Fallback>
                  <p:oleObj name="位图图像" r:id="rId3" imgW="6504762" imgH="3666667" progId="PBrush">
                    <p:embed/>
                    <p:pic>
                      <p:nvPicPr>
                        <p:cNvPr id="2050" name="Object 4">
                          <a:extLst>
                            <a:ext uri="{FF2B5EF4-FFF2-40B4-BE49-F238E27FC236}">
                              <a16:creationId xmlns:a16="http://schemas.microsoft.com/office/drawing/2014/main" id="{4E88D8CF-316B-4D5F-89C4-291DB4AE0F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 y="1152"/>
                          <a:ext cx="5184" cy="3024"/>
                        </a:xfrm>
                        <a:prstGeom prst="rect">
                          <a:avLst/>
                        </a:prstGeom>
                        <a:noFill/>
                        <a:ln>
                          <a:noFill/>
                        </a:ln>
                        <a:effectLst/>
                        <a:extLst>
                          <a:ext uri="{909E8E84-426E-40DD-AFC4-6F175D3DCCD1}">
                            <a14:hiddenFill xmlns:a14="http://schemas.microsoft.com/office/drawing/2010/main">
                              <a:gradFill rotWithShape="0">
                                <a:gsLst>
                                  <a:gs pos="0">
                                    <a:srgbClr val="000080">
                                      <a:gamma/>
                                      <a:tint val="49804"/>
                                      <a:invGamma/>
                                    </a:srgbClr>
                                  </a:gs>
                                  <a:gs pos="50000">
                                    <a:srgbClr val="000080"/>
                                  </a:gs>
                                  <a:gs pos="100000">
                                    <a:srgbClr val="000080">
                                      <a:gamma/>
                                      <a:tint val="49804"/>
                                      <a:invGamma/>
                                    </a:srgbClr>
                                  </a:gs>
                                </a:gsLst>
                                <a:lin ang="189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54" name="Rectangle 5">
              <a:extLst>
                <a:ext uri="{FF2B5EF4-FFF2-40B4-BE49-F238E27FC236}">
                  <a16:creationId xmlns:a16="http://schemas.microsoft.com/office/drawing/2014/main" id="{3C96B642-B7A7-43A5-9FB6-7B75447338BA}"/>
                </a:ext>
              </a:extLst>
            </p:cNvPr>
            <p:cNvSpPr>
              <a:spLocks noChangeArrowheads="1"/>
            </p:cNvSpPr>
            <p:nvPr/>
          </p:nvSpPr>
          <p:spPr bwMode="auto">
            <a:xfrm>
              <a:off x="2256" y="3120"/>
              <a:ext cx="624" cy="19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b="1"/>
                <a:t>TCM</a:t>
              </a:r>
            </a:p>
          </p:txBody>
        </p:sp>
      </p:grpSp>
      <p:sp>
        <p:nvSpPr>
          <p:cNvPr id="2053" name="灯片编号占位符 1">
            <a:extLst>
              <a:ext uri="{FF2B5EF4-FFF2-40B4-BE49-F238E27FC236}">
                <a16:creationId xmlns:a16="http://schemas.microsoft.com/office/drawing/2014/main" id="{062940ED-C829-4867-84F8-C9088570387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A360BDD7-1870-4592-B95B-7A14642541AF}" type="slidenum">
              <a:rPr lang="en-US" altLang="zh-CN" sz="1400">
                <a:solidFill>
                  <a:schemeClr val="bg1"/>
                </a:solidFill>
              </a:rPr>
              <a:pPr eaLnBrk="1" hangingPunct="1"/>
              <a:t>6</a:t>
            </a:fld>
            <a:endParaRPr lang="en-US" altLang="zh-CN" sz="140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a:extLst>
              <a:ext uri="{FF2B5EF4-FFF2-40B4-BE49-F238E27FC236}">
                <a16:creationId xmlns:a16="http://schemas.microsoft.com/office/drawing/2014/main" id="{2676D95A-55D1-4E0C-8903-DF5767B9E13F}"/>
              </a:ext>
            </a:extLst>
          </p:cNvPr>
          <p:cNvSpPr>
            <a:spLocks noChangeArrowheads="1"/>
          </p:cNvSpPr>
          <p:nvPr/>
        </p:nvSpPr>
        <p:spPr bwMode="ltGray">
          <a:xfrm>
            <a:off x="381000" y="1219200"/>
            <a:ext cx="3276600" cy="4648200"/>
          </a:xfrm>
          <a:prstGeom prst="rect">
            <a:avLst/>
          </a:prstGeom>
          <a:solidFill>
            <a:srgbClr val="FFCC00"/>
          </a:solidFill>
          <a:ln w="12700">
            <a:solidFill>
              <a:schemeClr val="tx2"/>
            </a:solidFill>
            <a:miter lim="800000"/>
            <a:headEnd type="none" w="sm" len="sm"/>
            <a:tailEnd type="none" w="sm" len="sm"/>
          </a:ln>
          <a:effectLst/>
        </p:spPr>
        <p:txBody>
          <a:bodyPr/>
          <a:lstStyle/>
          <a:p>
            <a:pPr algn="ctr">
              <a:defRPr/>
            </a:pPr>
            <a:r>
              <a:rPr lang="zh-CN" altLang="en-US" sz="2000" b="1">
                <a:solidFill>
                  <a:schemeClr val="tx2"/>
                </a:solidFill>
                <a:effectLst>
                  <a:outerShdw blurRad="38100" dist="38100" dir="2700000" algn="tl">
                    <a:srgbClr val="000000"/>
                  </a:outerShdw>
                </a:effectLst>
                <a:latin typeface="Bookman Old Style" pitchFamily="18" charset="0"/>
              </a:rPr>
              <a:t>平台</a:t>
            </a:r>
          </a:p>
        </p:txBody>
      </p:sp>
      <p:sp>
        <p:nvSpPr>
          <p:cNvPr id="278532" name="Rectangle 4">
            <a:extLst>
              <a:ext uri="{FF2B5EF4-FFF2-40B4-BE49-F238E27FC236}">
                <a16:creationId xmlns:a16="http://schemas.microsoft.com/office/drawing/2014/main" id="{60FB31C0-FA73-4187-B8AF-89255D2A4825}"/>
              </a:ext>
            </a:extLst>
          </p:cNvPr>
          <p:cNvSpPr>
            <a:spLocks noGrp="1" noChangeArrowheads="1"/>
          </p:cNvSpPr>
          <p:nvPr>
            <p:ph type="body" idx="1"/>
          </p:nvPr>
        </p:nvSpPr>
        <p:spPr>
          <a:xfrm>
            <a:off x="3886200" y="1371600"/>
            <a:ext cx="4876800" cy="5029200"/>
          </a:xfrm>
        </p:spPr>
        <p:txBody>
          <a:bodyPr/>
          <a:lstStyle/>
          <a:p>
            <a:pPr marL="285750" indent="-285750" eaLnBrk="1" hangingPunct="1">
              <a:buClr>
                <a:srgbClr val="FF0000"/>
              </a:buClr>
              <a:buFont typeface="Wingdings" pitchFamily="2" charset="2"/>
              <a:buChar char="Ø"/>
              <a:defRPr/>
            </a:pPr>
            <a:r>
              <a:rPr lang="zh-CN" altLang="en-US" sz="1900" b="1" dirty="0">
                <a:latin typeface="宋体" pitchFamily="2" charset="-122"/>
              </a:rPr>
              <a:t>每一个</a:t>
            </a:r>
            <a:r>
              <a:rPr lang="en-US" altLang="zh-CN" sz="1900" b="1" dirty="0">
                <a:latin typeface="宋体" pitchFamily="2" charset="-122"/>
              </a:rPr>
              <a:t>TCM</a:t>
            </a:r>
            <a:r>
              <a:rPr lang="zh-CN" altLang="en-US" sz="1900" b="1" dirty="0">
                <a:latin typeface="宋体" pitchFamily="2" charset="-122"/>
              </a:rPr>
              <a:t>的密码模块密钥</a:t>
            </a:r>
            <a:r>
              <a:rPr lang="en-US" altLang="zh-CN" sz="1900" b="1" dirty="0">
                <a:latin typeface="宋体" pitchFamily="2" charset="-122"/>
              </a:rPr>
              <a:t>EK</a:t>
            </a:r>
            <a:r>
              <a:rPr lang="zh-CN" altLang="en-US" sz="1900" b="1" dirty="0">
                <a:latin typeface="宋体" pitchFamily="2" charset="-122"/>
              </a:rPr>
              <a:t>是唯一的</a:t>
            </a:r>
          </a:p>
          <a:p>
            <a:pPr marL="685800" lvl="1" indent="-228600" eaLnBrk="1" hangingPunct="1">
              <a:defRPr/>
            </a:pPr>
            <a:r>
              <a:rPr lang="zh-CN" altLang="en-US" sz="1600" b="1" dirty="0">
                <a:solidFill>
                  <a:schemeClr val="accent2">
                    <a:lumMod val="50000"/>
                  </a:schemeClr>
                </a:solidFill>
                <a:latin typeface="+mn-ea"/>
                <a:ea typeface="+mn-ea"/>
              </a:rPr>
              <a:t>可由</a:t>
            </a:r>
            <a:r>
              <a:rPr lang="en-US" altLang="zh-CN" sz="1600" b="1" dirty="0">
                <a:solidFill>
                  <a:schemeClr val="accent2">
                    <a:lumMod val="50000"/>
                  </a:schemeClr>
                </a:solidFill>
                <a:latin typeface="+mn-ea"/>
                <a:ea typeface="+mn-ea"/>
              </a:rPr>
              <a:t>…</a:t>
            </a:r>
            <a:r>
              <a:rPr lang="zh-CN" altLang="en-US" sz="1600" b="1" dirty="0">
                <a:solidFill>
                  <a:schemeClr val="accent2">
                    <a:lumMod val="50000"/>
                  </a:schemeClr>
                </a:solidFill>
                <a:latin typeface="+mn-ea"/>
                <a:ea typeface="+mn-ea"/>
              </a:rPr>
              <a:t>创建</a:t>
            </a:r>
            <a:r>
              <a:rPr lang="en-US" altLang="zh-CN" sz="1600" b="1" dirty="0">
                <a:solidFill>
                  <a:schemeClr val="accent2">
                    <a:lumMod val="50000"/>
                  </a:schemeClr>
                </a:solidFill>
                <a:latin typeface="+mn-ea"/>
                <a:ea typeface="+mn-ea"/>
              </a:rPr>
              <a:t>:</a:t>
            </a:r>
          </a:p>
          <a:p>
            <a:pPr lvl="2" eaLnBrk="1" hangingPunct="1">
              <a:defRPr/>
            </a:pPr>
            <a:r>
              <a:rPr lang="en-US" altLang="zh-CN" sz="1600" b="1" dirty="0">
                <a:solidFill>
                  <a:schemeClr val="accent2">
                    <a:lumMod val="50000"/>
                  </a:schemeClr>
                </a:solidFill>
                <a:latin typeface="+mn-ea"/>
                <a:ea typeface="+mn-ea"/>
              </a:rPr>
              <a:t>TCM </a:t>
            </a:r>
            <a:r>
              <a:rPr lang="zh-CN" altLang="en-US" sz="1600" b="1" dirty="0">
                <a:solidFill>
                  <a:schemeClr val="accent2">
                    <a:lumMod val="50000"/>
                  </a:schemeClr>
                </a:solidFill>
                <a:latin typeface="+mn-ea"/>
                <a:ea typeface="+mn-ea"/>
              </a:rPr>
              <a:t>厂商</a:t>
            </a:r>
          </a:p>
          <a:p>
            <a:pPr lvl="2" eaLnBrk="1" hangingPunct="1">
              <a:defRPr/>
            </a:pPr>
            <a:r>
              <a:rPr lang="zh-CN" altLang="en-US" sz="1600" b="1" dirty="0">
                <a:solidFill>
                  <a:schemeClr val="accent2">
                    <a:lumMod val="50000"/>
                  </a:schemeClr>
                </a:solidFill>
                <a:latin typeface="+mn-ea"/>
                <a:ea typeface="+mn-ea"/>
              </a:rPr>
              <a:t>平台厂商</a:t>
            </a:r>
          </a:p>
          <a:p>
            <a:pPr lvl="2" eaLnBrk="1" hangingPunct="1">
              <a:defRPr/>
            </a:pPr>
            <a:r>
              <a:rPr lang="zh-CN" altLang="en-US" sz="1600" b="1" dirty="0">
                <a:solidFill>
                  <a:schemeClr val="accent2">
                    <a:lumMod val="50000"/>
                  </a:schemeClr>
                </a:solidFill>
                <a:latin typeface="+mn-ea"/>
                <a:ea typeface="+mn-ea"/>
              </a:rPr>
              <a:t>最终用户</a:t>
            </a:r>
          </a:p>
          <a:p>
            <a:pPr marL="685800" lvl="1" indent="-228600" eaLnBrk="1" hangingPunct="1">
              <a:defRPr/>
            </a:pPr>
            <a:endParaRPr lang="zh-CN" altLang="en-US" sz="800" b="1" dirty="0">
              <a:solidFill>
                <a:schemeClr val="accent2">
                  <a:lumMod val="50000"/>
                </a:schemeClr>
              </a:solidFill>
              <a:latin typeface="+mn-ea"/>
              <a:ea typeface="+mn-ea"/>
            </a:endParaRPr>
          </a:p>
          <a:p>
            <a:pPr marL="685800" lvl="1" indent="-228600" eaLnBrk="1" hangingPunct="1">
              <a:defRPr/>
            </a:pPr>
            <a:r>
              <a:rPr lang="zh-CN" altLang="en-US" sz="1600" b="1" dirty="0">
                <a:solidFill>
                  <a:schemeClr val="accent2">
                    <a:lumMod val="50000"/>
                  </a:schemeClr>
                </a:solidFill>
                <a:latin typeface="+mn-ea"/>
                <a:ea typeface="+mn-ea"/>
              </a:rPr>
              <a:t>方法</a:t>
            </a:r>
            <a:r>
              <a:rPr lang="en-US" altLang="zh-CN" sz="1600" b="1" dirty="0">
                <a:solidFill>
                  <a:schemeClr val="accent2">
                    <a:lumMod val="50000"/>
                  </a:schemeClr>
                </a:solidFill>
                <a:latin typeface="+mn-ea"/>
                <a:ea typeface="+mn-ea"/>
              </a:rPr>
              <a:t>:</a:t>
            </a:r>
          </a:p>
          <a:p>
            <a:pPr lvl="2" eaLnBrk="1" hangingPunct="1">
              <a:defRPr/>
            </a:pPr>
            <a:r>
              <a:rPr lang="zh-CN" altLang="en-US" sz="1600" b="1" dirty="0">
                <a:solidFill>
                  <a:schemeClr val="accent2">
                    <a:lumMod val="50000"/>
                  </a:schemeClr>
                </a:solidFill>
                <a:latin typeface="+mn-ea"/>
                <a:ea typeface="+mn-ea"/>
              </a:rPr>
              <a:t>事先产生</a:t>
            </a:r>
            <a:endParaRPr lang="en-US" altLang="zh-CN" sz="1600" b="1" dirty="0">
              <a:solidFill>
                <a:schemeClr val="accent2">
                  <a:lumMod val="50000"/>
                </a:schemeClr>
              </a:solidFill>
              <a:latin typeface="+mn-ea"/>
              <a:ea typeface="+mn-ea"/>
            </a:endParaRPr>
          </a:p>
          <a:p>
            <a:pPr lvl="2" eaLnBrk="1" hangingPunct="1">
              <a:defRPr/>
            </a:pPr>
            <a:r>
              <a:rPr lang="en-US" altLang="zh-CN" sz="1600" b="1" dirty="0">
                <a:solidFill>
                  <a:schemeClr val="accent2">
                    <a:lumMod val="50000"/>
                  </a:schemeClr>
                </a:solidFill>
                <a:latin typeface="+mn-ea"/>
                <a:ea typeface="+mn-ea"/>
              </a:rPr>
              <a:t>EK</a:t>
            </a:r>
            <a:r>
              <a:rPr lang="zh-CN" altLang="en-US" sz="1600" b="1" dirty="0">
                <a:solidFill>
                  <a:schemeClr val="accent2">
                    <a:lumMod val="50000"/>
                  </a:schemeClr>
                </a:solidFill>
                <a:latin typeface="+mn-ea"/>
                <a:ea typeface="+mn-ea"/>
              </a:rPr>
              <a:t>绝不能暴露在</a:t>
            </a:r>
            <a:r>
              <a:rPr lang="en-US" altLang="zh-CN" sz="1600" b="1" dirty="0">
                <a:solidFill>
                  <a:schemeClr val="accent2">
                    <a:lumMod val="50000"/>
                  </a:schemeClr>
                </a:solidFill>
                <a:latin typeface="+mn-ea"/>
                <a:ea typeface="+mn-ea"/>
              </a:rPr>
              <a:t>TCM</a:t>
            </a:r>
            <a:r>
              <a:rPr lang="zh-CN" altLang="en-US" sz="1600" b="1" dirty="0">
                <a:solidFill>
                  <a:schemeClr val="accent2">
                    <a:lumMod val="50000"/>
                  </a:schemeClr>
                </a:solidFill>
                <a:latin typeface="+mn-ea"/>
                <a:ea typeface="+mn-ea"/>
              </a:rPr>
              <a:t>外</a:t>
            </a:r>
            <a:endParaRPr lang="en-US" altLang="zh-CN" sz="1600" b="1" dirty="0">
              <a:solidFill>
                <a:schemeClr val="accent2">
                  <a:lumMod val="50000"/>
                </a:schemeClr>
              </a:solidFill>
              <a:latin typeface="+mn-ea"/>
              <a:ea typeface="+mn-ea"/>
            </a:endParaRPr>
          </a:p>
          <a:p>
            <a:pPr lvl="2" eaLnBrk="1" hangingPunct="1">
              <a:lnSpc>
                <a:spcPct val="75000"/>
              </a:lnSpc>
              <a:buFontTx/>
              <a:buNone/>
              <a:defRPr/>
            </a:pPr>
            <a:endParaRPr lang="zh-CN" altLang="en-US" sz="800" b="1" dirty="0">
              <a:latin typeface="+mn-ea"/>
              <a:ea typeface="+mn-ea"/>
            </a:endParaRPr>
          </a:p>
          <a:p>
            <a:pPr marL="285750" indent="-285750" eaLnBrk="1" hangingPunct="1">
              <a:buClr>
                <a:srgbClr val="FF0000"/>
              </a:buClr>
              <a:buFont typeface="Wingdings" pitchFamily="2" charset="2"/>
              <a:buChar char="Ø"/>
              <a:defRPr/>
            </a:pPr>
            <a:r>
              <a:rPr lang="zh-CN" altLang="en-US" sz="1900" b="1" dirty="0">
                <a:latin typeface="宋体" pitchFamily="2" charset="-122"/>
              </a:rPr>
              <a:t>密码模块证书</a:t>
            </a:r>
            <a:r>
              <a:rPr lang="en-US" altLang="zh-CN" sz="1900" b="1" dirty="0">
                <a:latin typeface="宋体" pitchFamily="2" charset="-122"/>
              </a:rPr>
              <a:t>(EK</a:t>
            </a:r>
            <a:r>
              <a:rPr lang="zh-CN" altLang="en-US" sz="1900" b="1" dirty="0">
                <a:latin typeface="宋体" pitchFamily="2" charset="-122"/>
              </a:rPr>
              <a:t>证书</a:t>
            </a:r>
            <a:r>
              <a:rPr lang="en-US" altLang="zh-CN" sz="1900" b="1" dirty="0">
                <a:latin typeface="宋体" pitchFamily="2" charset="-122"/>
              </a:rPr>
              <a:t>)</a:t>
            </a:r>
            <a:r>
              <a:rPr lang="zh-CN" altLang="en-US" sz="1900" b="1" dirty="0">
                <a:latin typeface="宋体" pitchFamily="2" charset="-122"/>
              </a:rPr>
              <a:t>是由可信</a:t>
            </a:r>
            <a:r>
              <a:rPr lang="en-US" altLang="zh-CN" sz="1900" b="1" dirty="0">
                <a:latin typeface="宋体" pitchFamily="2" charset="-122"/>
              </a:rPr>
              <a:t>CA</a:t>
            </a:r>
            <a:r>
              <a:rPr lang="zh-CN" altLang="en-US" sz="1900" b="1" dirty="0">
                <a:latin typeface="宋体" pitchFamily="2" charset="-122"/>
              </a:rPr>
              <a:t>签署的</a:t>
            </a:r>
            <a:r>
              <a:rPr lang="en-US" altLang="zh-CN" sz="1900" b="1" dirty="0">
                <a:latin typeface="宋体" pitchFamily="2" charset="-122"/>
              </a:rPr>
              <a:t>EK</a:t>
            </a:r>
            <a:r>
              <a:rPr lang="zh-CN" altLang="en-US" sz="1900" b="1" dirty="0">
                <a:latin typeface="宋体" pitchFamily="2" charset="-122"/>
              </a:rPr>
              <a:t>公钥证书</a:t>
            </a:r>
            <a:endParaRPr lang="en-US" altLang="zh-CN" sz="1900" b="1" dirty="0">
              <a:latin typeface="宋体" pitchFamily="2" charset="-122"/>
            </a:endParaRPr>
          </a:p>
          <a:p>
            <a:pPr marL="285750" indent="-285750" eaLnBrk="1" hangingPunct="1">
              <a:lnSpc>
                <a:spcPct val="75000"/>
              </a:lnSpc>
              <a:buFontTx/>
              <a:buNone/>
              <a:defRPr/>
            </a:pPr>
            <a:endParaRPr lang="en-US" altLang="zh-CN" b="1" dirty="0">
              <a:latin typeface="宋体" pitchFamily="2" charset="-122"/>
            </a:endParaRPr>
          </a:p>
          <a:p>
            <a:pPr marL="285750" indent="-285750" eaLnBrk="1" hangingPunct="1">
              <a:buClr>
                <a:srgbClr val="FF0000"/>
              </a:buClr>
              <a:buFont typeface="Wingdings" pitchFamily="2" charset="2"/>
              <a:buChar char="Ø"/>
              <a:defRPr/>
            </a:pPr>
            <a:r>
              <a:rPr lang="zh-CN" altLang="en-US" sz="1900" b="1" dirty="0">
                <a:latin typeface="宋体" pitchFamily="2" charset="-122"/>
              </a:rPr>
              <a:t>平台身份证书是由可信第三方</a:t>
            </a:r>
            <a:r>
              <a:rPr lang="en-US" altLang="zh-CN" sz="1900" b="1" dirty="0">
                <a:latin typeface="宋体" pitchFamily="2" charset="-122"/>
              </a:rPr>
              <a:t>CA</a:t>
            </a:r>
            <a:r>
              <a:rPr lang="zh-CN" altLang="en-US" sz="1900" b="1" dirty="0">
                <a:latin typeface="宋体" pitchFamily="2" charset="-122"/>
              </a:rPr>
              <a:t>签署的平台身份公钥证书</a:t>
            </a:r>
            <a:r>
              <a:rPr lang="en-US" altLang="zh-CN" sz="1900" b="1" dirty="0">
                <a:latin typeface="宋体" pitchFamily="2" charset="-122"/>
              </a:rPr>
              <a:t>(</a:t>
            </a:r>
            <a:r>
              <a:rPr lang="zh-CN" altLang="en-US" sz="1900" b="1" dirty="0">
                <a:latin typeface="宋体" pitchFamily="2" charset="-122"/>
              </a:rPr>
              <a:t>采用我国双证书机制</a:t>
            </a:r>
            <a:r>
              <a:rPr lang="en-US" altLang="zh-CN" sz="1900" b="1" dirty="0">
                <a:latin typeface="宋体" pitchFamily="2" charset="-122"/>
              </a:rPr>
              <a:t>)</a:t>
            </a:r>
            <a:r>
              <a:rPr lang="zh-CN" altLang="en-US" sz="1900" b="1" dirty="0">
                <a:latin typeface="宋体" pitchFamily="2" charset="-122"/>
              </a:rPr>
              <a:t>，针对隐私保护，可以创建若干个平台身份密钥和证书</a:t>
            </a:r>
          </a:p>
          <a:p>
            <a:pPr marL="685800" lvl="1" indent="-228600" eaLnBrk="1" hangingPunct="1">
              <a:lnSpc>
                <a:spcPct val="75000"/>
              </a:lnSpc>
              <a:buFontTx/>
              <a:buNone/>
              <a:defRPr/>
            </a:pPr>
            <a:endParaRPr lang="zh-CN" altLang="en-US" sz="2000" b="1" dirty="0">
              <a:latin typeface="宋体" pitchFamily="2" charset="-122"/>
            </a:endParaRPr>
          </a:p>
        </p:txBody>
      </p:sp>
      <p:sp>
        <p:nvSpPr>
          <p:cNvPr id="278533" name="Rectangle 5">
            <a:extLst>
              <a:ext uri="{FF2B5EF4-FFF2-40B4-BE49-F238E27FC236}">
                <a16:creationId xmlns:a16="http://schemas.microsoft.com/office/drawing/2014/main" id="{69D3E162-CD29-44F0-967E-9F7BB87CAC56}"/>
              </a:ext>
            </a:extLst>
          </p:cNvPr>
          <p:cNvSpPr>
            <a:spLocks noChangeArrowheads="1"/>
          </p:cNvSpPr>
          <p:nvPr/>
        </p:nvSpPr>
        <p:spPr bwMode="auto">
          <a:xfrm>
            <a:off x="533400" y="5257800"/>
            <a:ext cx="1371600" cy="452438"/>
          </a:xfrm>
          <a:prstGeom prst="rect">
            <a:avLst/>
          </a:prstGeom>
          <a:gradFill rotWithShape="1">
            <a:gsLst>
              <a:gs pos="0">
                <a:srgbClr val="3366FF"/>
              </a:gs>
              <a:gs pos="100000">
                <a:srgbClr val="3366FF">
                  <a:gamma/>
                  <a:shade val="46275"/>
                  <a:invGamma/>
                </a:srgbClr>
              </a:gs>
            </a:gsLst>
            <a:lin ang="5400000" scaled="1"/>
          </a:gradFill>
          <a:ln w="12700">
            <a:solidFill>
              <a:schemeClr val="hlink"/>
            </a:solidFill>
            <a:miter lim="800000"/>
            <a:headEnd/>
            <a:tailEnd/>
          </a:ln>
          <a:effectLst>
            <a:outerShdw dist="143684" dir="18900000" algn="ctr" rotWithShape="0">
              <a:schemeClr val="bg2">
                <a:alpha val="50000"/>
              </a:schemeClr>
            </a:outerShdw>
          </a:effectLst>
        </p:spPr>
        <p:txBody>
          <a:bodyPr wrap="none" anchor="ctr"/>
          <a:lstStyle/>
          <a:p>
            <a:pPr algn="ctr">
              <a:defRPr/>
            </a:pPr>
            <a:r>
              <a:rPr lang="zh-CN" altLang="en-US" sz="1400" b="1" dirty="0">
                <a:solidFill>
                  <a:schemeClr val="bg1"/>
                </a:solidFill>
              </a:rPr>
              <a:t>密码模块证书</a:t>
            </a:r>
          </a:p>
        </p:txBody>
      </p:sp>
      <p:sp>
        <p:nvSpPr>
          <p:cNvPr id="20485" name="Rectangle 6">
            <a:extLst>
              <a:ext uri="{FF2B5EF4-FFF2-40B4-BE49-F238E27FC236}">
                <a16:creationId xmlns:a16="http://schemas.microsoft.com/office/drawing/2014/main" id="{ABB067CE-04F4-4EF6-9CC9-55E0812459B3}"/>
              </a:ext>
            </a:extLst>
          </p:cNvPr>
          <p:cNvSpPr>
            <a:spLocks noChangeArrowheads="1"/>
          </p:cNvSpPr>
          <p:nvPr/>
        </p:nvSpPr>
        <p:spPr bwMode="ltGray">
          <a:xfrm>
            <a:off x="587375" y="1633538"/>
            <a:ext cx="2894013" cy="3552825"/>
          </a:xfrm>
          <a:prstGeom prst="rect">
            <a:avLst/>
          </a:prstGeom>
          <a:solidFill>
            <a:srgbClr val="CCFFCC">
              <a:alpha val="78038"/>
            </a:srgbClr>
          </a:solidFill>
          <a:ln w="25400">
            <a:solidFill>
              <a:srgbClr val="969696"/>
            </a:solidFill>
            <a:miter lim="800000"/>
            <a:headEnd type="none" w="sm" len="sm"/>
            <a:tailEnd type="none" w="sm" len="sm"/>
          </a:ln>
        </p:spPr>
        <p:txBody>
          <a:bodyPr wrap="none" lIns="0" tIns="0" rIns="0" bIns="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800" b="1">
                <a:solidFill>
                  <a:schemeClr val="accent2"/>
                </a:solidFill>
                <a:latin typeface="Bookman Old Style" panose="02050604050505020204" pitchFamily="18" charset="0"/>
              </a:rPr>
              <a:t>TCM</a:t>
            </a:r>
          </a:p>
        </p:txBody>
      </p:sp>
      <p:grpSp>
        <p:nvGrpSpPr>
          <p:cNvPr id="20486" name="Group 7">
            <a:extLst>
              <a:ext uri="{FF2B5EF4-FFF2-40B4-BE49-F238E27FC236}">
                <a16:creationId xmlns:a16="http://schemas.microsoft.com/office/drawing/2014/main" id="{25EDE0F9-FA1F-4C9D-8769-7BA763517724}"/>
              </a:ext>
            </a:extLst>
          </p:cNvPr>
          <p:cNvGrpSpPr>
            <a:grpSpLocks/>
          </p:cNvGrpSpPr>
          <p:nvPr/>
        </p:nvGrpSpPr>
        <p:grpSpPr bwMode="auto">
          <a:xfrm>
            <a:off x="979488" y="4046538"/>
            <a:ext cx="2111375" cy="331787"/>
            <a:chOff x="1388" y="2707"/>
            <a:chExt cx="1330" cy="209"/>
          </a:xfrm>
        </p:grpSpPr>
        <p:sp>
          <p:nvSpPr>
            <p:cNvPr id="278536" name="Rectangle 8">
              <a:extLst>
                <a:ext uri="{FF2B5EF4-FFF2-40B4-BE49-F238E27FC236}">
                  <a16:creationId xmlns:a16="http://schemas.microsoft.com/office/drawing/2014/main" id="{4428FFCD-F5C4-499C-BEFE-589294C857E6}"/>
                </a:ext>
              </a:extLst>
            </p:cNvPr>
            <p:cNvSpPr>
              <a:spLocks noChangeArrowheads="1"/>
            </p:cNvSpPr>
            <p:nvPr/>
          </p:nvSpPr>
          <p:spPr bwMode="auto">
            <a:xfrm>
              <a:off x="1388" y="2707"/>
              <a:ext cx="628" cy="200"/>
            </a:xfrm>
            <a:prstGeom prst="rect">
              <a:avLst/>
            </a:prstGeom>
            <a:gradFill rotWithShape="1">
              <a:gsLst>
                <a:gs pos="0">
                  <a:srgbClr val="FF6600">
                    <a:alpha val="67999"/>
                  </a:srgbClr>
                </a:gs>
                <a:gs pos="100000">
                  <a:srgbClr val="FF6600">
                    <a:gamma/>
                    <a:shade val="46275"/>
                    <a:invGamma/>
                  </a:srgbClr>
                </a:gs>
              </a:gsLst>
              <a:lin ang="5400000" scaled="1"/>
            </a:gradFill>
            <a:ln w="12700">
              <a:solidFill>
                <a:schemeClr val="hlink"/>
              </a:solidFill>
              <a:miter lim="800000"/>
              <a:headEnd/>
              <a:tailEnd/>
            </a:ln>
            <a:effectLst>
              <a:outerShdw dist="107763" dir="18900000" algn="ctr" rotWithShape="0">
                <a:schemeClr val="bg2">
                  <a:alpha val="50000"/>
                </a:schemeClr>
              </a:outerShdw>
            </a:effectLst>
          </p:spPr>
          <p:txBody>
            <a:bodyPr anchor="ctr">
              <a:spAutoFit/>
            </a:bodyPr>
            <a:lstStyle/>
            <a:p>
              <a:pPr algn="ctr">
                <a:defRPr/>
              </a:pPr>
              <a:r>
                <a:rPr lang="zh-CN" altLang="en-US" sz="1400" b="1" dirty="0"/>
                <a:t>其它密钥</a:t>
              </a:r>
            </a:p>
          </p:txBody>
        </p:sp>
        <p:sp>
          <p:nvSpPr>
            <p:cNvPr id="20499" name="Rectangle 9">
              <a:extLst>
                <a:ext uri="{FF2B5EF4-FFF2-40B4-BE49-F238E27FC236}">
                  <a16:creationId xmlns:a16="http://schemas.microsoft.com/office/drawing/2014/main" id="{F2FDD89E-44F1-4DD5-BD56-5D9716151C87}"/>
                </a:ext>
              </a:extLst>
            </p:cNvPr>
            <p:cNvSpPr>
              <a:spLocks noChangeArrowheads="1"/>
            </p:cNvSpPr>
            <p:nvPr/>
          </p:nvSpPr>
          <p:spPr bwMode="gray">
            <a:xfrm>
              <a:off x="2077" y="2716"/>
              <a:ext cx="641" cy="200"/>
            </a:xfrm>
            <a:prstGeom prst="rect">
              <a:avLst/>
            </a:prstGeom>
            <a:gradFill rotWithShape="1">
              <a:gsLst>
                <a:gs pos="0">
                  <a:srgbClr val="9999FF">
                    <a:alpha val="79999"/>
                  </a:srgbClr>
                </a:gs>
                <a:gs pos="100000">
                  <a:srgbClr val="474776"/>
                </a:gs>
              </a:gsLst>
              <a:lin ang="5400000" scaled="1"/>
            </a:gradFill>
            <a:ln w="9525">
              <a:solidFill>
                <a:schemeClr val="tx1"/>
              </a:solidFill>
              <a:miter lim="800000"/>
              <a:headEnd/>
              <a:tailEnd/>
            </a:ln>
            <a:effectLst>
              <a:prstShdw prst="shdw13" dist="91581" dir="18221404">
                <a:schemeClr val="bg2"/>
              </a:prstShdw>
            </a:effectLst>
          </p:spPr>
          <p:txBody>
            <a:bodyPr wrap="none"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spcBef>
                  <a:spcPct val="50000"/>
                </a:spcBef>
              </a:pPr>
              <a:r>
                <a:rPr lang="en-US" altLang="zh-CN" sz="1600" b="1"/>
                <a:t>PCRs</a:t>
              </a:r>
            </a:p>
          </p:txBody>
        </p:sp>
      </p:grpSp>
      <p:sp>
        <p:nvSpPr>
          <p:cNvPr id="20487" name="Rectangle 10">
            <a:extLst>
              <a:ext uri="{FF2B5EF4-FFF2-40B4-BE49-F238E27FC236}">
                <a16:creationId xmlns:a16="http://schemas.microsoft.com/office/drawing/2014/main" id="{7D1D6901-7FA6-4ADB-9E67-1D682CE6F011}"/>
              </a:ext>
            </a:extLst>
          </p:cNvPr>
          <p:cNvSpPr>
            <a:spLocks noChangeArrowheads="1"/>
          </p:cNvSpPr>
          <p:nvPr/>
        </p:nvSpPr>
        <p:spPr bwMode="auto">
          <a:xfrm>
            <a:off x="1158875" y="2320925"/>
            <a:ext cx="1812925" cy="625475"/>
          </a:xfrm>
          <a:prstGeom prst="rect">
            <a:avLst/>
          </a:prstGeom>
          <a:gradFill rotWithShape="1">
            <a:gsLst>
              <a:gs pos="0">
                <a:srgbClr val="765E47"/>
              </a:gs>
              <a:gs pos="50000">
                <a:srgbClr val="FFCC99"/>
              </a:gs>
              <a:gs pos="100000">
                <a:srgbClr val="765E47"/>
              </a:gs>
            </a:gsLst>
            <a:lin ang="5400000" scaled="1"/>
          </a:gradFill>
          <a:ln w="12700">
            <a:solidFill>
              <a:schemeClr val="hlink"/>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b="1"/>
              <a:t>密码模块密钥</a:t>
            </a:r>
            <a:r>
              <a:rPr lang="en-US" altLang="zh-CN" sz="1400" b="1"/>
              <a:t>EK</a:t>
            </a:r>
          </a:p>
          <a:p>
            <a:pPr algn="ctr" eaLnBrk="1" hangingPunct="1"/>
            <a:r>
              <a:rPr lang="en-US" altLang="zh-CN" sz="1200" b="1"/>
              <a:t>Endorsement Key</a:t>
            </a:r>
          </a:p>
        </p:txBody>
      </p:sp>
      <p:sp>
        <p:nvSpPr>
          <p:cNvPr id="20488" name="Rectangle 11">
            <a:extLst>
              <a:ext uri="{FF2B5EF4-FFF2-40B4-BE49-F238E27FC236}">
                <a16:creationId xmlns:a16="http://schemas.microsoft.com/office/drawing/2014/main" id="{73BB156E-DCF5-4908-AE9F-EA03F5B1CB7D}"/>
              </a:ext>
            </a:extLst>
          </p:cNvPr>
          <p:cNvSpPr>
            <a:spLocks noChangeArrowheads="1"/>
          </p:cNvSpPr>
          <p:nvPr/>
        </p:nvSpPr>
        <p:spPr bwMode="gray">
          <a:xfrm>
            <a:off x="1235075" y="3200400"/>
            <a:ext cx="1600200" cy="530225"/>
          </a:xfrm>
          <a:prstGeom prst="rect">
            <a:avLst/>
          </a:prstGeom>
          <a:gradFill rotWithShape="1">
            <a:gsLst>
              <a:gs pos="0">
                <a:srgbClr val="762F00"/>
              </a:gs>
              <a:gs pos="50000">
                <a:srgbClr val="FF6600"/>
              </a:gs>
              <a:gs pos="100000">
                <a:srgbClr val="762F00"/>
              </a:gs>
            </a:gsLst>
            <a:lin ang="5400000" scaled="1"/>
          </a:gradFill>
          <a:ln>
            <a:noFill/>
          </a:ln>
          <a:effectLst>
            <a:prstShdw prst="shdw13" dist="99190" dir="18588334">
              <a:schemeClr val="bg2"/>
            </a:prstShdw>
          </a:effectLst>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r>
              <a:rPr lang="zh-CN" altLang="en-US" sz="1400" b="1"/>
              <a:t>平台身份密钥</a:t>
            </a:r>
            <a:endParaRPr lang="en-US" altLang="zh-CN" sz="1400" b="1"/>
          </a:p>
          <a:p>
            <a:pPr algn="ctr"/>
            <a:r>
              <a:rPr lang="en-US" altLang="zh-CN" sz="1200" b="1"/>
              <a:t>Platform ID Key</a:t>
            </a:r>
          </a:p>
        </p:txBody>
      </p:sp>
      <p:sp>
        <p:nvSpPr>
          <p:cNvPr id="20489" name="AutoShape 12">
            <a:extLst>
              <a:ext uri="{FF2B5EF4-FFF2-40B4-BE49-F238E27FC236}">
                <a16:creationId xmlns:a16="http://schemas.microsoft.com/office/drawing/2014/main" id="{A7E2B013-32BB-4D02-8379-B00E11E3685D}"/>
              </a:ext>
            </a:extLst>
          </p:cNvPr>
          <p:cNvSpPr>
            <a:spLocks noChangeArrowheads="1"/>
          </p:cNvSpPr>
          <p:nvPr/>
        </p:nvSpPr>
        <p:spPr bwMode="auto">
          <a:xfrm>
            <a:off x="1143000" y="4772025"/>
            <a:ext cx="1752600" cy="333375"/>
          </a:xfrm>
          <a:prstGeom prst="plus">
            <a:avLst>
              <a:gd name="adj" fmla="val 25000"/>
            </a:avLst>
          </a:prstGeom>
          <a:solidFill>
            <a:srgbClr val="00FFFF">
              <a:alpha val="58038"/>
            </a:srgbClr>
          </a:solidFill>
          <a:ln w="3175">
            <a:solidFill>
              <a:schemeClr val="bg2"/>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t>隐私控制</a:t>
            </a:r>
          </a:p>
        </p:txBody>
      </p:sp>
      <p:grpSp>
        <p:nvGrpSpPr>
          <p:cNvPr id="20490" name="Group 13">
            <a:extLst>
              <a:ext uri="{FF2B5EF4-FFF2-40B4-BE49-F238E27FC236}">
                <a16:creationId xmlns:a16="http://schemas.microsoft.com/office/drawing/2014/main" id="{6F872364-CE8E-4769-AE02-6100277FD21E}"/>
              </a:ext>
            </a:extLst>
          </p:cNvPr>
          <p:cNvGrpSpPr>
            <a:grpSpLocks/>
          </p:cNvGrpSpPr>
          <p:nvPr/>
        </p:nvGrpSpPr>
        <p:grpSpPr bwMode="auto">
          <a:xfrm>
            <a:off x="846138" y="1997075"/>
            <a:ext cx="2376487" cy="2744788"/>
            <a:chOff x="362" y="1643"/>
            <a:chExt cx="1486" cy="1494"/>
          </a:xfrm>
        </p:grpSpPr>
        <p:sp>
          <p:nvSpPr>
            <p:cNvPr id="20494" name="AutoShape 14">
              <a:extLst>
                <a:ext uri="{FF2B5EF4-FFF2-40B4-BE49-F238E27FC236}">
                  <a16:creationId xmlns:a16="http://schemas.microsoft.com/office/drawing/2014/main" id="{38C1C18E-AABB-416E-B60A-3C6ED14D244C}"/>
                </a:ext>
              </a:extLst>
            </p:cNvPr>
            <p:cNvSpPr>
              <a:spLocks/>
            </p:cNvSpPr>
            <p:nvPr/>
          </p:nvSpPr>
          <p:spPr bwMode="auto">
            <a:xfrm rot="5400000">
              <a:off x="1041" y="2331"/>
              <a:ext cx="133" cy="1480"/>
            </a:xfrm>
            <a:prstGeom prst="rightBrace">
              <a:avLst>
                <a:gd name="adj1" fmla="val 92732"/>
                <a:gd name="adj2" fmla="val 50000"/>
              </a:avLst>
            </a:prstGeom>
            <a:noFill/>
            <a:ln w="635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0495" name="AutoShape 15">
              <a:extLst>
                <a:ext uri="{FF2B5EF4-FFF2-40B4-BE49-F238E27FC236}">
                  <a16:creationId xmlns:a16="http://schemas.microsoft.com/office/drawing/2014/main" id="{EA34E923-7B32-42DC-B5A1-A26C0754E4E2}"/>
                </a:ext>
              </a:extLst>
            </p:cNvPr>
            <p:cNvSpPr>
              <a:spLocks/>
            </p:cNvSpPr>
            <p:nvPr/>
          </p:nvSpPr>
          <p:spPr bwMode="auto">
            <a:xfrm rot="5400000" flipH="1" flipV="1">
              <a:off x="1041" y="970"/>
              <a:ext cx="133" cy="1480"/>
            </a:xfrm>
            <a:prstGeom prst="rightBrace">
              <a:avLst>
                <a:gd name="adj1" fmla="val 92732"/>
                <a:gd name="adj2" fmla="val 50000"/>
              </a:avLst>
            </a:prstGeom>
            <a:noFill/>
            <a:ln w="635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0496" name="Line 16">
              <a:extLst>
                <a:ext uri="{FF2B5EF4-FFF2-40B4-BE49-F238E27FC236}">
                  <a16:creationId xmlns:a16="http://schemas.microsoft.com/office/drawing/2014/main" id="{6F20C27D-16C8-4AA4-AAF6-69C02CD751C6}"/>
                </a:ext>
              </a:extLst>
            </p:cNvPr>
            <p:cNvSpPr>
              <a:spLocks noChangeShapeType="1"/>
            </p:cNvSpPr>
            <p:nvPr/>
          </p:nvSpPr>
          <p:spPr bwMode="auto">
            <a:xfrm>
              <a:off x="362" y="1776"/>
              <a:ext cx="0" cy="1247"/>
            </a:xfrm>
            <a:prstGeom prst="line">
              <a:avLst/>
            </a:prstGeom>
            <a:noFill/>
            <a:ln w="6350">
              <a:solidFill>
                <a:srgbClr val="0000FF"/>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20497" name="Line 17">
              <a:extLst>
                <a:ext uri="{FF2B5EF4-FFF2-40B4-BE49-F238E27FC236}">
                  <a16:creationId xmlns:a16="http://schemas.microsoft.com/office/drawing/2014/main" id="{FC6983E3-B310-4AAD-9920-D94F44A96D6D}"/>
                </a:ext>
              </a:extLst>
            </p:cNvPr>
            <p:cNvSpPr>
              <a:spLocks noChangeShapeType="1"/>
            </p:cNvSpPr>
            <p:nvPr/>
          </p:nvSpPr>
          <p:spPr bwMode="auto">
            <a:xfrm>
              <a:off x="1848" y="1757"/>
              <a:ext cx="0" cy="1247"/>
            </a:xfrm>
            <a:prstGeom prst="line">
              <a:avLst/>
            </a:prstGeom>
            <a:noFill/>
            <a:ln w="6350">
              <a:solidFill>
                <a:srgbClr val="0000FF"/>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grpSp>
      <p:sp>
        <p:nvSpPr>
          <p:cNvPr id="278546" name="Rectangle 18">
            <a:extLst>
              <a:ext uri="{FF2B5EF4-FFF2-40B4-BE49-F238E27FC236}">
                <a16:creationId xmlns:a16="http://schemas.microsoft.com/office/drawing/2014/main" id="{E8E4727D-AFAD-498A-8F07-FC8ED7CD5B13}"/>
              </a:ext>
            </a:extLst>
          </p:cNvPr>
          <p:cNvSpPr>
            <a:spLocks noChangeArrowheads="1"/>
          </p:cNvSpPr>
          <p:nvPr/>
        </p:nvSpPr>
        <p:spPr bwMode="auto">
          <a:xfrm>
            <a:off x="2076450" y="5262563"/>
            <a:ext cx="1428750" cy="452437"/>
          </a:xfrm>
          <a:prstGeom prst="rect">
            <a:avLst/>
          </a:prstGeom>
          <a:gradFill rotWithShape="1">
            <a:gsLst>
              <a:gs pos="0">
                <a:srgbClr val="3366FF"/>
              </a:gs>
              <a:gs pos="100000">
                <a:srgbClr val="3366FF">
                  <a:gamma/>
                  <a:shade val="46275"/>
                  <a:invGamma/>
                </a:srgbClr>
              </a:gs>
            </a:gsLst>
            <a:lin ang="5400000" scaled="1"/>
          </a:gradFill>
          <a:ln w="12700">
            <a:solidFill>
              <a:schemeClr val="hlink"/>
            </a:solidFill>
            <a:miter lim="800000"/>
            <a:headEnd/>
            <a:tailEnd/>
          </a:ln>
          <a:effectLst>
            <a:outerShdw dist="143684" dir="18900000" algn="ctr" rotWithShape="0">
              <a:schemeClr val="bg2">
                <a:alpha val="50000"/>
              </a:schemeClr>
            </a:outerShdw>
          </a:effectLst>
        </p:spPr>
        <p:txBody>
          <a:bodyPr wrap="none" anchor="ctr"/>
          <a:lstStyle/>
          <a:p>
            <a:pPr algn="ctr">
              <a:defRPr/>
            </a:pPr>
            <a:r>
              <a:rPr lang="zh-CN" altLang="en-US" sz="1400" b="1" dirty="0">
                <a:solidFill>
                  <a:schemeClr val="bg1"/>
                </a:solidFill>
              </a:rPr>
              <a:t>平台身份证书</a:t>
            </a:r>
            <a:endParaRPr lang="en-US" altLang="zh-CN" sz="900" b="1" dirty="0">
              <a:solidFill>
                <a:schemeClr val="bg1"/>
              </a:solidFill>
            </a:endParaRPr>
          </a:p>
        </p:txBody>
      </p:sp>
      <p:sp>
        <p:nvSpPr>
          <p:cNvPr id="21" name="Text Box 2">
            <a:extLst>
              <a:ext uri="{FF2B5EF4-FFF2-40B4-BE49-F238E27FC236}">
                <a16:creationId xmlns:a16="http://schemas.microsoft.com/office/drawing/2014/main" id="{44F83D04-EC05-469D-9C26-108325E86782}"/>
              </a:ext>
            </a:extLst>
          </p:cNvPr>
          <p:cNvSpPr txBox="1">
            <a:spLocks noChangeArrowheads="1"/>
          </p:cNvSpPr>
          <p:nvPr/>
        </p:nvSpPr>
        <p:spPr bwMode="auto">
          <a:xfrm>
            <a:off x="381000" y="304800"/>
            <a:ext cx="5410200" cy="525463"/>
          </a:xfrm>
          <a:prstGeom prst="rect">
            <a:avLst/>
          </a:prstGeom>
          <a:noFill/>
          <a:ln w="9525">
            <a:noFill/>
            <a:miter lim="800000"/>
            <a:headEnd/>
            <a:tailEnd/>
          </a:ln>
          <a:effectLst/>
        </p:spPr>
        <p:txBody>
          <a:bodyPr lIns="90000" tIns="46800" rIns="90000" bIns="46800">
            <a:spAutoFit/>
          </a:bodyPr>
          <a:lstStyle/>
          <a:p>
            <a:pPr defTabSz="762000">
              <a:spcBef>
                <a:spcPct val="50000"/>
              </a:spcBef>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由</a:t>
            </a:r>
            <a:r>
              <a:rPr kumimoji="1" lang="en-US" altLang="zh-CN" sz="2800" b="1" dirty="0">
                <a:solidFill>
                  <a:srgbClr val="FF0000"/>
                </a:solidFill>
                <a:effectLst>
                  <a:outerShdw blurRad="38100" dist="38100" dir="2700000" algn="tl">
                    <a:srgbClr val="C0C0C0"/>
                  </a:outerShdw>
                </a:effectLst>
                <a:latin typeface="黑体" pitchFamily="2" charset="-122"/>
                <a:ea typeface="黑体" pitchFamily="2" charset="-122"/>
                <a:cs typeface="Arial" charset="0"/>
              </a:rPr>
              <a:t>TCM</a:t>
            </a: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构建身份标识表征平台身份</a:t>
            </a:r>
          </a:p>
        </p:txBody>
      </p:sp>
      <p:sp>
        <p:nvSpPr>
          <p:cNvPr id="20493" name="灯片编号占位符 1">
            <a:extLst>
              <a:ext uri="{FF2B5EF4-FFF2-40B4-BE49-F238E27FC236}">
                <a16:creationId xmlns:a16="http://schemas.microsoft.com/office/drawing/2014/main" id="{1CAB8FE7-A9F2-4688-BFDF-1F330D05860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950BED9E-1418-48B4-B49A-401E64085959}" type="slidenum">
              <a:rPr lang="en-US" altLang="zh-CN" sz="1400">
                <a:solidFill>
                  <a:schemeClr val="bg1"/>
                </a:solidFill>
              </a:rPr>
              <a:pPr eaLnBrk="1" hangingPunct="1"/>
              <a:t>7</a:t>
            </a:fld>
            <a:endParaRPr lang="en-US" altLang="zh-CN" sz="140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4">
            <a:extLst>
              <a:ext uri="{FF2B5EF4-FFF2-40B4-BE49-F238E27FC236}">
                <a16:creationId xmlns:a16="http://schemas.microsoft.com/office/drawing/2014/main" id="{CCB571E3-7A6E-4B8C-9716-B90D258F5672}"/>
              </a:ext>
            </a:extLst>
          </p:cNvPr>
          <p:cNvSpPr>
            <a:spLocks noChangeArrowheads="1"/>
          </p:cNvSpPr>
          <p:nvPr/>
        </p:nvSpPr>
        <p:spPr bwMode="ltGray">
          <a:xfrm>
            <a:off x="381000" y="1549400"/>
            <a:ext cx="2133600" cy="2819400"/>
          </a:xfrm>
          <a:prstGeom prst="rect">
            <a:avLst/>
          </a:prstGeom>
          <a:solidFill>
            <a:srgbClr val="CCFFCC"/>
          </a:solidFill>
          <a:ln w="25400">
            <a:solidFill>
              <a:srgbClr val="969696"/>
            </a:solidFill>
            <a:miter lim="800000"/>
            <a:headEnd type="none" w="sm" len="sm"/>
            <a:tailEnd type="none" w="sm" len="sm"/>
          </a:ln>
        </p:spPr>
        <p:txBody>
          <a:bodyPr wrap="none" lIns="0" rIns="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spcBef>
                <a:spcPct val="50000"/>
              </a:spcBef>
            </a:pPr>
            <a:r>
              <a:rPr lang="en-US" altLang="zh-CN" sz="1800" b="1">
                <a:cs typeface="Arial" panose="020B0604020202020204" pitchFamily="34" charset="0"/>
              </a:rPr>
              <a:t>TCM</a:t>
            </a:r>
          </a:p>
        </p:txBody>
      </p:sp>
      <p:sp>
        <p:nvSpPr>
          <p:cNvPr id="21507" name="Rectangle 5">
            <a:extLst>
              <a:ext uri="{FF2B5EF4-FFF2-40B4-BE49-F238E27FC236}">
                <a16:creationId xmlns:a16="http://schemas.microsoft.com/office/drawing/2014/main" id="{8A42CCD3-51EB-44AD-BB50-6958A93ABC8B}"/>
              </a:ext>
            </a:extLst>
          </p:cNvPr>
          <p:cNvSpPr>
            <a:spLocks noChangeArrowheads="1"/>
          </p:cNvSpPr>
          <p:nvPr/>
        </p:nvSpPr>
        <p:spPr bwMode="auto">
          <a:xfrm>
            <a:off x="533400" y="2463800"/>
            <a:ext cx="1801813" cy="349250"/>
          </a:xfrm>
          <a:prstGeom prst="rect">
            <a:avLst/>
          </a:prstGeom>
          <a:solidFill>
            <a:srgbClr val="FF6600"/>
          </a:solidFill>
          <a:ln w="12700">
            <a:solidFill>
              <a:schemeClr val="hlink"/>
            </a:solidFill>
            <a:miter lim="800000"/>
            <a:headEnd/>
            <a:tailEnd/>
          </a:ln>
        </p:spPr>
        <p:txBody>
          <a:bodyPr anchor="ct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latin typeface="Book Antiqua" panose="02040602050305030304" pitchFamily="18" charset="0"/>
                <a:cs typeface="Arial" panose="020B0604020202020204" pitchFamily="34" charset="0"/>
              </a:rPr>
              <a:t>存储密钥</a:t>
            </a:r>
            <a:r>
              <a:rPr lang="en-US" altLang="zh-CN" sz="1600" b="1">
                <a:latin typeface="Book Antiqua" panose="02040602050305030304" pitchFamily="18" charset="0"/>
                <a:cs typeface="Arial" panose="020B0604020202020204" pitchFamily="34" charset="0"/>
              </a:rPr>
              <a:t>(SK)</a:t>
            </a:r>
          </a:p>
        </p:txBody>
      </p:sp>
      <p:sp>
        <p:nvSpPr>
          <p:cNvPr id="21508" name="Rectangle 6">
            <a:extLst>
              <a:ext uri="{FF2B5EF4-FFF2-40B4-BE49-F238E27FC236}">
                <a16:creationId xmlns:a16="http://schemas.microsoft.com/office/drawing/2014/main" id="{D34CA47E-7DCF-4165-A3E6-6F06F5203892}"/>
              </a:ext>
            </a:extLst>
          </p:cNvPr>
          <p:cNvSpPr>
            <a:spLocks noChangeArrowheads="1"/>
          </p:cNvSpPr>
          <p:nvPr/>
        </p:nvSpPr>
        <p:spPr bwMode="auto">
          <a:xfrm>
            <a:off x="560388" y="1939925"/>
            <a:ext cx="1801812" cy="349250"/>
          </a:xfrm>
          <a:prstGeom prst="rect">
            <a:avLst/>
          </a:prstGeom>
          <a:solidFill>
            <a:srgbClr val="FFCC99"/>
          </a:solidFill>
          <a:ln w="12700">
            <a:solidFill>
              <a:schemeClr val="hlink"/>
            </a:solidFill>
            <a:miter lim="800000"/>
            <a:headEnd/>
            <a:tailEnd/>
          </a:ln>
        </p:spPr>
        <p:txBody>
          <a:bodyPr anchor="ct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b="1">
                <a:solidFill>
                  <a:schemeClr val="tx2"/>
                </a:solidFill>
                <a:latin typeface="Book Antiqua" panose="02040602050305030304" pitchFamily="18" charset="0"/>
                <a:cs typeface="Arial" panose="020B0604020202020204" pitchFamily="34" charset="0"/>
              </a:rPr>
              <a:t>SMK(</a:t>
            </a:r>
            <a:r>
              <a:rPr lang="zh-CN" altLang="en-US" sz="1600" b="1">
                <a:solidFill>
                  <a:schemeClr val="tx2"/>
                </a:solidFill>
                <a:latin typeface="Book Antiqua" panose="02040602050305030304" pitchFamily="18" charset="0"/>
                <a:cs typeface="Arial" panose="020B0604020202020204" pitchFamily="34" charset="0"/>
              </a:rPr>
              <a:t>存储主密钥</a:t>
            </a:r>
            <a:r>
              <a:rPr lang="en-US" altLang="zh-CN" sz="1600" b="1">
                <a:solidFill>
                  <a:schemeClr val="tx2"/>
                </a:solidFill>
                <a:latin typeface="Book Antiqua" panose="02040602050305030304" pitchFamily="18" charset="0"/>
                <a:cs typeface="Arial" panose="020B0604020202020204" pitchFamily="34" charset="0"/>
              </a:rPr>
              <a:t>)</a:t>
            </a:r>
          </a:p>
        </p:txBody>
      </p:sp>
      <p:sp>
        <p:nvSpPr>
          <p:cNvPr id="6" name="Rectangle 7">
            <a:extLst>
              <a:ext uri="{FF2B5EF4-FFF2-40B4-BE49-F238E27FC236}">
                <a16:creationId xmlns:a16="http://schemas.microsoft.com/office/drawing/2014/main" id="{E156D163-2FBA-484E-A408-9AF2AB96F359}"/>
              </a:ext>
            </a:extLst>
          </p:cNvPr>
          <p:cNvSpPr txBox="1">
            <a:spLocks noChangeArrowheads="1"/>
          </p:cNvSpPr>
          <p:nvPr/>
        </p:nvSpPr>
        <p:spPr>
          <a:xfrm>
            <a:off x="228600" y="304800"/>
            <a:ext cx="6705600" cy="533400"/>
          </a:xfrm>
          <a:prstGeom prst="rect">
            <a:avLst/>
          </a:prstGeom>
        </p:spPr>
        <p:txBody>
          <a:bodyPr anchor="b"/>
          <a:lstStyle/>
          <a:p>
            <a:pPr>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由</a:t>
            </a:r>
            <a:r>
              <a:rPr kumimoji="1" lang="en-US" altLang="zh-CN" sz="2800" b="1" dirty="0">
                <a:solidFill>
                  <a:srgbClr val="FF0000"/>
                </a:solidFill>
                <a:effectLst>
                  <a:outerShdw blurRad="38100" dist="38100" dir="2700000" algn="tl">
                    <a:srgbClr val="C0C0C0"/>
                  </a:outerShdw>
                </a:effectLst>
                <a:latin typeface="黑体" pitchFamily="2" charset="-122"/>
                <a:ea typeface="黑体" pitchFamily="2" charset="-122"/>
                <a:cs typeface="Arial" charset="0"/>
              </a:rPr>
              <a:t>TCM</a:t>
            </a: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建立“数据密封”保护形式</a:t>
            </a:r>
          </a:p>
        </p:txBody>
      </p:sp>
      <p:sp>
        <p:nvSpPr>
          <p:cNvPr id="7" name="Rectangle 8">
            <a:extLst>
              <a:ext uri="{FF2B5EF4-FFF2-40B4-BE49-F238E27FC236}">
                <a16:creationId xmlns:a16="http://schemas.microsoft.com/office/drawing/2014/main" id="{32305AC2-7591-44A2-A36A-D46E3E50E969}"/>
              </a:ext>
            </a:extLst>
          </p:cNvPr>
          <p:cNvSpPr txBox="1">
            <a:spLocks noChangeArrowheads="1"/>
          </p:cNvSpPr>
          <p:nvPr/>
        </p:nvSpPr>
        <p:spPr>
          <a:xfrm>
            <a:off x="304800" y="5257800"/>
            <a:ext cx="3810000" cy="1295400"/>
          </a:xfrm>
          <a:prstGeom prst="rect">
            <a:avLst/>
          </a:prstGeom>
        </p:spPr>
        <p:txBody>
          <a:bodyPr/>
          <a:lstStyle/>
          <a:p>
            <a:pPr marL="179388" indent="-179388">
              <a:spcBef>
                <a:spcPct val="20000"/>
              </a:spcBef>
              <a:buFont typeface="Arial" pitchFamily="34" charset="0"/>
              <a:buChar char="•"/>
              <a:defRPr/>
            </a:pPr>
            <a:r>
              <a:rPr lang="zh-CN" altLang="en-US" sz="1400" b="1" kern="0" dirty="0">
                <a:latin typeface="+mn-lt"/>
                <a:ea typeface="+mn-ea"/>
              </a:rPr>
              <a:t>把数据和存储密钥的授权信息发送给</a:t>
            </a:r>
            <a:r>
              <a:rPr lang="en-US" altLang="zh-CN" sz="1400" b="1" kern="0" dirty="0">
                <a:latin typeface="+mn-lt"/>
                <a:ea typeface="+mn-ea"/>
              </a:rPr>
              <a:t>TCM</a:t>
            </a:r>
          </a:p>
          <a:p>
            <a:pPr marL="179388" indent="-179388">
              <a:spcBef>
                <a:spcPct val="20000"/>
              </a:spcBef>
              <a:buFont typeface="Arial" pitchFamily="34" charset="0"/>
              <a:buChar char="•"/>
              <a:defRPr/>
            </a:pPr>
            <a:r>
              <a:rPr lang="zh-CN" altLang="en-US" sz="1400" b="1" kern="0" dirty="0">
                <a:latin typeface="+mn-lt"/>
                <a:ea typeface="+mn-ea"/>
              </a:rPr>
              <a:t>同时包含启封过程要使用的</a:t>
            </a:r>
            <a:r>
              <a:rPr lang="en-US" altLang="zh-CN" sz="1400" b="1" kern="0" dirty="0">
                <a:latin typeface="+mn-lt"/>
                <a:ea typeface="+mn-ea"/>
              </a:rPr>
              <a:t>PCR</a:t>
            </a:r>
            <a:r>
              <a:rPr lang="zh-CN" altLang="en-US" sz="1400" b="1" kern="0" dirty="0">
                <a:latin typeface="+mn-lt"/>
                <a:ea typeface="+mn-ea"/>
              </a:rPr>
              <a:t>值</a:t>
            </a:r>
          </a:p>
          <a:p>
            <a:pPr marL="179388" indent="-179388">
              <a:spcBef>
                <a:spcPct val="20000"/>
              </a:spcBef>
              <a:buFont typeface="Arial" pitchFamily="34" charset="0"/>
              <a:buChar char="•"/>
              <a:defRPr/>
            </a:pPr>
            <a:r>
              <a:rPr lang="en-US" altLang="zh-CN" sz="1400" b="1" kern="0" dirty="0">
                <a:latin typeface="+mn-lt"/>
                <a:ea typeface="+mn-ea"/>
              </a:rPr>
              <a:t>TCM </a:t>
            </a:r>
            <a:r>
              <a:rPr lang="zh-CN" altLang="en-US" sz="1400" b="1" kern="0" dirty="0">
                <a:latin typeface="+mn-lt"/>
                <a:ea typeface="+mn-ea"/>
              </a:rPr>
              <a:t>对数据加密并密封成一数据块</a:t>
            </a:r>
          </a:p>
          <a:p>
            <a:pPr marL="449263" lvl="1" indent="-88900">
              <a:spcBef>
                <a:spcPct val="20000"/>
              </a:spcBef>
              <a:buFont typeface="Wingdings" pitchFamily="2" charset="2"/>
              <a:buChar char="ü"/>
              <a:defRPr/>
            </a:pPr>
            <a:r>
              <a:rPr lang="zh-CN" altLang="en-US" sz="1200" b="1" kern="0" dirty="0">
                <a:solidFill>
                  <a:srgbClr val="3333CC"/>
                </a:solidFill>
                <a:latin typeface="+mn-lt"/>
              </a:rPr>
              <a:t>包含要求的</a:t>
            </a:r>
            <a:r>
              <a:rPr lang="en-US" altLang="zh-CN" sz="1200" b="1" kern="0" dirty="0">
                <a:solidFill>
                  <a:srgbClr val="3333CC"/>
                </a:solidFill>
                <a:latin typeface="+mn-lt"/>
              </a:rPr>
              <a:t>PCR</a:t>
            </a:r>
            <a:r>
              <a:rPr lang="zh-CN" altLang="en-US" sz="1200" b="1" kern="0" dirty="0">
                <a:solidFill>
                  <a:srgbClr val="3333CC"/>
                </a:solidFill>
                <a:latin typeface="+mn-lt"/>
              </a:rPr>
              <a:t>值</a:t>
            </a:r>
          </a:p>
          <a:p>
            <a:pPr marL="179388" indent="-179388">
              <a:spcBef>
                <a:spcPct val="20000"/>
              </a:spcBef>
              <a:buFont typeface="Arial" pitchFamily="34" charset="0"/>
              <a:buChar char="•"/>
              <a:defRPr/>
            </a:pPr>
            <a:r>
              <a:rPr lang="zh-CN" altLang="en-US" sz="1400" b="1" kern="0" dirty="0">
                <a:latin typeface="+mn-lt"/>
                <a:ea typeface="+mn-ea"/>
              </a:rPr>
              <a:t>密封后的数据块存储到</a:t>
            </a:r>
            <a:r>
              <a:rPr lang="en-US" altLang="zh-CN" sz="1400" b="1" kern="0" dirty="0">
                <a:latin typeface="+mn-lt"/>
                <a:ea typeface="+mn-ea"/>
              </a:rPr>
              <a:t>TCM</a:t>
            </a:r>
            <a:r>
              <a:rPr lang="zh-CN" altLang="en-US" sz="1400" b="1" kern="0" dirty="0">
                <a:latin typeface="+mn-lt"/>
                <a:ea typeface="+mn-ea"/>
              </a:rPr>
              <a:t>之外</a:t>
            </a:r>
          </a:p>
        </p:txBody>
      </p:sp>
      <p:sp>
        <p:nvSpPr>
          <p:cNvPr id="21511" name="AutoShape 9">
            <a:extLst>
              <a:ext uri="{FF2B5EF4-FFF2-40B4-BE49-F238E27FC236}">
                <a16:creationId xmlns:a16="http://schemas.microsoft.com/office/drawing/2014/main" id="{9F786918-F2FC-481D-B959-E44D88041B81}"/>
              </a:ext>
            </a:extLst>
          </p:cNvPr>
          <p:cNvSpPr>
            <a:spLocks noChangeArrowheads="1"/>
          </p:cNvSpPr>
          <p:nvPr/>
        </p:nvSpPr>
        <p:spPr bwMode="gray">
          <a:xfrm>
            <a:off x="2743200" y="3746500"/>
            <a:ext cx="1420813" cy="1358900"/>
          </a:xfrm>
          <a:prstGeom prst="can">
            <a:avLst>
              <a:gd name="adj" fmla="val 25000"/>
            </a:avLst>
          </a:prstGeom>
          <a:solidFill>
            <a:srgbClr val="B0ACB2">
              <a:alpha val="50195"/>
            </a:srgbClr>
          </a:solidFill>
          <a:ln w="9525">
            <a:solidFill>
              <a:schemeClr val="tx1"/>
            </a:solidFill>
            <a:round/>
            <a:headEnd/>
            <a:tailEnd/>
          </a:ln>
        </p:spPr>
        <p:txBody>
          <a:bodyPr wrap="none" lIns="0" tIns="72000" rIns="0" bIns="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spcBef>
                <a:spcPct val="50000"/>
              </a:spcBef>
            </a:pPr>
            <a:r>
              <a:rPr lang="zh-CN" altLang="en-US" sz="1400" b="1">
                <a:solidFill>
                  <a:schemeClr val="tx2"/>
                </a:solidFill>
                <a:cs typeface="Arial" panose="020B0604020202020204" pitchFamily="34" charset="0"/>
              </a:rPr>
              <a:t>本地存储器</a:t>
            </a:r>
          </a:p>
        </p:txBody>
      </p:sp>
      <p:sp>
        <p:nvSpPr>
          <p:cNvPr id="9" name="AutoShape 10">
            <a:extLst>
              <a:ext uri="{FF2B5EF4-FFF2-40B4-BE49-F238E27FC236}">
                <a16:creationId xmlns:a16="http://schemas.microsoft.com/office/drawing/2014/main" id="{336ADE9C-B1FC-4469-BC6C-2B671DFCBB04}"/>
              </a:ext>
            </a:extLst>
          </p:cNvPr>
          <p:cNvSpPr>
            <a:spLocks noChangeArrowheads="1"/>
          </p:cNvSpPr>
          <p:nvPr/>
        </p:nvSpPr>
        <p:spPr bwMode="gray">
          <a:xfrm>
            <a:off x="2895600" y="4508500"/>
            <a:ext cx="1150938" cy="527050"/>
          </a:xfrm>
          <a:prstGeom prst="octagon">
            <a:avLst>
              <a:gd name="adj" fmla="val 29287"/>
            </a:avLst>
          </a:prstGeom>
          <a:solidFill>
            <a:schemeClr val="bg2"/>
          </a:solidFill>
          <a:ln w="9525">
            <a:solidFill>
              <a:schemeClr val="tx1"/>
            </a:solidFill>
            <a:miter lim="800000"/>
            <a:headEnd/>
            <a:tailEnd/>
          </a:ln>
        </p:spPr>
        <p:txBody>
          <a:bodyPr wrap="none"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spcBef>
                <a:spcPct val="50000"/>
              </a:spcBef>
            </a:pPr>
            <a:r>
              <a:rPr lang="zh-CN" altLang="en-US" sz="1400" b="1">
                <a:cs typeface="Arial" panose="020B0604020202020204" pitchFamily="34" charset="0"/>
              </a:rPr>
              <a:t>密封的</a:t>
            </a:r>
            <a:br>
              <a:rPr lang="zh-CN" altLang="en-US" sz="1400" b="1">
                <a:cs typeface="Arial" panose="020B0604020202020204" pitchFamily="34" charset="0"/>
              </a:rPr>
            </a:br>
            <a:r>
              <a:rPr lang="zh-CN" altLang="en-US" sz="1400" b="1">
                <a:cs typeface="Arial" panose="020B0604020202020204" pitchFamily="34" charset="0"/>
              </a:rPr>
              <a:t>数据</a:t>
            </a:r>
          </a:p>
        </p:txBody>
      </p:sp>
      <p:sp>
        <p:nvSpPr>
          <p:cNvPr id="12" name="AutoShape 13">
            <a:extLst>
              <a:ext uri="{FF2B5EF4-FFF2-40B4-BE49-F238E27FC236}">
                <a16:creationId xmlns:a16="http://schemas.microsoft.com/office/drawing/2014/main" id="{FFEF947D-1656-4DE0-8C49-44C7DA63F896}"/>
              </a:ext>
            </a:extLst>
          </p:cNvPr>
          <p:cNvSpPr>
            <a:spLocks noChangeArrowheads="1"/>
          </p:cNvSpPr>
          <p:nvPr/>
        </p:nvSpPr>
        <p:spPr bwMode="gray">
          <a:xfrm>
            <a:off x="2878138" y="1549400"/>
            <a:ext cx="1074737" cy="527050"/>
          </a:xfrm>
          <a:prstGeom prst="octagon">
            <a:avLst>
              <a:gd name="adj" fmla="val 29287"/>
            </a:avLst>
          </a:prstGeom>
          <a:ln>
            <a:noFill/>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2"/>
          </a:lnRef>
          <a:fillRef idx="3">
            <a:schemeClr val="accent2"/>
          </a:fillRef>
          <a:effectRef idx="2">
            <a:schemeClr val="accent2"/>
          </a:effectRef>
          <a:fontRef idx="minor">
            <a:schemeClr val="lt1"/>
          </a:fontRef>
        </p:style>
        <p:txBody>
          <a:bodyPr wrap="none" lIns="0" tIns="0" rIns="0" bIns="0" anchor="ctr"/>
          <a:lstStyle/>
          <a:p>
            <a:pPr algn="ctr" eaLnBrk="0" hangingPunct="0">
              <a:spcBef>
                <a:spcPct val="50000"/>
              </a:spcBef>
              <a:defRPr/>
            </a:pPr>
            <a:r>
              <a:rPr lang="zh-CN" altLang="en-US" sz="1400" b="1" dirty="0">
                <a:solidFill>
                  <a:schemeClr val="bg1"/>
                </a:solidFill>
                <a:cs typeface="Arial" pitchFamily="34" charset="0"/>
              </a:rPr>
              <a:t>数据</a:t>
            </a:r>
          </a:p>
        </p:txBody>
      </p:sp>
      <p:cxnSp>
        <p:nvCxnSpPr>
          <p:cNvPr id="13" name="AutoShape 14">
            <a:extLst>
              <a:ext uri="{FF2B5EF4-FFF2-40B4-BE49-F238E27FC236}">
                <a16:creationId xmlns:a16="http://schemas.microsoft.com/office/drawing/2014/main" id="{67F38A7C-E7D5-4B6B-9D81-D03C31C06D01}"/>
              </a:ext>
            </a:extLst>
          </p:cNvPr>
          <p:cNvCxnSpPr>
            <a:cxnSpLocks noChangeShapeType="1"/>
            <a:endCxn id="21506" idx="0"/>
          </p:cNvCxnSpPr>
          <p:nvPr/>
        </p:nvCxnSpPr>
        <p:spPr bwMode="gray">
          <a:xfrm rot="5400000" flipH="1">
            <a:off x="2425700" y="558800"/>
            <a:ext cx="12700" cy="1968500"/>
          </a:xfrm>
          <a:prstGeom prst="curvedConnector3">
            <a:avLst>
              <a:gd name="adj1" fmla="val 1800000"/>
            </a:avLst>
          </a:prstGeom>
          <a:noFill/>
          <a:ln w="28575">
            <a:solidFill>
              <a:schemeClr val="hlink"/>
            </a:solidFill>
            <a:round/>
            <a:headEnd type="none" w="sm" len="sm"/>
            <a:tailEnd type="triangle" w="med" len="lg"/>
          </a:ln>
          <a:extLst>
            <a:ext uri="{909E8E84-426E-40DD-AFC4-6F175D3DCCD1}">
              <a14:hiddenFill xmlns:a14="http://schemas.microsoft.com/office/drawing/2010/main">
                <a:noFill/>
              </a14:hiddenFill>
            </a:ext>
          </a:extLst>
        </p:spPr>
      </p:cxnSp>
      <p:grpSp>
        <p:nvGrpSpPr>
          <p:cNvPr id="2" name="组合 34">
            <a:extLst>
              <a:ext uri="{FF2B5EF4-FFF2-40B4-BE49-F238E27FC236}">
                <a16:creationId xmlns:a16="http://schemas.microsoft.com/office/drawing/2014/main" id="{DD776DAF-EC29-4C80-816E-2C3A2F5E7866}"/>
              </a:ext>
            </a:extLst>
          </p:cNvPr>
          <p:cNvGrpSpPr>
            <a:grpSpLocks/>
          </p:cNvGrpSpPr>
          <p:nvPr/>
        </p:nvGrpSpPr>
        <p:grpSpPr bwMode="auto">
          <a:xfrm>
            <a:off x="2335213" y="2286000"/>
            <a:ext cx="1617662" cy="558800"/>
            <a:chOff x="2335213" y="2235200"/>
            <a:chExt cx="1617662" cy="609600"/>
          </a:xfrm>
        </p:grpSpPr>
        <p:sp>
          <p:nvSpPr>
            <p:cNvPr id="10" name="AutoShape 11">
              <a:extLst>
                <a:ext uri="{FF2B5EF4-FFF2-40B4-BE49-F238E27FC236}">
                  <a16:creationId xmlns:a16="http://schemas.microsoft.com/office/drawing/2014/main" id="{0E967BD1-7601-4D7B-847B-55C9854CEE45}"/>
                </a:ext>
              </a:extLst>
            </p:cNvPr>
            <p:cNvSpPr>
              <a:spLocks noChangeArrowheads="1"/>
            </p:cNvSpPr>
            <p:nvPr/>
          </p:nvSpPr>
          <p:spPr bwMode="gray">
            <a:xfrm>
              <a:off x="2878138" y="2235200"/>
              <a:ext cx="1074737" cy="609600"/>
            </a:xfrm>
            <a:prstGeom prst="octagon">
              <a:avLst>
                <a:gd name="adj" fmla="val 29287"/>
              </a:avLst>
            </a:prstGeom>
            <a:ln>
              <a:noFill/>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2"/>
            </a:lnRef>
            <a:fillRef idx="3">
              <a:schemeClr val="accent2"/>
            </a:fillRef>
            <a:effectRef idx="2">
              <a:schemeClr val="accent2"/>
            </a:effectRef>
            <a:fontRef idx="minor">
              <a:schemeClr val="lt1"/>
            </a:fontRef>
          </p:style>
          <p:txBody>
            <a:bodyPr wrap="none" lIns="0" tIns="0" rIns="0" bIns="0" anchor="ctr"/>
            <a:lstStyle/>
            <a:p>
              <a:pPr algn="ctr" eaLnBrk="0" hangingPunct="0">
                <a:spcBef>
                  <a:spcPct val="50000"/>
                </a:spcBef>
                <a:defRPr/>
              </a:pPr>
              <a:r>
                <a:rPr lang="zh-CN" altLang="en-US" sz="1400" b="1" dirty="0">
                  <a:solidFill>
                    <a:schemeClr val="bg1"/>
                  </a:solidFill>
                  <a:cs typeface="Arial" pitchFamily="34" charset="0"/>
                </a:rPr>
                <a:t>授权信息</a:t>
              </a:r>
            </a:p>
          </p:txBody>
        </p:sp>
        <p:cxnSp>
          <p:nvCxnSpPr>
            <p:cNvPr id="14" name="AutoShape 15">
              <a:extLst>
                <a:ext uri="{FF2B5EF4-FFF2-40B4-BE49-F238E27FC236}">
                  <a16:creationId xmlns:a16="http://schemas.microsoft.com/office/drawing/2014/main" id="{F37B7CA3-35A0-49CF-96D5-D94D7A654C81}"/>
                </a:ext>
              </a:extLst>
            </p:cNvPr>
            <p:cNvCxnSpPr>
              <a:cxnSpLocks noChangeShapeType="1"/>
              <a:stCxn id="10" idx="3"/>
              <a:endCxn id="4" idx="3"/>
            </p:cNvCxnSpPr>
            <p:nvPr/>
          </p:nvCxnSpPr>
          <p:spPr bwMode="gray">
            <a:xfrm rot="10800000" flipV="1">
              <a:off x="2335213" y="2540000"/>
              <a:ext cx="542925" cy="98425"/>
            </a:xfrm>
            <a:prstGeom prst="curvedConnector3">
              <a:avLst>
                <a:gd name="adj1" fmla="val 50000"/>
              </a:avLst>
            </a:prstGeom>
            <a:ln>
              <a:noFill/>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2"/>
            </a:lnRef>
            <a:fillRef idx="3">
              <a:schemeClr val="accent2"/>
            </a:fillRef>
            <a:effectRef idx="2">
              <a:schemeClr val="accent2"/>
            </a:effectRef>
            <a:fontRef idx="minor">
              <a:schemeClr val="lt1"/>
            </a:fontRef>
          </p:style>
        </p:cxnSp>
      </p:grpSp>
      <p:cxnSp>
        <p:nvCxnSpPr>
          <p:cNvPr id="16" name="AutoShape 17">
            <a:extLst>
              <a:ext uri="{FF2B5EF4-FFF2-40B4-BE49-F238E27FC236}">
                <a16:creationId xmlns:a16="http://schemas.microsoft.com/office/drawing/2014/main" id="{2717C67A-C846-4132-A958-9E8D8E6F7F92}"/>
              </a:ext>
            </a:extLst>
          </p:cNvPr>
          <p:cNvCxnSpPr>
            <a:cxnSpLocks noChangeShapeType="1"/>
            <a:endCxn id="9" idx="2"/>
          </p:cNvCxnSpPr>
          <p:nvPr/>
        </p:nvCxnSpPr>
        <p:spPr bwMode="gray">
          <a:xfrm>
            <a:off x="1989138" y="3870325"/>
            <a:ext cx="906462" cy="901700"/>
          </a:xfrm>
          <a:prstGeom prst="curvedConnector3">
            <a:avLst>
              <a:gd name="adj1" fmla="val 49912"/>
            </a:avLst>
          </a:prstGeom>
          <a:noFill/>
          <a:ln w="28575">
            <a:solidFill>
              <a:srgbClr val="FF66CC"/>
            </a:solidFill>
            <a:round/>
            <a:headEnd type="none" w="sm" len="sm"/>
            <a:tailEnd type="triangle" w="med" len="lg"/>
          </a:ln>
          <a:extLst>
            <a:ext uri="{909E8E84-426E-40DD-AFC4-6F175D3DCCD1}">
              <a14:hiddenFill xmlns:a14="http://schemas.microsoft.com/office/drawing/2010/main">
                <a:noFill/>
              </a14:hiddenFill>
            </a:ext>
          </a:extLst>
        </p:spPr>
      </p:cxnSp>
      <p:sp>
        <p:nvSpPr>
          <p:cNvPr id="21519" name="Rectangle 18">
            <a:extLst>
              <a:ext uri="{FF2B5EF4-FFF2-40B4-BE49-F238E27FC236}">
                <a16:creationId xmlns:a16="http://schemas.microsoft.com/office/drawing/2014/main" id="{44E35AA2-AA0B-4EDA-9932-1970D2FE451A}"/>
              </a:ext>
            </a:extLst>
          </p:cNvPr>
          <p:cNvSpPr>
            <a:spLocks noChangeArrowheads="1"/>
          </p:cNvSpPr>
          <p:nvPr/>
        </p:nvSpPr>
        <p:spPr bwMode="auto">
          <a:xfrm>
            <a:off x="560388" y="2997200"/>
            <a:ext cx="1801812" cy="349250"/>
          </a:xfrm>
          <a:prstGeom prst="rect">
            <a:avLst/>
          </a:prstGeom>
          <a:solidFill>
            <a:srgbClr val="FFCC99"/>
          </a:solidFill>
          <a:ln w="12700">
            <a:solidFill>
              <a:schemeClr val="hlink"/>
            </a:solidFill>
            <a:miter lim="800000"/>
            <a:headEnd/>
            <a:tailEnd/>
          </a:ln>
        </p:spPr>
        <p:txBody>
          <a:bodyPr anchor="ct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b="1">
                <a:solidFill>
                  <a:schemeClr val="tx2"/>
                </a:solidFill>
                <a:latin typeface="Book Antiqua" panose="02040602050305030304" pitchFamily="18" charset="0"/>
                <a:cs typeface="Arial" panose="020B0604020202020204" pitchFamily="34" charset="0"/>
              </a:rPr>
              <a:t>PCR</a:t>
            </a:r>
          </a:p>
        </p:txBody>
      </p:sp>
      <p:cxnSp>
        <p:nvCxnSpPr>
          <p:cNvPr id="15" name="AutoShape 16">
            <a:extLst>
              <a:ext uri="{FF2B5EF4-FFF2-40B4-BE49-F238E27FC236}">
                <a16:creationId xmlns:a16="http://schemas.microsoft.com/office/drawing/2014/main" id="{45C0B854-53E2-4EF0-84DB-BAA26C327A54}"/>
              </a:ext>
            </a:extLst>
          </p:cNvPr>
          <p:cNvCxnSpPr>
            <a:cxnSpLocks noChangeShapeType="1"/>
            <a:stCxn id="4" idx="1"/>
            <a:endCxn id="11" idx="3"/>
          </p:cNvCxnSpPr>
          <p:nvPr/>
        </p:nvCxnSpPr>
        <p:spPr bwMode="gray">
          <a:xfrm rot="10800000" flipH="1" flipV="1">
            <a:off x="533400" y="2638425"/>
            <a:ext cx="381000" cy="1231900"/>
          </a:xfrm>
          <a:prstGeom prst="curvedConnector3">
            <a:avLst>
              <a:gd name="adj1" fmla="val -60000"/>
            </a:avLst>
          </a:prstGeom>
          <a:ln>
            <a:noFill/>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2"/>
          </a:lnRef>
          <a:fillRef idx="3">
            <a:schemeClr val="accent2"/>
          </a:fillRef>
          <a:effectRef idx="2">
            <a:schemeClr val="accent2"/>
          </a:effectRef>
          <a:fontRef idx="minor">
            <a:schemeClr val="lt1"/>
          </a:fontRef>
        </p:style>
      </p:cxnSp>
      <p:cxnSp>
        <p:nvCxnSpPr>
          <p:cNvPr id="19" name="AutoShape 20">
            <a:extLst>
              <a:ext uri="{FF2B5EF4-FFF2-40B4-BE49-F238E27FC236}">
                <a16:creationId xmlns:a16="http://schemas.microsoft.com/office/drawing/2014/main" id="{2566EE02-BD30-4902-89A8-6DD880FF1F65}"/>
              </a:ext>
            </a:extLst>
          </p:cNvPr>
          <p:cNvCxnSpPr>
            <a:cxnSpLocks noChangeShapeType="1"/>
            <a:stCxn id="18" idx="5"/>
            <a:endCxn id="11" idx="0"/>
          </p:cNvCxnSpPr>
          <p:nvPr/>
        </p:nvCxnSpPr>
        <p:spPr bwMode="gray">
          <a:xfrm rot="10800000" flipV="1">
            <a:off x="1989138" y="3464383"/>
            <a:ext cx="296862" cy="296774"/>
          </a:xfrm>
          <a:prstGeom prst="curvedConnector3">
            <a:avLst>
              <a:gd name="adj1" fmla="val 50000"/>
            </a:avLst>
          </a:prstGeom>
          <a:ln>
            <a:noFill/>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2"/>
          </a:lnRef>
          <a:fillRef idx="3">
            <a:schemeClr val="accent2"/>
          </a:fillRef>
          <a:effectRef idx="2">
            <a:schemeClr val="accent2"/>
          </a:effectRef>
          <a:fontRef idx="minor">
            <a:schemeClr val="lt1"/>
          </a:fontRef>
        </p:style>
      </p:cxnSp>
      <p:sp>
        <p:nvSpPr>
          <p:cNvPr id="20" name="Rectangle 21">
            <a:extLst>
              <a:ext uri="{FF2B5EF4-FFF2-40B4-BE49-F238E27FC236}">
                <a16:creationId xmlns:a16="http://schemas.microsoft.com/office/drawing/2014/main" id="{2E1929DA-00CB-48CD-9013-51F500BC65B3}"/>
              </a:ext>
            </a:extLst>
          </p:cNvPr>
          <p:cNvSpPr>
            <a:spLocks noChangeArrowheads="1"/>
          </p:cNvSpPr>
          <p:nvPr/>
        </p:nvSpPr>
        <p:spPr bwMode="ltGray">
          <a:xfrm>
            <a:off x="4800600" y="1689100"/>
            <a:ext cx="2133600" cy="2971800"/>
          </a:xfrm>
          <a:prstGeom prst="rect">
            <a:avLst/>
          </a:prstGeom>
          <a:solidFill>
            <a:srgbClr val="CCFFCC"/>
          </a:solidFill>
          <a:ln w="25400">
            <a:solidFill>
              <a:srgbClr val="969696"/>
            </a:solidFill>
            <a:miter lim="800000"/>
            <a:headEnd type="none" w="sm" len="sm"/>
            <a:tailEnd type="none" w="sm" len="sm"/>
          </a:ln>
        </p:spPr>
        <p:txBody>
          <a:bodyPr wrap="none" lIns="0" rIns="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spcBef>
                <a:spcPct val="50000"/>
              </a:spcBef>
            </a:pPr>
            <a:r>
              <a:rPr lang="en-US" altLang="zh-CN" sz="1800" b="1">
                <a:cs typeface="Arial" panose="020B0604020202020204" pitchFamily="34" charset="0"/>
              </a:rPr>
              <a:t>TCM</a:t>
            </a:r>
          </a:p>
        </p:txBody>
      </p:sp>
      <p:sp>
        <p:nvSpPr>
          <p:cNvPr id="21" name="Rectangle 22">
            <a:extLst>
              <a:ext uri="{FF2B5EF4-FFF2-40B4-BE49-F238E27FC236}">
                <a16:creationId xmlns:a16="http://schemas.microsoft.com/office/drawing/2014/main" id="{BF240177-42D6-4FD5-8A52-F58F7AC29141}"/>
              </a:ext>
            </a:extLst>
          </p:cNvPr>
          <p:cNvSpPr>
            <a:spLocks noChangeArrowheads="1"/>
          </p:cNvSpPr>
          <p:nvPr/>
        </p:nvSpPr>
        <p:spPr bwMode="auto">
          <a:xfrm>
            <a:off x="4953000" y="2603500"/>
            <a:ext cx="1801813" cy="349250"/>
          </a:xfrm>
          <a:prstGeom prst="rect">
            <a:avLst/>
          </a:prstGeom>
          <a:solidFill>
            <a:srgbClr val="FF6600"/>
          </a:solidFill>
          <a:ln w="12700">
            <a:solidFill>
              <a:schemeClr val="hlink"/>
            </a:solidFill>
            <a:miter lim="800000"/>
            <a:headEnd/>
            <a:tailEnd/>
          </a:ln>
        </p:spPr>
        <p:txBody>
          <a:bodyPr anchor="ct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latin typeface="Book Antiqua" panose="02040602050305030304" pitchFamily="18" charset="0"/>
                <a:cs typeface="Arial" panose="020B0604020202020204" pitchFamily="34" charset="0"/>
              </a:rPr>
              <a:t>存储密钥</a:t>
            </a:r>
            <a:r>
              <a:rPr lang="en-US" altLang="zh-CN" sz="1600" b="1">
                <a:latin typeface="Book Antiqua" panose="02040602050305030304" pitchFamily="18" charset="0"/>
                <a:cs typeface="Arial" panose="020B0604020202020204" pitchFamily="34" charset="0"/>
              </a:rPr>
              <a:t>(SK)</a:t>
            </a:r>
          </a:p>
        </p:txBody>
      </p:sp>
      <p:sp>
        <p:nvSpPr>
          <p:cNvPr id="22" name="Rectangle 23">
            <a:extLst>
              <a:ext uri="{FF2B5EF4-FFF2-40B4-BE49-F238E27FC236}">
                <a16:creationId xmlns:a16="http://schemas.microsoft.com/office/drawing/2014/main" id="{5450A373-07CB-4E34-921A-7C17E63EBFDE}"/>
              </a:ext>
            </a:extLst>
          </p:cNvPr>
          <p:cNvSpPr>
            <a:spLocks noChangeArrowheads="1"/>
          </p:cNvSpPr>
          <p:nvPr/>
        </p:nvSpPr>
        <p:spPr bwMode="auto">
          <a:xfrm>
            <a:off x="4979988" y="2079625"/>
            <a:ext cx="1801812" cy="349250"/>
          </a:xfrm>
          <a:prstGeom prst="rect">
            <a:avLst/>
          </a:prstGeom>
          <a:solidFill>
            <a:srgbClr val="FFCC99"/>
          </a:solidFill>
          <a:ln w="12700">
            <a:solidFill>
              <a:schemeClr val="hlink"/>
            </a:solidFill>
            <a:miter lim="800000"/>
            <a:headEnd/>
            <a:tailEnd/>
          </a:ln>
        </p:spPr>
        <p:txBody>
          <a:bodyPr anchor="ct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b="1">
                <a:latin typeface="Book Antiqua" panose="02040602050305030304" pitchFamily="18" charset="0"/>
                <a:cs typeface="Arial" panose="020B0604020202020204" pitchFamily="34" charset="0"/>
              </a:rPr>
              <a:t>SMK(</a:t>
            </a:r>
            <a:r>
              <a:rPr lang="zh-CN" altLang="en-US" sz="1600" b="1">
                <a:latin typeface="Book Antiqua" panose="02040602050305030304" pitchFamily="18" charset="0"/>
                <a:cs typeface="Arial" panose="020B0604020202020204" pitchFamily="34" charset="0"/>
              </a:rPr>
              <a:t>存储主密钥</a:t>
            </a:r>
            <a:r>
              <a:rPr lang="en-US" altLang="zh-CN" sz="1600" b="1">
                <a:latin typeface="Book Antiqua" panose="02040602050305030304" pitchFamily="18" charset="0"/>
                <a:cs typeface="Arial" panose="020B0604020202020204" pitchFamily="34" charset="0"/>
              </a:rPr>
              <a:t>)</a:t>
            </a:r>
          </a:p>
        </p:txBody>
      </p:sp>
      <p:sp>
        <p:nvSpPr>
          <p:cNvPr id="23" name="Rectangle 24">
            <a:extLst>
              <a:ext uri="{FF2B5EF4-FFF2-40B4-BE49-F238E27FC236}">
                <a16:creationId xmlns:a16="http://schemas.microsoft.com/office/drawing/2014/main" id="{19C2881F-7B89-4023-98B4-ADB886B2D713}"/>
              </a:ext>
            </a:extLst>
          </p:cNvPr>
          <p:cNvSpPr>
            <a:spLocks noChangeArrowheads="1"/>
          </p:cNvSpPr>
          <p:nvPr/>
        </p:nvSpPr>
        <p:spPr bwMode="auto">
          <a:xfrm>
            <a:off x="4876800" y="5257800"/>
            <a:ext cx="4114800" cy="1295400"/>
          </a:xfrm>
          <a:prstGeom prst="rect">
            <a:avLst/>
          </a:prstGeom>
          <a:noFill/>
          <a:ln w="9525">
            <a:noFill/>
            <a:miter lim="800000"/>
            <a:headEnd/>
            <a:tailEnd/>
          </a:ln>
        </p:spPr>
        <p:txBody>
          <a:bodyPr/>
          <a:lstStyle/>
          <a:p>
            <a:pPr marL="179388" indent="-179388">
              <a:spcBef>
                <a:spcPct val="20000"/>
              </a:spcBef>
              <a:buFont typeface="Arial" pitchFamily="34" charset="0"/>
              <a:buChar char="•"/>
              <a:defRPr/>
            </a:pPr>
            <a:r>
              <a:rPr lang="zh-CN" altLang="en-US" sz="1400" b="1" kern="0" dirty="0">
                <a:latin typeface="+mn-lt"/>
                <a:ea typeface="+mn-ea"/>
              </a:rPr>
              <a:t>加载密封的数据块和授权信息，使用存储密钥</a:t>
            </a:r>
          </a:p>
          <a:p>
            <a:pPr marL="179388" indent="-179388">
              <a:spcBef>
                <a:spcPct val="20000"/>
              </a:spcBef>
              <a:buFont typeface="Arial" pitchFamily="34" charset="0"/>
              <a:buChar char="•"/>
              <a:defRPr/>
            </a:pPr>
            <a:r>
              <a:rPr lang="zh-CN" altLang="en-US" sz="1400" b="1" kern="0" dirty="0">
                <a:latin typeface="+mn-lt"/>
                <a:ea typeface="+mn-ea"/>
              </a:rPr>
              <a:t>解密密封的数据块</a:t>
            </a:r>
          </a:p>
          <a:p>
            <a:pPr marL="179388" indent="-179388">
              <a:spcBef>
                <a:spcPct val="20000"/>
              </a:spcBef>
              <a:buFont typeface="Arial" pitchFamily="34" charset="0"/>
              <a:buChar char="•"/>
              <a:defRPr/>
            </a:pPr>
            <a:r>
              <a:rPr lang="zh-CN" altLang="en-US" sz="1400" b="1" kern="0" dirty="0">
                <a:latin typeface="+mn-lt"/>
                <a:ea typeface="+mn-ea"/>
              </a:rPr>
              <a:t>核对</a:t>
            </a:r>
            <a:r>
              <a:rPr lang="en-US" altLang="zh-CN" sz="1400" b="1" kern="0" dirty="0">
                <a:latin typeface="+mn-lt"/>
                <a:ea typeface="+mn-ea"/>
              </a:rPr>
              <a:t>PCR</a:t>
            </a:r>
            <a:r>
              <a:rPr lang="zh-CN" altLang="en-US" sz="1400" b="1" kern="0" dirty="0">
                <a:latin typeface="+mn-lt"/>
                <a:ea typeface="+mn-ea"/>
              </a:rPr>
              <a:t>值是否和配置中的值相同</a:t>
            </a:r>
          </a:p>
          <a:p>
            <a:pPr marL="179388" indent="-179388">
              <a:spcBef>
                <a:spcPct val="20000"/>
              </a:spcBef>
              <a:buFont typeface="Arial" pitchFamily="34" charset="0"/>
              <a:buChar char="•"/>
              <a:defRPr/>
            </a:pPr>
            <a:r>
              <a:rPr lang="zh-CN" altLang="en-US" sz="1400" b="1" kern="0" dirty="0">
                <a:latin typeface="+mn-lt"/>
                <a:ea typeface="+mn-ea"/>
              </a:rPr>
              <a:t>如果</a:t>
            </a:r>
            <a:r>
              <a:rPr lang="en-US" altLang="zh-CN" sz="1400" b="1" kern="0" dirty="0">
                <a:latin typeface="+mn-lt"/>
                <a:ea typeface="+mn-ea"/>
              </a:rPr>
              <a:t>PCR</a:t>
            </a:r>
            <a:r>
              <a:rPr lang="zh-CN" altLang="en-US" sz="1400" b="1" kern="0" dirty="0">
                <a:latin typeface="+mn-lt"/>
                <a:ea typeface="+mn-ea"/>
              </a:rPr>
              <a:t>值相匹配，则返回数据</a:t>
            </a:r>
          </a:p>
          <a:p>
            <a:pPr marL="179388" indent="-179388">
              <a:spcBef>
                <a:spcPct val="20000"/>
              </a:spcBef>
              <a:buFont typeface="Arial" pitchFamily="34" charset="0"/>
              <a:buChar char="•"/>
              <a:defRPr/>
            </a:pPr>
            <a:r>
              <a:rPr lang="zh-CN" altLang="en-US" sz="1400" b="1" kern="0" dirty="0">
                <a:latin typeface="+mn-lt"/>
                <a:ea typeface="+mn-ea"/>
              </a:rPr>
              <a:t>否则返回失败</a:t>
            </a:r>
          </a:p>
        </p:txBody>
      </p:sp>
      <p:sp>
        <p:nvSpPr>
          <p:cNvPr id="24" name="AutoShape 25">
            <a:extLst>
              <a:ext uri="{FF2B5EF4-FFF2-40B4-BE49-F238E27FC236}">
                <a16:creationId xmlns:a16="http://schemas.microsoft.com/office/drawing/2014/main" id="{A15A9753-1088-429B-A950-9A7A9B40C74A}"/>
              </a:ext>
            </a:extLst>
          </p:cNvPr>
          <p:cNvSpPr>
            <a:spLocks noChangeArrowheads="1"/>
          </p:cNvSpPr>
          <p:nvPr/>
        </p:nvSpPr>
        <p:spPr bwMode="gray">
          <a:xfrm>
            <a:off x="7239000" y="3581400"/>
            <a:ext cx="1524000" cy="1600200"/>
          </a:xfrm>
          <a:prstGeom prst="can">
            <a:avLst>
              <a:gd name="adj" fmla="val 26250"/>
            </a:avLst>
          </a:prstGeom>
          <a:solidFill>
            <a:srgbClr val="B0ACB2">
              <a:alpha val="50195"/>
            </a:srgbClr>
          </a:solidFill>
          <a:ln w="9525">
            <a:solidFill>
              <a:schemeClr val="tx1"/>
            </a:solidFill>
            <a:round/>
            <a:headEnd/>
            <a:tailEnd/>
          </a:ln>
        </p:spPr>
        <p:txBody>
          <a:bodyPr wrap="none" lIns="0" tIns="72000" rIns="0" bIns="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spcBef>
                <a:spcPct val="50000"/>
              </a:spcBef>
            </a:pPr>
            <a:r>
              <a:rPr lang="zh-CN" altLang="en-US" sz="1400" b="1">
                <a:cs typeface="Arial" panose="020B0604020202020204" pitchFamily="34" charset="0"/>
              </a:rPr>
              <a:t>本地存储器</a:t>
            </a:r>
          </a:p>
        </p:txBody>
      </p:sp>
      <p:sp>
        <p:nvSpPr>
          <p:cNvPr id="25" name="AutoShape 26">
            <a:extLst>
              <a:ext uri="{FF2B5EF4-FFF2-40B4-BE49-F238E27FC236}">
                <a16:creationId xmlns:a16="http://schemas.microsoft.com/office/drawing/2014/main" id="{2062493D-3184-4EEA-BF96-FEAEB6BBD17E}"/>
              </a:ext>
            </a:extLst>
          </p:cNvPr>
          <p:cNvSpPr>
            <a:spLocks noChangeArrowheads="1"/>
          </p:cNvSpPr>
          <p:nvPr/>
        </p:nvSpPr>
        <p:spPr bwMode="gray">
          <a:xfrm>
            <a:off x="7459663" y="4495800"/>
            <a:ext cx="1074737" cy="609600"/>
          </a:xfrm>
          <a:prstGeom prst="octagon">
            <a:avLst>
              <a:gd name="adj" fmla="val 29287"/>
            </a:avLst>
          </a:prstGeom>
          <a:solidFill>
            <a:schemeClr val="bg2"/>
          </a:solidFill>
          <a:ln w="9525">
            <a:solidFill>
              <a:schemeClr val="tx1"/>
            </a:solidFill>
            <a:miter lim="800000"/>
            <a:headEnd/>
            <a:tailEnd/>
          </a:ln>
        </p:spPr>
        <p:txBody>
          <a:bodyPr wrap="none"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lnSpc>
                <a:spcPct val="80000"/>
              </a:lnSpc>
              <a:spcBef>
                <a:spcPct val="50000"/>
              </a:spcBef>
            </a:pPr>
            <a:r>
              <a:rPr lang="zh-CN" altLang="en-US" sz="1400" b="1">
                <a:cs typeface="Arial" panose="020B0604020202020204" pitchFamily="34" charset="0"/>
              </a:rPr>
              <a:t>密封的</a:t>
            </a:r>
          </a:p>
          <a:p>
            <a:pPr algn="ctr">
              <a:lnSpc>
                <a:spcPct val="80000"/>
              </a:lnSpc>
              <a:spcBef>
                <a:spcPct val="50000"/>
              </a:spcBef>
            </a:pPr>
            <a:r>
              <a:rPr lang="zh-CN" altLang="en-US" sz="1400" b="1">
                <a:cs typeface="Arial" panose="020B0604020202020204" pitchFamily="34" charset="0"/>
              </a:rPr>
              <a:t>数据</a:t>
            </a:r>
          </a:p>
        </p:txBody>
      </p:sp>
      <p:sp>
        <p:nvSpPr>
          <p:cNvPr id="26" name="AutoShape 27">
            <a:extLst>
              <a:ext uri="{FF2B5EF4-FFF2-40B4-BE49-F238E27FC236}">
                <a16:creationId xmlns:a16="http://schemas.microsoft.com/office/drawing/2014/main" id="{EB74512E-E14B-4424-95A5-04CEA8DED838}"/>
              </a:ext>
            </a:extLst>
          </p:cNvPr>
          <p:cNvSpPr>
            <a:spLocks noChangeArrowheads="1"/>
          </p:cNvSpPr>
          <p:nvPr/>
        </p:nvSpPr>
        <p:spPr bwMode="gray">
          <a:xfrm>
            <a:off x="7297738" y="2457450"/>
            <a:ext cx="1074737" cy="527050"/>
          </a:xfrm>
          <a:prstGeom prst="octagon">
            <a:avLst>
              <a:gd name="adj" fmla="val 29287"/>
            </a:avLst>
          </a:prstGeom>
          <a:ln>
            <a:noFill/>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2"/>
          </a:lnRef>
          <a:fillRef idx="3">
            <a:schemeClr val="accent2"/>
          </a:fillRef>
          <a:effectRef idx="2">
            <a:schemeClr val="accent2"/>
          </a:effectRef>
          <a:fontRef idx="minor">
            <a:schemeClr val="lt1"/>
          </a:fontRef>
        </p:style>
        <p:txBody>
          <a:bodyPr wrap="none" lIns="0" tIns="0" rIns="0" bIns="0" anchor="ctr"/>
          <a:lstStyle/>
          <a:p>
            <a:pPr algn="ctr" eaLnBrk="0" hangingPunct="0">
              <a:spcBef>
                <a:spcPct val="50000"/>
              </a:spcBef>
              <a:defRPr/>
            </a:pPr>
            <a:r>
              <a:rPr lang="zh-CN" altLang="en-US" sz="1400" b="1" dirty="0">
                <a:solidFill>
                  <a:schemeClr val="bg1"/>
                </a:solidFill>
                <a:cs typeface="Arial" pitchFamily="34" charset="0"/>
              </a:rPr>
              <a:t>授权信息</a:t>
            </a:r>
          </a:p>
        </p:txBody>
      </p:sp>
      <p:sp>
        <p:nvSpPr>
          <p:cNvPr id="27" name="AutoShape 28">
            <a:extLst>
              <a:ext uri="{FF2B5EF4-FFF2-40B4-BE49-F238E27FC236}">
                <a16:creationId xmlns:a16="http://schemas.microsoft.com/office/drawing/2014/main" id="{1055109A-83BC-49B0-8B10-0E31B4C3D235}"/>
              </a:ext>
            </a:extLst>
          </p:cNvPr>
          <p:cNvSpPr>
            <a:spLocks noChangeArrowheads="1"/>
          </p:cNvSpPr>
          <p:nvPr/>
        </p:nvSpPr>
        <p:spPr bwMode="gray">
          <a:xfrm>
            <a:off x="5334000" y="3981450"/>
            <a:ext cx="1074738" cy="527050"/>
          </a:xfrm>
          <a:prstGeom prst="octagon">
            <a:avLst>
              <a:gd name="adj" fmla="val 29287"/>
            </a:avLst>
          </a:prstGeom>
          <a:ln>
            <a:noFill/>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2"/>
          </a:lnRef>
          <a:fillRef idx="3">
            <a:schemeClr val="accent2"/>
          </a:fillRef>
          <a:effectRef idx="2">
            <a:schemeClr val="accent2"/>
          </a:effectRef>
          <a:fontRef idx="minor">
            <a:schemeClr val="lt1"/>
          </a:fontRef>
        </p:style>
        <p:txBody>
          <a:bodyPr wrap="none" lIns="0" tIns="0" rIns="0" bIns="0" anchor="ctr"/>
          <a:lstStyle/>
          <a:p>
            <a:pPr algn="ctr" eaLnBrk="0" hangingPunct="0">
              <a:spcBef>
                <a:spcPct val="50000"/>
              </a:spcBef>
              <a:defRPr/>
            </a:pPr>
            <a:r>
              <a:rPr lang="zh-CN" altLang="en-US" sz="1400" b="1" dirty="0">
                <a:solidFill>
                  <a:schemeClr val="bg1"/>
                </a:solidFill>
                <a:cs typeface="Arial" pitchFamily="34" charset="0"/>
              </a:rPr>
              <a:t>数据</a:t>
            </a:r>
          </a:p>
        </p:txBody>
      </p:sp>
      <p:sp>
        <p:nvSpPr>
          <p:cNvPr id="28" name="AutoShape 29">
            <a:extLst>
              <a:ext uri="{FF2B5EF4-FFF2-40B4-BE49-F238E27FC236}">
                <a16:creationId xmlns:a16="http://schemas.microsoft.com/office/drawing/2014/main" id="{9A12BEA2-79E0-4E00-9C18-F879842A452E}"/>
              </a:ext>
            </a:extLst>
          </p:cNvPr>
          <p:cNvSpPr>
            <a:spLocks noChangeArrowheads="1"/>
          </p:cNvSpPr>
          <p:nvPr/>
        </p:nvSpPr>
        <p:spPr bwMode="gray">
          <a:xfrm>
            <a:off x="7297738" y="1689100"/>
            <a:ext cx="1074737" cy="527050"/>
          </a:xfrm>
          <a:prstGeom prst="octagon">
            <a:avLst>
              <a:gd name="adj" fmla="val 29287"/>
            </a:avLst>
          </a:prstGeom>
          <a:ln>
            <a:noFill/>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2"/>
          </a:lnRef>
          <a:fillRef idx="3">
            <a:schemeClr val="accent2"/>
          </a:fillRef>
          <a:effectRef idx="2">
            <a:schemeClr val="accent2"/>
          </a:effectRef>
          <a:fontRef idx="minor">
            <a:schemeClr val="lt1"/>
          </a:fontRef>
        </p:style>
        <p:txBody>
          <a:bodyPr wrap="none" lIns="0" tIns="0" rIns="0" bIns="0" anchor="ctr"/>
          <a:lstStyle/>
          <a:p>
            <a:pPr algn="ctr" eaLnBrk="0" hangingPunct="0">
              <a:spcBef>
                <a:spcPct val="50000"/>
              </a:spcBef>
              <a:defRPr/>
            </a:pPr>
            <a:r>
              <a:rPr lang="zh-CN" altLang="en-US" sz="1400" b="1" dirty="0">
                <a:solidFill>
                  <a:schemeClr val="bg1"/>
                </a:solidFill>
                <a:cs typeface="Arial" pitchFamily="34" charset="0"/>
              </a:rPr>
              <a:t>数据</a:t>
            </a:r>
          </a:p>
        </p:txBody>
      </p:sp>
      <p:cxnSp>
        <p:nvCxnSpPr>
          <p:cNvPr id="29" name="AutoShape 30">
            <a:extLst>
              <a:ext uri="{FF2B5EF4-FFF2-40B4-BE49-F238E27FC236}">
                <a16:creationId xmlns:a16="http://schemas.microsoft.com/office/drawing/2014/main" id="{8B54E620-872E-4A64-9B58-D93232D1EED3}"/>
              </a:ext>
            </a:extLst>
          </p:cNvPr>
          <p:cNvCxnSpPr>
            <a:cxnSpLocks noChangeShapeType="1"/>
            <a:endCxn id="20" idx="0"/>
          </p:cNvCxnSpPr>
          <p:nvPr/>
        </p:nvCxnSpPr>
        <p:spPr bwMode="gray">
          <a:xfrm rot="5400000" flipH="1">
            <a:off x="6845300" y="698500"/>
            <a:ext cx="12700" cy="1968500"/>
          </a:xfrm>
          <a:prstGeom prst="curvedConnector3">
            <a:avLst>
              <a:gd name="adj1" fmla="val 1800000"/>
            </a:avLst>
          </a:prstGeom>
          <a:noFill/>
          <a:ln w="28575">
            <a:solidFill>
              <a:schemeClr val="hlink"/>
            </a:solidFill>
            <a:round/>
            <a:headEnd type="triangle" w="med" len="med"/>
            <a:tailEnd type="none" w="med" len="lg"/>
          </a:ln>
          <a:extLst>
            <a:ext uri="{909E8E84-426E-40DD-AFC4-6F175D3DCCD1}">
              <a14:hiddenFill xmlns:a14="http://schemas.microsoft.com/office/drawing/2010/main">
                <a:noFill/>
              </a14:hiddenFill>
            </a:ext>
          </a:extLst>
        </p:spPr>
      </p:cxnSp>
      <p:cxnSp>
        <p:nvCxnSpPr>
          <p:cNvPr id="30" name="AutoShape 31">
            <a:extLst>
              <a:ext uri="{FF2B5EF4-FFF2-40B4-BE49-F238E27FC236}">
                <a16:creationId xmlns:a16="http://schemas.microsoft.com/office/drawing/2014/main" id="{9528CDD6-BEBF-4A9A-B086-35D3F8DDC2B6}"/>
              </a:ext>
            </a:extLst>
          </p:cNvPr>
          <p:cNvCxnSpPr>
            <a:cxnSpLocks noChangeShapeType="1"/>
            <a:endCxn id="21" idx="3"/>
          </p:cNvCxnSpPr>
          <p:nvPr/>
        </p:nvCxnSpPr>
        <p:spPr bwMode="gray">
          <a:xfrm rot="10800000" flipV="1">
            <a:off x="6754813" y="2720975"/>
            <a:ext cx="542925" cy="57150"/>
          </a:xfrm>
          <a:prstGeom prst="curvedConnector3">
            <a:avLst>
              <a:gd name="adj1" fmla="val 50000"/>
            </a:avLst>
          </a:prstGeom>
          <a:noFill/>
          <a:ln w="28575">
            <a:solidFill>
              <a:srgbClr val="FF0066"/>
            </a:solidFill>
            <a:round/>
            <a:headEnd type="none" w="sm" len="sm"/>
            <a:tailEnd type="triangle" w="med" len="lg"/>
          </a:ln>
          <a:extLst>
            <a:ext uri="{909E8E84-426E-40DD-AFC4-6F175D3DCCD1}">
              <a14:hiddenFill xmlns:a14="http://schemas.microsoft.com/office/drawing/2010/main">
                <a:noFill/>
              </a14:hiddenFill>
            </a:ext>
          </a:extLst>
        </p:spPr>
      </p:cxnSp>
      <p:cxnSp>
        <p:nvCxnSpPr>
          <p:cNvPr id="31" name="AutoShape 32">
            <a:extLst>
              <a:ext uri="{FF2B5EF4-FFF2-40B4-BE49-F238E27FC236}">
                <a16:creationId xmlns:a16="http://schemas.microsoft.com/office/drawing/2014/main" id="{F1117AC5-63B3-437B-8FA5-9873426B7547}"/>
              </a:ext>
            </a:extLst>
          </p:cNvPr>
          <p:cNvCxnSpPr>
            <a:cxnSpLocks noChangeShapeType="1"/>
            <a:stCxn id="21" idx="1"/>
          </p:cNvCxnSpPr>
          <p:nvPr/>
        </p:nvCxnSpPr>
        <p:spPr bwMode="gray">
          <a:xfrm rot="10800000" flipH="1" flipV="1">
            <a:off x="4953000" y="2778125"/>
            <a:ext cx="381000" cy="1466850"/>
          </a:xfrm>
          <a:prstGeom prst="curvedConnector3">
            <a:avLst>
              <a:gd name="adj1" fmla="val -60000"/>
            </a:avLst>
          </a:prstGeom>
          <a:noFill/>
          <a:ln w="28575">
            <a:solidFill>
              <a:schemeClr val="hlink"/>
            </a:solidFill>
            <a:round/>
            <a:headEnd type="none" w="sm" len="sm"/>
            <a:tailEnd type="triangle" w="med" len="lg"/>
          </a:ln>
          <a:extLst>
            <a:ext uri="{909E8E84-426E-40DD-AFC4-6F175D3DCCD1}">
              <a14:hiddenFill xmlns:a14="http://schemas.microsoft.com/office/drawing/2010/main">
                <a:noFill/>
              </a14:hiddenFill>
            </a:ext>
          </a:extLst>
        </p:spPr>
      </p:cxnSp>
      <p:cxnSp>
        <p:nvCxnSpPr>
          <p:cNvPr id="32" name="AutoShape 33">
            <a:extLst>
              <a:ext uri="{FF2B5EF4-FFF2-40B4-BE49-F238E27FC236}">
                <a16:creationId xmlns:a16="http://schemas.microsoft.com/office/drawing/2014/main" id="{51856E3F-BEE7-4335-9DDD-3B1937808D01}"/>
              </a:ext>
            </a:extLst>
          </p:cNvPr>
          <p:cNvCxnSpPr>
            <a:cxnSpLocks noChangeShapeType="1"/>
            <a:endCxn id="25" idx="2"/>
          </p:cNvCxnSpPr>
          <p:nvPr/>
        </p:nvCxnSpPr>
        <p:spPr bwMode="gray">
          <a:xfrm>
            <a:off x="6408738" y="4244975"/>
            <a:ext cx="1050925" cy="555625"/>
          </a:xfrm>
          <a:prstGeom prst="curvedConnector3">
            <a:avLst>
              <a:gd name="adj1" fmla="val 50000"/>
            </a:avLst>
          </a:prstGeom>
          <a:noFill/>
          <a:ln w="28575">
            <a:solidFill>
              <a:srgbClr val="FF0066"/>
            </a:solidFill>
            <a:round/>
            <a:headEnd type="triangle" w="med" len="med"/>
            <a:tailEnd type="none" w="med" len="lg"/>
          </a:ln>
          <a:extLst>
            <a:ext uri="{909E8E84-426E-40DD-AFC4-6F175D3DCCD1}">
              <a14:hiddenFill xmlns:a14="http://schemas.microsoft.com/office/drawing/2010/main">
                <a:noFill/>
              </a14:hiddenFill>
            </a:ext>
          </a:extLst>
        </p:spPr>
      </p:cxnSp>
      <p:sp>
        <p:nvSpPr>
          <p:cNvPr id="33" name="Rectangle 34">
            <a:extLst>
              <a:ext uri="{FF2B5EF4-FFF2-40B4-BE49-F238E27FC236}">
                <a16:creationId xmlns:a16="http://schemas.microsoft.com/office/drawing/2014/main" id="{D5327048-96ED-48B3-9BF9-37BAEB49C17D}"/>
              </a:ext>
            </a:extLst>
          </p:cNvPr>
          <p:cNvSpPr>
            <a:spLocks noChangeArrowheads="1"/>
          </p:cNvSpPr>
          <p:nvPr/>
        </p:nvSpPr>
        <p:spPr bwMode="auto">
          <a:xfrm>
            <a:off x="4979988" y="3136900"/>
            <a:ext cx="1801812" cy="349250"/>
          </a:xfrm>
          <a:prstGeom prst="rect">
            <a:avLst/>
          </a:prstGeom>
          <a:solidFill>
            <a:srgbClr val="FFCC99"/>
          </a:solidFill>
          <a:ln w="12700">
            <a:solidFill>
              <a:schemeClr val="hlink"/>
            </a:solidFill>
            <a:miter lim="800000"/>
            <a:headEnd/>
            <a:tailEnd/>
          </a:ln>
        </p:spPr>
        <p:txBody>
          <a:bodyPr anchor="ct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b="1">
                <a:latin typeface="Book Antiqua" panose="02040602050305030304" pitchFamily="18" charset="0"/>
                <a:cs typeface="Arial" panose="020B0604020202020204" pitchFamily="34" charset="0"/>
              </a:rPr>
              <a:t>PCR</a:t>
            </a:r>
          </a:p>
        </p:txBody>
      </p:sp>
      <p:cxnSp>
        <p:nvCxnSpPr>
          <p:cNvPr id="34" name="AutoShape 35">
            <a:extLst>
              <a:ext uri="{FF2B5EF4-FFF2-40B4-BE49-F238E27FC236}">
                <a16:creationId xmlns:a16="http://schemas.microsoft.com/office/drawing/2014/main" id="{9A8F6751-751A-4F84-8EDF-64390D76D309}"/>
              </a:ext>
            </a:extLst>
          </p:cNvPr>
          <p:cNvCxnSpPr>
            <a:cxnSpLocks noChangeShapeType="1"/>
            <a:endCxn id="33" idx="2"/>
          </p:cNvCxnSpPr>
          <p:nvPr/>
        </p:nvCxnSpPr>
        <p:spPr bwMode="gray">
          <a:xfrm rot="-5400000">
            <a:off x="5629276" y="3729037"/>
            <a:ext cx="495300" cy="9525"/>
          </a:xfrm>
          <a:prstGeom prst="curvedConnector3">
            <a:avLst>
              <a:gd name="adj1" fmla="val 50000"/>
            </a:avLst>
          </a:prstGeom>
          <a:noFill/>
          <a:ln w="28575">
            <a:solidFill>
              <a:srgbClr val="FF0066"/>
            </a:solidFill>
            <a:round/>
            <a:headEnd type="none" w="sm" len="sm"/>
            <a:tailEnd type="triangle" w="med" len="lg"/>
          </a:ln>
          <a:extLst>
            <a:ext uri="{909E8E84-426E-40DD-AFC4-6F175D3DCCD1}">
              <a14:hiddenFill xmlns:a14="http://schemas.microsoft.com/office/drawing/2010/main">
                <a:noFill/>
              </a14:hiddenFill>
            </a:ext>
          </a:extLst>
        </p:spPr>
      </p:cxnSp>
      <p:sp>
        <p:nvSpPr>
          <p:cNvPr id="21543" name="灯片编号占位符 1">
            <a:extLst>
              <a:ext uri="{FF2B5EF4-FFF2-40B4-BE49-F238E27FC236}">
                <a16:creationId xmlns:a16="http://schemas.microsoft.com/office/drawing/2014/main" id="{A3F6CA9C-7FA6-43A8-81EE-3513D8CB3A3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FCED7471-6D56-43D1-A80A-4B380A77D8E0}" type="slidenum">
              <a:rPr lang="en-US" altLang="zh-CN" sz="1400">
                <a:solidFill>
                  <a:schemeClr val="bg1"/>
                </a:solidFill>
              </a:rPr>
              <a:pPr eaLnBrk="1" hangingPunct="1"/>
              <a:t>8</a:t>
            </a:fld>
            <a:endParaRPr lang="en-US" altLang="zh-CN" sz="1400">
              <a:solidFill>
                <a:schemeClr val="bg1"/>
              </a:solidFill>
            </a:endParaRPr>
          </a:p>
        </p:txBody>
      </p:sp>
      <p:grpSp>
        <p:nvGrpSpPr>
          <p:cNvPr id="3" name="组合 48">
            <a:extLst>
              <a:ext uri="{FF2B5EF4-FFF2-40B4-BE49-F238E27FC236}">
                <a16:creationId xmlns:a16="http://schemas.microsoft.com/office/drawing/2014/main" id="{255455EE-2CD7-4DF1-B69D-349E885C9B62}"/>
              </a:ext>
            </a:extLst>
          </p:cNvPr>
          <p:cNvGrpSpPr>
            <a:grpSpLocks/>
          </p:cNvGrpSpPr>
          <p:nvPr/>
        </p:nvGrpSpPr>
        <p:grpSpPr bwMode="auto">
          <a:xfrm>
            <a:off x="2286000" y="2971800"/>
            <a:ext cx="838200" cy="762000"/>
            <a:chOff x="2286000" y="2971800"/>
            <a:chExt cx="838200" cy="762000"/>
          </a:xfrm>
        </p:grpSpPr>
        <p:sp>
          <p:nvSpPr>
            <p:cNvPr id="18" name="AutoShape 19">
              <a:extLst>
                <a:ext uri="{FF2B5EF4-FFF2-40B4-BE49-F238E27FC236}">
                  <a16:creationId xmlns:a16="http://schemas.microsoft.com/office/drawing/2014/main" id="{32E2D09C-C386-489F-AB7B-9BED30B7F38B}"/>
                </a:ext>
              </a:extLst>
            </p:cNvPr>
            <p:cNvSpPr>
              <a:spLocks noChangeArrowheads="1"/>
            </p:cNvSpPr>
            <p:nvPr/>
          </p:nvSpPr>
          <p:spPr bwMode="gray">
            <a:xfrm>
              <a:off x="2286000" y="3352800"/>
              <a:ext cx="838200" cy="381000"/>
            </a:xfrm>
            <a:prstGeom prst="octagon">
              <a:avLst>
                <a:gd name="adj" fmla="val 29287"/>
              </a:avLst>
            </a:prstGeom>
            <a:ln>
              <a:noFill/>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2"/>
            </a:lnRef>
            <a:fillRef idx="3">
              <a:schemeClr val="accent2"/>
            </a:fillRef>
            <a:effectRef idx="2">
              <a:schemeClr val="accent2"/>
            </a:effectRef>
            <a:fontRef idx="minor">
              <a:schemeClr val="lt1"/>
            </a:fontRef>
          </p:style>
          <p:txBody>
            <a:bodyPr wrap="none" lIns="0" tIns="0" rIns="0" bIns="0" anchor="ctr"/>
            <a:lstStyle/>
            <a:p>
              <a:pPr algn="ctr" eaLnBrk="0" hangingPunct="0">
                <a:spcBef>
                  <a:spcPct val="50000"/>
                </a:spcBef>
                <a:defRPr/>
              </a:pPr>
              <a:r>
                <a:rPr lang="zh-CN" altLang="en-US" sz="1400" b="1" dirty="0">
                  <a:solidFill>
                    <a:schemeClr val="bg1"/>
                  </a:solidFill>
                  <a:cs typeface="Arial" pitchFamily="34" charset="0"/>
                </a:rPr>
                <a:t>配置</a:t>
              </a:r>
            </a:p>
          </p:txBody>
        </p:sp>
        <p:cxnSp>
          <p:nvCxnSpPr>
            <p:cNvPr id="45" name="直接连接符 44">
              <a:extLst>
                <a:ext uri="{FF2B5EF4-FFF2-40B4-BE49-F238E27FC236}">
                  <a16:creationId xmlns:a16="http://schemas.microsoft.com/office/drawing/2014/main" id="{31C38AFB-F0ED-435B-B981-8FA7BA3CB1BF}"/>
                </a:ext>
              </a:extLst>
            </p:cNvPr>
            <p:cNvCxnSpPr>
              <a:stCxn id="21519" idx="3"/>
            </p:cNvCxnSpPr>
            <p:nvPr/>
          </p:nvCxnSpPr>
          <p:spPr>
            <a:xfrm flipV="1">
              <a:off x="2362200" y="3124200"/>
              <a:ext cx="3048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E062034B-EB23-4E67-9E4E-83D88F9D3EFD}"/>
                </a:ext>
              </a:extLst>
            </p:cNvPr>
            <p:cNvCxnSpPr/>
            <p:nvPr/>
          </p:nvCxnSpPr>
          <p:spPr>
            <a:xfrm rot="5400000">
              <a:off x="2552701" y="3238500"/>
              <a:ext cx="228600" cy="3175"/>
            </a:xfrm>
            <a:prstGeom prst="straightConnector1">
              <a:avLst/>
            </a:prstGeom>
            <a:ln w="19050">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21557" name="TextBox 47">
              <a:extLst>
                <a:ext uri="{FF2B5EF4-FFF2-40B4-BE49-F238E27FC236}">
                  <a16:creationId xmlns:a16="http://schemas.microsoft.com/office/drawing/2014/main" id="{3612DE2D-0041-483D-AC1C-F2F85542EE24}"/>
                </a:ext>
              </a:extLst>
            </p:cNvPr>
            <p:cNvSpPr txBox="1">
              <a:spLocks noChangeArrowheads="1"/>
            </p:cNvSpPr>
            <p:nvPr/>
          </p:nvSpPr>
          <p:spPr bwMode="auto">
            <a:xfrm>
              <a:off x="2667000" y="2971800"/>
              <a:ext cx="304800"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zh-CN" altLang="en-US" sz="1200" b="1"/>
                <a:t>选择</a:t>
              </a:r>
            </a:p>
          </p:txBody>
        </p:sp>
      </p:grpSp>
      <p:grpSp>
        <p:nvGrpSpPr>
          <p:cNvPr id="4" name="组合 61">
            <a:extLst>
              <a:ext uri="{FF2B5EF4-FFF2-40B4-BE49-F238E27FC236}">
                <a16:creationId xmlns:a16="http://schemas.microsoft.com/office/drawing/2014/main" id="{4B39AE2A-CD71-40CF-B461-48D9ABE56D9E}"/>
              </a:ext>
            </a:extLst>
          </p:cNvPr>
          <p:cNvGrpSpPr>
            <a:grpSpLocks/>
          </p:cNvGrpSpPr>
          <p:nvPr/>
        </p:nvGrpSpPr>
        <p:grpSpPr bwMode="auto">
          <a:xfrm>
            <a:off x="533400" y="2638425"/>
            <a:ext cx="1752600" cy="1495425"/>
            <a:chOff x="533400" y="2638425"/>
            <a:chExt cx="1752601" cy="1495425"/>
          </a:xfrm>
        </p:grpSpPr>
        <p:sp>
          <p:nvSpPr>
            <p:cNvPr id="11" name="AutoShape 12">
              <a:extLst>
                <a:ext uri="{FF2B5EF4-FFF2-40B4-BE49-F238E27FC236}">
                  <a16:creationId xmlns:a16="http://schemas.microsoft.com/office/drawing/2014/main" id="{F32D40FE-D05D-45FA-9650-34D1510EE35F}"/>
                </a:ext>
              </a:extLst>
            </p:cNvPr>
            <p:cNvSpPr>
              <a:spLocks noChangeArrowheads="1"/>
            </p:cNvSpPr>
            <p:nvPr/>
          </p:nvSpPr>
          <p:spPr bwMode="gray">
            <a:xfrm>
              <a:off x="914400" y="3606800"/>
              <a:ext cx="1074738" cy="527050"/>
            </a:xfrm>
            <a:prstGeom prst="octagon">
              <a:avLst>
                <a:gd name="adj" fmla="val 29287"/>
              </a:avLst>
            </a:prstGeom>
            <a:ln>
              <a:noFill/>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2"/>
            </a:lnRef>
            <a:fillRef idx="3">
              <a:schemeClr val="accent2"/>
            </a:fillRef>
            <a:effectRef idx="2">
              <a:schemeClr val="accent2"/>
            </a:effectRef>
            <a:fontRef idx="minor">
              <a:schemeClr val="lt1"/>
            </a:fontRef>
          </p:style>
          <p:txBody>
            <a:bodyPr wrap="none" lIns="0" tIns="0" rIns="0" bIns="0" anchor="ctr"/>
            <a:lstStyle/>
            <a:p>
              <a:pPr algn="ctr" eaLnBrk="0" hangingPunct="0">
                <a:spcBef>
                  <a:spcPct val="50000"/>
                </a:spcBef>
                <a:defRPr/>
              </a:pPr>
              <a:r>
                <a:rPr lang="zh-CN" altLang="en-US" sz="1400" b="1" dirty="0">
                  <a:solidFill>
                    <a:schemeClr val="bg1"/>
                  </a:solidFill>
                  <a:cs typeface="Arial" pitchFamily="34" charset="0"/>
                </a:rPr>
                <a:t>数据</a:t>
              </a:r>
            </a:p>
          </p:txBody>
        </p:sp>
        <p:cxnSp>
          <p:nvCxnSpPr>
            <p:cNvPr id="21550" name="AutoShape 14">
              <a:extLst>
                <a:ext uri="{FF2B5EF4-FFF2-40B4-BE49-F238E27FC236}">
                  <a16:creationId xmlns:a16="http://schemas.microsoft.com/office/drawing/2014/main" id="{893A641E-E303-49AB-BEED-CA8E1A9444E6}"/>
                </a:ext>
              </a:extLst>
            </p:cNvPr>
            <p:cNvCxnSpPr>
              <a:cxnSpLocks noChangeShapeType="1"/>
              <a:stCxn id="21507" idx="1"/>
            </p:cNvCxnSpPr>
            <p:nvPr/>
          </p:nvCxnSpPr>
          <p:spPr bwMode="gray">
            <a:xfrm rot="10800000" flipH="1" flipV="1">
              <a:off x="533400" y="2638425"/>
              <a:ext cx="381000" cy="1341068"/>
            </a:xfrm>
            <a:prstGeom prst="curvedConnector3">
              <a:avLst>
                <a:gd name="adj1" fmla="val -60000"/>
              </a:avLst>
            </a:prstGeom>
            <a:noFill/>
            <a:ln w="28575">
              <a:solidFill>
                <a:srgbClr val="FF6600"/>
              </a:solidFill>
              <a:round/>
              <a:headEnd type="none" w="sm" len="sm"/>
              <a:tailEnd type="triangle" w="med" len="lg"/>
            </a:ln>
            <a:extLst>
              <a:ext uri="{909E8E84-426E-40DD-AFC4-6F175D3DCCD1}">
                <a14:hiddenFill xmlns:a14="http://schemas.microsoft.com/office/drawing/2010/main">
                  <a:noFill/>
                </a14:hiddenFill>
              </a:ext>
            </a:extLst>
          </p:spPr>
        </p:cxnSp>
        <p:cxnSp>
          <p:nvCxnSpPr>
            <p:cNvPr id="21551" name="AutoShape 14">
              <a:extLst>
                <a:ext uri="{FF2B5EF4-FFF2-40B4-BE49-F238E27FC236}">
                  <a16:creationId xmlns:a16="http://schemas.microsoft.com/office/drawing/2014/main" id="{A1E756C5-1C2B-4337-86C0-B8CF78CEF183}"/>
                </a:ext>
              </a:extLst>
            </p:cNvPr>
            <p:cNvCxnSpPr>
              <a:cxnSpLocks noChangeShapeType="1"/>
            </p:cNvCxnSpPr>
            <p:nvPr/>
          </p:nvCxnSpPr>
          <p:spPr bwMode="gray">
            <a:xfrm rot="10800000">
              <a:off x="1834782" y="3606801"/>
              <a:ext cx="451219" cy="15417"/>
            </a:xfrm>
            <a:prstGeom prst="curvedConnector4">
              <a:avLst>
                <a:gd name="adj1" fmla="val 32898"/>
                <a:gd name="adj2" fmla="val 1582778"/>
              </a:avLst>
            </a:prstGeom>
            <a:noFill/>
            <a:ln w="28575">
              <a:solidFill>
                <a:srgbClr val="FF6600"/>
              </a:solidFill>
              <a:round/>
              <a:headEnd type="none" w="sm" len="sm"/>
              <a:tailEnd type="triangle" w="med" len="lg"/>
            </a:ln>
            <a:extLst>
              <a:ext uri="{909E8E84-426E-40DD-AFC4-6F175D3DCCD1}">
                <a14:hiddenFill xmlns:a14="http://schemas.microsoft.com/office/drawing/2010/main">
                  <a:noFill/>
                </a14:hiddenFill>
              </a:ext>
            </a:extLst>
          </p:spPr>
        </p:cxnSp>
      </p:grpSp>
      <p:cxnSp>
        <p:nvCxnSpPr>
          <p:cNvPr id="57" name="AutoShape 14">
            <a:extLst>
              <a:ext uri="{FF2B5EF4-FFF2-40B4-BE49-F238E27FC236}">
                <a16:creationId xmlns:a16="http://schemas.microsoft.com/office/drawing/2014/main" id="{A3A490D2-3F8C-49BF-B33C-55BC944456DD}"/>
              </a:ext>
            </a:extLst>
          </p:cNvPr>
          <p:cNvCxnSpPr>
            <a:cxnSpLocks noChangeShapeType="1"/>
            <a:endCxn id="21507" idx="3"/>
          </p:cNvCxnSpPr>
          <p:nvPr/>
        </p:nvCxnSpPr>
        <p:spPr bwMode="gray">
          <a:xfrm rot="10800000" flipV="1">
            <a:off x="2335213" y="2449513"/>
            <a:ext cx="542925" cy="188912"/>
          </a:xfrm>
          <a:prstGeom prst="curvedConnector3">
            <a:avLst>
              <a:gd name="adj1" fmla="val 50000"/>
            </a:avLst>
          </a:prstGeom>
          <a:noFill/>
          <a:ln w="28575">
            <a:solidFill>
              <a:srgbClr val="FF6600"/>
            </a:solidFill>
            <a:round/>
            <a:headEnd type="none" w="sm" len="sm"/>
            <a:tailEnd type="triangle" w="med" len="lg"/>
          </a:ln>
          <a:extLst>
            <a:ext uri="{909E8E84-426E-40DD-AFC4-6F175D3DCCD1}">
              <a14:hiddenFill xmlns:a14="http://schemas.microsoft.com/office/drawing/2010/main">
                <a:noFill/>
              </a14:hiddenFill>
            </a:ext>
          </a:extLst>
        </p:spPr>
      </p:cxn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par>
                                <p:cTn id="8" presetID="3" presetClass="entr" presetSubtype="1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blinds(horizontal)">
                                      <p:cBhvr>
                                        <p:cTn id="10" dur="500"/>
                                        <p:tgtEl>
                                          <p:spTgt spid="12"/>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blinds(horizontal)">
                                      <p:cBhvr>
                                        <p:cTn id="15" dur="500"/>
                                        <p:tgtEl>
                                          <p:spTgt spid="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57"/>
                                        </p:tgtEl>
                                        <p:attrNameLst>
                                          <p:attrName>style.visibility</p:attrName>
                                        </p:attrNameLst>
                                      </p:cBhvr>
                                      <p:to>
                                        <p:strVal val="visible"/>
                                      </p:to>
                                    </p:set>
                                    <p:animEffect transition="in" filter="blinds(horizontal)">
                                      <p:cBhvr>
                                        <p:cTn id="20" dur="500"/>
                                        <p:tgtEl>
                                          <p:spTgt spid="5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blinds(horizontal)">
                                      <p:cBhvr>
                                        <p:cTn id="25" dur="500"/>
                                        <p:tgtEl>
                                          <p:spTgt spid="3"/>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blinds(horizontal)">
                                      <p:cBhvr>
                                        <p:cTn id="30" dur="500"/>
                                        <p:tgtEl>
                                          <p:spTgt spid="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blinds(horizontal)">
                                      <p:cBhvr>
                                        <p:cTn id="35" dur="500"/>
                                        <p:tgtEl>
                                          <p:spTgt spid="16"/>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blinds(horizontal)">
                                      <p:cBhvr>
                                        <p:cTn id="38" dur="500"/>
                                        <p:tgtEl>
                                          <p:spTgt spid="9"/>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blinds(horizontal)">
                                      <p:cBhvr>
                                        <p:cTn id="43" dur="500"/>
                                        <p:tgtEl>
                                          <p:spTgt spid="7"/>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blinds(horizontal)">
                                      <p:cBhvr>
                                        <p:cTn id="48" dur="500"/>
                                        <p:tgtEl>
                                          <p:spTgt spid="20"/>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blinds(horizontal)">
                                      <p:cBhvr>
                                        <p:cTn id="51" dur="500"/>
                                        <p:tgtEl>
                                          <p:spTgt spid="21"/>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blinds(horizontal)">
                                      <p:cBhvr>
                                        <p:cTn id="54" dur="500"/>
                                        <p:tgtEl>
                                          <p:spTgt spid="22"/>
                                        </p:tgtEl>
                                      </p:cBhvr>
                                    </p:animEffect>
                                  </p:childTnLst>
                                </p:cTn>
                              </p:par>
                              <p:par>
                                <p:cTn id="55" presetID="3" presetClass="entr" presetSubtype="10" fill="hold" grpId="0" nodeType="with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blinds(horizontal)">
                                      <p:cBhvr>
                                        <p:cTn id="57" dur="500"/>
                                        <p:tgtEl>
                                          <p:spTgt spid="23"/>
                                        </p:tgtEl>
                                      </p:cBhvr>
                                    </p:animEffect>
                                  </p:childTnLst>
                                </p:cTn>
                              </p:par>
                              <p:par>
                                <p:cTn id="58" presetID="3" presetClass="entr" presetSubtype="10" fill="hold" grpId="0" nodeType="with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blinds(horizontal)">
                                      <p:cBhvr>
                                        <p:cTn id="60" dur="500"/>
                                        <p:tgtEl>
                                          <p:spTgt spid="24"/>
                                        </p:tgtEl>
                                      </p:cBhvr>
                                    </p:animEffect>
                                  </p:childTnLst>
                                </p:cTn>
                              </p:par>
                              <p:par>
                                <p:cTn id="61" presetID="3" presetClass="entr" presetSubtype="10" fill="hold" grpId="0" nodeType="with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blinds(horizontal)">
                                      <p:cBhvr>
                                        <p:cTn id="63" dur="500"/>
                                        <p:tgtEl>
                                          <p:spTgt spid="25"/>
                                        </p:tgtEl>
                                      </p:cBhvr>
                                    </p:animEffect>
                                  </p:childTnLst>
                                </p:cTn>
                              </p:par>
                              <p:par>
                                <p:cTn id="64" presetID="3" presetClass="entr" presetSubtype="10" fill="hold" nodeType="with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blinds(horizontal)">
                                      <p:cBhvr>
                                        <p:cTn id="66" dur="500"/>
                                        <p:tgtEl>
                                          <p:spTgt spid="26"/>
                                        </p:tgtEl>
                                      </p:cBhvr>
                                    </p:animEffect>
                                  </p:childTnLst>
                                </p:cTn>
                              </p:par>
                              <p:par>
                                <p:cTn id="67" presetID="3" presetClass="entr" presetSubtype="10" fill="hold" nodeType="withEffect">
                                  <p:stCondLst>
                                    <p:cond delay="0"/>
                                  </p:stCondLst>
                                  <p:childTnLst>
                                    <p:set>
                                      <p:cBhvr>
                                        <p:cTn id="68" dur="1" fill="hold">
                                          <p:stCondLst>
                                            <p:cond delay="0"/>
                                          </p:stCondLst>
                                        </p:cTn>
                                        <p:tgtEl>
                                          <p:spTgt spid="27"/>
                                        </p:tgtEl>
                                        <p:attrNameLst>
                                          <p:attrName>style.visibility</p:attrName>
                                        </p:attrNameLst>
                                      </p:cBhvr>
                                      <p:to>
                                        <p:strVal val="visible"/>
                                      </p:to>
                                    </p:set>
                                    <p:animEffect transition="in" filter="blinds(horizontal)">
                                      <p:cBhvr>
                                        <p:cTn id="69" dur="500"/>
                                        <p:tgtEl>
                                          <p:spTgt spid="27"/>
                                        </p:tgtEl>
                                      </p:cBhvr>
                                    </p:animEffect>
                                  </p:childTnLst>
                                </p:cTn>
                              </p:par>
                              <p:par>
                                <p:cTn id="70" presetID="3" presetClass="entr" presetSubtype="10" fill="hold" nodeType="withEffect">
                                  <p:stCondLst>
                                    <p:cond delay="0"/>
                                  </p:stCondLst>
                                  <p:childTnLst>
                                    <p:set>
                                      <p:cBhvr>
                                        <p:cTn id="71" dur="1" fill="hold">
                                          <p:stCondLst>
                                            <p:cond delay="0"/>
                                          </p:stCondLst>
                                        </p:cTn>
                                        <p:tgtEl>
                                          <p:spTgt spid="28"/>
                                        </p:tgtEl>
                                        <p:attrNameLst>
                                          <p:attrName>style.visibility</p:attrName>
                                        </p:attrNameLst>
                                      </p:cBhvr>
                                      <p:to>
                                        <p:strVal val="visible"/>
                                      </p:to>
                                    </p:set>
                                    <p:animEffect transition="in" filter="blinds(horizontal)">
                                      <p:cBhvr>
                                        <p:cTn id="72" dur="500"/>
                                        <p:tgtEl>
                                          <p:spTgt spid="28"/>
                                        </p:tgtEl>
                                      </p:cBhvr>
                                    </p:animEffect>
                                  </p:childTnLst>
                                </p:cTn>
                              </p:par>
                              <p:par>
                                <p:cTn id="73" presetID="3" presetClass="entr" presetSubtype="10" fill="hold" nodeType="withEffect">
                                  <p:stCondLst>
                                    <p:cond delay="0"/>
                                  </p:stCondLst>
                                  <p:childTnLst>
                                    <p:set>
                                      <p:cBhvr>
                                        <p:cTn id="74" dur="1" fill="hold">
                                          <p:stCondLst>
                                            <p:cond delay="0"/>
                                          </p:stCondLst>
                                        </p:cTn>
                                        <p:tgtEl>
                                          <p:spTgt spid="29"/>
                                        </p:tgtEl>
                                        <p:attrNameLst>
                                          <p:attrName>style.visibility</p:attrName>
                                        </p:attrNameLst>
                                      </p:cBhvr>
                                      <p:to>
                                        <p:strVal val="visible"/>
                                      </p:to>
                                    </p:set>
                                    <p:animEffect transition="in" filter="blinds(horizontal)">
                                      <p:cBhvr>
                                        <p:cTn id="75" dur="500"/>
                                        <p:tgtEl>
                                          <p:spTgt spid="29"/>
                                        </p:tgtEl>
                                      </p:cBhvr>
                                    </p:animEffect>
                                  </p:childTnLst>
                                </p:cTn>
                              </p:par>
                              <p:par>
                                <p:cTn id="76" presetID="3" presetClass="entr" presetSubtype="10" fill="hold" nodeType="withEffect">
                                  <p:stCondLst>
                                    <p:cond delay="0"/>
                                  </p:stCondLst>
                                  <p:childTnLst>
                                    <p:set>
                                      <p:cBhvr>
                                        <p:cTn id="77" dur="1" fill="hold">
                                          <p:stCondLst>
                                            <p:cond delay="0"/>
                                          </p:stCondLst>
                                        </p:cTn>
                                        <p:tgtEl>
                                          <p:spTgt spid="30"/>
                                        </p:tgtEl>
                                        <p:attrNameLst>
                                          <p:attrName>style.visibility</p:attrName>
                                        </p:attrNameLst>
                                      </p:cBhvr>
                                      <p:to>
                                        <p:strVal val="visible"/>
                                      </p:to>
                                    </p:set>
                                    <p:animEffect transition="in" filter="blinds(horizontal)">
                                      <p:cBhvr>
                                        <p:cTn id="78" dur="500"/>
                                        <p:tgtEl>
                                          <p:spTgt spid="30"/>
                                        </p:tgtEl>
                                      </p:cBhvr>
                                    </p:animEffect>
                                  </p:childTnLst>
                                </p:cTn>
                              </p:par>
                              <p:par>
                                <p:cTn id="79" presetID="3" presetClass="entr" presetSubtype="10" fill="hold" nodeType="withEffect">
                                  <p:stCondLst>
                                    <p:cond delay="0"/>
                                  </p:stCondLst>
                                  <p:childTnLst>
                                    <p:set>
                                      <p:cBhvr>
                                        <p:cTn id="80" dur="1" fill="hold">
                                          <p:stCondLst>
                                            <p:cond delay="0"/>
                                          </p:stCondLst>
                                        </p:cTn>
                                        <p:tgtEl>
                                          <p:spTgt spid="31"/>
                                        </p:tgtEl>
                                        <p:attrNameLst>
                                          <p:attrName>style.visibility</p:attrName>
                                        </p:attrNameLst>
                                      </p:cBhvr>
                                      <p:to>
                                        <p:strVal val="visible"/>
                                      </p:to>
                                    </p:set>
                                    <p:animEffect transition="in" filter="blinds(horizontal)">
                                      <p:cBhvr>
                                        <p:cTn id="81" dur="500"/>
                                        <p:tgtEl>
                                          <p:spTgt spid="31"/>
                                        </p:tgtEl>
                                      </p:cBhvr>
                                    </p:animEffect>
                                  </p:childTnLst>
                                </p:cTn>
                              </p:par>
                              <p:par>
                                <p:cTn id="82" presetID="3" presetClass="entr" presetSubtype="10" fill="hold" nodeType="withEffect">
                                  <p:stCondLst>
                                    <p:cond delay="0"/>
                                  </p:stCondLst>
                                  <p:childTnLst>
                                    <p:set>
                                      <p:cBhvr>
                                        <p:cTn id="83" dur="1" fill="hold">
                                          <p:stCondLst>
                                            <p:cond delay="0"/>
                                          </p:stCondLst>
                                        </p:cTn>
                                        <p:tgtEl>
                                          <p:spTgt spid="32"/>
                                        </p:tgtEl>
                                        <p:attrNameLst>
                                          <p:attrName>style.visibility</p:attrName>
                                        </p:attrNameLst>
                                      </p:cBhvr>
                                      <p:to>
                                        <p:strVal val="visible"/>
                                      </p:to>
                                    </p:set>
                                    <p:animEffect transition="in" filter="blinds(horizontal)">
                                      <p:cBhvr>
                                        <p:cTn id="84" dur="500"/>
                                        <p:tgtEl>
                                          <p:spTgt spid="32"/>
                                        </p:tgtEl>
                                      </p:cBhvr>
                                    </p:animEffect>
                                  </p:childTnLst>
                                </p:cTn>
                              </p:par>
                              <p:par>
                                <p:cTn id="85" presetID="3" presetClass="entr" presetSubtype="10" fill="hold" grpId="0" nodeType="withEffect">
                                  <p:stCondLst>
                                    <p:cond delay="0"/>
                                  </p:stCondLst>
                                  <p:childTnLst>
                                    <p:set>
                                      <p:cBhvr>
                                        <p:cTn id="86" dur="1" fill="hold">
                                          <p:stCondLst>
                                            <p:cond delay="0"/>
                                          </p:stCondLst>
                                        </p:cTn>
                                        <p:tgtEl>
                                          <p:spTgt spid="33"/>
                                        </p:tgtEl>
                                        <p:attrNameLst>
                                          <p:attrName>style.visibility</p:attrName>
                                        </p:attrNameLst>
                                      </p:cBhvr>
                                      <p:to>
                                        <p:strVal val="visible"/>
                                      </p:to>
                                    </p:set>
                                    <p:animEffect transition="in" filter="blinds(horizontal)">
                                      <p:cBhvr>
                                        <p:cTn id="87" dur="500"/>
                                        <p:tgtEl>
                                          <p:spTgt spid="33"/>
                                        </p:tgtEl>
                                      </p:cBhvr>
                                    </p:animEffect>
                                  </p:childTnLst>
                                </p:cTn>
                              </p:par>
                              <p:par>
                                <p:cTn id="88" presetID="3" presetClass="entr" presetSubtype="10" fill="hold" nodeType="withEffect">
                                  <p:stCondLst>
                                    <p:cond delay="0"/>
                                  </p:stCondLst>
                                  <p:childTnLst>
                                    <p:set>
                                      <p:cBhvr>
                                        <p:cTn id="89" dur="1" fill="hold">
                                          <p:stCondLst>
                                            <p:cond delay="0"/>
                                          </p:stCondLst>
                                        </p:cTn>
                                        <p:tgtEl>
                                          <p:spTgt spid="34"/>
                                        </p:tgtEl>
                                        <p:attrNameLst>
                                          <p:attrName>style.visibility</p:attrName>
                                        </p:attrNameLst>
                                      </p:cBhvr>
                                      <p:to>
                                        <p:strVal val="visible"/>
                                      </p:to>
                                    </p:set>
                                    <p:animEffect transition="in" filter="blinds(horizontal)">
                                      <p:cBhvr>
                                        <p:cTn id="90"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animBg="1"/>
      <p:bldP spid="20" grpId="0" animBg="1"/>
      <p:bldP spid="21" grpId="0" animBg="1"/>
      <p:bldP spid="22" grpId="0" animBg="1"/>
      <p:bldP spid="23" grpId="0"/>
      <p:bldP spid="24" grpId="0" animBg="1"/>
      <p:bldP spid="25" grpId="0" animBg="1"/>
      <p:bldP spid="3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8">
            <a:extLst>
              <a:ext uri="{FF2B5EF4-FFF2-40B4-BE49-F238E27FC236}">
                <a16:creationId xmlns:a16="http://schemas.microsoft.com/office/drawing/2014/main" id="{FFF9BA1F-EC73-4D08-B3DD-2B63BFC10D1C}"/>
              </a:ext>
            </a:extLst>
          </p:cNvPr>
          <p:cNvGrpSpPr>
            <a:grpSpLocks/>
          </p:cNvGrpSpPr>
          <p:nvPr/>
        </p:nvGrpSpPr>
        <p:grpSpPr bwMode="auto">
          <a:xfrm>
            <a:off x="895350" y="4495800"/>
            <a:ext cx="4913313" cy="1719263"/>
            <a:chOff x="1008" y="2880"/>
            <a:chExt cx="4416" cy="1147"/>
          </a:xfrm>
        </p:grpSpPr>
        <p:grpSp>
          <p:nvGrpSpPr>
            <p:cNvPr id="22569" name="Group 19">
              <a:extLst>
                <a:ext uri="{FF2B5EF4-FFF2-40B4-BE49-F238E27FC236}">
                  <a16:creationId xmlns:a16="http://schemas.microsoft.com/office/drawing/2014/main" id="{A5732FAC-9D15-49AB-B342-7D8261473F7B}"/>
                </a:ext>
              </a:extLst>
            </p:cNvPr>
            <p:cNvGrpSpPr>
              <a:grpSpLocks/>
            </p:cNvGrpSpPr>
            <p:nvPr/>
          </p:nvGrpSpPr>
          <p:grpSpPr bwMode="auto">
            <a:xfrm>
              <a:off x="1008" y="2880"/>
              <a:ext cx="4416" cy="1147"/>
              <a:chOff x="1008" y="2880"/>
              <a:chExt cx="4416" cy="1147"/>
            </a:xfrm>
          </p:grpSpPr>
          <p:sp>
            <p:nvSpPr>
              <p:cNvPr id="22571" name="Rectangle 20">
                <a:extLst>
                  <a:ext uri="{FF2B5EF4-FFF2-40B4-BE49-F238E27FC236}">
                    <a16:creationId xmlns:a16="http://schemas.microsoft.com/office/drawing/2014/main" id="{8B721C13-43A7-431B-BB63-AB85BADA20C1}"/>
                  </a:ext>
                </a:extLst>
              </p:cNvPr>
              <p:cNvSpPr>
                <a:spLocks noChangeArrowheads="1"/>
              </p:cNvSpPr>
              <p:nvPr/>
            </p:nvSpPr>
            <p:spPr bwMode="auto">
              <a:xfrm>
                <a:off x="1008" y="3139"/>
                <a:ext cx="4416" cy="888"/>
              </a:xfrm>
              <a:prstGeom prst="rect">
                <a:avLst/>
              </a:prstGeom>
              <a:solidFill>
                <a:srgbClr val="CCFFFF"/>
              </a:solidFill>
              <a:ln w="25400">
                <a:solidFill>
                  <a:schemeClr val="tx1"/>
                </a:solidFill>
                <a:miter lim="800000"/>
                <a:headEnd/>
                <a:tailEnd/>
              </a:ln>
            </p:spPr>
            <p:txBody>
              <a:bodyPr wrap="none"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2572" name="Rectangle 21">
                <a:extLst>
                  <a:ext uri="{FF2B5EF4-FFF2-40B4-BE49-F238E27FC236}">
                    <a16:creationId xmlns:a16="http://schemas.microsoft.com/office/drawing/2014/main" id="{1F3C7DF7-4C60-48BB-AFA5-BFE5881434A0}"/>
                  </a:ext>
                </a:extLst>
              </p:cNvPr>
              <p:cNvSpPr>
                <a:spLocks noChangeArrowheads="1"/>
              </p:cNvSpPr>
              <p:nvPr/>
            </p:nvSpPr>
            <p:spPr bwMode="auto">
              <a:xfrm>
                <a:off x="4278" y="3216"/>
                <a:ext cx="986" cy="192"/>
              </a:xfrm>
              <a:prstGeom prst="rect">
                <a:avLst/>
              </a:prstGeom>
              <a:solidFill>
                <a:schemeClr val="bg1"/>
              </a:solidFill>
              <a:ln w="9525">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t>可信存储根</a:t>
                </a:r>
              </a:p>
            </p:txBody>
          </p:sp>
          <p:sp>
            <p:nvSpPr>
              <p:cNvPr id="22573" name="Rectangle 22">
                <a:extLst>
                  <a:ext uri="{FF2B5EF4-FFF2-40B4-BE49-F238E27FC236}">
                    <a16:creationId xmlns:a16="http://schemas.microsoft.com/office/drawing/2014/main" id="{8C852E1A-627C-4329-BAA8-71DE714629D6}"/>
                  </a:ext>
                </a:extLst>
              </p:cNvPr>
              <p:cNvSpPr>
                <a:spLocks noChangeArrowheads="1"/>
              </p:cNvSpPr>
              <p:nvPr/>
            </p:nvSpPr>
            <p:spPr bwMode="auto">
              <a:xfrm>
                <a:off x="3011" y="3216"/>
                <a:ext cx="986" cy="192"/>
              </a:xfrm>
              <a:prstGeom prst="rect">
                <a:avLst/>
              </a:prstGeom>
              <a:solidFill>
                <a:schemeClr val="bg1"/>
              </a:solidFill>
              <a:ln w="9525">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t>可信报告根</a:t>
                </a:r>
              </a:p>
            </p:txBody>
          </p:sp>
          <p:sp>
            <p:nvSpPr>
              <p:cNvPr id="22574" name="Rectangle 23">
                <a:extLst>
                  <a:ext uri="{FF2B5EF4-FFF2-40B4-BE49-F238E27FC236}">
                    <a16:creationId xmlns:a16="http://schemas.microsoft.com/office/drawing/2014/main" id="{358F57B4-3AB7-4BFD-A663-EE165F12E4C0}"/>
                  </a:ext>
                </a:extLst>
              </p:cNvPr>
              <p:cNvSpPr>
                <a:spLocks noChangeArrowheads="1"/>
              </p:cNvSpPr>
              <p:nvPr/>
            </p:nvSpPr>
            <p:spPr bwMode="auto">
              <a:xfrm>
                <a:off x="1814" y="2880"/>
                <a:ext cx="845" cy="528"/>
              </a:xfrm>
              <a:prstGeom prst="rect">
                <a:avLst/>
              </a:prstGeom>
              <a:solidFill>
                <a:schemeClr val="bg1"/>
              </a:solidFill>
              <a:ln w="9525">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t>可信度量根</a:t>
                </a:r>
              </a:p>
            </p:txBody>
          </p:sp>
          <p:sp>
            <p:nvSpPr>
              <p:cNvPr id="22575" name="Rectangle 24">
                <a:extLst>
                  <a:ext uri="{FF2B5EF4-FFF2-40B4-BE49-F238E27FC236}">
                    <a16:creationId xmlns:a16="http://schemas.microsoft.com/office/drawing/2014/main" id="{BF99E385-2DA1-4654-9F6B-14E61CE9BF14}"/>
                  </a:ext>
                </a:extLst>
              </p:cNvPr>
              <p:cNvSpPr>
                <a:spLocks noChangeArrowheads="1"/>
              </p:cNvSpPr>
              <p:nvPr/>
            </p:nvSpPr>
            <p:spPr bwMode="auto">
              <a:xfrm>
                <a:off x="1885" y="3237"/>
                <a:ext cx="704" cy="148"/>
              </a:xfrm>
              <a:prstGeom prst="rect">
                <a:avLst/>
              </a:prstGeom>
              <a:solidFill>
                <a:srgbClr val="EAEAEA"/>
              </a:solidFill>
              <a:ln w="9525">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b="1"/>
                  <a:t>度量存储</a:t>
                </a:r>
              </a:p>
            </p:txBody>
          </p:sp>
        </p:grpSp>
        <p:sp>
          <p:nvSpPr>
            <p:cNvPr id="22570" name="Text Box 25">
              <a:extLst>
                <a:ext uri="{FF2B5EF4-FFF2-40B4-BE49-F238E27FC236}">
                  <a16:creationId xmlns:a16="http://schemas.microsoft.com/office/drawing/2014/main" id="{DF08458D-B6C8-4CC0-A46A-29727E1ED559}"/>
                </a:ext>
              </a:extLst>
            </p:cNvPr>
            <p:cNvSpPr txBox="1">
              <a:spLocks noChangeArrowheads="1"/>
            </p:cNvSpPr>
            <p:nvPr/>
          </p:nvSpPr>
          <p:spPr bwMode="auto">
            <a:xfrm>
              <a:off x="1104" y="3312"/>
              <a:ext cx="499" cy="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200" b="1"/>
                <a:t>可信密码模块</a:t>
              </a:r>
              <a:r>
                <a:rPr lang="en-US" altLang="zh-CN" sz="1200" b="1"/>
                <a:t>(TCM) </a:t>
              </a:r>
            </a:p>
          </p:txBody>
        </p:sp>
      </p:grpSp>
      <p:grpSp>
        <p:nvGrpSpPr>
          <p:cNvPr id="4" name="组合 53">
            <a:extLst>
              <a:ext uri="{FF2B5EF4-FFF2-40B4-BE49-F238E27FC236}">
                <a16:creationId xmlns:a16="http://schemas.microsoft.com/office/drawing/2014/main" id="{488346A4-C6CB-4AE0-AC75-5FD87C16B7BD}"/>
              </a:ext>
            </a:extLst>
          </p:cNvPr>
          <p:cNvGrpSpPr>
            <a:grpSpLocks/>
          </p:cNvGrpSpPr>
          <p:nvPr/>
        </p:nvGrpSpPr>
        <p:grpSpPr bwMode="auto">
          <a:xfrm>
            <a:off x="1133475" y="1806575"/>
            <a:ext cx="4568825" cy="647700"/>
            <a:chOff x="1133651" y="1806575"/>
            <a:chExt cx="4568473" cy="647700"/>
          </a:xfrm>
        </p:grpSpPr>
        <p:sp>
          <p:nvSpPr>
            <p:cNvPr id="22563" name="AutoShape 40">
              <a:extLst>
                <a:ext uri="{FF2B5EF4-FFF2-40B4-BE49-F238E27FC236}">
                  <a16:creationId xmlns:a16="http://schemas.microsoft.com/office/drawing/2014/main" id="{40E9B059-44A2-415D-99CC-1B9A7CB991FC}"/>
                </a:ext>
              </a:extLst>
            </p:cNvPr>
            <p:cNvSpPr>
              <a:spLocks noChangeArrowheads="1"/>
            </p:cNvSpPr>
            <p:nvPr/>
          </p:nvSpPr>
          <p:spPr bwMode="auto">
            <a:xfrm>
              <a:off x="1804238" y="1806575"/>
              <a:ext cx="373635" cy="647700"/>
            </a:xfrm>
            <a:prstGeom prst="upArrow">
              <a:avLst>
                <a:gd name="adj1" fmla="val 50000"/>
                <a:gd name="adj2" fmla="val 32158"/>
              </a:avLst>
            </a:prstGeom>
            <a:gradFill rotWithShape="0">
              <a:gsLst>
                <a:gs pos="0">
                  <a:srgbClr val="765E00"/>
                </a:gs>
                <a:gs pos="50000">
                  <a:srgbClr val="FFCC00"/>
                </a:gs>
                <a:gs pos="100000">
                  <a:srgbClr val="765E00"/>
                </a:gs>
              </a:gsLst>
              <a:lin ang="0" scaled="1"/>
            </a:gradFill>
            <a:ln w="9525">
              <a:solidFill>
                <a:schemeClr val="tx1"/>
              </a:solidFill>
              <a:miter lim="800000"/>
              <a:headEnd/>
              <a:tailEnd/>
            </a:ln>
          </p:spPr>
          <p:txBody>
            <a:bodyPr vert="eaVert"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2564" name="AutoShape 41">
              <a:extLst>
                <a:ext uri="{FF2B5EF4-FFF2-40B4-BE49-F238E27FC236}">
                  <a16:creationId xmlns:a16="http://schemas.microsoft.com/office/drawing/2014/main" id="{11A643A2-E72A-4696-A946-FF3055EE0A74}"/>
                </a:ext>
              </a:extLst>
            </p:cNvPr>
            <p:cNvSpPr>
              <a:spLocks noChangeArrowheads="1"/>
            </p:cNvSpPr>
            <p:nvPr/>
          </p:nvSpPr>
          <p:spPr bwMode="auto">
            <a:xfrm>
              <a:off x="3458678" y="1806575"/>
              <a:ext cx="373635" cy="647700"/>
            </a:xfrm>
            <a:prstGeom prst="upArrow">
              <a:avLst>
                <a:gd name="adj1" fmla="val 50000"/>
                <a:gd name="adj2" fmla="val 32158"/>
              </a:avLst>
            </a:prstGeom>
            <a:gradFill rotWithShape="0">
              <a:gsLst>
                <a:gs pos="0">
                  <a:srgbClr val="765E00"/>
                </a:gs>
                <a:gs pos="50000">
                  <a:srgbClr val="FFCC00"/>
                </a:gs>
                <a:gs pos="100000">
                  <a:srgbClr val="765E00"/>
                </a:gs>
              </a:gsLst>
              <a:lin ang="0" scaled="1"/>
            </a:gradFill>
            <a:ln w="9525">
              <a:solidFill>
                <a:schemeClr val="tx1"/>
              </a:solidFill>
              <a:miter lim="800000"/>
              <a:headEnd/>
              <a:tailEnd/>
            </a:ln>
          </p:spPr>
          <p:txBody>
            <a:bodyPr vert="eaVert"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2565" name="AutoShape 42">
              <a:extLst>
                <a:ext uri="{FF2B5EF4-FFF2-40B4-BE49-F238E27FC236}">
                  <a16:creationId xmlns:a16="http://schemas.microsoft.com/office/drawing/2014/main" id="{84C78518-ED9E-41C6-A35B-E2296541023D}"/>
                </a:ext>
              </a:extLst>
            </p:cNvPr>
            <p:cNvSpPr>
              <a:spLocks noChangeArrowheads="1"/>
            </p:cNvSpPr>
            <p:nvPr/>
          </p:nvSpPr>
          <p:spPr bwMode="auto">
            <a:xfrm>
              <a:off x="4901010" y="1806575"/>
              <a:ext cx="373635" cy="647700"/>
            </a:xfrm>
            <a:prstGeom prst="upArrow">
              <a:avLst>
                <a:gd name="adj1" fmla="val 50000"/>
                <a:gd name="adj2" fmla="val 32158"/>
              </a:avLst>
            </a:prstGeom>
            <a:gradFill rotWithShape="0">
              <a:gsLst>
                <a:gs pos="0">
                  <a:srgbClr val="765E00"/>
                </a:gs>
                <a:gs pos="50000">
                  <a:srgbClr val="FFCC00"/>
                </a:gs>
                <a:gs pos="100000">
                  <a:srgbClr val="765E00"/>
                </a:gs>
              </a:gsLst>
              <a:lin ang="0" scaled="1"/>
            </a:gradFill>
            <a:ln w="9525">
              <a:solidFill>
                <a:schemeClr val="tx1"/>
              </a:solidFill>
              <a:miter lim="800000"/>
              <a:headEnd/>
              <a:tailEnd/>
            </a:ln>
          </p:spPr>
          <p:txBody>
            <a:bodyPr vert="eaVert"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2566" name="Rectangle 43">
              <a:extLst>
                <a:ext uri="{FF2B5EF4-FFF2-40B4-BE49-F238E27FC236}">
                  <a16:creationId xmlns:a16="http://schemas.microsoft.com/office/drawing/2014/main" id="{CE6CE563-7E8F-47F7-A669-400498815C0E}"/>
                </a:ext>
              </a:extLst>
            </p:cNvPr>
            <p:cNvSpPr>
              <a:spLocks noChangeArrowheads="1"/>
            </p:cNvSpPr>
            <p:nvPr/>
          </p:nvSpPr>
          <p:spPr bwMode="auto">
            <a:xfrm>
              <a:off x="1133651" y="1997075"/>
              <a:ext cx="1755599" cy="325438"/>
            </a:xfrm>
            <a:prstGeom prst="rect">
              <a:avLst/>
            </a:prstGeom>
            <a:solidFill>
              <a:schemeClr val="bg1"/>
            </a:solidFill>
            <a:ln w="19050">
              <a:solidFill>
                <a:srgbClr val="0000FF"/>
              </a:solidFill>
              <a:prstDash val="dash"/>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ea typeface="华文细黑" panose="02010600040101010101" pitchFamily="2" charset="-122"/>
                </a:rPr>
                <a:t>平台完整性度量与报告</a:t>
              </a:r>
            </a:p>
          </p:txBody>
        </p:sp>
        <p:sp>
          <p:nvSpPr>
            <p:cNvPr id="22567" name="Rectangle 44">
              <a:extLst>
                <a:ext uri="{FF2B5EF4-FFF2-40B4-BE49-F238E27FC236}">
                  <a16:creationId xmlns:a16="http://schemas.microsoft.com/office/drawing/2014/main" id="{C06A1D0C-0E47-4B5A-BF4C-B6E420CFB9F3}"/>
                </a:ext>
              </a:extLst>
            </p:cNvPr>
            <p:cNvSpPr>
              <a:spLocks noChangeArrowheads="1"/>
            </p:cNvSpPr>
            <p:nvPr/>
          </p:nvSpPr>
          <p:spPr bwMode="auto">
            <a:xfrm>
              <a:off x="3031199" y="2022475"/>
              <a:ext cx="1267751" cy="325438"/>
            </a:xfrm>
            <a:prstGeom prst="rect">
              <a:avLst/>
            </a:prstGeom>
            <a:solidFill>
              <a:schemeClr val="bg1"/>
            </a:solidFill>
            <a:ln w="19050">
              <a:solidFill>
                <a:srgbClr val="0000FF"/>
              </a:solidFill>
              <a:prstDash val="dash"/>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ea typeface="华文细黑" panose="02010600040101010101" pitchFamily="2" charset="-122"/>
                </a:rPr>
                <a:t>平台身份可信</a:t>
              </a:r>
            </a:p>
          </p:txBody>
        </p:sp>
        <p:sp>
          <p:nvSpPr>
            <p:cNvPr id="22568" name="Rectangle 45">
              <a:extLst>
                <a:ext uri="{FF2B5EF4-FFF2-40B4-BE49-F238E27FC236}">
                  <a16:creationId xmlns:a16="http://schemas.microsoft.com/office/drawing/2014/main" id="{F71E21C9-11F7-44B4-9BE7-56A0BC1C08FA}"/>
                </a:ext>
              </a:extLst>
            </p:cNvPr>
            <p:cNvSpPr>
              <a:spLocks noChangeArrowheads="1"/>
            </p:cNvSpPr>
            <p:nvPr/>
          </p:nvSpPr>
          <p:spPr bwMode="auto">
            <a:xfrm>
              <a:off x="4527374" y="2022475"/>
              <a:ext cx="1174750" cy="325438"/>
            </a:xfrm>
            <a:prstGeom prst="rect">
              <a:avLst/>
            </a:prstGeom>
            <a:solidFill>
              <a:schemeClr val="bg1"/>
            </a:solidFill>
            <a:ln w="19050">
              <a:solidFill>
                <a:srgbClr val="0000FF"/>
              </a:solidFill>
              <a:prstDash val="dash"/>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ea typeface="华文细黑" panose="02010600040101010101" pitchFamily="2" charset="-122"/>
                </a:rPr>
                <a:t>数据安全保护</a:t>
              </a:r>
            </a:p>
          </p:txBody>
        </p:sp>
      </p:grpSp>
      <p:sp>
        <p:nvSpPr>
          <p:cNvPr id="21545" name="Rectangle 46">
            <a:extLst>
              <a:ext uri="{FF2B5EF4-FFF2-40B4-BE49-F238E27FC236}">
                <a16:creationId xmlns:a16="http://schemas.microsoft.com/office/drawing/2014/main" id="{CEE89260-5C9B-45F5-8DF6-4BABA1E44608}"/>
              </a:ext>
            </a:extLst>
          </p:cNvPr>
          <p:cNvSpPr>
            <a:spLocks noChangeArrowheads="1"/>
          </p:cNvSpPr>
          <p:nvPr/>
        </p:nvSpPr>
        <p:spPr bwMode="auto">
          <a:xfrm>
            <a:off x="696913" y="1524000"/>
            <a:ext cx="5168900" cy="282575"/>
          </a:xfrm>
          <a:prstGeom prst="rect">
            <a:avLst/>
          </a:prstGeom>
          <a:solidFill>
            <a:schemeClr val="bg1"/>
          </a:solidFill>
          <a:ln w="9525">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b="1"/>
              <a:t>安全应用</a:t>
            </a:r>
          </a:p>
        </p:txBody>
      </p:sp>
      <p:sp>
        <p:nvSpPr>
          <p:cNvPr id="22533" name="Rectangle 47">
            <a:extLst>
              <a:ext uri="{FF2B5EF4-FFF2-40B4-BE49-F238E27FC236}">
                <a16:creationId xmlns:a16="http://schemas.microsoft.com/office/drawing/2014/main" id="{77C7DDC5-094B-475A-BFA3-46B6B2C2D71D}"/>
              </a:ext>
            </a:extLst>
          </p:cNvPr>
          <p:cNvSpPr>
            <a:spLocks noChangeArrowheads="1"/>
          </p:cNvSpPr>
          <p:nvPr/>
        </p:nvSpPr>
        <p:spPr bwMode="auto">
          <a:xfrm>
            <a:off x="304800" y="1447800"/>
            <a:ext cx="5638800" cy="4876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2534" name="Text Box 48">
            <a:extLst>
              <a:ext uri="{FF2B5EF4-FFF2-40B4-BE49-F238E27FC236}">
                <a16:creationId xmlns:a16="http://schemas.microsoft.com/office/drawing/2014/main" id="{C454267C-FA9E-4F32-ACC8-A4B385B63FDE}"/>
              </a:ext>
            </a:extLst>
          </p:cNvPr>
          <p:cNvSpPr txBox="1">
            <a:spLocks noChangeArrowheads="1"/>
          </p:cNvSpPr>
          <p:nvPr/>
        </p:nvSpPr>
        <p:spPr bwMode="auto">
          <a:xfrm>
            <a:off x="382588" y="1795463"/>
            <a:ext cx="214312" cy="128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600" b="1"/>
              <a:t>计算机系统</a:t>
            </a:r>
          </a:p>
        </p:txBody>
      </p:sp>
      <p:grpSp>
        <p:nvGrpSpPr>
          <p:cNvPr id="5" name="组合 48">
            <a:extLst>
              <a:ext uri="{FF2B5EF4-FFF2-40B4-BE49-F238E27FC236}">
                <a16:creationId xmlns:a16="http://schemas.microsoft.com/office/drawing/2014/main" id="{B090FF11-4EB5-4A7F-9F2E-CADEA8846C72}"/>
              </a:ext>
            </a:extLst>
          </p:cNvPr>
          <p:cNvGrpSpPr>
            <a:grpSpLocks/>
          </p:cNvGrpSpPr>
          <p:nvPr/>
        </p:nvGrpSpPr>
        <p:grpSpPr bwMode="auto">
          <a:xfrm>
            <a:off x="685800" y="2436813"/>
            <a:ext cx="5168900" cy="3811587"/>
            <a:chOff x="3657600" y="2436812"/>
            <a:chExt cx="5029200" cy="3811588"/>
          </a:xfrm>
        </p:grpSpPr>
        <p:sp>
          <p:nvSpPr>
            <p:cNvPr id="22545" name="Rectangle 49">
              <a:extLst>
                <a:ext uri="{FF2B5EF4-FFF2-40B4-BE49-F238E27FC236}">
                  <a16:creationId xmlns:a16="http://schemas.microsoft.com/office/drawing/2014/main" id="{525A9991-3CA7-41C9-AEAC-AD74A8835757}"/>
                </a:ext>
              </a:extLst>
            </p:cNvPr>
            <p:cNvSpPr>
              <a:spLocks noChangeArrowheads="1"/>
            </p:cNvSpPr>
            <p:nvPr/>
          </p:nvSpPr>
          <p:spPr bwMode="auto">
            <a:xfrm>
              <a:off x="4800600" y="4529138"/>
              <a:ext cx="762000" cy="168275"/>
            </a:xfrm>
            <a:prstGeom prst="rect">
              <a:avLst/>
            </a:prstGeom>
            <a:solidFill>
              <a:srgbClr val="EAEAEA"/>
            </a:solidFill>
            <a:ln w="9525">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b="1"/>
                <a:t>CRTM</a:t>
              </a:r>
            </a:p>
          </p:txBody>
        </p:sp>
        <p:grpSp>
          <p:nvGrpSpPr>
            <p:cNvPr id="22546" name="组合 45">
              <a:extLst>
                <a:ext uri="{FF2B5EF4-FFF2-40B4-BE49-F238E27FC236}">
                  <a16:creationId xmlns:a16="http://schemas.microsoft.com/office/drawing/2014/main" id="{DED47A22-16BB-4F06-96AE-46A989E68B6B}"/>
                </a:ext>
              </a:extLst>
            </p:cNvPr>
            <p:cNvGrpSpPr>
              <a:grpSpLocks/>
            </p:cNvGrpSpPr>
            <p:nvPr/>
          </p:nvGrpSpPr>
          <p:grpSpPr bwMode="auto">
            <a:xfrm>
              <a:off x="3657600" y="2436812"/>
              <a:ext cx="5029200" cy="3811588"/>
              <a:chOff x="3657600" y="2438400"/>
              <a:chExt cx="5029200" cy="3811588"/>
            </a:xfrm>
          </p:grpSpPr>
          <p:sp>
            <p:nvSpPr>
              <p:cNvPr id="22547" name="Rectangle 27">
                <a:extLst>
                  <a:ext uri="{FF2B5EF4-FFF2-40B4-BE49-F238E27FC236}">
                    <a16:creationId xmlns:a16="http://schemas.microsoft.com/office/drawing/2014/main" id="{F60A4951-B257-42C0-BF21-A1FB6309223D}"/>
                  </a:ext>
                </a:extLst>
              </p:cNvPr>
              <p:cNvSpPr>
                <a:spLocks noChangeArrowheads="1"/>
              </p:cNvSpPr>
              <p:nvPr/>
            </p:nvSpPr>
            <p:spPr bwMode="auto">
              <a:xfrm>
                <a:off x="3851275" y="2506663"/>
                <a:ext cx="4779963" cy="1150937"/>
              </a:xfrm>
              <a:prstGeom prst="rect">
                <a:avLst/>
              </a:prstGeom>
              <a:solidFill>
                <a:srgbClr val="FFCC99"/>
              </a:solidFill>
              <a:ln w="25400">
                <a:solidFill>
                  <a:schemeClr val="tx1"/>
                </a:solidFill>
                <a:miter lim="800000"/>
                <a:headEnd/>
                <a:tailEnd/>
              </a:ln>
            </p:spPr>
            <p:txBody>
              <a:bodyPr wrap="none"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2548" name="Text Box 28">
                <a:extLst>
                  <a:ext uri="{FF2B5EF4-FFF2-40B4-BE49-F238E27FC236}">
                    <a16:creationId xmlns:a16="http://schemas.microsoft.com/office/drawing/2014/main" id="{84096DC3-40E6-499C-BAC6-D20168F18B06}"/>
                  </a:ext>
                </a:extLst>
              </p:cNvPr>
              <p:cNvSpPr txBox="1">
                <a:spLocks noChangeArrowheads="1"/>
              </p:cNvSpPr>
              <p:nvPr/>
            </p:nvSpPr>
            <p:spPr bwMode="auto">
              <a:xfrm>
                <a:off x="3903663" y="2730500"/>
                <a:ext cx="592137"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200" b="1"/>
                  <a:t>TCM</a:t>
                </a:r>
                <a:r>
                  <a:rPr lang="zh-CN" altLang="en-US" sz="1200" b="1"/>
                  <a:t>服务模块</a:t>
                </a:r>
                <a:r>
                  <a:rPr lang="en-US" altLang="zh-CN" sz="1200" b="1"/>
                  <a:t>(TSM) </a:t>
                </a:r>
              </a:p>
            </p:txBody>
          </p:sp>
          <p:sp>
            <p:nvSpPr>
              <p:cNvPr id="22549" name="Rectangle 29">
                <a:extLst>
                  <a:ext uri="{FF2B5EF4-FFF2-40B4-BE49-F238E27FC236}">
                    <a16:creationId xmlns:a16="http://schemas.microsoft.com/office/drawing/2014/main" id="{A17C04A5-B90D-46B7-942B-36001C0ED8F8}"/>
                  </a:ext>
                </a:extLst>
              </p:cNvPr>
              <p:cNvSpPr>
                <a:spLocks noChangeArrowheads="1"/>
              </p:cNvSpPr>
              <p:nvPr/>
            </p:nvSpPr>
            <p:spPr bwMode="auto">
              <a:xfrm>
                <a:off x="3657600" y="2438400"/>
                <a:ext cx="5029200" cy="38115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2550" name="Rectangle 30">
                <a:extLst>
                  <a:ext uri="{FF2B5EF4-FFF2-40B4-BE49-F238E27FC236}">
                    <a16:creationId xmlns:a16="http://schemas.microsoft.com/office/drawing/2014/main" id="{C2F60020-EC3C-44C1-B2BC-1F40E37AD529}"/>
                  </a:ext>
                </a:extLst>
              </p:cNvPr>
              <p:cNvSpPr>
                <a:spLocks noChangeArrowheads="1"/>
              </p:cNvSpPr>
              <p:nvPr/>
            </p:nvSpPr>
            <p:spPr bwMode="auto">
              <a:xfrm>
                <a:off x="4724400" y="4267200"/>
                <a:ext cx="914400" cy="503238"/>
              </a:xfrm>
              <a:prstGeom prst="rect">
                <a:avLst/>
              </a:prstGeom>
              <a:noFill/>
              <a:ln w="19050">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lIns="18000" rIns="1800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a:t>BIOS</a:t>
                </a:r>
              </a:p>
            </p:txBody>
          </p:sp>
          <p:sp>
            <p:nvSpPr>
              <p:cNvPr id="22551" name="Rectangle 31">
                <a:extLst>
                  <a:ext uri="{FF2B5EF4-FFF2-40B4-BE49-F238E27FC236}">
                    <a16:creationId xmlns:a16="http://schemas.microsoft.com/office/drawing/2014/main" id="{2DA58977-E7D3-45E6-ACB9-ACD29344124B}"/>
                  </a:ext>
                </a:extLst>
              </p:cNvPr>
              <p:cNvSpPr>
                <a:spLocks noChangeArrowheads="1"/>
              </p:cNvSpPr>
              <p:nvPr/>
            </p:nvSpPr>
            <p:spPr bwMode="auto">
              <a:xfrm>
                <a:off x="4724400" y="3881438"/>
                <a:ext cx="946150" cy="288925"/>
              </a:xfrm>
              <a:prstGeom prst="rect">
                <a:avLst/>
              </a:prstGeom>
              <a:solidFill>
                <a:srgbClr val="FFFFCC"/>
              </a:solidFill>
              <a:ln w="9525">
                <a:solidFill>
                  <a:schemeClr val="tx1"/>
                </a:solidFill>
                <a:prstDash val="dash"/>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t>操作系统</a:t>
                </a:r>
              </a:p>
            </p:txBody>
          </p:sp>
          <p:sp>
            <p:nvSpPr>
              <p:cNvPr id="22552" name="Rectangle 32">
                <a:extLst>
                  <a:ext uri="{FF2B5EF4-FFF2-40B4-BE49-F238E27FC236}">
                    <a16:creationId xmlns:a16="http://schemas.microsoft.com/office/drawing/2014/main" id="{512945FE-3E8E-4A32-9B76-99D758C4DD54}"/>
                  </a:ext>
                </a:extLst>
              </p:cNvPr>
              <p:cNvSpPr>
                <a:spLocks noChangeArrowheads="1"/>
              </p:cNvSpPr>
              <p:nvPr/>
            </p:nvSpPr>
            <p:spPr bwMode="auto">
              <a:xfrm>
                <a:off x="4724400" y="2847975"/>
                <a:ext cx="990600" cy="539750"/>
              </a:xfrm>
              <a:prstGeom prst="rect">
                <a:avLst/>
              </a:prstGeom>
              <a:solidFill>
                <a:srgbClr val="FFFFFF"/>
              </a:solidFill>
              <a:ln w="9525">
                <a:solidFill>
                  <a:schemeClr val="tx1"/>
                </a:solidFill>
                <a:miter lim="800000"/>
                <a:headEnd/>
                <a:tailEnd/>
              </a:ln>
            </p:spPr>
            <p:txBody>
              <a:bodyPr lIns="54000" rIns="540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t>运行时平台</a:t>
                </a:r>
              </a:p>
              <a:p>
                <a:pPr algn="ctr" eaLnBrk="1" hangingPunct="1"/>
                <a:r>
                  <a:rPr lang="zh-CN" altLang="en-US" sz="1200" b="1"/>
                  <a:t>防护</a:t>
                </a:r>
              </a:p>
            </p:txBody>
          </p:sp>
          <p:sp>
            <p:nvSpPr>
              <p:cNvPr id="22553" name="Rectangle 33">
                <a:extLst>
                  <a:ext uri="{FF2B5EF4-FFF2-40B4-BE49-F238E27FC236}">
                    <a16:creationId xmlns:a16="http://schemas.microsoft.com/office/drawing/2014/main" id="{B85B989B-CE18-4E3A-81C6-2B5DBAD33A20}"/>
                  </a:ext>
                </a:extLst>
              </p:cNvPr>
              <p:cNvSpPr>
                <a:spLocks noChangeArrowheads="1"/>
              </p:cNvSpPr>
              <p:nvPr/>
            </p:nvSpPr>
            <p:spPr bwMode="auto">
              <a:xfrm>
                <a:off x="6019800" y="3233738"/>
                <a:ext cx="1066800" cy="327025"/>
              </a:xfrm>
              <a:prstGeom prst="rect">
                <a:avLst/>
              </a:prstGeom>
              <a:solidFill>
                <a:srgbClr val="FFFFFF"/>
              </a:solidFill>
              <a:ln w="9525">
                <a:solidFill>
                  <a:schemeClr val="tx1"/>
                </a:solidFill>
                <a:miter lim="800000"/>
                <a:headEnd/>
                <a:tailEnd/>
              </a:ln>
            </p:spPr>
            <p:txBody>
              <a:bodyPr lIns="54000" rIns="540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t>身份证明</a:t>
                </a:r>
              </a:p>
            </p:txBody>
          </p:sp>
          <p:sp>
            <p:nvSpPr>
              <p:cNvPr id="22554" name="Rectangle 34">
                <a:extLst>
                  <a:ext uri="{FF2B5EF4-FFF2-40B4-BE49-F238E27FC236}">
                    <a16:creationId xmlns:a16="http://schemas.microsoft.com/office/drawing/2014/main" id="{DF90EEF7-A06E-4E04-A8DD-5B57086C8B9F}"/>
                  </a:ext>
                </a:extLst>
              </p:cNvPr>
              <p:cNvSpPr>
                <a:spLocks noChangeArrowheads="1"/>
              </p:cNvSpPr>
              <p:nvPr/>
            </p:nvSpPr>
            <p:spPr bwMode="auto">
              <a:xfrm>
                <a:off x="6019800" y="2692400"/>
                <a:ext cx="1066800" cy="325438"/>
              </a:xfrm>
              <a:prstGeom prst="rect">
                <a:avLst/>
              </a:prstGeom>
              <a:solidFill>
                <a:srgbClr val="FFFFFF"/>
              </a:solidFill>
              <a:ln w="9525">
                <a:solidFill>
                  <a:schemeClr val="tx1"/>
                </a:solidFill>
                <a:miter lim="800000"/>
                <a:headEnd/>
                <a:tailEnd/>
              </a:ln>
            </p:spPr>
            <p:txBody>
              <a:bodyPr lIns="54000" rIns="540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t>完整性报告</a:t>
                </a:r>
              </a:p>
            </p:txBody>
          </p:sp>
          <p:sp>
            <p:nvSpPr>
              <p:cNvPr id="22555" name="Rectangle 35">
                <a:extLst>
                  <a:ext uri="{FF2B5EF4-FFF2-40B4-BE49-F238E27FC236}">
                    <a16:creationId xmlns:a16="http://schemas.microsoft.com/office/drawing/2014/main" id="{F63202DA-AF72-404D-A000-AA711393C339}"/>
                  </a:ext>
                </a:extLst>
              </p:cNvPr>
              <p:cNvSpPr>
                <a:spLocks noChangeArrowheads="1"/>
              </p:cNvSpPr>
              <p:nvPr/>
            </p:nvSpPr>
            <p:spPr bwMode="auto">
              <a:xfrm>
                <a:off x="7391400" y="3302000"/>
                <a:ext cx="1066800" cy="252413"/>
              </a:xfrm>
              <a:prstGeom prst="rect">
                <a:avLst/>
              </a:prstGeom>
              <a:solidFill>
                <a:srgbClr val="FFFFFF"/>
              </a:solidFill>
              <a:ln w="9525">
                <a:solidFill>
                  <a:schemeClr val="tx1"/>
                </a:solidFill>
                <a:miter lim="800000"/>
                <a:headEnd/>
                <a:tailEnd/>
              </a:ln>
            </p:spPr>
            <p:txBody>
              <a:bodyPr lIns="54000" rIns="540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t>密钥保护</a:t>
                </a:r>
              </a:p>
            </p:txBody>
          </p:sp>
          <p:sp>
            <p:nvSpPr>
              <p:cNvPr id="22556" name="Rectangle 36">
                <a:extLst>
                  <a:ext uri="{FF2B5EF4-FFF2-40B4-BE49-F238E27FC236}">
                    <a16:creationId xmlns:a16="http://schemas.microsoft.com/office/drawing/2014/main" id="{4C4E3095-75B7-41EC-A41E-5A648429F49D}"/>
                  </a:ext>
                </a:extLst>
              </p:cNvPr>
              <p:cNvSpPr>
                <a:spLocks noChangeArrowheads="1"/>
              </p:cNvSpPr>
              <p:nvPr/>
            </p:nvSpPr>
            <p:spPr bwMode="auto">
              <a:xfrm>
                <a:off x="7391400" y="3024188"/>
                <a:ext cx="1066800" cy="252412"/>
              </a:xfrm>
              <a:prstGeom prst="rect">
                <a:avLst/>
              </a:prstGeom>
              <a:solidFill>
                <a:srgbClr val="FFFFFF"/>
              </a:solidFill>
              <a:ln w="9525">
                <a:solidFill>
                  <a:schemeClr val="tx1"/>
                </a:solidFill>
                <a:miter lim="800000"/>
                <a:headEnd/>
                <a:tailEnd/>
              </a:ln>
            </p:spPr>
            <p:txBody>
              <a:bodyPr lIns="54000" rIns="540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t>平台数据安全</a:t>
                </a:r>
              </a:p>
            </p:txBody>
          </p:sp>
          <p:sp>
            <p:nvSpPr>
              <p:cNvPr id="22557" name="Rectangle 37">
                <a:extLst>
                  <a:ext uri="{FF2B5EF4-FFF2-40B4-BE49-F238E27FC236}">
                    <a16:creationId xmlns:a16="http://schemas.microsoft.com/office/drawing/2014/main" id="{E4A797D6-D932-44B3-B9C0-EC5B07041624}"/>
                  </a:ext>
                </a:extLst>
              </p:cNvPr>
              <p:cNvSpPr>
                <a:spLocks noChangeArrowheads="1"/>
              </p:cNvSpPr>
              <p:nvPr/>
            </p:nvSpPr>
            <p:spPr bwMode="auto">
              <a:xfrm>
                <a:off x="7391400" y="2719388"/>
                <a:ext cx="1066800" cy="252412"/>
              </a:xfrm>
              <a:prstGeom prst="rect">
                <a:avLst/>
              </a:prstGeom>
              <a:solidFill>
                <a:srgbClr val="FFFFFF"/>
              </a:solidFill>
              <a:ln w="9525">
                <a:solidFill>
                  <a:schemeClr val="tx1"/>
                </a:solidFill>
                <a:miter lim="800000"/>
                <a:headEnd/>
                <a:tailEnd/>
              </a:ln>
            </p:spPr>
            <p:txBody>
              <a:bodyPr lIns="54000" rIns="540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t>密码学服务</a:t>
                </a:r>
              </a:p>
            </p:txBody>
          </p:sp>
          <p:sp>
            <p:nvSpPr>
              <p:cNvPr id="22558" name="Text Box 38">
                <a:extLst>
                  <a:ext uri="{FF2B5EF4-FFF2-40B4-BE49-F238E27FC236}">
                    <a16:creationId xmlns:a16="http://schemas.microsoft.com/office/drawing/2014/main" id="{7F31D995-A10D-4061-A462-E1539002CA99}"/>
                  </a:ext>
                </a:extLst>
              </p:cNvPr>
              <p:cNvSpPr txBox="1">
                <a:spLocks noChangeArrowheads="1"/>
              </p:cNvSpPr>
              <p:nvPr/>
            </p:nvSpPr>
            <p:spPr bwMode="auto">
              <a:xfrm>
                <a:off x="4540250" y="3276600"/>
                <a:ext cx="260350" cy="627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200" b="1"/>
                  <a:t>信任链</a:t>
                </a:r>
              </a:p>
            </p:txBody>
          </p:sp>
          <p:sp>
            <p:nvSpPr>
              <p:cNvPr id="22559" name="Text Box 39">
                <a:extLst>
                  <a:ext uri="{FF2B5EF4-FFF2-40B4-BE49-F238E27FC236}">
                    <a16:creationId xmlns:a16="http://schemas.microsoft.com/office/drawing/2014/main" id="{A115B421-3EF1-402D-8A10-028460548E35}"/>
                  </a:ext>
                </a:extLst>
              </p:cNvPr>
              <p:cNvSpPr txBox="1">
                <a:spLocks noChangeArrowheads="1"/>
              </p:cNvSpPr>
              <p:nvPr/>
            </p:nvSpPr>
            <p:spPr bwMode="auto">
              <a:xfrm>
                <a:off x="3657600" y="3810000"/>
                <a:ext cx="805249"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600" b="1">
                    <a:solidFill>
                      <a:srgbClr val="FF0000"/>
                    </a:solidFill>
                    <a:latin typeface="华文新魏" panose="02010800040101010101" pitchFamily="2" charset="-122"/>
                    <a:ea typeface="华文新魏" panose="02010800040101010101" pitchFamily="2" charset="-122"/>
                  </a:rPr>
                  <a:t>可信计算密码支撑平台</a:t>
                </a:r>
              </a:p>
            </p:txBody>
          </p:sp>
          <p:sp>
            <p:nvSpPr>
              <p:cNvPr id="22560" name="Rectangle 50">
                <a:extLst>
                  <a:ext uri="{FF2B5EF4-FFF2-40B4-BE49-F238E27FC236}">
                    <a16:creationId xmlns:a16="http://schemas.microsoft.com/office/drawing/2014/main" id="{FA1FECB6-21A2-4789-BC2B-C063D4D0F335}"/>
                  </a:ext>
                </a:extLst>
              </p:cNvPr>
              <p:cNvSpPr>
                <a:spLocks noChangeArrowheads="1"/>
              </p:cNvSpPr>
              <p:nvPr/>
            </p:nvSpPr>
            <p:spPr bwMode="auto">
              <a:xfrm>
                <a:off x="4527550" y="2586038"/>
                <a:ext cx="1246188" cy="2735262"/>
              </a:xfrm>
              <a:prstGeom prst="rect">
                <a:avLst/>
              </a:prstGeom>
              <a:noFill/>
              <a:ln w="12700">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2561" name="Rectangle 51">
                <a:extLst>
                  <a:ext uri="{FF2B5EF4-FFF2-40B4-BE49-F238E27FC236}">
                    <a16:creationId xmlns:a16="http://schemas.microsoft.com/office/drawing/2014/main" id="{518088F2-EB14-4514-AA80-7E1DE441549C}"/>
                  </a:ext>
                </a:extLst>
              </p:cNvPr>
              <p:cNvSpPr>
                <a:spLocks noChangeArrowheads="1"/>
              </p:cNvSpPr>
              <p:nvPr/>
            </p:nvSpPr>
            <p:spPr bwMode="auto">
              <a:xfrm>
                <a:off x="5943600" y="2586038"/>
                <a:ext cx="1219200" cy="2735262"/>
              </a:xfrm>
              <a:prstGeom prst="rect">
                <a:avLst/>
              </a:prstGeom>
              <a:noFill/>
              <a:ln w="12700">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2562" name="Rectangle 52">
                <a:extLst>
                  <a:ext uri="{FF2B5EF4-FFF2-40B4-BE49-F238E27FC236}">
                    <a16:creationId xmlns:a16="http://schemas.microsoft.com/office/drawing/2014/main" id="{C4E74A7A-E360-4215-900B-448A509718A9}"/>
                  </a:ext>
                </a:extLst>
              </p:cNvPr>
              <p:cNvSpPr>
                <a:spLocks noChangeArrowheads="1"/>
              </p:cNvSpPr>
              <p:nvPr/>
            </p:nvSpPr>
            <p:spPr bwMode="auto">
              <a:xfrm>
                <a:off x="7315200" y="2590800"/>
                <a:ext cx="1219200" cy="2730500"/>
              </a:xfrm>
              <a:prstGeom prst="rect">
                <a:avLst/>
              </a:prstGeom>
              <a:noFill/>
              <a:ln w="12700">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grpSp>
        <p:nvGrpSpPr>
          <p:cNvPr id="7" name="Group 53">
            <a:extLst>
              <a:ext uri="{FF2B5EF4-FFF2-40B4-BE49-F238E27FC236}">
                <a16:creationId xmlns:a16="http://schemas.microsoft.com/office/drawing/2014/main" id="{5C7BFC01-3F68-43AA-8B54-DAB06CBB4618}"/>
              </a:ext>
            </a:extLst>
          </p:cNvPr>
          <p:cNvGrpSpPr>
            <a:grpSpLocks/>
          </p:cNvGrpSpPr>
          <p:nvPr/>
        </p:nvGrpSpPr>
        <p:grpSpPr bwMode="auto">
          <a:xfrm>
            <a:off x="1590675" y="5465763"/>
            <a:ext cx="4057650" cy="636587"/>
            <a:chOff x="1440" y="3504"/>
            <a:chExt cx="3312" cy="425"/>
          </a:xfrm>
        </p:grpSpPr>
        <p:sp>
          <p:nvSpPr>
            <p:cNvPr id="22540" name="Rectangle 54">
              <a:extLst>
                <a:ext uri="{FF2B5EF4-FFF2-40B4-BE49-F238E27FC236}">
                  <a16:creationId xmlns:a16="http://schemas.microsoft.com/office/drawing/2014/main" id="{6AB9AABA-9E91-425B-B0DE-F6BC560448A5}"/>
                </a:ext>
              </a:extLst>
            </p:cNvPr>
            <p:cNvSpPr>
              <a:spLocks noChangeArrowheads="1"/>
            </p:cNvSpPr>
            <p:nvPr/>
          </p:nvSpPr>
          <p:spPr bwMode="auto">
            <a:xfrm>
              <a:off x="1440" y="3504"/>
              <a:ext cx="3312" cy="425"/>
            </a:xfrm>
            <a:prstGeom prst="rect">
              <a:avLst/>
            </a:prstGeom>
            <a:solidFill>
              <a:schemeClr val="bg1"/>
            </a:solidFill>
            <a:ln w="25400">
              <a:solidFill>
                <a:srgbClr val="800080"/>
              </a:solidFill>
              <a:miter lim="800000"/>
              <a:headEnd/>
              <a:tailEnd/>
            </a:ln>
          </p:spPr>
          <p:txBody>
            <a:bodyPr wrap="none"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lnSpc>
                  <a:spcPct val="97000"/>
                </a:lnSpc>
              </a:pPr>
              <a:r>
                <a:rPr lang="en-US" altLang="zh-CN" sz="1400" b="1">
                  <a:solidFill>
                    <a:schemeClr val="accent2"/>
                  </a:solidFill>
                  <a:latin typeface="Times New Roman" panose="02020603050405020304" pitchFamily="18" charset="0"/>
                </a:rPr>
                <a:t>  </a:t>
              </a:r>
              <a:r>
                <a:rPr lang="zh-CN" altLang="en-US" sz="1200" b="1">
                  <a:solidFill>
                    <a:srgbClr val="7030A0"/>
                  </a:solidFill>
                  <a:latin typeface="Times New Roman" panose="02020603050405020304" pitchFamily="18" charset="0"/>
                </a:rPr>
                <a:t> 密码算</a:t>
              </a:r>
              <a:endParaRPr lang="en-US" altLang="zh-CN" sz="1200" b="1">
                <a:solidFill>
                  <a:srgbClr val="7030A0"/>
                </a:solidFill>
                <a:latin typeface="Times New Roman" panose="02020603050405020304" pitchFamily="18" charset="0"/>
              </a:endParaRPr>
            </a:p>
            <a:p>
              <a:pPr eaLnBrk="1" hangingPunct="1">
                <a:lnSpc>
                  <a:spcPct val="97000"/>
                </a:lnSpc>
              </a:pPr>
              <a:r>
                <a:rPr lang="zh-CN" altLang="en-US" sz="1200" b="1">
                  <a:solidFill>
                    <a:srgbClr val="7030A0"/>
                  </a:solidFill>
                  <a:latin typeface="Times New Roman" panose="02020603050405020304" pitchFamily="18" charset="0"/>
                </a:rPr>
                <a:t>   法引擎</a:t>
              </a:r>
            </a:p>
          </p:txBody>
        </p:sp>
        <p:sp>
          <p:nvSpPr>
            <p:cNvPr id="22541" name="Rectangle 55">
              <a:extLst>
                <a:ext uri="{FF2B5EF4-FFF2-40B4-BE49-F238E27FC236}">
                  <a16:creationId xmlns:a16="http://schemas.microsoft.com/office/drawing/2014/main" id="{0B26E463-751F-4608-923D-09A8F5C5B842}"/>
                </a:ext>
              </a:extLst>
            </p:cNvPr>
            <p:cNvSpPr>
              <a:spLocks noChangeArrowheads="1"/>
            </p:cNvSpPr>
            <p:nvPr/>
          </p:nvSpPr>
          <p:spPr bwMode="auto">
            <a:xfrm>
              <a:off x="2057" y="3552"/>
              <a:ext cx="785" cy="155"/>
            </a:xfrm>
            <a:prstGeom prst="rect">
              <a:avLst/>
            </a:prstGeom>
            <a:solidFill>
              <a:schemeClr val="bg1"/>
            </a:solidFill>
            <a:ln w="6350">
              <a:solidFill>
                <a:schemeClr val="tx1"/>
              </a:solidFill>
              <a:miter lim="800000"/>
              <a:headEnd/>
              <a:tailEnd/>
            </a:ln>
          </p:spPr>
          <p:txBody>
            <a:bodyPr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lnSpc>
                  <a:spcPct val="97000"/>
                </a:lnSpc>
              </a:pPr>
              <a:r>
                <a:rPr lang="zh-CN" altLang="en-US" sz="1000" b="1">
                  <a:solidFill>
                    <a:srgbClr val="7030A0"/>
                  </a:solidFill>
                  <a:latin typeface="Times New Roman" panose="02020603050405020304" pitchFamily="18" charset="0"/>
                </a:rPr>
                <a:t>公钥密码引擎</a:t>
              </a:r>
              <a:endParaRPr lang="en-US" altLang="zh-CN" sz="1000" b="1">
                <a:solidFill>
                  <a:srgbClr val="7030A0"/>
                </a:solidFill>
                <a:latin typeface="Times New Roman" panose="02020603050405020304" pitchFamily="18" charset="0"/>
              </a:endParaRPr>
            </a:p>
          </p:txBody>
        </p:sp>
        <p:sp>
          <p:nvSpPr>
            <p:cNvPr id="22542" name="Rectangle 56">
              <a:extLst>
                <a:ext uri="{FF2B5EF4-FFF2-40B4-BE49-F238E27FC236}">
                  <a16:creationId xmlns:a16="http://schemas.microsoft.com/office/drawing/2014/main" id="{AF5D55CA-9BAA-4573-8D6A-CB4C0B55AB84}"/>
                </a:ext>
              </a:extLst>
            </p:cNvPr>
            <p:cNvSpPr>
              <a:spLocks noChangeArrowheads="1"/>
            </p:cNvSpPr>
            <p:nvPr/>
          </p:nvSpPr>
          <p:spPr bwMode="auto">
            <a:xfrm>
              <a:off x="2884" y="3557"/>
              <a:ext cx="776" cy="150"/>
            </a:xfrm>
            <a:prstGeom prst="rect">
              <a:avLst/>
            </a:prstGeom>
            <a:solidFill>
              <a:schemeClr val="bg1"/>
            </a:solidFill>
            <a:ln w="6350">
              <a:solidFill>
                <a:schemeClr val="tx1"/>
              </a:solidFill>
              <a:miter lim="800000"/>
              <a:headEnd/>
              <a:tailEnd/>
            </a:ln>
          </p:spPr>
          <p:txBody>
            <a:bodyPr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lnSpc>
                  <a:spcPct val="97000"/>
                </a:lnSpc>
              </a:pPr>
              <a:r>
                <a:rPr lang="zh-CN" altLang="en-US" sz="1000" b="1">
                  <a:solidFill>
                    <a:srgbClr val="7030A0"/>
                  </a:solidFill>
                  <a:latin typeface="Times New Roman" panose="02020603050405020304" pitchFamily="18" charset="0"/>
                </a:rPr>
                <a:t>杂凑算法引擎</a:t>
              </a:r>
              <a:endParaRPr lang="en-US" altLang="zh-CN" sz="1000" b="1">
                <a:solidFill>
                  <a:srgbClr val="7030A0"/>
                </a:solidFill>
                <a:latin typeface="Times New Roman" panose="02020603050405020304" pitchFamily="18" charset="0"/>
              </a:endParaRPr>
            </a:p>
          </p:txBody>
        </p:sp>
        <p:sp>
          <p:nvSpPr>
            <p:cNvPr id="22543" name="Rectangle 57">
              <a:extLst>
                <a:ext uri="{FF2B5EF4-FFF2-40B4-BE49-F238E27FC236}">
                  <a16:creationId xmlns:a16="http://schemas.microsoft.com/office/drawing/2014/main" id="{1FF682B6-9852-4C13-BE62-B62747795240}"/>
                </a:ext>
              </a:extLst>
            </p:cNvPr>
            <p:cNvSpPr>
              <a:spLocks noChangeArrowheads="1"/>
            </p:cNvSpPr>
            <p:nvPr/>
          </p:nvSpPr>
          <p:spPr bwMode="auto">
            <a:xfrm>
              <a:off x="3715" y="3560"/>
              <a:ext cx="938" cy="172"/>
            </a:xfrm>
            <a:prstGeom prst="rect">
              <a:avLst/>
            </a:prstGeom>
            <a:solidFill>
              <a:schemeClr val="bg1"/>
            </a:solidFill>
            <a:ln w="6350">
              <a:solidFill>
                <a:schemeClr val="tx1"/>
              </a:solidFill>
              <a:miter lim="800000"/>
              <a:headEnd/>
              <a:tailEnd/>
            </a:ln>
          </p:spPr>
          <p:txBody>
            <a:bodyPr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lnSpc>
                  <a:spcPct val="97000"/>
                </a:lnSpc>
              </a:pPr>
              <a:r>
                <a:rPr lang="zh-CN" altLang="en-US" sz="1000" b="1">
                  <a:solidFill>
                    <a:srgbClr val="7030A0"/>
                  </a:solidFill>
                  <a:latin typeface="Times New Roman" panose="02020603050405020304" pitchFamily="18" charset="0"/>
                </a:rPr>
                <a:t>对称密码引擎</a:t>
              </a:r>
              <a:endParaRPr lang="en-US" altLang="zh-CN" sz="1000" b="1">
                <a:solidFill>
                  <a:srgbClr val="7030A0"/>
                </a:solidFill>
                <a:latin typeface="Times New Roman" panose="02020603050405020304" pitchFamily="18" charset="0"/>
              </a:endParaRPr>
            </a:p>
          </p:txBody>
        </p:sp>
        <p:sp>
          <p:nvSpPr>
            <p:cNvPr id="22544" name="Rectangle 58">
              <a:extLst>
                <a:ext uri="{FF2B5EF4-FFF2-40B4-BE49-F238E27FC236}">
                  <a16:creationId xmlns:a16="http://schemas.microsoft.com/office/drawing/2014/main" id="{8D248D95-C749-4E6E-8695-E3E1067173EF}"/>
                </a:ext>
              </a:extLst>
            </p:cNvPr>
            <p:cNvSpPr>
              <a:spLocks noChangeArrowheads="1"/>
            </p:cNvSpPr>
            <p:nvPr/>
          </p:nvSpPr>
          <p:spPr bwMode="auto">
            <a:xfrm>
              <a:off x="2057" y="3770"/>
              <a:ext cx="2596" cy="118"/>
            </a:xfrm>
            <a:prstGeom prst="rect">
              <a:avLst/>
            </a:prstGeom>
            <a:solidFill>
              <a:schemeClr val="bg1"/>
            </a:solidFill>
            <a:ln w="6350">
              <a:solidFill>
                <a:schemeClr val="tx1"/>
              </a:solidFill>
              <a:miter lim="800000"/>
              <a:headEnd/>
              <a:tailEnd/>
            </a:ln>
          </p:spPr>
          <p:txBody>
            <a:bodyPr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lnSpc>
                  <a:spcPct val="97000"/>
                </a:lnSpc>
              </a:pPr>
              <a:r>
                <a:rPr lang="zh-CN" altLang="en-US" sz="1000" b="1">
                  <a:solidFill>
                    <a:srgbClr val="7030A0"/>
                  </a:solidFill>
                  <a:latin typeface="Times New Roman" panose="02020603050405020304" pitchFamily="18" charset="0"/>
                </a:rPr>
                <a:t>随机数算法引擎</a:t>
              </a:r>
              <a:endParaRPr lang="en-US" altLang="zh-CN" sz="1000" b="1">
                <a:solidFill>
                  <a:srgbClr val="7030A0"/>
                </a:solidFill>
                <a:latin typeface="Times New Roman" panose="02020603050405020304" pitchFamily="18" charset="0"/>
              </a:endParaRPr>
            </a:p>
          </p:txBody>
        </p:sp>
      </p:grpSp>
      <p:sp>
        <p:nvSpPr>
          <p:cNvPr id="51" name="Rectangle 17">
            <a:extLst>
              <a:ext uri="{FF2B5EF4-FFF2-40B4-BE49-F238E27FC236}">
                <a16:creationId xmlns:a16="http://schemas.microsoft.com/office/drawing/2014/main" id="{C7DEDFF5-83DB-4923-AF5F-A6B00AE1D75F}"/>
              </a:ext>
            </a:extLst>
          </p:cNvPr>
          <p:cNvSpPr txBox="1">
            <a:spLocks noChangeArrowheads="1"/>
          </p:cNvSpPr>
          <p:nvPr/>
        </p:nvSpPr>
        <p:spPr>
          <a:xfrm>
            <a:off x="533400" y="381000"/>
            <a:ext cx="3124200" cy="639763"/>
          </a:xfrm>
          <a:prstGeom prst="rect">
            <a:avLst/>
          </a:prstGeom>
          <a:noFill/>
          <a:ln/>
        </p:spPr>
        <p:txBody>
          <a:bodyPr/>
          <a:lstStyle/>
          <a:p>
            <a:pPr>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可信计算平台架构</a:t>
            </a:r>
          </a:p>
        </p:txBody>
      </p:sp>
      <p:sp>
        <p:nvSpPr>
          <p:cNvPr id="52" name="TextBox 41">
            <a:extLst>
              <a:ext uri="{FF2B5EF4-FFF2-40B4-BE49-F238E27FC236}">
                <a16:creationId xmlns:a16="http://schemas.microsoft.com/office/drawing/2014/main" id="{56B0B3C8-CC40-44BB-9CFA-DFB3220D4E27}"/>
              </a:ext>
            </a:extLst>
          </p:cNvPr>
          <p:cNvSpPr txBox="1">
            <a:spLocks noChangeArrowheads="1"/>
          </p:cNvSpPr>
          <p:nvPr/>
        </p:nvSpPr>
        <p:spPr bwMode="auto">
          <a:xfrm>
            <a:off x="6248400" y="1447800"/>
            <a:ext cx="2362200" cy="3832225"/>
          </a:xfrm>
          <a:prstGeom prst="rect">
            <a:avLst/>
          </a:prstGeom>
          <a:noFill/>
          <a:ln w="9525">
            <a:noFill/>
            <a:miter lim="800000"/>
            <a:headEnd/>
            <a:tailEnd/>
          </a:ln>
        </p:spPr>
        <p:txBody>
          <a:bodyPr>
            <a:spAutoFit/>
          </a:bodyPr>
          <a:lstStyle/>
          <a:p>
            <a:pPr>
              <a:lnSpc>
                <a:spcPct val="150000"/>
              </a:lnSpc>
              <a:defRPr/>
            </a:pPr>
            <a:r>
              <a:rPr lang="zh-CN" altLang="en-US" sz="1800" b="1" dirty="0">
                <a:solidFill>
                  <a:srgbClr val="C00000"/>
                </a:solidFill>
                <a:latin typeface="华文新魏" pitchFamily="2" charset="-122"/>
                <a:ea typeface="华文新魏" pitchFamily="2" charset="-122"/>
              </a:rPr>
              <a:t> 以</a:t>
            </a:r>
            <a:r>
              <a:rPr lang="en-US" altLang="zh-CN" sz="1800" b="1" dirty="0">
                <a:solidFill>
                  <a:srgbClr val="C00000"/>
                </a:solidFill>
                <a:latin typeface="华文新魏" pitchFamily="2" charset="-122"/>
                <a:ea typeface="华文新魏" pitchFamily="2" charset="-122"/>
              </a:rPr>
              <a:t>TCM</a:t>
            </a:r>
            <a:r>
              <a:rPr lang="zh-CN" altLang="en-US" sz="1800" b="1" dirty="0">
                <a:solidFill>
                  <a:srgbClr val="C00000"/>
                </a:solidFill>
                <a:latin typeface="华文新魏" pitchFamily="2" charset="-122"/>
                <a:ea typeface="华文新魏" pitchFamily="2" charset="-122"/>
              </a:rPr>
              <a:t>为核心，构建可信计算密码支撑平台，支撑安全应用，形成安全功能体系：</a:t>
            </a:r>
            <a:endParaRPr lang="en-US" altLang="zh-CN" sz="1800" b="1" dirty="0">
              <a:solidFill>
                <a:srgbClr val="C00000"/>
              </a:solidFill>
              <a:latin typeface="华文新魏" pitchFamily="2" charset="-122"/>
              <a:ea typeface="华文新魏" pitchFamily="2" charset="-122"/>
            </a:endParaRPr>
          </a:p>
          <a:p>
            <a:pPr marL="450850" indent="-269875">
              <a:lnSpc>
                <a:spcPct val="150000"/>
              </a:lnSpc>
              <a:buClr>
                <a:srgbClr val="FF0000"/>
              </a:buClr>
              <a:buFont typeface="Wingdings" pitchFamily="2" charset="2"/>
              <a:buChar char="ü"/>
              <a:defRPr/>
            </a:pPr>
            <a:r>
              <a:rPr lang="zh-CN" altLang="en-US" sz="1800" b="1" dirty="0">
                <a:solidFill>
                  <a:srgbClr val="3333CC"/>
                </a:solidFill>
                <a:latin typeface="+mn-ea"/>
                <a:ea typeface="+mn-ea"/>
              </a:rPr>
              <a:t>平台完整性保护</a:t>
            </a:r>
            <a:endParaRPr lang="en-US" altLang="zh-CN" sz="1800" b="1" dirty="0">
              <a:solidFill>
                <a:srgbClr val="3333CC"/>
              </a:solidFill>
              <a:latin typeface="+mn-ea"/>
              <a:ea typeface="+mn-ea"/>
            </a:endParaRPr>
          </a:p>
          <a:p>
            <a:pPr marL="450850" indent="-269875">
              <a:lnSpc>
                <a:spcPct val="150000"/>
              </a:lnSpc>
              <a:buClr>
                <a:srgbClr val="FF0000"/>
              </a:buClr>
              <a:buFont typeface="Wingdings" pitchFamily="2" charset="2"/>
              <a:buChar char="ü"/>
              <a:defRPr/>
            </a:pPr>
            <a:r>
              <a:rPr lang="zh-CN" altLang="en-US" sz="1800" b="1" dirty="0">
                <a:solidFill>
                  <a:srgbClr val="3333CC"/>
                </a:solidFill>
                <a:latin typeface="+mn-ea"/>
                <a:ea typeface="+mn-ea"/>
              </a:rPr>
              <a:t>平台可信身份标识与证实</a:t>
            </a:r>
            <a:endParaRPr lang="en-US" altLang="zh-CN" sz="1800" b="1" dirty="0">
              <a:solidFill>
                <a:srgbClr val="3333CC"/>
              </a:solidFill>
              <a:latin typeface="+mn-ea"/>
              <a:ea typeface="+mn-ea"/>
            </a:endParaRPr>
          </a:p>
          <a:p>
            <a:pPr marL="450850" indent="-269875">
              <a:lnSpc>
                <a:spcPct val="150000"/>
              </a:lnSpc>
              <a:buClr>
                <a:srgbClr val="FF0000"/>
              </a:buClr>
              <a:buFont typeface="Wingdings" pitchFamily="2" charset="2"/>
              <a:buChar char="ü"/>
              <a:defRPr/>
            </a:pPr>
            <a:r>
              <a:rPr lang="zh-CN" altLang="en-US" sz="1800" b="1" dirty="0">
                <a:solidFill>
                  <a:srgbClr val="3333CC"/>
                </a:solidFill>
                <a:latin typeface="+mn-ea"/>
                <a:ea typeface="+mn-ea"/>
              </a:rPr>
              <a:t>平台数据密封与绑定</a:t>
            </a:r>
          </a:p>
        </p:txBody>
      </p:sp>
      <p:sp>
        <p:nvSpPr>
          <p:cNvPr id="22539" name="灯片编号占位符 1">
            <a:extLst>
              <a:ext uri="{FF2B5EF4-FFF2-40B4-BE49-F238E27FC236}">
                <a16:creationId xmlns:a16="http://schemas.microsoft.com/office/drawing/2014/main" id="{44FB8B18-FCD9-4FAB-91D6-A4F8CD8A0D8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BD12C029-82B7-43BE-8509-5F6310AEBCFD}" type="slidenum">
              <a:rPr lang="en-US" altLang="zh-CN" sz="1400">
                <a:solidFill>
                  <a:schemeClr val="bg1"/>
                </a:solidFill>
              </a:rPr>
              <a:pPr eaLnBrk="1" hangingPunct="1"/>
              <a:t>9</a:t>
            </a:fld>
            <a:endParaRPr lang="en-US" altLang="zh-CN" sz="140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par>
                                <p:cTn id="8" presetID="3" presetClass="entr" presetSubtype="1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linds(horizontal)">
                                      <p:cBhvr>
                                        <p:cTn id="15" dur="500"/>
                                        <p:tgtEl>
                                          <p:spTgt spid="5"/>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linds(horizontal)">
                                      <p:cBhvr>
                                        <p:cTn id="20" dur="500"/>
                                        <p:tgtEl>
                                          <p:spTgt spid="4"/>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21545"/>
                                        </p:tgtEl>
                                        <p:attrNameLst>
                                          <p:attrName>style.visibility</p:attrName>
                                        </p:attrNameLst>
                                      </p:cBhvr>
                                      <p:to>
                                        <p:strVal val="visible"/>
                                      </p:to>
                                    </p:set>
                                    <p:animEffect transition="in" filter="blinds(horizontal)">
                                      <p:cBhvr>
                                        <p:cTn id="25" dur="500"/>
                                        <p:tgtEl>
                                          <p:spTgt spid="21545"/>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52"/>
                                        </p:tgtEl>
                                        <p:attrNameLst>
                                          <p:attrName>style.visibility</p:attrName>
                                        </p:attrNameLst>
                                      </p:cBhvr>
                                      <p:to>
                                        <p:strVal val="visible"/>
                                      </p:to>
                                    </p:set>
                                    <p:animEffect transition="in" filter="blinds(horizontal)">
                                      <p:cBhvr>
                                        <p:cTn id="30"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45" grpId="0" animBg="1"/>
      <p:bldP spid="5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5D733EA0-1646-40CC-ABA8-1730F8B3D8BB}"/>
              </a:ext>
            </a:extLst>
          </p:cNvPr>
          <p:cNvSpPr>
            <a:spLocks noChangeArrowheads="1"/>
          </p:cNvSpPr>
          <p:nvPr/>
        </p:nvSpPr>
        <p:spPr bwMode="auto">
          <a:xfrm>
            <a:off x="304800" y="1212850"/>
            <a:ext cx="8686800" cy="5340350"/>
          </a:xfrm>
          <a:prstGeom prst="rect">
            <a:avLst/>
          </a:prstGeom>
          <a:solidFill>
            <a:schemeClr val="bg1"/>
          </a:solidFill>
          <a:ln w="9525">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22531" name="Rectangle 3">
            <a:extLst>
              <a:ext uri="{FF2B5EF4-FFF2-40B4-BE49-F238E27FC236}">
                <a16:creationId xmlns:a16="http://schemas.microsoft.com/office/drawing/2014/main" id="{3A1CF6C3-2881-4430-A9FE-87EAC6E868AE}"/>
              </a:ext>
            </a:extLst>
          </p:cNvPr>
          <p:cNvSpPr>
            <a:spLocks noChangeArrowheads="1"/>
          </p:cNvSpPr>
          <p:nvPr/>
        </p:nvSpPr>
        <p:spPr bwMode="auto">
          <a:xfrm>
            <a:off x="609600" y="2438400"/>
            <a:ext cx="3429000" cy="3962400"/>
          </a:xfrm>
          <a:prstGeom prst="rect">
            <a:avLst/>
          </a:prstGeom>
          <a:solidFill>
            <a:schemeClr val="accent1"/>
          </a:solidFill>
          <a:ln w="12700">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2532" name="Rectangle 5">
            <a:extLst>
              <a:ext uri="{FF2B5EF4-FFF2-40B4-BE49-F238E27FC236}">
                <a16:creationId xmlns:a16="http://schemas.microsoft.com/office/drawing/2014/main" id="{EB45E60C-5B96-4BD0-B30E-BFB0C780BA00}"/>
              </a:ext>
            </a:extLst>
          </p:cNvPr>
          <p:cNvSpPr>
            <a:spLocks noChangeArrowheads="1"/>
          </p:cNvSpPr>
          <p:nvPr/>
        </p:nvSpPr>
        <p:spPr bwMode="auto">
          <a:xfrm>
            <a:off x="1752600" y="1292225"/>
            <a:ext cx="1752600" cy="609600"/>
          </a:xfrm>
          <a:prstGeom prst="rect">
            <a:avLst/>
          </a:prstGeom>
          <a:solidFill>
            <a:srgbClr val="FFCC00"/>
          </a:solidFill>
          <a:ln w="9525">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2533" name="Rectangle 6">
            <a:extLst>
              <a:ext uri="{FF2B5EF4-FFF2-40B4-BE49-F238E27FC236}">
                <a16:creationId xmlns:a16="http://schemas.microsoft.com/office/drawing/2014/main" id="{B3E49C3B-2E42-4248-8EEA-BA0C962EC4C9}"/>
              </a:ext>
            </a:extLst>
          </p:cNvPr>
          <p:cNvSpPr>
            <a:spLocks noChangeArrowheads="1"/>
          </p:cNvSpPr>
          <p:nvPr/>
        </p:nvSpPr>
        <p:spPr bwMode="auto">
          <a:xfrm>
            <a:off x="1676400" y="1368425"/>
            <a:ext cx="1752600" cy="609600"/>
          </a:xfrm>
          <a:prstGeom prst="rect">
            <a:avLst/>
          </a:prstGeom>
          <a:solidFill>
            <a:srgbClr val="FFCC00"/>
          </a:solidFill>
          <a:ln w="9525">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2534" name="Rectangle 7">
            <a:extLst>
              <a:ext uri="{FF2B5EF4-FFF2-40B4-BE49-F238E27FC236}">
                <a16:creationId xmlns:a16="http://schemas.microsoft.com/office/drawing/2014/main" id="{C2939AB1-7C80-4332-8663-759599F732F3}"/>
              </a:ext>
            </a:extLst>
          </p:cNvPr>
          <p:cNvSpPr>
            <a:spLocks noChangeArrowheads="1"/>
          </p:cNvSpPr>
          <p:nvPr/>
        </p:nvSpPr>
        <p:spPr bwMode="auto">
          <a:xfrm>
            <a:off x="1600200" y="1444625"/>
            <a:ext cx="1728788" cy="612775"/>
          </a:xfrm>
          <a:prstGeom prst="rect">
            <a:avLst/>
          </a:prstGeom>
          <a:solidFill>
            <a:srgbClr val="FFCC00"/>
          </a:solidFill>
          <a:ln w="9525">
            <a:solidFill>
              <a:schemeClr val="tx1"/>
            </a:solidFill>
            <a:miter lim="800000"/>
            <a:headEnd/>
            <a:tailEnd/>
          </a:ln>
        </p:spPr>
        <p:txBody>
          <a:bodyPr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b="1">
                <a:latin typeface="Times New Roman" panose="02020603050405020304" pitchFamily="18" charset="0"/>
              </a:rPr>
              <a:t>平台完整性度量信息收集器</a:t>
            </a:r>
          </a:p>
        </p:txBody>
      </p:sp>
      <p:sp>
        <p:nvSpPr>
          <p:cNvPr id="22535" name="Rectangle 9">
            <a:extLst>
              <a:ext uri="{FF2B5EF4-FFF2-40B4-BE49-F238E27FC236}">
                <a16:creationId xmlns:a16="http://schemas.microsoft.com/office/drawing/2014/main" id="{4C26099D-56D7-4D33-82BF-0AB2F3C046AD}"/>
              </a:ext>
            </a:extLst>
          </p:cNvPr>
          <p:cNvSpPr>
            <a:spLocks noChangeArrowheads="1"/>
          </p:cNvSpPr>
          <p:nvPr/>
        </p:nvSpPr>
        <p:spPr bwMode="auto">
          <a:xfrm>
            <a:off x="6858000" y="1212850"/>
            <a:ext cx="1728788" cy="612775"/>
          </a:xfrm>
          <a:prstGeom prst="rect">
            <a:avLst/>
          </a:prstGeom>
          <a:solidFill>
            <a:srgbClr val="FF00FF"/>
          </a:solidFill>
          <a:ln w="9525">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2536" name="Rectangle 10">
            <a:extLst>
              <a:ext uri="{FF2B5EF4-FFF2-40B4-BE49-F238E27FC236}">
                <a16:creationId xmlns:a16="http://schemas.microsoft.com/office/drawing/2014/main" id="{F09102AF-CDA0-4701-80F4-2E03667C6AEB}"/>
              </a:ext>
            </a:extLst>
          </p:cNvPr>
          <p:cNvSpPr>
            <a:spLocks noChangeArrowheads="1"/>
          </p:cNvSpPr>
          <p:nvPr/>
        </p:nvSpPr>
        <p:spPr bwMode="auto">
          <a:xfrm>
            <a:off x="6781800" y="1289050"/>
            <a:ext cx="1728788" cy="612775"/>
          </a:xfrm>
          <a:prstGeom prst="rect">
            <a:avLst/>
          </a:prstGeom>
          <a:solidFill>
            <a:srgbClr val="FF00FF"/>
          </a:solidFill>
          <a:ln w="9525">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2537" name="Rectangle 11">
            <a:extLst>
              <a:ext uri="{FF2B5EF4-FFF2-40B4-BE49-F238E27FC236}">
                <a16:creationId xmlns:a16="http://schemas.microsoft.com/office/drawing/2014/main" id="{4E935C92-6EF4-4ACA-8C7F-BABD299C7911}"/>
              </a:ext>
            </a:extLst>
          </p:cNvPr>
          <p:cNvSpPr>
            <a:spLocks noChangeArrowheads="1"/>
          </p:cNvSpPr>
          <p:nvPr/>
        </p:nvSpPr>
        <p:spPr bwMode="auto">
          <a:xfrm>
            <a:off x="6705600" y="1368425"/>
            <a:ext cx="1728788" cy="612775"/>
          </a:xfrm>
          <a:prstGeom prst="rect">
            <a:avLst/>
          </a:prstGeom>
          <a:solidFill>
            <a:srgbClr val="FF00FF"/>
          </a:solidFill>
          <a:ln w="9525">
            <a:solidFill>
              <a:schemeClr val="tx1"/>
            </a:solidFill>
            <a:miter lim="800000"/>
            <a:headEnd/>
            <a:tailEnd/>
          </a:ln>
        </p:spPr>
        <p:txBody>
          <a:bodyPr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b="1">
                <a:latin typeface="Times New Roman" panose="02020603050405020304" pitchFamily="18" charset="0"/>
              </a:rPr>
              <a:t>平台完整性度量信息验证器</a:t>
            </a:r>
          </a:p>
        </p:txBody>
      </p:sp>
      <p:sp>
        <p:nvSpPr>
          <p:cNvPr id="40966" name="Rectangle 12">
            <a:extLst>
              <a:ext uri="{FF2B5EF4-FFF2-40B4-BE49-F238E27FC236}">
                <a16:creationId xmlns:a16="http://schemas.microsoft.com/office/drawing/2014/main" id="{663AEE6F-A6D0-40DA-B7DE-3883A1581490}"/>
              </a:ext>
            </a:extLst>
          </p:cNvPr>
          <p:cNvSpPr>
            <a:spLocks noChangeArrowheads="1"/>
          </p:cNvSpPr>
          <p:nvPr/>
        </p:nvSpPr>
        <p:spPr bwMode="auto">
          <a:xfrm>
            <a:off x="1066800" y="2590800"/>
            <a:ext cx="2286000" cy="685800"/>
          </a:xfrm>
          <a:prstGeom prst="rect">
            <a:avLst/>
          </a:prstGeom>
          <a:ln>
            <a:headEnd/>
            <a:tailEnd/>
          </a:ln>
        </p:spPr>
        <p:style>
          <a:lnRef idx="0">
            <a:schemeClr val="accent6"/>
          </a:lnRef>
          <a:fillRef idx="3">
            <a:schemeClr val="accent6"/>
          </a:fillRef>
          <a:effectRef idx="3">
            <a:schemeClr val="accent6"/>
          </a:effectRef>
          <a:fontRef idx="minor">
            <a:schemeClr val="lt1"/>
          </a:fontRef>
        </p:style>
        <p:txBody>
          <a:bodyPr wrap="none" anchor="ctr"/>
          <a:lstStyle/>
          <a:p>
            <a:pPr algn="ctr">
              <a:defRPr/>
            </a:pPr>
            <a:r>
              <a:rPr lang="en-US" altLang="zh-CN" sz="1400" b="1" dirty="0">
                <a:latin typeface="Times New Roman" pitchFamily="18" charset="0"/>
              </a:rPr>
              <a:t>TNC</a:t>
            </a:r>
          </a:p>
          <a:p>
            <a:pPr algn="ctr">
              <a:defRPr/>
            </a:pPr>
            <a:r>
              <a:rPr lang="zh-CN" altLang="en-US" sz="1400" b="1" dirty="0">
                <a:latin typeface="Times New Roman" pitchFamily="18" charset="0"/>
              </a:rPr>
              <a:t>客户端</a:t>
            </a:r>
          </a:p>
        </p:txBody>
      </p:sp>
      <p:sp>
        <p:nvSpPr>
          <p:cNvPr id="22541" name="Rectangle 13">
            <a:extLst>
              <a:ext uri="{FF2B5EF4-FFF2-40B4-BE49-F238E27FC236}">
                <a16:creationId xmlns:a16="http://schemas.microsoft.com/office/drawing/2014/main" id="{05CB2614-7EAC-43AA-931F-9EAF1F230166}"/>
              </a:ext>
            </a:extLst>
          </p:cNvPr>
          <p:cNvSpPr>
            <a:spLocks noChangeArrowheads="1"/>
          </p:cNvSpPr>
          <p:nvPr/>
        </p:nvSpPr>
        <p:spPr bwMode="auto">
          <a:xfrm>
            <a:off x="6553200" y="2362200"/>
            <a:ext cx="2286000" cy="3505200"/>
          </a:xfrm>
          <a:prstGeom prst="rect">
            <a:avLst/>
          </a:prstGeom>
          <a:solidFill>
            <a:srgbClr val="00FFFF"/>
          </a:solidFill>
          <a:ln w="9525">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0968" name="Rectangle 14">
            <a:extLst>
              <a:ext uri="{FF2B5EF4-FFF2-40B4-BE49-F238E27FC236}">
                <a16:creationId xmlns:a16="http://schemas.microsoft.com/office/drawing/2014/main" id="{753EE845-38DA-44BB-87EC-B1D962430E23}"/>
              </a:ext>
            </a:extLst>
          </p:cNvPr>
          <p:cNvSpPr>
            <a:spLocks noChangeArrowheads="1"/>
          </p:cNvSpPr>
          <p:nvPr/>
        </p:nvSpPr>
        <p:spPr bwMode="auto">
          <a:xfrm>
            <a:off x="6934200" y="2514600"/>
            <a:ext cx="1676400" cy="685800"/>
          </a:xfrm>
          <a:prstGeom prst="rect">
            <a:avLst/>
          </a:prstGeom>
          <a:ln>
            <a:headEnd/>
            <a:tailEnd/>
          </a:ln>
        </p:spPr>
        <p:style>
          <a:lnRef idx="0">
            <a:schemeClr val="accent6"/>
          </a:lnRef>
          <a:fillRef idx="3">
            <a:schemeClr val="accent6"/>
          </a:fillRef>
          <a:effectRef idx="3">
            <a:schemeClr val="accent6"/>
          </a:effectRef>
          <a:fontRef idx="minor">
            <a:schemeClr val="lt1"/>
          </a:fontRef>
        </p:style>
        <p:txBody>
          <a:bodyPr wrap="none" anchor="ctr"/>
          <a:lstStyle/>
          <a:p>
            <a:pPr algn="ctr">
              <a:defRPr/>
            </a:pPr>
            <a:r>
              <a:rPr lang="en-US" altLang="zh-CN" sz="1600" b="1" dirty="0">
                <a:latin typeface="Times New Roman" pitchFamily="18" charset="0"/>
              </a:rPr>
              <a:t>TNC</a:t>
            </a:r>
          </a:p>
          <a:p>
            <a:pPr algn="ctr">
              <a:defRPr/>
            </a:pPr>
            <a:r>
              <a:rPr lang="zh-CN" altLang="en-US" sz="1600" b="1" dirty="0">
                <a:latin typeface="Times New Roman" pitchFamily="18" charset="0"/>
              </a:rPr>
              <a:t>服务器</a:t>
            </a:r>
          </a:p>
        </p:txBody>
      </p:sp>
      <p:sp>
        <p:nvSpPr>
          <p:cNvPr id="22545" name="Rectangle 15">
            <a:extLst>
              <a:ext uri="{FF2B5EF4-FFF2-40B4-BE49-F238E27FC236}">
                <a16:creationId xmlns:a16="http://schemas.microsoft.com/office/drawing/2014/main" id="{A33E05E9-C832-4740-A1E8-2035F742F54B}"/>
              </a:ext>
            </a:extLst>
          </p:cNvPr>
          <p:cNvSpPr>
            <a:spLocks noChangeArrowheads="1"/>
          </p:cNvSpPr>
          <p:nvPr/>
        </p:nvSpPr>
        <p:spPr bwMode="auto">
          <a:xfrm>
            <a:off x="6934200" y="3733800"/>
            <a:ext cx="1676400" cy="685800"/>
          </a:xfrm>
          <a:prstGeom prst="rect">
            <a:avLst/>
          </a:prstGeom>
          <a:solidFill>
            <a:schemeClr val="accent1"/>
          </a:solidFill>
          <a:ln w="9525">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b="1">
                <a:latin typeface="Times New Roman" panose="02020603050405020304" pitchFamily="18" charset="0"/>
              </a:rPr>
              <a:t>AAA</a:t>
            </a:r>
          </a:p>
          <a:p>
            <a:pPr algn="ctr" eaLnBrk="1" hangingPunct="1"/>
            <a:r>
              <a:rPr lang="zh-CN" altLang="en-US" sz="1600" b="1">
                <a:latin typeface="Times New Roman" panose="02020603050405020304" pitchFamily="18" charset="0"/>
              </a:rPr>
              <a:t>服务器</a:t>
            </a:r>
          </a:p>
        </p:txBody>
      </p:sp>
      <p:sp>
        <p:nvSpPr>
          <p:cNvPr id="22546" name="Rectangle 16">
            <a:extLst>
              <a:ext uri="{FF2B5EF4-FFF2-40B4-BE49-F238E27FC236}">
                <a16:creationId xmlns:a16="http://schemas.microsoft.com/office/drawing/2014/main" id="{A5EBB8CB-F7F0-4471-9B91-4B038E3CE5D3}"/>
              </a:ext>
            </a:extLst>
          </p:cNvPr>
          <p:cNvSpPr>
            <a:spLocks noChangeArrowheads="1"/>
          </p:cNvSpPr>
          <p:nvPr/>
        </p:nvSpPr>
        <p:spPr bwMode="auto">
          <a:xfrm>
            <a:off x="4343400" y="4495800"/>
            <a:ext cx="1600200" cy="609600"/>
          </a:xfrm>
          <a:prstGeom prst="rect">
            <a:avLst/>
          </a:prstGeom>
          <a:solidFill>
            <a:srgbClr val="00FF00"/>
          </a:solidFill>
          <a:ln w="9525">
            <a:solidFill>
              <a:schemeClr val="tx1"/>
            </a:solidFill>
            <a:miter lim="800000"/>
            <a:headEnd/>
            <a:tailEnd/>
          </a:ln>
        </p:spPr>
        <p:txBody>
          <a:bodyPr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600" b="1">
                <a:latin typeface="微软雅黑" panose="020B0503020204020204" pitchFamily="34" charset="-122"/>
                <a:ea typeface="微软雅黑" panose="020B0503020204020204" pitchFamily="34" charset="-122"/>
              </a:rPr>
              <a:t>接入策略</a:t>
            </a:r>
          </a:p>
          <a:p>
            <a:pPr algn="ctr" eaLnBrk="1" hangingPunct="1"/>
            <a:r>
              <a:rPr lang="zh-CN" altLang="en-US" sz="1600" b="1">
                <a:latin typeface="微软雅黑" panose="020B0503020204020204" pitchFamily="34" charset="-122"/>
                <a:ea typeface="微软雅黑" panose="020B0503020204020204" pitchFamily="34" charset="-122"/>
              </a:rPr>
              <a:t>执行点</a:t>
            </a:r>
          </a:p>
        </p:txBody>
      </p:sp>
      <p:sp>
        <p:nvSpPr>
          <p:cNvPr id="22547" name="Rectangle 17">
            <a:extLst>
              <a:ext uri="{FF2B5EF4-FFF2-40B4-BE49-F238E27FC236}">
                <a16:creationId xmlns:a16="http://schemas.microsoft.com/office/drawing/2014/main" id="{28933A79-80AA-41AC-A7A7-263CB8BD2685}"/>
              </a:ext>
            </a:extLst>
          </p:cNvPr>
          <p:cNvSpPr>
            <a:spLocks noChangeArrowheads="1"/>
          </p:cNvSpPr>
          <p:nvPr/>
        </p:nvSpPr>
        <p:spPr bwMode="auto">
          <a:xfrm>
            <a:off x="2667000" y="3962400"/>
            <a:ext cx="1143000" cy="838200"/>
          </a:xfrm>
          <a:prstGeom prst="rect">
            <a:avLst/>
          </a:prstGeom>
          <a:solidFill>
            <a:schemeClr val="accent1"/>
          </a:solidFill>
          <a:ln w="9525">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latin typeface="Times New Roman" panose="02020603050405020304" pitchFamily="18" charset="0"/>
              </a:rPr>
              <a:t>网络接入请求器</a:t>
            </a:r>
            <a:endParaRPr lang="en-US" altLang="zh-CN" sz="1200" b="1">
              <a:latin typeface="Times New Roman" panose="02020603050405020304" pitchFamily="18" charset="0"/>
            </a:endParaRPr>
          </a:p>
          <a:p>
            <a:pPr algn="ctr" eaLnBrk="1" hangingPunct="1"/>
            <a:r>
              <a:rPr lang="en-US" altLang="zh-CN" sz="1200" b="1">
                <a:latin typeface="Times New Roman" panose="02020603050405020304" pitchFamily="18" charset="0"/>
              </a:rPr>
              <a:t>Network Access</a:t>
            </a:r>
          </a:p>
          <a:p>
            <a:pPr algn="ctr" eaLnBrk="1" hangingPunct="1"/>
            <a:r>
              <a:rPr lang="en-US" altLang="zh-CN" sz="1200" b="1">
                <a:latin typeface="Times New Roman" panose="02020603050405020304" pitchFamily="18" charset="0"/>
              </a:rPr>
              <a:t>Requestor</a:t>
            </a:r>
          </a:p>
        </p:txBody>
      </p:sp>
      <p:sp>
        <p:nvSpPr>
          <p:cNvPr id="40972" name="Rectangle 18">
            <a:extLst>
              <a:ext uri="{FF2B5EF4-FFF2-40B4-BE49-F238E27FC236}">
                <a16:creationId xmlns:a16="http://schemas.microsoft.com/office/drawing/2014/main" id="{9091E3A5-0054-45E9-917F-D6430C5BA647}"/>
              </a:ext>
            </a:extLst>
          </p:cNvPr>
          <p:cNvSpPr>
            <a:spLocks noChangeArrowheads="1"/>
          </p:cNvSpPr>
          <p:nvPr/>
        </p:nvSpPr>
        <p:spPr bwMode="auto">
          <a:xfrm>
            <a:off x="990600" y="3962400"/>
            <a:ext cx="1524000" cy="609600"/>
          </a:xfrm>
          <a:prstGeom prst="rect">
            <a:avLst/>
          </a:prstGeom>
          <a:solidFill>
            <a:srgbClr val="FF99CC"/>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algn="ctr">
              <a:defRPr/>
            </a:pPr>
            <a:r>
              <a:rPr lang="zh-CN" altLang="en-US" sz="1600" b="1" dirty="0">
                <a:latin typeface="Times New Roman" pitchFamily="18" charset="0"/>
              </a:rPr>
              <a:t>平台信任服务</a:t>
            </a:r>
          </a:p>
        </p:txBody>
      </p:sp>
      <p:sp>
        <p:nvSpPr>
          <p:cNvPr id="40973" name="Rectangle 19">
            <a:extLst>
              <a:ext uri="{FF2B5EF4-FFF2-40B4-BE49-F238E27FC236}">
                <a16:creationId xmlns:a16="http://schemas.microsoft.com/office/drawing/2014/main" id="{006DBF81-5370-4F4D-9F34-B70F4169BC66}"/>
              </a:ext>
            </a:extLst>
          </p:cNvPr>
          <p:cNvSpPr>
            <a:spLocks noChangeArrowheads="1"/>
          </p:cNvSpPr>
          <p:nvPr/>
        </p:nvSpPr>
        <p:spPr bwMode="auto">
          <a:xfrm>
            <a:off x="990600" y="4572000"/>
            <a:ext cx="1524000" cy="457200"/>
          </a:xfrm>
          <a:prstGeom prst="rect">
            <a:avLst/>
          </a:prstGeom>
          <a:solidFill>
            <a:srgbClr val="00CCFF"/>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pPr algn="ctr">
              <a:defRPr/>
            </a:pPr>
            <a:r>
              <a:rPr lang="en-US" altLang="zh-CN" sz="1600" b="1" dirty="0">
                <a:latin typeface="Times New Roman" pitchFamily="18" charset="0"/>
              </a:rPr>
              <a:t>TSM</a:t>
            </a:r>
          </a:p>
        </p:txBody>
      </p:sp>
      <p:sp>
        <p:nvSpPr>
          <p:cNvPr id="40974" name="Rectangle 20">
            <a:extLst>
              <a:ext uri="{FF2B5EF4-FFF2-40B4-BE49-F238E27FC236}">
                <a16:creationId xmlns:a16="http://schemas.microsoft.com/office/drawing/2014/main" id="{5D01BB13-319A-444F-A95C-F0A3D3810A59}"/>
              </a:ext>
            </a:extLst>
          </p:cNvPr>
          <p:cNvSpPr>
            <a:spLocks noChangeArrowheads="1"/>
          </p:cNvSpPr>
          <p:nvPr/>
        </p:nvSpPr>
        <p:spPr bwMode="auto">
          <a:xfrm>
            <a:off x="990600" y="5029200"/>
            <a:ext cx="1524000" cy="457200"/>
          </a:xfrm>
          <a:prstGeom prst="rect">
            <a:avLst/>
          </a:prstGeom>
          <a:ln>
            <a:headEnd/>
            <a:tailEnd/>
          </a:ln>
        </p:spPr>
        <p:style>
          <a:lnRef idx="0">
            <a:schemeClr val="accent2"/>
          </a:lnRef>
          <a:fillRef idx="3">
            <a:schemeClr val="accent2"/>
          </a:fillRef>
          <a:effectRef idx="3">
            <a:schemeClr val="accent2"/>
          </a:effectRef>
          <a:fontRef idx="minor">
            <a:schemeClr val="lt1"/>
          </a:fontRef>
        </p:style>
        <p:txBody>
          <a:bodyPr wrap="none" anchor="ctr"/>
          <a:lstStyle/>
          <a:p>
            <a:pPr algn="ctr">
              <a:defRPr/>
            </a:pPr>
            <a:r>
              <a:rPr lang="en-US" altLang="zh-CN" sz="1600" b="1" dirty="0">
                <a:solidFill>
                  <a:srgbClr val="FF0000"/>
                </a:solidFill>
                <a:latin typeface="Times New Roman" pitchFamily="18" charset="0"/>
              </a:rPr>
              <a:t>TCM</a:t>
            </a:r>
          </a:p>
        </p:txBody>
      </p:sp>
      <p:sp>
        <p:nvSpPr>
          <p:cNvPr id="22557" name="AutoShape 21">
            <a:extLst>
              <a:ext uri="{FF2B5EF4-FFF2-40B4-BE49-F238E27FC236}">
                <a16:creationId xmlns:a16="http://schemas.microsoft.com/office/drawing/2014/main" id="{714884D7-07F1-4347-9DF5-946C6D010C63}"/>
              </a:ext>
            </a:extLst>
          </p:cNvPr>
          <p:cNvSpPr>
            <a:spLocks noChangeArrowheads="1"/>
          </p:cNvSpPr>
          <p:nvPr/>
        </p:nvSpPr>
        <p:spPr bwMode="auto">
          <a:xfrm>
            <a:off x="1219200" y="5638800"/>
            <a:ext cx="1066800" cy="685800"/>
          </a:xfrm>
          <a:prstGeom prst="can">
            <a:avLst>
              <a:gd name="adj" fmla="val 25000"/>
            </a:avLst>
          </a:prstGeom>
          <a:solidFill>
            <a:schemeClr val="accent1"/>
          </a:solidFill>
          <a:ln w="9525">
            <a:solidFill>
              <a:schemeClr val="tx1"/>
            </a:solidFill>
            <a:round/>
            <a:headEnd/>
            <a:tailEnd/>
          </a:ln>
        </p:spPr>
        <p:txBody>
          <a:bodyPr wrap="none" tIns="720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latin typeface="Times New Roman" panose="02020603050405020304" pitchFamily="18" charset="0"/>
              </a:rPr>
              <a:t>完整性度量</a:t>
            </a:r>
          </a:p>
          <a:p>
            <a:pPr algn="ctr" eaLnBrk="1" hangingPunct="1"/>
            <a:r>
              <a:rPr lang="zh-CN" altLang="en-US" sz="1200" b="1">
                <a:latin typeface="Times New Roman" panose="02020603050405020304" pitchFamily="18" charset="0"/>
              </a:rPr>
              <a:t>日志数据</a:t>
            </a:r>
          </a:p>
        </p:txBody>
      </p:sp>
      <p:sp>
        <p:nvSpPr>
          <p:cNvPr id="40976" name="Line 22">
            <a:extLst>
              <a:ext uri="{FF2B5EF4-FFF2-40B4-BE49-F238E27FC236}">
                <a16:creationId xmlns:a16="http://schemas.microsoft.com/office/drawing/2014/main" id="{E3B7BD25-4CBF-4254-8D22-89F537A65952}"/>
              </a:ext>
            </a:extLst>
          </p:cNvPr>
          <p:cNvSpPr>
            <a:spLocks noChangeShapeType="1"/>
          </p:cNvSpPr>
          <p:nvPr/>
        </p:nvSpPr>
        <p:spPr bwMode="auto">
          <a:xfrm>
            <a:off x="3352800" y="1673225"/>
            <a:ext cx="3352800" cy="0"/>
          </a:xfrm>
          <a:prstGeom prst="line">
            <a:avLst/>
          </a:prstGeom>
          <a:noFill/>
          <a:ln w="31750">
            <a:solidFill>
              <a:schemeClr val="accent2">
                <a:lumMod val="50000"/>
              </a:schemeClr>
            </a:solidFill>
            <a:prstDash val="dash"/>
            <a:round/>
            <a:headEnd type="triangle" w="med" len="med"/>
            <a:tailEnd type="triangle" w="med" len="med"/>
          </a:ln>
        </p:spPr>
        <p:txBody>
          <a:bodyPr wrap="none" anchor="ctr"/>
          <a:lstStyle/>
          <a:p>
            <a:pPr>
              <a:defRPr/>
            </a:pPr>
            <a:endParaRPr lang="zh-CN" altLang="en-US"/>
          </a:p>
        </p:txBody>
      </p:sp>
      <p:sp>
        <p:nvSpPr>
          <p:cNvPr id="22559" name="Line 23">
            <a:extLst>
              <a:ext uri="{FF2B5EF4-FFF2-40B4-BE49-F238E27FC236}">
                <a16:creationId xmlns:a16="http://schemas.microsoft.com/office/drawing/2014/main" id="{4F857379-9359-4954-BFEC-D020F63C3F44}"/>
              </a:ext>
            </a:extLst>
          </p:cNvPr>
          <p:cNvSpPr>
            <a:spLocks noChangeShapeType="1"/>
          </p:cNvSpPr>
          <p:nvPr/>
        </p:nvSpPr>
        <p:spPr bwMode="auto">
          <a:xfrm>
            <a:off x="2514600" y="20574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60" name="Line 24">
            <a:extLst>
              <a:ext uri="{FF2B5EF4-FFF2-40B4-BE49-F238E27FC236}">
                <a16:creationId xmlns:a16="http://schemas.microsoft.com/office/drawing/2014/main" id="{D1D531B3-FA4F-4242-8845-5DCFD4D27205}"/>
              </a:ext>
            </a:extLst>
          </p:cNvPr>
          <p:cNvSpPr>
            <a:spLocks noChangeShapeType="1"/>
          </p:cNvSpPr>
          <p:nvPr/>
        </p:nvSpPr>
        <p:spPr bwMode="auto">
          <a:xfrm>
            <a:off x="7772400" y="19812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61" name="Line 25">
            <a:extLst>
              <a:ext uri="{FF2B5EF4-FFF2-40B4-BE49-F238E27FC236}">
                <a16:creationId xmlns:a16="http://schemas.microsoft.com/office/drawing/2014/main" id="{5A7B0D61-8F53-4402-A769-F2A7F3A94CB9}"/>
              </a:ext>
            </a:extLst>
          </p:cNvPr>
          <p:cNvSpPr>
            <a:spLocks noChangeShapeType="1"/>
          </p:cNvSpPr>
          <p:nvPr/>
        </p:nvSpPr>
        <p:spPr bwMode="auto">
          <a:xfrm>
            <a:off x="7772400" y="32004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62" name="Line 26">
            <a:extLst>
              <a:ext uri="{FF2B5EF4-FFF2-40B4-BE49-F238E27FC236}">
                <a16:creationId xmlns:a16="http://schemas.microsoft.com/office/drawing/2014/main" id="{A7026BD1-AE4C-4C3E-980A-19AA923B0AEE}"/>
              </a:ext>
            </a:extLst>
          </p:cNvPr>
          <p:cNvSpPr>
            <a:spLocks noChangeShapeType="1"/>
          </p:cNvSpPr>
          <p:nvPr/>
        </p:nvSpPr>
        <p:spPr bwMode="auto">
          <a:xfrm>
            <a:off x="3352800" y="2819400"/>
            <a:ext cx="3581400" cy="0"/>
          </a:xfrm>
          <a:prstGeom prst="line">
            <a:avLst/>
          </a:prstGeom>
          <a:noFill/>
          <a:ln w="31750">
            <a:solidFill>
              <a:schemeClr val="tx1"/>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63" name="Line 27">
            <a:extLst>
              <a:ext uri="{FF2B5EF4-FFF2-40B4-BE49-F238E27FC236}">
                <a16:creationId xmlns:a16="http://schemas.microsoft.com/office/drawing/2014/main" id="{97A50D67-A0D0-40BB-B830-16471FFE2B3B}"/>
              </a:ext>
            </a:extLst>
          </p:cNvPr>
          <p:cNvSpPr>
            <a:spLocks noChangeShapeType="1"/>
          </p:cNvSpPr>
          <p:nvPr/>
        </p:nvSpPr>
        <p:spPr bwMode="auto">
          <a:xfrm>
            <a:off x="6705600" y="2209800"/>
            <a:ext cx="1981200" cy="0"/>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64" name="Line 28">
            <a:extLst>
              <a:ext uri="{FF2B5EF4-FFF2-40B4-BE49-F238E27FC236}">
                <a16:creationId xmlns:a16="http://schemas.microsoft.com/office/drawing/2014/main" id="{57395A22-4003-4B12-8C91-ADBDD0EDE43D}"/>
              </a:ext>
            </a:extLst>
          </p:cNvPr>
          <p:cNvSpPr>
            <a:spLocks noChangeShapeType="1"/>
          </p:cNvSpPr>
          <p:nvPr/>
        </p:nvSpPr>
        <p:spPr bwMode="auto">
          <a:xfrm>
            <a:off x="1524000" y="2286000"/>
            <a:ext cx="1981200" cy="0"/>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65" name="Line 29">
            <a:extLst>
              <a:ext uri="{FF2B5EF4-FFF2-40B4-BE49-F238E27FC236}">
                <a16:creationId xmlns:a16="http://schemas.microsoft.com/office/drawing/2014/main" id="{A91FD91C-6797-494F-9358-34252DE561E3}"/>
              </a:ext>
            </a:extLst>
          </p:cNvPr>
          <p:cNvSpPr>
            <a:spLocks noChangeShapeType="1"/>
          </p:cNvSpPr>
          <p:nvPr/>
        </p:nvSpPr>
        <p:spPr bwMode="auto">
          <a:xfrm>
            <a:off x="1828800" y="3278188"/>
            <a:ext cx="0" cy="6842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66" name="Line 30">
            <a:extLst>
              <a:ext uri="{FF2B5EF4-FFF2-40B4-BE49-F238E27FC236}">
                <a16:creationId xmlns:a16="http://schemas.microsoft.com/office/drawing/2014/main" id="{B368B4C4-235D-4526-9650-066BEE64A410}"/>
              </a:ext>
            </a:extLst>
          </p:cNvPr>
          <p:cNvSpPr>
            <a:spLocks noChangeShapeType="1"/>
          </p:cNvSpPr>
          <p:nvPr/>
        </p:nvSpPr>
        <p:spPr bwMode="auto">
          <a:xfrm>
            <a:off x="3124200" y="3278188"/>
            <a:ext cx="0" cy="6842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67" name="Line 31">
            <a:extLst>
              <a:ext uri="{FF2B5EF4-FFF2-40B4-BE49-F238E27FC236}">
                <a16:creationId xmlns:a16="http://schemas.microsoft.com/office/drawing/2014/main" id="{40339F88-3EBA-49AE-95C0-305EC3F7D045}"/>
              </a:ext>
            </a:extLst>
          </p:cNvPr>
          <p:cNvSpPr>
            <a:spLocks noChangeShapeType="1"/>
          </p:cNvSpPr>
          <p:nvPr/>
        </p:nvSpPr>
        <p:spPr bwMode="auto">
          <a:xfrm>
            <a:off x="3810000" y="4191000"/>
            <a:ext cx="2743200" cy="0"/>
          </a:xfrm>
          <a:prstGeom prst="line">
            <a:avLst/>
          </a:prstGeom>
          <a:noFill/>
          <a:ln w="28575">
            <a:solidFill>
              <a:schemeClr val="tx1"/>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68" name="Line 32">
            <a:extLst>
              <a:ext uri="{FF2B5EF4-FFF2-40B4-BE49-F238E27FC236}">
                <a16:creationId xmlns:a16="http://schemas.microsoft.com/office/drawing/2014/main" id="{7D5EFA7A-C5A6-4706-AC00-6829BCC06488}"/>
              </a:ext>
            </a:extLst>
          </p:cNvPr>
          <p:cNvSpPr>
            <a:spLocks noChangeShapeType="1"/>
          </p:cNvSpPr>
          <p:nvPr/>
        </p:nvSpPr>
        <p:spPr bwMode="auto">
          <a:xfrm>
            <a:off x="3810000" y="4724400"/>
            <a:ext cx="533400"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69" name="Line 33">
            <a:extLst>
              <a:ext uri="{FF2B5EF4-FFF2-40B4-BE49-F238E27FC236}">
                <a16:creationId xmlns:a16="http://schemas.microsoft.com/office/drawing/2014/main" id="{6DCD6976-86A0-43A8-BC48-B6D644DA8425}"/>
              </a:ext>
            </a:extLst>
          </p:cNvPr>
          <p:cNvSpPr>
            <a:spLocks noChangeShapeType="1"/>
          </p:cNvSpPr>
          <p:nvPr/>
        </p:nvSpPr>
        <p:spPr bwMode="auto">
          <a:xfrm>
            <a:off x="5943600" y="5029200"/>
            <a:ext cx="609600"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70" name="Line 34">
            <a:extLst>
              <a:ext uri="{FF2B5EF4-FFF2-40B4-BE49-F238E27FC236}">
                <a16:creationId xmlns:a16="http://schemas.microsoft.com/office/drawing/2014/main" id="{59E5F12A-DF52-4C7A-8785-69E99573CD2A}"/>
              </a:ext>
            </a:extLst>
          </p:cNvPr>
          <p:cNvSpPr>
            <a:spLocks noChangeShapeType="1"/>
          </p:cNvSpPr>
          <p:nvPr/>
        </p:nvSpPr>
        <p:spPr bwMode="auto">
          <a:xfrm>
            <a:off x="5943600" y="4648200"/>
            <a:ext cx="609600"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71" name="Text Box 35">
            <a:extLst>
              <a:ext uri="{FF2B5EF4-FFF2-40B4-BE49-F238E27FC236}">
                <a16:creationId xmlns:a16="http://schemas.microsoft.com/office/drawing/2014/main" id="{1EB1B42B-F565-4D37-8320-F2501BF04450}"/>
              </a:ext>
            </a:extLst>
          </p:cNvPr>
          <p:cNvSpPr txBox="1">
            <a:spLocks noChangeArrowheads="1"/>
          </p:cNvSpPr>
          <p:nvPr/>
        </p:nvSpPr>
        <p:spPr bwMode="auto">
          <a:xfrm>
            <a:off x="6858000" y="5257800"/>
            <a:ext cx="18288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600" b="1">
                <a:latin typeface="微软雅黑" panose="020B0503020204020204" pitchFamily="34" charset="-122"/>
                <a:ea typeface="微软雅黑" panose="020B0503020204020204" pitchFamily="34" charset="-122"/>
              </a:rPr>
              <a:t>接入策略决策点</a:t>
            </a:r>
          </a:p>
        </p:txBody>
      </p:sp>
      <p:sp>
        <p:nvSpPr>
          <p:cNvPr id="22572" name="Line 36">
            <a:extLst>
              <a:ext uri="{FF2B5EF4-FFF2-40B4-BE49-F238E27FC236}">
                <a16:creationId xmlns:a16="http://schemas.microsoft.com/office/drawing/2014/main" id="{B172E713-C14F-4A96-803B-65EC2CDEE80E}"/>
              </a:ext>
            </a:extLst>
          </p:cNvPr>
          <p:cNvSpPr>
            <a:spLocks noChangeShapeType="1"/>
          </p:cNvSpPr>
          <p:nvPr/>
        </p:nvSpPr>
        <p:spPr bwMode="auto">
          <a:xfrm>
            <a:off x="762000" y="4343400"/>
            <a:ext cx="228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73" name="Line 37">
            <a:extLst>
              <a:ext uri="{FF2B5EF4-FFF2-40B4-BE49-F238E27FC236}">
                <a16:creationId xmlns:a16="http://schemas.microsoft.com/office/drawing/2014/main" id="{963AC2AA-308D-4849-8B33-70480000ECA7}"/>
              </a:ext>
            </a:extLst>
          </p:cNvPr>
          <p:cNvSpPr>
            <a:spLocks noChangeShapeType="1"/>
          </p:cNvSpPr>
          <p:nvPr/>
        </p:nvSpPr>
        <p:spPr bwMode="auto">
          <a:xfrm>
            <a:off x="762000" y="4343400"/>
            <a:ext cx="0" cy="1600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74" name="Line 38">
            <a:extLst>
              <a:ext uri="{FF2B5EF4-FFF2-40B4-BE49-F238E27FC236}">
                <a16:creationId xmlns:a16="http://schemas.microsoft.com/office/drawing/2014/main" id="{90B89226-96FD-4942-9317-FAFA315FA36F}"/>
              </a:ext>
            </a:extLst>
          </p:cNvPr>
          <p:cNvSpPr>
            <a:spLocks noChangeShapeType="1"/>
          </p:cNvSpPr>
          <p:nvPr/>
        </p:nvSpPr>
        <p:spPr bwMode="auto">
          <a:xfrm>
            <a:off x="762000" y="5943600"/>
            <a:ext cx="457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75" name="Line 39">
            <a:extLst>
              <a:ext uri="{FF2B5EF4-FFF2-40B4-BE49-F238E27FC236}">
                <a16:creationId xmlns:a16="http://schemas.microsoft.com/office/drawing/2014/main" id="{0B2859A3-6E59-4F5A-8A7B-6BA7F265047E}"/>
              </a:ext>
            </a:extLst>
          </p:cNvPr>
          <p:cNvSpPr>
            <a:spLocks noChangeShapeType="1"/>
          </p:cNvSpPr>
          <p:nvPr/>
        </p:nvSpPr>
        <p:spPr bwMode="auto">
          <a:xfrm>
            <a:off x="1524000" y="3581400"/>
            <a:ext cx="685800" cy="0"/>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76" name="Text Box 40">
            <a:extLst>
              <a:ext uri="{FF2B5EF4-FFF2-40B4-BE49-F238E27FC236}">
                <a16:creationId xmlns:a16="http://schemas.microsoft.com/office/drawing/2014/main" id="{0B9557E5-7928-4556-933E-5D1ACCACB216}"/>
              </a:ext>
            </a:extLst>
          </p:cNvPr>
          <p:cNvSpPr txBox="1">
            <a:spLocks noChangeArrowheads="1"/>
          </p:cNvSpPr>
          <p:nvPr/>
        </p:nvSpPr>
        <p:spPr bwMode="auto">
          <a:xfrm>
            <a:off x="3429000" y="2057400"/>
            <a:ext cx="609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600" b="1">
                <a:solidFill>
                  <a:schemeClr val="tx2"/>
                </a:solidFill>
                <a:latin typeface="Times New Roman" panose="02020603050405020304" pitchFamily="18" charset="0"/>
              </a:rPr>
              <a:t>IF1</a:t>
            </a:r>
          </a:p>
        </p:txBody>
      </p:sp>
      <p:sp>
        <p:nvSpPr>
          <p:cNvPr id="22577" name="Text Box 41">
            <a:extLst>
              <a:ext uri="{FF2B5EF4-FFF2-40B4-BE49-F238E27FC236}">
                <a16:creationId xmlns:a16="http://schemas.microsoft.com/office/drawing/2014/main" id="{5E015EE3-EA2B-4ED7-9A10-A3018F858753}"/>
              </a:ext>
            </a:extLst>
          </p:cNvPr>
          <p:cNvSpPr txBox="1">
            <a:spLocks noChangeArrowheads="1"/>
          </p:cNvSpPr>
          <p:nvPr/>
        </p:nvSpPr>
        <p:spPr bwMode="auto">
          <a:xfrm>
            <a:off x="4648200" y="1368425"/>
            <a:ext cx="609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600" b="1">
                <a:solidFill>
                  <a:schemeClr val="tx2"/>
                </a:solidFill>
                <a:latin typeface="Times New Roman" panose="02020603050405020304" pitchFamily="18" charset="0"/>
              </a:rPr>
              <a:t>IFv</a:t>
            </a:r>
          </a:p>
        </p:txBody>
      </p:sp>
      <p:sp>
        <p:nvSpPr>
          <p:cNvPr id="22578" name="Text Box 42">
            <a:extLst>
              <a:ext uri="{FF2B5EF4-FFF2-40B4-BE49-F238E27FC236}">
                <a16:creationId xmlns:a16="http://schemas.microsoft.com/office/drawing/2014/main" id="{5FD7E816-0C3D-48AA-84BB-065F2BE21C01}"/>
              </a:ext>
            </a:extLst>
          </p:cNvPr>
          <p:cNvSpPr txBox="1">
            <a:spLocks noChangeArrowheads="1"/>
          </p:cNvSpPr>
          <p:nvPr/>
        </p:nvSpPr>
        <p:spPr bwMode="auto">
          <a:xfrm>
            <a:off x="5029200" y="2514600"/>
            <a:ext cx="609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600" b="1">
                <a:solidFill>
                  <a:schemeClr val="tx2"/>
                </a:solidFill>
                <a:latin typeface="Times New Roman" panose="02020603050405020304" pitchFamily="18" charset="0"/>
              </a:rPr>
              <a:t>IF3</a:t>
            </a:r>
          </a:p>
        </p:txBody>
      </p:sp>
      <p:sp>
        <p:nvSpPr>
          <p:cNvPr id="22579" name="Text Box 43">
            <a:extLst>
              <a:ext uri="{FF2B5EF4-FFF2-40B4-BE49-F238E27FC236}">
                <a16:creationId xmlns:a16="http://schemas.microsoft.com/office/drawing/2014/main" id="{22A48F1F-E4EE-4E01-8DDB-F6A4D8C48CE6}"/>
              </a:ext>
            </a:extLst>
          </p:cNvPr>
          <p:cNvSpPr txBox="1">
            <a:spLocks noChangeArrowheads="1"/>
          </p:cNvSpPr>
          <p:nvPr/>
        </p:nvSpPr>
        <p:spPr bwMode="auto">
          <a:xfrm>
            <a:off x="6096000" y="1981200"/>
            <a:ext cx="609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600" b="1">
                <a:solidFill>
                  <a:schemeClr val="tx2"/>
                </a:solidFill>
                <a:latin typeface="Times New Roman" panose="02020603050405020304" pitchFamily="18" charset="0"/>
              </a:rPr>
              <a:t>IF2</a:t>
            </a:r>
          </a:p>
        </p:txBody>
      </p:sp>
      <p:sp>
        <p:nvSpPr>
          <p:cNvPr id="22580" name="Text Box 44">
            <a:extLst>
              <a:ext uri="{FF2B5EF4-FFF2-40B4-BE49-F238E27FC236}">
                <a16:creationId xmlns:a16="http://schemas.microsoft.com/office/drawing/2014/main" id="{A04E6EC2-4D4C-4E96-9CB0-57FC91171500}"/>
              </a:ext>
            </a:extLst>
          </p:cNvPr>
          <p:cNvSpPr txBox="1">
            <a:spLocks noChangeArrowheads="1"/>
          </p:cNvSpPr>
          <p:nvPr/>
        </p:nvSpPr>
        <p:spPr bwMode="auto">
          <a:xfrm>
            <a:off x="4800600" y="3733800"/>
            <a:ext cx="609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600" b="1">
                <a:solidFill>
                  <a:schemeClr val="tx2"/>
                </a:solidFill>
                <a:latin typeface="Times New Roman" panose="02020603050405020304" pitchFamily="18" charset="0"/>
              </a:rPr>
              <a:t>IFt</a:t>
            </a:r>
          </a:p>
        </p:txBody>
      </p:sp>
      <p:sp>
        <p:nvSpPr>
          <p:cNvPr id="22581" name="Text Box 45">
            <a:extLst>
              <a:ext uri="{FF2B5EF4-FFF2-40B4-BE49-F238E27FC236}">
                <a16:creationId xmlns:a16="http://schemas.microsoft.com/office/drawing/2014/main" id="{B7CC6972-6D50-47E7-A7BB-7E8C7934F009}"/>
              </a:ext>
            </a:extLst>
          </p:cNvPr>
          <p:cNvSpPr txBox="1">
            <a:spLocks noChangeArrowheads="1"/>
          </p:cNvSpPr>
          <p:nvPr/>
        </p:nvSpPr>
        <p:spPr bwMode="auto">
          <a:xfrm>
            <a:off x="914400" y="3352800"/>
            <a:ext cx="609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600" b="1">
                <a:solidFill>
                  <a:schemeClr val="tx2"/>
                </a:solidFill>
                <a:latin typeface="Times New Roman" panose="02020603050405020304" pitchFamily="18" charset="0"/>
              </a:rPr>
              <a:t>IF4</a:t>
            </a:r>
          </a:p>
        </p:txBody>
      </p:sp>
      <p:sp>
        <p:nvSpPr>
          <p:cNvPr id="46" name="Rectangle 46">
            <a:extLst>
              <a:ext uri="{FF2B5EF4-FFF2-40B4-BE49-F238E27FC236}">
                <a16:creationId xmlns:a16="http://schemas.microsoft.com/office/drawing/2014/main" id="{6AD08A55-C6E6-4637-A12E-304F112A3CC4}"/>
              </a:ext>
            </a:extLst>
          </p:cNvPr>
          <p:cNvSpPr>
            <a:spLocks noChangeArrowheads="1"/>
          </p:cNvSpPr>
          <p:nvPr/>
        </p:nvSpPr>
        <p:spPr bwMode="auto">
          <a:xfrm>
            <a:off x="457200" y="457200"/>
            <a:ext cx="5867400" cy="457200"/>
          </a:xfrm>
          <a:prstGeom prst="rect">
            <a:avLst/>
          </a:prstGeom>
          <a:noFill/>
          <a:ln w="9525">
            <a:noFill/>
            <a:miter lim="800000"/>
            <a:headEnd/>
            <a:tailEnd/>
          </a:ln>
          <a:effectLst/>
        </p:spPr>
        <p:txBody>
          <a:bodyPr anchor="ctr"/>
          <a:lstStyle/>
          <a:p>
            <a:pPr fontAlgn="t">
              <a:lnSpc>
                <a:spcPts val="3200"/>
              </a:lnSpc>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基于</a:t>
            </a:r>
            <a:r>
              <a:rPr kumimoji="1" lang="en-US" altLang="zh-CN" sz="2800" b="1" dirty="0">
                <a:solidFill>
                  <a:srgbClr val="FF0000"/>
                </a:solidFill>
                <a:effectLst>
                  <a:outerShdw blurRad="38100" dist="38100" dir="2700000" algn="tl">
                    <a:srgbClr val="C0C0C0"/>
                  </a:outerShdw>
                </a:effectLst>
                <a:latin typeface="黑体" pitchFamily="2" charset="-122"/>
                <a:ea typeface="黑体" pitchFamily="2" charset="-122"/>
                <a:cs typeface="Arial" charset="0"/>
              </a:rPr>
              <a:t>TCM</a:t>
            </a: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构建平台可信网络接入</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(TNC)</a:t>
            </a:r>
          </a:p>
        </p:txBody>
      </p:sp>
      <p:sp>
        <p:nvSpPr>
          <p:cNvPr id="47" name="Text Box 35">
            <a:extLst>
              <a:ext uri="{FF2B5EF4-FFF2-40B4-BE49-F238E27FC236}">
                <a16:creationId xmlns:a16="http://schemas.microsoft.com/office/drawing/2014/main" id="{A0A2D80B-CF93-45EE-9369-1B94B6098107}"/>
              </a:ext>
            </a:extLst>
          </p:cNvPr>
          <p:cNvSpPr txBox="1">
            <a:spLocks noChangeArrowheads="1"/>
          </p:cNvSpPr>
          <p:nvPr/>
        </p:nvSpPr>
        <p:spPr bwMode="auto">
          <a:xfrm>
            <a:off x="2971800" y="5638800"/>
            <a:ext cx="990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rIns="36000">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600" b="1">
                <a:latin typeface="微软雅黑" panose="020B0503020204020204" pitchFamily="34" charset="-122"/>
                <a:ea typeface="微软雅黑" panose="020B0503020204020204" pitchFamily="34" charset="-122"/>
              </a:rPr>
              <a:t>终端平台</a:t>
            </a:r>
          </a:p>
        </p:txBody>
      </p:sp>
      <p:sp>
        <p:nvSpPr>
          <p:cNvPr id="23608" name="灯片编号占位符 1">
            <a:extLst>
              <a:ext uri="{FF2B5EF4-FFF2-40B4-BE49-F238E27FC236}">
                <a16:creationId xmlns:a16="http://schemas.microsoft.com/office/drawing/2014/main" id="{07EB5359-1C25-48A9-B46F-9AF3692528B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9ECF6322-8678-4F4D-A388-C314E64C1AEB}" type="slidenum">
              <a:rPr lang="en-US" altLang="zh-CN" sz="1400">
                <a:solidFill>
                  <a:schemeClr val="bg1"/>
                </a:solidFill>
              </a:rPr>
              <a:pPr eaLnBrk="1" hangingPunct="1"/>
              <a:t>10</a:t>
            </a:fld>
            <a:endParaRPr lang="en-US" altLang="zh-CN" sz="140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547"/>
                                        </p:tgtEl>
                                        <p:attrNameLst>
                                          <p:attrName>style.visibility</p:attrName>
                                        </p:attrNameLst>
                                      </p:cBhvr>
                                      <p:to>
                                        <p:strVal val="visible"/>
                                      </p:to>
                                    </p:set>
                                    <p:animEffect transition="in" filter="blinds(horizontal)">
                                      <p:cBhvr>
                                        <p:cTn id="7" dur="500"/>
                                        <p:tgtEl>
                                          <p:spTgt spid="22547"/>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2531"/>
                                        </p:tgtEl>
                                        <p:attrNameLst>
                                          <p:attrName>style.visibility</p:attrName>
                                        </p:attrNameLst>
                                      </p:cBhvr>
                                      <p:to>
                                        <p:strVal val="visible"/>
                                      </p:to>
                                    </p:set>
                                    <p:animEffect transition="in" filter="blinds(horizontal)">
                                      <p:cBhvr>
                                        <p:cTn id="10" dur="500"/>
                                        <p:tgtEl>
                                          <p:spTgt spid="22531"/>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2546"/>
                                        </p:tgtEl>
                                        <p:attrNameLst>
                                          <p:attrName>style.visibility</p:attrName>
                                        </p:attrNameLst>
                                      </p:cBhvr>
                                      <p:to>
                                        <p:strVal val="visible"/>
                                      </p:to>
                                    </p:set>
                                    <p:animEffect transition="in" filter="blinds(horizontal)">
                                      <p:cBhvr>
                                        <p:cTn id="13" dur="500"/>
                                        <p:tgtEl>
                                          <p:spTgt spid="22546"/>
                                        </p:tgtEl>
                                      </p:cBhvr>
                                    </p:animEffect>
                                  </p:childTnLst>
                                </p:cTn>
                              </p:par>
                              <p:par>
                                <p:cTn id="14" presetID="3" presetClass="entr" presetSubtype="10" fill="hold" nodeType="withEffect">
                                  <p:stCondLst>
                                    <p:cond delay="0"/>
                                  </p:stCondLst>
                                  <p:childTnLst>
                                    <p:set>
                                      <p:cBhvr>
                                        <p:cTn id="15" dur="1" fill="hold">
                                          <p:stCondLst>
                                            <p:cond delay="0"/>
                                          </p:stCondLst>
                                        </p:cTn>
                                        <p:tgtEl>
                                          <p:spTgt spid="22568"/>
                                        </p:tgtEl>
                                        <p:attrNameLst>
                                          <p:attrName>style.visibility</p:attrName>
                                        </p:attrNameLst>
                                      </p:cBhvr>
                                      <p:to>
                                        <p:strVal val="visible"/>
                                      </p:to>
                                    </p:set>
                                    <p:animEffect transition="in" filter="blinds(horizontal)">
                                      <p:cBhvr>
                                        <p:cTn id="16" dur="500"/>
                                        <p:tgtEl>
                                          <p:spTgt spid="22568"/>
                                        </p:tgtEl>
                                      </p:cBhvr>
                                    </p:animEffect>
                                  </p:childTnLst>
                                </p:cTn>
                              </p:par>
                              <p:par>
                                <p:cTn id="17" presetID="3" presetClass="entr" presetSubtype="10" fill="hold" nodeType="withEffect">
                                  <p:stCondLst>
                                    <p:cond delay="0"/>
                                  </p:stCondLst>
                                  <p:childTnLst>
                                    <p:set>
                                      <p:cBhvr>
                                        <p:cTn id="18" dur="1" fill="hold">
                                          <p:stCondLst>
                                            <p:cond delay="0"/>
                                          </p:stCondLst>
                                        </p:cTn>
                                        <p:tgtEl>
                                          <p:spTgt spid="22570"/>
                                        </p:tgtEl>
                                        <p:attrNameLst>
                                          <p:attrName>style.visibility</p:attrName>
                                        </p:attrNameLst>
                                      </p:cBhvr>
                                      <p:to>
                                        <p:strVal val="visible"/>
                                      </p:to>
                                    </p:set>
                                    <p:animEffect transition="in" filter="blinds(horizontal)">
                                      <p:cBhvr>
                                        <p:cTn id="19" dur="500"/>
                                        <p:tgtEl>
                                          <p:spTgt spid="22570"/>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22571"/>
                                        </p:tgtEl>
                                        <p:attrNameLst>
                                          <p:attrName>style.visibility</p:attrName>
                                        </p:attrNameLst>
                                      </p:cBhvr>
                                      <p:to>
                                        <p:strVal val="visible"/>
                                      </p:to>
                                    </p:set>
                                    <p:animEffect transition="in" filter="blinds(horizontal)">
                                      <p:cBhvr>
                                        <p:cTn id="22" dur="500"/>
                                        <p:tgtEl>
                                          <p:spTgt spid="22571"/>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47"/>
                                        </p:tgtEl>
                                        <p:attrNameLst>
                                          <p:attrName>style.visibility</p:attrName>
                                        </p:attrNameLst>
                                      </p:cBhvr>
                                      <p:to>
                                        <p:strVal val="visible"/>
                                      </p:to>
                                    </p:set>
                                    <p:animEffect transition="in" filter="blinds(horizontal)">
                                      <p:cBhvr>
                                        <p:cTn id="25" dur="500"/>
                                        <p:tgtEl>
                                          <p:spTgt spid="47"/>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22541"/>
                                        </p:tgtEl>
                                        <p:attrNameLst>
                                          <p:attrName>style.visibility</p:attrName>
                                        </p:attrNameLst>
                                      </p:cBhvr>
                                      <p:to>
                                        <p:strVal val="visible"/>
                                      </p:to>
                                    </p:set>
                                    <p:animEffect transition="in" filter="blinds(horizontal)">
                                      <p:cBhvr>
                                        <p:cTn id="28" dur="500"/>
                                        <p:tgtEl>
                                          <p:spTgt spid="22541"/>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22545"/>
                                        </p:tgtEl>
                                        <p:attrNameLst>
                                          <p:attrName>style.visibility</p:attrName>
                                        </p:attrNameLst>
                                      </p:cBhvr>
                                      <p:to>
                                        <p:strVal val="visible"/>
                                      </p:to>
                                    </p:set>
                                    <p:animEffect transition="in" filter="blinds(horizontal)">
                                      <p:cBhvr>
                                        <p:cTn id="31" dur="500"/>
                                        <p:tgtEl>
                                          <p:spTgt spid="22545"/>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22557"/>
                                        </p:tgtEl>
                                        <p:attrNameLst>
                                          <p:attrName>style.visibility</p:attrName>
                                        </p:attrNameLst>
                                      </p:cBhvr>
                                      <p:to>
                                        <p:strVal val="visible"/>
                                      </p:to>
                                    </p:set>
                                    <p:animEffect transition="in" filter="blinds(horizontal)">
                                      <p:cBhvr>
                                        <p:cTn id="36" dur="500"/>
                                        <p:tgtEl>
                                          <p:spTgt spid="22557"/>
                                        </p:tgtEl>
                                      </p:cBhvr>
                                    </p:animEffect>
                                  </p:childTnLst>
                                </p:cTn>
                              </p:par>
                              <p:par>
                                <p:cTn id="37" presetID="3" presetClass="entr" presetSubtype="10" fill="hold" nodeType="withEffect">
                                  <p:stCondLst>
                                    <p:cond delay="0"/>
                                  </p:stCondLst>
                                  <p:childTnLst>
                                    <p:set>
                                      <p:cBhvr>
                                        <p:cTn id="38" dur="1" fill="hold">
                                          <p:stCondLst>
                                            <p:cond delay="0"/>
                                          </p:stCondLst>
                                        </p:cTn>
                                        <p:tgtEl>
                                          <p:spTgt spid="40974"/>
                                        </p:tgtEl>
                                        <p:attrNameLst>
                                          <p:attrName>style.visibility</p:attrName>
                                        </p:attrNameLst>
                                      </p:cBhvr>
                                      <p:to>
                                        <p:strVal val="visible"/>
                                      </p:to>
                                    </p:set>
                                    <p:animEffect transition="in" filter="blinds(horizontal)">
                                      <p:cBhvr>
                                        <p:cTn id="39" dur="500"/>
                                        <p:tgtEl>
                                          <p:spTgt spid="40974"/>
                                        </p:tgtEl>
                                      </p:cBhvr>
                                    </p:animEffect>
                                  </p:childTnLst>
                                </p:cTn>
                              </p:par>
                              <p:par>
                                <p:cTn id="40" presetID="3" presetClass="entr" presetSubtype="10" fill="hold" nodeType="withEffect">
                                  <p:stCondLst>
                                    <p:cond delay="0"/>
                                  </p:stCondLst>
                                  <p:childTnLst>
                                    <p:set>
                                      <p:cBhvr>
                                        <p:cTn id="41" dur="1" fill="hold">
                                          <p:stCondLst>
                                            <p:cond delay="0"/>
                                          </p:stCondLst>
                                        </p:cTn>
                                        <p:tgtEl>
                                          <p:spTgt spid="40973"/>
                                        </p:tgtEl>
                                        <p:attrNameLst>
                                          <p:attrName>style.visibility</p:attrName>
                                        </p:attrNameLst>
                                      </p:cBhvr>
                                      <p:to>
                                        <p:strVal val="visible"/>
                                      </p:to>
                                    </p:set>
                                    <p:animEffect transition="in" filter="blinds(horizontal)">
                                      <p:cBhvr>
                                        <p:cTn id="42" dur="500"/>
                                        <p:tgtEl>
                                          <p:spTgt spid="40973"/>
                                        </p:tgtEl>
                                      </p:cBhvr>
                                    </p:animEffect>
                                  </p:childTnLst>
                                </p:cTn>
                              </p:par>
                              <p:par>
                                <p:cTn id="43" presetID="3" presetClass="entr" presetSubtype="10" fill="hold" nodeType="withEffect">
                                  <p:stCondLst>
                                    <p:cond delay="0"/>
                                  </p:stCondLst>
                                  <p:childTnLst>
                                    <p:set>
                                      <p:cBhvr>
                                        <p:cTn id="44" dur="1" fill="hold">
                                          <p:stCondLst>
                                            <p:cond delay="0"/>
                                          </p:stCondLst>
                                        </p:cTn>
                                        <p:tgtEl>
                                          <p:spTgt spid="40972"/>
                                        </p:tgtEl>
                                        <p:attrNameLst>
                                          <p:attrName>style.visibility</p:attrName>
                                        </p:attrNameLst>
                                      </p:cBhvr>
                                      <p:to>
                                        <p:strVal val="visible"/>
                                      </p:to>
                                    </p:set>
                                    <p:animEffect transition="in" filter="blinds(horizontal)">
                                      <p:cBhvr>
                                        <p:cTn id="45" dur="500"/>
                                        <p:tgtEl>
                                          <p:spTgt spid="40972"/>
                                        </p:tgtEl>
                                      </p:cBhvr>
                                    </p:animEffect>
                                  </p:childTnLst>
                                </p:cTn>
                              </p:par>
                              <p:par>
                                <p:cTn id="46" presetID="3" presetClass="entr" presetSubtype="10" fill="hold" nodeType="withEffect">
                                  <p:stCondLst>
                                    <p:cond delay="0"/>
                                  </p:stCondLst>
                                  <p:childTnLst>
                                    <p:set>
                                      <p:cBhvr>
                                        <p:cTn id="47" dur="1" fill="hold">
                                          <p:stCondLst>
                                            <p:cond delay="0"/>
                                          </p:stCondLst>
                                        </p:cTn>
                                        <p:tgtEl>
                                          <p:spTgt spid="22572"/>
                                        </p:tgtEl>
                                        <p:attrNameLst>
                                          <p:attrName>style.visibility</p:attrName>
                                        </p:attrNameLst>
                                      </p:cBhvr>
                                      <p:to>
                                        <p:strVal val="visible"/>
                                      </p:to>
                                    </p:set>
                                    <p:animEffect transition="in" filter="blinds(horizontal)">
                                      <p:cBhvr>
                                        <p:cTn id="48" dur="500"/>
                                        <p:tgtEl>
                                          <p:spTgt spid="22572"/>
                                        </p:tgtEl>
                                      </p:cBhvr>
                                    </p:animEffect>
                                  </p:childTnLst>
                                </p:cTn>
                              </p:par>
                              <p:par>
                                <p:cTn id="49" presetID="3" presetClass="entr" presetSubtype="10" fill="hold" nodeType="withEffect">
                                  <p:stCondLst>
                                    <p:cond delay="0"/>
                                  </p:stCondLst>
                                  <p:childTnLst>
                                    <p:set>
                                      <p:cBhvr>
                                        <p:cTn id="50" dur="1" fill="hold">
                                          <p:stCondLst>
                                            <p:cond delay="0"/>
                                          </p:stCondLst>
                                        </p:cTn>
                                        <p:tgtEl>
                                          <p:spTgt spid="22573"/>
                                        </p:tgtEl>
                                        <p:attrNameLst>
                                          <p:attrName>style.visibility</p:attrName>
                                        </p:attrNameLst>
                                      </p:cBhvr>
                                      <p:to>
                                        <p:strVal val="visible"/>
                                      </p:to>
                                    </p:set>
                                    <p:animEffect transition="in" filter="blinds(horizontal)">
                                      <p:cBhvr>
                                        <p:cTn id="51" dur="500"/>
                                        <p:tgtEl>
                                          <p:spTgt spid="22573"/>
                                        </p:tgtEl>
                                      </p:cBhvr>
                                    </p:animEffect>
                                  </p:childTnLst>
                                </p:cTn>
                              </p:par>
                              <p:par>
                                <p:cTn id="52" presetID="3" presetClass="entr" presetSubtype="10" fill="hold" nodeType="withEffect">
                                  <p:stCondLst>
                                    <p:cond delay="0"/>
                                  </p:stCondLst>
                                  <p:childTnLst>
                                    <p:set>
                                      <p:cBhvr>
                                        <p:cTn id="53" dur="1" fill="hold">
                                          <p:stCondLst>
                                            <p:cond delay="0"/>
                                          </p:stCondLst>
                                        </p:cTn>
                                        <p:tgtEl>
                                          <p:spTgt spid="22574"/>
                                        </p:tgtEl>
                                        <p:attrNameLst>
                                          <p:attrName>style.visibility</p:attrName>
                                        </p:attrNameLst>
                                      </p:cBhvr>
                                      <p:to>
                                        <p:strVal val="visible"/>
                                      </p:to>
                                    </p:set>
                                    <p:animEffect transition="in" filter="blinds(horizontal)">
                                      <p:cBhvr>
                                        <p:cTn id="54" dur="500"/>
                                        <p:tgtEl>
                                          <p:spTgt spid="22574"/>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3" presetClass="entr" presetSubtype="10" fill="hold" nodeType="clickEffect">
                                  <p:stCondLst>
                                    <p:cond delay="0"/>
                                  </p:stCondLst>
                                  <p:childTnLst>
                                    <p:set>
                                      <p:cBhvr>
                                        <p:cTn id="58" dur="1" fill="hold">
                                          <p:stCondLst>
                                            <p:cond delay="0"/>
                                          </p:stCondLst>
                                        </p:cTn>
                                        <p:tgtEl>
                                          <p:spTgt spid="22565"/>
                                        </p:tgtEl>
                                        <p:attrNameLst>
                                          <p:attrName>style.visibility</p:attrName>
                                        </p:attrNameLst>
                                      </p:cBhvr>
                                      <p:to>
                                        <p:strVal val="visible"/>
                                      </p:to>
                                    </p:set>
                                    <p:animEffect transition="in" filter="blinds(horizontal)">
                                      <p:cBhvr>
                                        <p:cTn id="59" dur="500"/>
                                        <p:tgtEl>
                                          <p:spTgt spid="22565"/>
                                        </p:tgtEl>
                                      </p:cBhvr>
                                    </p:animEffect>
                                  </p:childTnLst>
                                </p:cTn>
                              </p:par>
                              <p:par>
                                <p:cTn id="60" presetID="3" presetClass="entr" presetSubtype="10" fill="hold" nodeType="withEffect">
                                  <p:stCondLst>
                                    <p:cond delay="0"/>
                                  </p:stCondLst>
                                  <p:childTnLst>
                                    <p:set>
                                      <p:cBhvr>
                                        <p:cTn id="61" dur="1" fill="hold">
                                          <p:stCondLst>
                                            <p:cond delay="0"/>
                                          </p:stCondLst>
                                        </p:cTn>
                                        <p:tgtEl>
                                          <p:spTgt spid="22566"/>
                                        </p:tgtEl>
                                        <p:attrNameLst>
                                          <p:attrName>style.visibility</p:attrName>
                                        </p:attrNameLst>
                                      </p:cBhvr>
                                      <p:to>
                                        <p:strVal val="visible"/>
                                      </p:to>
                                    </p:set>
                                    <p:animEffect transition="in" filter="blinds(horizontal)">
                                      <p:cBhvr>
                                        <p:cTn id="62" dur="500"/>
                                        <p:tgtEl>
                                          <p:spTgt spid="22566"/>
                                        </p:tgtEl>
                                      </p:cBhvr>
                                    </p:animEffect>
                                  </p:childTnLst>
                                </p:cTn>
                              </p:par>
                              <p:par>
                                <p:cTn id="63" presetID="3" presetClass="entr" presetSubtype="10" fill="hold" nodeType="withEffect">
                                  <p:stCondLst>
                                    <p:cond delay="0"/>
                                  </p:stCondLst>
                                  <p:childTnLst>
                                    <p:set>
                                      <p:cBhvr>
                                        <p:cTn id="64" dur="1" fill="hold">
                                          <p:stCondLst>
                                            <p:cond delay="0"/>
                                          </p:stCondLst>
                                        </p:cTn>
                                        <p:tgtEl>
                                          <p:spTgt spid="40966"/>
                                        </p:tgtEl>
                                        <p:attrNameLst>
                                          <p:attrName>style.visibility</p:attrName>
                                        </p:attrNameLst>
                                      </p:cBhvr>
                                      <p:to>
                                        <p:strVal val="visible"/>
                                      </p:to>
                                    </p:set>
                                    <p:animEffect transition="in" filter="blinds(horizontal)">
                                      <p:cBhvr>
                                        <p:cTn id="65" dur="500"/>
                                        <p:tgtEl>
                                          <p:spTgt spid="40966"/>
                                        </p:tgtEl>
                                      </p:cBhvr>
                                    </p:animEffect>
                                  </p:childTnLst>
                                </p:cTn>
                              </p:par>
                              <p:par>
                                <p:cTn id="66" presetID="3" presetClass="entr" presetSubtype="10" fill="hold" nodeType="withEffect">
                                  <p:stCondLst>
                                    <p:cond delay="0"/>
                                  </p:stCondLst>
                                  <p:childTnLst>
                                    <p:set>
                                      <p:cBhvr>
                                        <p:cTn id="67" dur="1" fill="hold">
                                          <p:stCondLst>
                                            <p:cond delay="0"/>
                                          </p:stCondLst>
                                        </p:cTn>
                                        <p:tgtEl>
                                          <p:spTgt spid="22559"/>
                                        </p:tgtEl>
                                        <p:attrNameLst>
                                          <p:attrName>style.visibility</p:attrName>
                                        </p:attrNameLst>
                                      </p:cBhvr>
                                      <p:to>
                                        <p:strVal val="visible"/>
                                      </p:to>
                                    </p:set>
                                    <p:animEffect transition="in" filter="blinds(horizontal)">
                                      <p:cBhvr>
                                        <p:cTn id="68" dur="500"/>
                                        <p:tgtEl>
                                          <p:spTgt spid="22559"/>
                                        </p:tgtEl>
                                      </p:cBhvr>
                                    </p:animEffect>
                                  </p:childTnLst>
                                </p:cTn>
                              </p:par>
                              <p:par>
                                <p:cTn id="69" presetID="3" presetClass="entr" presetSubtype="10" fill="hold" grpId="0" nodeType="withEffect">
                                  <p:stCondLst>
                                    <p:cond delay="0"/>
                                  </p:stCondLst>
                                  <p:childTnLst>
                                    <p:set>
                                      <p:cBhvr>
                                        <p:cTn id="70" dur="1" fill="hold">
                                          <p:stCondLst>
                                            <p:cond delay="0"/>
                                          </p:stCondLst>
                                        </p:cTn>
                                        <p:tgtEl>
                                          <p:spTgt spid="22534"/>
                                        </p:tgtEl>
                                        <p:attrNameLst>
                                          <p:attrName>style.visibility</p:attrName>
                                        </p:attrNameLst>
                                      </p:cBhvr>
                                      <p:to>
                                        <p:strVal val="visible"/>
                                      </p:to>
                                    </p:set>
                                    <p:animEffect transition="in" filter="blinds(horizontal)">
                                      <p:cBhvr>
                                        <p:cTn id="71" dur="500"/>
                                        <p:tgtEl>
                                          <p:spTgt spid="22534"/>
                                        </p:tgtEl>
                                      </p:cBhvr>
                                    </p:animEffect>
                                  </p:childTnLst>
                                </p:cTn>
                              </p:par>
                              <p:par>
                                <p:cTn id="72" presetID="3" presetClass="entr" presetSubtype="10" fill="hold" grpId="0" nodeType="withEffect">
                                  <p:stCondLst>
                                    <p:cond delay="0"/>
                                  </p:stCondLst>
                                  <p:childTnLst>
                                    <p:set>
                                      <p:cBhvr>
                                        <p:cTn id="73" dur="1" fill="hold">
                                          <p:stCondLst>
                                            <p:cond delay="0"/>
                                          </p:stCondLst>
                                        </p:cTn>
                                        <p:tgtEl>
                                          <p:spTgt spid="22533"/>
                                        </p:tgtEl>
                                        <p:attrNameLst>
                                          <p:attrName>style.visibility</p:attrName>
                                        </p:attrNameLst>
                                      </p:cBhvr>
                                      <p:to>
                                        <p:strVal val="visible"/>
                                      </p:to>
                                    </p:set>
                                    <p:animEffect transition="in" filter="blinds(horizontal)">
                                      <p:cBhvr>
                                        <p:cTn id="74" dur="500"/>
                                        <p:tgtEl>
                                          <p:spTgt spid="22533"/>
                                        </p:tgtEl>
                                      </p:cBhvr>
                                    </p:animEffect>
                                  </p:childTnLst>
                                </p:cTn>
                              </p:par>
                              <p:par>
                                <p:cTn id="75" presetID="3" presetClass="entr" presetSubtype="10" fill="hold" grpId="0" nodeType="withEffect">
                                  <p:stCondLst>
                                    <p:cond delay="0"/>
                                  </p:stCondLst>
                                  <p:childTnLst>
                                    <p:set>
                                      <p:cBhvr>
                                        <p:cTn id="76" dur="1" fill="hold">
                                          <p:stCondLst>
                                            <p:cond delay="0"/>
                                          </p:stCondLst>
                                        </p:cTn>
                                        <p:tgtEl>
                                          <p:spTgt spid="22532"/>
                                        </p:tgtEl>
                                        <p:attrNameLst>
                                          <p:attrName>style.visibility</p:attrName>
                                        </p:attrNameLst>
                                      </p:cBhvr>
                                      <p:to>
                                        <p:strVal val="visible"/>
                                      </p:to>
                                    </p:set>
                                    <p:animEffect transition="in" filter="blinds(horizontal)">
                                      <p:cBhvr>
                                        <p:cTn id="77" dur="500"/>
                                        <p:tgtEl>
                                          <p:spTgt spid="22532"/>
                                        </p:tgtEl>
                                      </p:cBhvr>
                                    </p:animEffect>
                                  </p:childTnLst>
                                </p:cTn>
                              </p:par>
                              <p:par>
                                <p:cTn id="78" presetID="3" presetClass="entr" presetSubtype="10" fill="hold" grpId="0" nodeType="withEffect">
                                  <p:stCondLst>
                                    <p:cond delay="0"/>
                                  </p:stCondLst>
                                  <p:childTnLst>
                                    <p:set>
                                      <p:cBhvr>
                                        <p:cTn id="79" dur="1" fill="hold">
                                          <p:stCondLst>
                                            <p:cond delay="0"/>
                                          </p:stCondLst>
                                        </p:cTn>
                                        <p:tgtEl>
                                          <p:spTgt spid="22537"/>
                                        </p:tgtEl>
                                        <p:attrNameLst>
                                          <p:attrName>style.visibility</p:attrName>
                                        </p:attrNameLst>
                                      </p:cBhvr>
                                      <p:to>
                                        <p:strVal val="visible"/>
                                      </p:to>
                                    </p:set>
                                    <p:animEffect transition="in" filter="blinds(horizontal)">
                                      <p:cBhvr>
                                        <p:cTn id="80" dur="500"/>
                                        <p:tgtEl>
                                          <p:spTgt spid="22537"/>
                                        </p:tgtEl>
                                      </p:cBhvr>
                                    </p:animEffect>
                                  </p:childTnLst>
                                </p:cTn>
                              </p:par>
                              <p:par>
                                <p:cTn id="81" presetID="3" presetClass="entr" presetSubtype="10" fill="hold" grpId="0" nodeType="withEffect">
                                  <p:stCondLst>
                                    <p:cond delay="0"/>
                                  </p:stCondLst>
                                  <p:childTnLst>
                                    <p:set>
                                      <p:cBhvr>
                                        <p:cTn id="82" dur="1" fill="hold">
                                          <p:stCondLst>
                                            <p:cond delay="0"/>
                                          </p:stCondLst>
                                        </p:cTn>
                                        <p:tgtEl>
                                          <p:spTgt spid="22536"/>
                                        </p:tgtEl>
                                        <p:attrNameLst>
                                          <p:attrName>style.visibility</p:attrName>
                                        </p:attrNameLst>
                                      </p:cBhvr>
                                      <p:to>
                                        <p:strVal val="visible"/>
                                      </p:to>
                                    </p:set>
                                    <p:animEffect transition="in" filter="blinds(horizontal)">
                                      <p:cBhvr>
                                        <p:cTn id="83" dur="500"/>
                                        <p:tgtEl>
                                          <p:spTgt spid="22536"/>
                                        </p:tgtEl>
                                      </p:cBhvr>
                                    </p:animEffect>
                                  </p:childTnLst>
                                </p:cTn>
                              </p:par>
                              <p:par>
                                <p:cTn id="84" presetID="3" presetClass="entr" presetSubtype="10" fill="hold" grpId="0" nodeType="withEffect">
                                  <p:stCondLst>
                                    <p:cond delay="0"/>
                                  </p:stCondLst>
                                  <p:childTnLst>
                                    <p:set>
                                      <p:cBhvr>
                                        <p:cTn id="85" dur="1" fill="hold">
                                          <p:stCondLst>
                                            <p:cond delay="0"/>
                                          </p:stCondLst>
                                        </p:cTn>
                                        <p:tgtEl>
                                          <p:spTgt spid="22535"/>
                                        </p:tgtEl>
                                        <p:attrNameLst>
                                          <p:attrName>style.visibility</p:attrName>
                                        </p:attrNameLst>
                                      </p:cBhvr>
                                      <p:to>
                                        <p:strVal val="visible"/>
                                      </p:to>
                                    </p:set>
                                    <p:animEffect transition="in" filter="blinds(horizontal)">
                                      <p:cBhvr>
                                        <p:cTn id="86" dur="500"/>
                                        <p:tgtEl>
                                          <p:spTgt spid="22535"/>
                                        </p:tgtEl>
                                      </p:cBhvr>
                                    </p:animEffect>
                                  </p:childTnLst>
                                </p:cTn>
                              </p:par>
                              <p:par>
                                <p:cTn id="87" presetID="3" presetClass="entr" presetSubtype="10" fill="hold" nodeType="withEffect">
                                  <p:stCondLst>
                                    <p:cond delay="0"/>
                                  </p:stCondLst>
                                  <p:childTnLst>
                                    <p:set>
                                      <p:cBhvr>
                                        <p:cTn id="88" dur="1" fill="hold">
                                          <p:stCondLst>
                                            <p:cond delay="0"/>
                                          </p:stCondLst>
                                        </p:cTn>
                                        <p:tgtEl>
                                          <p:spTgt spid="22560"/>
                                        </p:tgtEl>
                                        <p:attrNameLst>
                                          <p:attrName>style.visibility</p:attrName>
                                        </p:attrNameLst>
                                      </p:cBhvr>
                                      <p:to>
                                        <p:strVal val="visible"/>
                                      </p:to>
                                    </p:set>
                                    <p:animEffect transition="in" filter="blinds(horizontal)">
                                      <p:cBhvr>
                                        <p:cTn id="89" dur="500"/>
                                        <p:tgtEl>
                                          <p:spTgt spid="22560"/>
                                        </p:tgtEl>
                                      </p:cBhvr>
                                    </p:animEffect>
                                  </p:childTnLst>
                                </p:cTn>
                              </p:par>
                              <p:par>
                                <p:cTn id="90" presetID="3" presetClass="entr" presetSubtype="10" fill="hold" nodeType="withEffect">
                                  <p:stCondLst>
                                    <p:cond delay="0"/>
                                  </p:stCondLst>
                                  <p:childTnLst>
                                    <p:set>
                                      <p:cBhvr>
                                        <p:cTn id="91" dur="1" fill="hold">
                                          <p:stCondLst>
                                            <p:cond delay="0"/>
                                          </p:stCondLst>
                                        </p:cTn>
                                        <p:tgtEl>
                                          <p:spTgt spid="22561"/>
                                        </p:tgtEl>
                                        <p:attrNameLst>
                                          <p:attrName>style.visibility</p:attrName>
                                        </p:attrNameLst>
                                      </p:cBhvr>
                                      <p:to>
                                        <p:strVal val="visible"/>
                                      </p:to>
                                    </p:set>
                                    <p:animEffect transition="in" filter="blinds(horizontal)">
                                      <p:cBhvr>
                                        <p:cTn id="92" dur="500"/>
                                        <p:tgtEl>
                                          <p:spTgt spid="22561"/>
                                        </p:tgtEl>
                                      </p:cBhvr>
                                    </p:animEffect>
                                  </p:childTnLst>
                                </p:cTn>
                              </p:par>
                              <p:par>
                                <p:cTn id="93" presetID="3" presetClass="entr" presetSubtype="10" fill="hold" nodeType="withEffect">
                                  <p:stCondLst>
                                    <p:cond delay="0"/>
                                  </p:stCondLst>
                                  <p:childTnLst>
                                    <p:set>
                                      <p:cBhvr>
                                        <p:cTn id="94" dur="1" fill="hold">
                                          <p:stCondLst>
                                            <p:cond delay="0"/>
                                          </p:stCondLst>
                                        </p:cTn>
                                        <p:tgtEl>
                                          <p:spTgt spid="40968"/>
                                        </p:tgtEl>
                                        <p:attrNameLst>
                                          <p:attrName>style.visibility</p:attrName>
                                        </p:attrNameLst>
                                      </p:cBhvr>
                                      <p:to>
                                        <p:strVal val="visible"/>
                                      </p:to>
                                    </p:set>
                                    <p:animEffect transition="in" filter="blinds(horizontal)">
                                      <p:cBhvr>
                                        <p:cTn id="95" dur="500"/>
                                        <p:tgtEl>
                                          <p:spTgt spid="40968"/>
                                        </p:tgtEl>
                                      </p:cBhvr>
                                    </p:animEffect>
                                  </p:childTnLst>
                                </p:cTn>
                              </p:par>
                              <p:par>
                                <p:cTn id="96" presetID="3" presetClass="entr" presetSubtype="10" fill="hold" nodeType="withEffect">
                                  <p:stCondLst>
                                    <p:cond delay="0"/>
                                  </p:stCondLst>
                                  <p:childTnLst>
                                    <p:set>
                                      <p:cBhvr>
                                        <p:cTn id="97" dur="1" fill="hold">
                                          <p:stCondLst>
                                            <p:cond delay="0"/>
                                          </p:stCondLst>
                                        </p:cTn>
                                        <p:tgtEl>
                                          <p:spTgt spid="22569"/>
                                        </p:tgtEl>
                                        <p:attrNameLst>
                                          <p:attrName>style.visibility</p:attrName>
                                        </p:attrNameLst>
                                      </p:cBhvr>
                                      <p:to>
                                        <p:strVal val="visible"/>
                                      </p:to>
                                    </p:set>
                                    <p:animEffect transition="in" filter="blinds(horizontal)">
                                      <p:cBhvr>
                                        <p:cTn id="98" dur="500"/>
                                        <p:tgtEl>
                                          <p:spTgt spid="22569"/>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3" presetClass="entr" presetSubtype="10" fill="hold" grpId="0" nodeType="clickEffect">
                                  <p:stCondLst>
                                    <p:cond delay="0"/>
                                  </p:stCondLst>
                                  <p:childTnLst>
                                    <p:set>
                                      <p:cBhvr>
                                        <p:cTn id="102" dur="1" fill="hold">
                                          <p:stCondLst>
                                            <p:cond delay="0"/>
                                          </p:stCondLst>
                                        </p:cTn>
                                        <p:tgtEl>
                                          <p:spTgt spid="22581"/>
                                        </p:tgtEl>
                                        <p:attrNameLst>
                                          <p:attrName>style.visibility</p:attrName>
                                        </p:attrNameLst>
                                      </p:cBhvr>
                                      <p:to>
                                        <p:strVal val="visible"/>
                                      </p:to>
                                    </p:set>
                                    <p:animEffect transition="in" filter="blinds(horizontal)">
                                      <p:cBhvr>
                                        <p:cTn id="103" dur="500"/>
                                        <p:tgtEl>
                                          <p:spTgt spid="22581"/>
                                        </p:tgtEl>
                                      </p:cBhvr>
                                    </p:animEffect>
                                  </p:childTnLst>
                                </p:cTn>
                              </p:par>
                              <p:par>
                                <p:cTn id="104" presetID="3" presetClass="entr" presetSubtype="10" fill="hold" nodeType="withEffect">
                                  <p:stCondLst>
                                    <p:cond delay="0"/>
                                  </p:stCondLst>
                                  <p:childTnLst>
                                    <p:set>
                                      <p:cBhvr>
                                        <p:cTn id="105" dur="1" fill="hold">
                                          <p:stCondLst>
                                            <p:cond delay="0"/>
                                          </p:stCondLst>
                                        </p:cTn>
                                        <p:tgtEl>
                                          <p:spTgt spid="22575"/>
                                        </p:tgtEl>
                                        <p:attrNameLst>
                                          <p:attrName>style.visibility</p:attrName>
                                        </p:attrNameLst>
                                      </p:cBhvr>
                                      <p:to>
                                        <p:strVal val="visible"/>
                                      </p:to>
                                    </p:set>
                                    <p:animEffect transition="in" filter="blinds(horizontal)">
                                      <p:cBhvr>
                                        <p:cTn id="106" dur="500"/>
                                        <p:tgtEl>
                                          <p:spTgt spid="22575"/>
                                        </p:tgtEl>
                                      </p:cBhvr>
                                    </p:animEffect>
                                  </p:childTnLst>
                                </p:cTn>
                              </p:par>
                              <p:par>
                                <p:cTn id="107" presetID="3" presetClass="entr" presetSubtype="10" fill="hold" nodeType="withEffect">
                                  <p:stCondLst>
                                    <p:cond delay="0"/>
                                  </p:stCondLst>
                                  <p:childTnLst>
                                    <p:set>
                                      <p:cBhvr>
                                        <p:cTn id="108" dur="1" fill="hold">
                                          <p:stCondLst>
                                            <p:cond delay="0"/>
                                          </p:stCondLst>
                                        </p:cTn>
                                        <p:tgtEl>
                                          <p:spTgt spid="22564"/>
                                        </p:tgtEl>
                                        <p:attrNameLst>
                                          <p:attrName>style.visibility</p:attrName>
                                        </p:attrNameLst>
                                      </p:cBhvr>
                                      <p:to>
                                        <p:strVal val="visible"/>
                                      </p:to>
                                    </p:set>
                                    <p:animEffect transition="in" filter="blinds(horizontal)">
                                      <p:cBhvr>
                                        <p:cTn id="109" dur="500"/>
                                        <p:tgtEl>
                                          <p:spTgt spid="22564"/>
                                        </p:tgtEl>
                                      </p:cBhvr>
                                    </p:animEffect>
                                  </p:childTnLst>
                                </p:cTn>
                              </p:par>
                              <p:par>
                                <p:cTn id="110" presetID="3" presetClass="entr" presetSubtype="10" fill="hold" grpId="0" nodeType="withEffect">
                                  <p:stCondLst>
                                    <p:cond delay="0"/>
                                  </p:stCondLst>
                                  <p:childTnLst>
                                    <p:set>
                                      <p:cBhvr>
                                        <p:cTn id="111" dur="1" fill="hold">
                                          <p:stCondLst>
                                            <p:cond delay="0"/>
                                          </p:stCondLst>
                                        </p:cTn>
                                        <p:tgtEl>
                                          <p:spTgt spid="22576"/>
                                        </p:tgtEl>
                                        <p:attrNameLst>
                                          <p:attrName>style.visibility</p:attrName>
                                        </p:attrNameLst>
                                      </p:cBhvr>
                                      <p:to>
                                        <p:strVal val="visible"/>
                                      </p:to>
                                    </p:set>
                                    <p:animEffect transition="in" filter="blinds(horizontal)">
                                      <p:cBhvr>
                                        <p:cTn id="112" dur="500"/>
                                        <p:tgtEl>
                                          <p:spTgt spid="22576"/>
                                        </p:tgtEl>
                                      </p:cBhvr>
                                    </p:animEffect>
                                  </p:childTnLst>
                                </p:cTn>
                              </p:par>
                              <p:par>
                                <p:cTn id="113" presetID="3" presetClass="entr" presetSubtype="10" fill="hold" grpId="0" nodeType="withEffect">
                                  <p:stCondLst>
                                    <p:cond delay="0"/>
                                  </p:stCondLst>
                                  <p:childTnLst>
                                    <p:set>
                                      <p:cBhvr>
                                        <p:cTn id="114" dur="1" fill="hold">
                                          <p:stCondLst>
                                            <p:cond delay="0"/>
                                          </p:stCondLst>
                                        </p:cTn>
                                        <p:tgtEl>
                                          <p:spTgt spid="22577"/>
                                        </p:tgtEl>
                                        <p:attrNameLst>
                                          <p:attrName>style.visibility</p:attrName>
                                        </p:attrNameLst>
                                      </p:cBhvr>
                                      <p:to>
                                        <p:strVal val="visible"/>
                                      </p:to>
                                    </p:set>
                                    <p:animEffect transition="in" filter="blinds(horizontal)">
                                      <p:cBhvr>
                                        <p:cTn id="115" dur="500"/>
                                        <p:tgtEl>
                                          <p:spTgt spid="22577"/>
                                        </p:tgtEl>
                                      </p:cBhvr>
                                    </p:animEffect>
                                  </p:childTnLst>
                                </p:cTn>
                              </p:par>
                              <p:par>
                                <p:cTn id="116" presetID="3" presetClass="entr" presetSubtype="10" fill="hold" nodeType="withEffect">
                                  <p:stCondLst>
                                    <p:cond delay="0"/>
                                  </p:stCondLst>
                                  <p:childTnLst>
                                    <p:set>
                                      <p:cBhvr>
                                        <p:cTn id="117" dur="1" fill="hold">
                                          <p:stCondLst>
                                            <p:cond delay="0"/>
                                          </p:stCondLst>
                                        </p:cTn>
                                        <p:tgtEl>
                                          <p:spTgt spid="40976"/>
                                        </p:tgtEl>
                                        <p:attrNameLst>
                                          <p:attrName>style.visibility</p:attrName>
                                        </p:attrNameLst>
                                      </p:cBhvr>
                                      <p:to>
                                        <p:strVal val="visible"/>
                                      </p:to>
                                    </p:set>
                                    <p:animEffect transition="in" filter="blinds(horizontal)">
                                      <p:cBhvr>
                                        <p:cTn id="118" dur="500"/>
                                        <p:tgtEl>
                                          <p:spTgt spid="40976"/>
                                        </p:tgtEl>
                                      </p:cBhvr>
                                    </p:animEffect>
                                  </p:childTnLst>
                                </p:cTn>
                              </p:par>
                              <p:par>
                                <p:cTn id="119" presetID="3" presetClass="entr" presetSubtype="10" fill="hold" grpId="0" nodeType="withEffect">
                                  <p:stCondLst>
                                    <p:cond delay="0"/>
                                  </p:stCondLst>
                                  <p:childTnLst>
                                    <p:set>
                                      <p:cBhvr>
                                        <p:cTn id="120" dur="1" fill="hold">
                                          <p:stCondLst>
                                            <p:cond delay="0"/>
                                          </p:stCondLst>
                                        </p:cTn>
                                        <p:tgtEl>
                                          <p:spTgt spid="22579"/>
                                        </p:tgtEl>
                                        <p:attrNameLst>
                                          <p:attrName>style.visibility</p:attrName>
                                        </p:attrNameLst>
                                      </p:cBhvr>
                                      <p:to>
                                        <p:strVal val="visible"/>
                                      </p:to>
                                    </p:set>
                                    <p:animEffect transition="in" filter="blinds(horizontal)">
                                      <p:cBhvr>
                                        <p:cTn id="121" dur="500"/>
                                        <p:tgtEl>
                                          <p:spTgt spid="22579"/>
                                        </p:tgtEl>
                                      </p:cBhvr>
                                    </p:animEffect>
                                  </p:childTnLst>
                                </p:cTn>
                              </p:par>
                              <p:par>
                                <p:cTn id="122" presetID="3" presetClass="entr" presetSubtype="10" fill="hold" nodeType="withEffect">
                                  <p:stCondLst>
                                    <p:cond delay="0"/>
                                  </p:stCondLst>
                                  <p:childTnLst>
                                    <p:set>
                                      <p:cBhvr>
                                        <p:cTn id="123" dur="1" fill="hold">
                                          <p:stCondLst>
                                            <p:cond delay="0"/>
                                          </p:stCondLst>
                                        </p:cTn>
                                        <p:tgtEl>
                                          <p:spTgt spid="22563"/>
                                        </p:tgtEl>
                                        <p:attrNameLst>
                                          <p:attrName>style.visibility</p:attrName>
                                        </p:attrNameLst>
                                      </p:cBhvr>
                                      <p:to>
                                        <p:strVal val="visible"/>
                                      </p:to>
                                    </p:set>
                                    <p:animEffect transition="in" filter="blinds(horizontal)">
                                      <p:cBhvr>
                                        <p:cTn id="124" dur="500"/>
                                        <p:tgtEl>
                                          <p:spTgt spid="22563"/>
                                        </p:tgtEl>
                                      </p:cBhvr>
                                    </p:animEffect>
                                  </p:childTnLst>
                                </p:cTn>
                              </p:par>
                              <p:par>
                                <p:cTn id="125" presetID="3" presetClass="entr" presetSubtype="10" fill="hold" grpId="0" nodeType="withEffect">
                                  <p:stCondLst>
                                    <p:cond delay="0"/>
                                  </p:stCondLst>
                                  <p:childTnLst>
                                    <p:set>
                                      <p:cBhvr>
                                        <p:cTn id="126" dur="1" fill="hold">
                                          <p:stCondLst>
                                            <p:cond delay="0"/>
                                          </p:stCondLst>
                                        </p:cTn>
                                        <p:tgtEl>
                                          <p:spTgt spid="22578"/>
                                        </p:tgtEl>
                                        <p:attrNameLst>
                                          <p:attrName>style.visibility</p:attrName>
                                        </p:attrNameLst>
                                      </p:cBhvr>
                                      <p:to>
                                        <p:strVal val="visible"/>
                                      </p:to>
                                    </p:set>
                                    <p:animEffect transition="in" filter="blinds(horizontal)">
                                      <p:cBhvr>
                                        <p:cTn id="127" dur="500"/>
                                        <p:tgtEl>
                                          <p:spTgt spid="22578"/>
                                        </p:tgtEl>
                                      </p:cBhvr>
                                    </p:animEffect>
                                  </p:childTnLst>
                                </p:cTn>
                              </p:par>
                              <p:par>
                                <p:cTn id="128" presetID="3" presetClass="entr" presetSubtype="10" fill="hold" nodeType="withEffect">
                                  <p:stCondLst>
                                    <p:cond delay="0"/>
                                  </p:stCondLst>
                                  <p:childTnLst>
                                    <p:set>
                                      <p:cBhvr>
                                        <p:cTn id="129" dur="1" fill="hold">
                                          <p:stCondLst>
                                            <p:cond delay="0"/>
                                          </p:stCondLst>
                                        </p:cTn>
                                        <p:tgtEl>
                                          <p:spTgt spid="22562"/>
                                        </p:tgtEl>
                                        <p:attrNameLst>
                                          <p:attrName>style.visibility</p:attrName>
                                        </p:attrNameLst>
                                      </p:cBhvr>
                                      <p:to>
                                        <p:strVal val="visible"/>
                                      </p:to>
                                    </p:set>
                                    <p:animEffect transition="in" filter="blinds(horizontal)">
                                      <p:cBhvr>
                                        <p:cTn id="130" dur="500"/>
                                        <p:tgtEl>
                                          <p:spTgt spid="22562"/>
                                        </p:tgtEl>
                                      </p:cBhvr>
                                    </p:animEffect>
                                  </p:childTnLst>
                                </p:cTn>
                              </p:par>
                              <p:par>
                                <p:cTn id="131" presetID="3" presetClass="entr" presetSubtype="10" fill="hold" grpId="0" nodeType="withEffect">
                                  <p:stCondLst>
                                    <p:cond delay="0"/>
                                  </p:stCondLst>
                                  <p:childTnLst>
                                    <p:set>
                                      <p:cBhvr>
                                        <p:cTn id="132" dur="1" fill="hold">
                                          <p:stCondLst>
                                            <p:cond delay="0"/>
                                          </p:stCondLst>
                                        </p:cTn>
                                        <p:tgtEl>
                                          <p:spTgt spid="22580"/>
                                        </p:tgtEl>
                                        <p:attrNameLst>
                                          <p:attrName>style.visibility</p:attrName>
                                        </p:attrNameLst>
                                      </p:cBhvr>
                                      <p:to>
                                        <p:strVal val="visible"/>
                                      </p:to>
                                    </p:set>
                                    <p:animEffect transition="in" filter="blinds(horizontal)">
                                      <p:cBhvr>
                                        <p:cTn id="133" dur="500"/>
                                        <p:tgtEl>
                                          <p:spTgt spid="22580"/>
                                        </p:tgtEl>
                                      </p:cBhvr>
                                    </p:animEffect>
                                  </p:childTnLst>
                                </p:cTn>
                              </p:par>
                              <p:par>
                                <p:cTn id="134" presetID="3" presetClass="entr" presetSubtype="10" fill="hold" nodeType="withEffect">
                                  <p:stCondLst>
                                    <p:cond delay="0"/>
                                  </p:stCondLst>
                                  <p:childTnLst>
                                    <p:set>
                                      <p:cBhvr>
                                        <p:cTn id="135" dur="1" fill="hold">
                                          <p:stCondLst>
                                            <p:cond delay="0"/>
                                          </p:stCondLst>
                                        </p:cTn>
                                        <p:tgtEl>
                                          <p:spTgt spid="22567"/>
                                        </p:tgtEl>
                                        <p:attrNameLst>
                                          <p:attrName>style.visibility</p:attrName>
                                        </p:attrNameLst>
                                      </p:cBhvr>
                                      <p:to>
                                        <p:strVal val="visible"/>
                                      </p:to>
                                    </p:set>
                                    <p:animEffect transition="in" filter="blinds(horizontal)">
                                      <p:cBhvr>
                                        <p:cTn id="136" dur="500"/>
                                        <p:tgtEl>
                                          <p:spTgt spid="225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animBg="1"/>
      <p:bldP spid="22532" grpId="0" animBg="1"/>
      <p:bldP spid="22533" grpId="0" animBg="1"/>
      <p:bldP spid="22534" grpId="0" animBg="1"/>
      <p:bldP spid="22535" grpId="0" animBg="1"/>
      <p:bldP spid="22536" grpId="0" animBg="1"/>
      <p:bldP spid="22537" grpId="0" animBg="1"/>
      <p:bldP spid="22541" grpId="0" animBg="1"/>
      <p:bldP spid="22545" grpId="0" animBg="1"/>
      <p:bldP spid="22546" grpId="0" animBg="1"/>
      <p:bldP spid="22547" grpId="0" animBg="1"/>
      <p:bldP spid="22557" grpId="0" animBg="1"/>
      <p:bldP spid="22571" grpId="0"/>
      <p:bldP spid="22576" grpId="0"/>
      <p:bldP spid="22577" grpId="0"/>
      <p:bldP spid="22578" grpId="0"/>
      <p:bldP spid="22579" grpId="0"/>
      <p:bldP spid="22580" grpId="0"/>
      <p:bldP spid="22581" grpId="0"/>
      <p:bldP spid="4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69470F1-969B-41A3-A6F3-2DA9DE476720}"/>
              </a:ext>
            </a:extLst>
          </p:cNvPr>
          <p:cNvSpPr>
            <a:spLocks noGrp="1"/>
          </p:cNvSpPr>
          <p:nvPr>
            <p:ph type="sldNum" sz="quarter" idx="10"/>
          </p:nvPr>
        </p:nvSpPr>
        <p:spPr/>
        <p:txBody>
          <a:bodyPr/>
          <a:lstStyle/>
          <a:p>
            <a:r>
              <a:rPr lang="en-US" altLang="zh-CN"/>
              <a:t>Page </a:t>
            </a:r>
            <a:fld id="{36ED1FC7-8A77-4A97-9141-D450373E7966}" type="slidenum">
              <a:rPr lang="en-US" altLang="zh-CN" smtClean="0"/>
              <a:pPr/>
              <a:t>11</a:t>
            </a:fld>
            <a:endParaRPr lang="en-US" altLang="zh-CN"/>
          </a:p>
        </p:txBody>
      </p:sp>
      <p:sp>
        <p:nvSpPr>
          <p:cNvPr id="4" name="文本框 3">
            <a:extLst>
              <a:ext uri="{FF2B5EF4-FFF2-40B4-BE49-F238E27FC236}">
                <a16:creationId xmlns:a16="http://schemas.microsoft.com/office/drawing/2014/main" id="{6710BAEE-AAE4-4378-AFEE-DD57D18DBFFF}"/>
              </a:ext>
            </a:extLst>
          </p:cNvPr>
          <p:cNvSpPr txBox="1"/>
          <p:nvPr/>
        </p:nvSpPr>
        <p:spPr>
          <a:xfrm>
            <a:off x="457200" y="1600200"/>
            <a:ext cx="7924800" cy="2369880"/>
          </a:xfrm>
          <a:prstGeom prst="rect">
            <a:avLst/>
          </a:prstGeom>
          <a:noFill/>
        </p:spPr>
        <p:txBody>
          <a:bodyPr wrap="square">
            <a:spAutoFit/>
          </a:bodyPr>
          <a:lstStyle/>
          <a:p>
            <a:pPr algn="just"/>
            <a:r>
              <a:rPr lang="zh-CN" altLang="en-US" sz="2800" dirty="0">
                <a:latin typeface="微软雅黑" panose="020B0503020204020204" pitchFamily="34" charset="-122"/>
                <a:ea typeface="微软雅黑" panose="020B0503020204020204" pitchFamily="34" charset="-122"/>
              </a:rPr>
              <a:t>       </a:t>
            </a:r>
            <a:r>
              <a:rPr lang="zh-CN" altLang="en-US" sz="2400" dirty="0">
                <a:latin typeface="+mn-ea"/>
                <a:ea typeface="+mn-ea"/>
              </a:rPr>
              <a:t>说到可信计算，就不能不提</a:t>
            </a:r>
            <a:r>
              <a:rPr lang="en-US" altLang="zh-CN" sz="2400" dirty="0">
                <a:latin typeface="+mn-ea"/>
                <a:ea typeface="+mn-ea"/>
              </a:rPr>
              <a:t>TPM</a:t>
            </a:r>
            <a:r>
              <a:rPr lang="zh-CN" altLang="en-US" sz="2400" dirty="0">
                <a:latin typeface="+mn-ea"/>
                <a:ea typeface="+mn-ea"/>
              </a:rPr>
              <a:t>安全芯片。所谓</a:t>
            </a:r>
            <a:r>
              <a:rPr lang="en-US" altLang="zh-CN" sz="2400" dirty="0">
                <a:latin typeface="+mn-ea"/>
                <a:ea typeface="+mn-ea"/>
              </a:rPr>
              <a:t>TPM</a:t>
            </a:r>
            <a:r>
              <a:rPr lang="zh-CN" altLang="en-US" sz="2400" dirty="0">
                <a:latin typeface="+mn-ea"/>
                <a:ea typeface="+mn-ea"/>
              </a:rPr>
              <a:t>安全芯片，是指符合</a:t>
            </a:r>
            <a:r>
              <a:rPr lang="en-US" altLang="zh-CN" sz="2400" dirty="0">
                <a:latin typeface="+mn-ea"/>
                <a:ea typeface="+mn-ea"/>
              </a:rPr>
              <a:t>TPM</a:t>
            </a:r>
            <a:r>
              <a:rPr lang="zh-CN" altLang="en-US" sz="2400" dirty="0">
                <a:latin typeface="+mn-ea"/>
                <a:ea typeface="+mn-ea"/>
              </a:rPr>
              <a:t>标准的安全芯片，它能有效地保护</a:t>
            </a:r>
            <a:r>
              <a:rPr lang="en-US" altLang="zh-CN" sz="2400" dirty="0">
                <a:latin typeface="+mn-ea"/>
                <a:ea typeface="+mn-ea"/>
              </a:rPr>
              <a:t>PC</a:t>
            </a:r>
            <a:r>
              <a:rPr lang="zh-CN" altLang="en-US" sz="2400" dirty="0">
                <a:latin typeface="+mn-ea"/>
                <a:ea typeface="+mn-ea"/>
              </a:rPr>
              <a:t>，防止非法用户访问。</a:t>
            </a:r>
            <a:r>
              <a:rPr lang="en-US" altLang="zh-CN" sz="2400" dirty="0">
                <a:latin typeface="+mn-ea"/>
                <a:ea typeface="+mn-ea"/>
              </a:rPr>
              <a:t>TPM</a:t>
            </a:r>
            <a:r>
              <a:rPr lang="zh-CN" altLang="en-US" sz="2400" dirty="0">
                <a:latin typeface="+mn-ea"/>
                <a:ea typeface="+mn-ea"/>
              </a:rPr>
              <a:t>标准由可信赖计算组织（</a:t>
            </a:r>
            <a:r>
              <a:rPr lang="en-US" altLang="zh-CN" sz="2400" dirty="0">
                <a:latin typeface="+mn-ea"/>
                <a:ea typeface="+mn-ea"/>
              </a:rPr>
              <a:t>Trusted Computing Group</a:t>
            </a:r>
            <a:r>
              <a:rPr lang="zh-CN" altLang="en-US" sz="2400" dirty="0">
                <a:latin typeface="+mn-ea"/>
                <a:ea typeface="+mn-ea"/>
              </a:rPr>
              <a:t>，</a:t>
            </a:r>
            <a:r>
              <a:rPr lang="en-US" altLang="zh-CN" sz="2400" dirty="0">
                <a:latin typeface="+mn-ea"/>
                <a:ea typeface="+mn-ea"/>
              </a:rPr>
              <a:t>TCG</a:t>
            </a:r>
            <a:r>
              <a:rPr lang="zh-CN" altLang="en-US" sz="2400" dirty="0">
                <a:latin typeface="+mn-ea"/>
                <a:ea typeface="+mn-ea"/>
              </a:rPr>
              <a:t>）制定。</a:t>
            </a:r>
            <a:r>
              <a:rPr lang="en-US" altLang="zh-CN" sz="2400" dirty="0">
                <a:latin typeface="+mn-ea"/>
                <a:ea typeface="+mn-ea"/>
              </a:rPr>
              <a:t>TCG</a:t>
            </a:r>
            <a:r>
              <a:rPr lang="zh-CN" altLang="en-US" sz="2400" dirty="0">
                <a:latin typeface="+mn-ea"/>
                <a:ea typeface="+mn-ea"/>
              </a:rPr>
              <a:t>的前身是多家</a:t>
            </a:r>
            <a:r>
              <a:rPr lang="en-US" altLang="zh-CN" sz="2400" dirty="0">
                <a:latin typeface="+mn-ea"/>
                <a:ea typeface="+mn-ea"/>
              </a:rPr>
              <a:t>IT</a:t>
            </a:r>
            <a:r>
              <a:rPr lang="zh-CN" altLang="en-US" sz="2400" dirty="0">
                <a:latin typeface="+mn-ea"/>
                <a:ea typeface="+mn-ea"/>
              </a:rPr>
              <a:t>巨头联合发起成立的可信赖运算平台联盟（</a:t>
            </a:r>
            <a:r>
              <a:rPr lang="en-US" altLang="zh-CN" sz="2400" dirty="0">
                <a:latin typeface="+mn-ea"/>
                <a:ea typeface="+mn-ea"/>
              </a:rPr>
              <a:t>TCPA</a:t>
            </a:r>
            <a:r>
              <a:rPr lang="zh-CN" altLang="en-US" sz="2400" dirty="0">
                <a:latin typeface="+mn-ea"/>
                <a:ea typeface="+mn-ea"/>
              </a:rPr>
              <a:t>），在</a:t>
            </a:r>
            <a:r>
              <a:rPr lang="en-US" altLang="zh-CN" sz="2400" dirty="0">
                <a:latin typeface="+mn-ea"/>
                <a:ea typeface="+mn-ea"/>
              </a:rPr>
              <a:t>2003</a:t>
            </a:r>
            <a:r>
              <a:rPr lang="zh-CN" altLang="en-US" sz="2400" dirty="0">
                <a:latin typeface="+mn-ea"/>
                <a:ea typeface="+mn-ea"/>
              </a:rPr>
              <a:t>年</a:t>
            </a:r>
            <a:r>
              <a:rPr lang="en-US" altLang="zh-CN" sz="2400" dirty="0">
                <a:latin typeface="+mn-ea"/>
                <a:ea typeface="+mn-ea"/>
              </a:rPr>
              <a:t>3</a:t>
            </a:r>
            <a:r>
              <a:rPr lang="zh-CN" altLang="en-US" sz="2400" dirty="0">
                <a:latin typeface="+mn-ea"/>
                <a:ea typeface="+mn-ea"/>
              </a:rPr>
              <a:t>月，</a:t>
            </a:r>
            <a:r>
              <a:rPr lang="en-US" altLang="zh-CN" sz="2400" dirty="0">
                <a:latin typeface="+mn-ea"/>
                <a:ea typeface="+mn-ea"/>
              </a:rPr>
              <a:t>TCPA</a:t>
            </a:r>
            <a:r>
              <a:rPr lang="zh-CN" altLang="en-US" sz="2400" dirty="0">
                <a:latin typeface="+mn-ea"/>
                <a:ea typeface="+mn-ea"/>
              </a:rPr>
              <a:t>改组为可信赖计算组织。</a:t>
            </a:r>
          </a:p>
        </p:txBody>
      </p:sp>
      <p:sp>
        <p:nvSpPr>
          <p:cNvPr id="5" name="Rectangle 17">
            <a:extLst>
              <a:ext uri="{FF2B5EF4-FFF2-40B4-BE49-F238E27FC236}">
                <a16:creationId xmlns:a16="http://schemas.microsoft.com/office/drawing/2014/main" id="{C0B648A0-0D17-4625-9363-E3C8AF3EE338}"/>
              </a:ext>
            </a:extLst>
          </p:cNvPr>
          <p:cNvSpPr txBox="1">
            <a:spLocks noChangeArrowheads="1"/>
          </p:cNvSpPr>
          <p:nvPr/>
        </p:nvSpPr>
        <p:spPr>
          <a:xfrm>
            <a:off x="2667000" y="304800"/>
            <a:ext cx="5562600" cy="533400"/>
          </a:xfrm>
          <a:prstGeom prst="rect">
            <a:avLst/>
          </a:prstGeom>
          <a:noFill/>
          <a:ln/>
        </p:spPr>
        <p:txBody>
          <a:bodyPr/>
          <a:lstStyle/>
          <a:p>
            <a:pPr>
              <a:lnSpc>
                <a:spcPts val="3200"/>
              </a:lnSpc>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可信计算规范指南</a:t>
            </a:r>
          </a:p>
        </p:txBody>
      </p:sp>
    </p:spTree>
    <p:extLst>
      <p:ext uri="{BB962C8B-B14F-4D97-AF65-F5344CB8AC3E}">
        <p14:creationId xmlns:p14="http://schemas.microsoft.com/office/powerpoint/2010/main" val="57744034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69470F1-969B-41A3-A6F3-2DA9DE476720}"/>
              </a:ext>
            </a:extLst>
          </p:cNvPr>
          <p:cNvSpPr>
            <a:spLocks noGrp="1"/>
          </p:cNvSpPr>
          <p:nvPr>
            <p:ph type="sldNum" sz="quarter" idx="10"/>
          </p:nvPr>
        </p:nvSpPr>
        <p:spPr/>
        <p:txBody>
          <a:bodyPr/>
          <a:lstStyle/>
          <a:p>
            <a:r>
              <a:rPr lang="en-US" altLang="zh-CN"/>
              <a:t>Page </a:t>
            </a:r>
            <a:fld id="{36ED1FC7-8A77-4A97-9141-D450373E7966}" type="slidenum">
              <a:rPr lang="en-US" altLang="zh-CN" smtClean="0"/>
              <a:pPr/>
              <a:t>12</a:t>
            </a:fld>
            <a:endParaRPr lang="en-US" altLang="zh-CN"/>
          </a:p>
        </p:txBody>
      </p:sp>
      <p:sp>
        <p:nvSpPr>
          <p:cNvPr id="4" name="文本框 3">
            <a:extLst>
              <a:ext uri="{FF2B5EF4-FFF2-40B4-BE49-F238E27FC236}">
                <a16:creationId xmlns:a16="http://schemas.microsoft.com/office/drawing/2014/main" id="{6710BAEE-AAE4-4378-AFEE-DD57D18DBFFF}"/>
              </a:ext>
            </a:extLst>
          </p:cNvPr>
          <p:cNvSpPr txBox="1"/>
          <p:nvPr/>
        </p:nvSpPr>
        <p:spPr>
          <a:xfrm>
            <a:off x="152400" y="1676400"/>
            <a:ext cx="8610600" cy="2308324"/>
          </a:xfrm>
          <a:prstGeom prst="rect">
            <a:avLst/>
          </a:prstGeom>
          <a:noFill/>
        </p:spPr>
        <p:txBody>
          <a:bodyPr wrap="square">
            <a:spAutoFit/>
          </a:bodyPr>
          <a:lstStyle/>
          <a:p>
            <a:pPr algn="just"/>
            <a:r>
              <a:rPr lang="en-US" altLang="zh-CN" sz="2400" dirty="0">
                <a:latin typeface="+mn-ea"/>
                <a:ea typeface="+mn-ea"/>
              </a:rPr>
              <a:t>     TCG</a:t>
            </a:r>
            <a:r>
              <a:rPr lang="zh-CN" altLang="en-US" sz="2400" dirty="0">
                <a:latin typeface="+mn-ea"/>
                <a:ea typeface="+mn-ea"/>
              </a:rPr>
              <a:t>是专门致力于制定可信计算标准的非营利性机构，它从安全的</a:t>
            </a:r>
            <a:r>
              <a:rPr lang="en-US" altLang="zh-CN" sz="2400" dirty="0">
                <a:latin typeface="+mn-ea"/>
                <a:ea typeface="+mn-ea"/>
              </a:rPr>
              <a:t>BIOS</a:t>
            </a:r>
            <a:r>
              <a:rPr lang="zh-CN" altLang="en-US" sz="2400" dirty="0">
                <a:latin typeface="+mn-ea"/>
                <a:ea typeface="+mn-ea"/>
              </a:rPr>
              <a:t>、安全的硬件、安全的操作系统、安全的网络连接等</a:t>
            </a:r>
            <a:r>
              <a:rPr lang="en-US" altLang="zh-CN" sz="2400" dirty="0">
                <a:latin typeface="+mn-ea"/>
                <a:ea typeface="+mn-ea"/>
              </a:rPr>
              <a:t>PC</a:t>
            </a:r>
            <a:r>
              <a:rPr lang="zh-CN" altLang="en-US" sz="2400" dirty="0">
                <a:latin typeface="+mn-ea"/>
                <a:ea typeface="+mn-ea"/>
              </a:rPr>
              <a:t>平台的各个方面入手来重新构建一个可信的计算机平台标准，作为安全产业基础的</a:t>
            </a:r>
            <a:r>
              <a:rPr lang="en-US" altLang="zh-CN" sz="2400" dirty="0">
                <a:latin typeface="+mn-ea"/>
                <a:ea typeface="+mn-ea"/>
              </a:rPr>
              <a:t>TCG</a:t>
            </a:r>
            <a:r>
              <a:rPr lang="zh-CN" altLang="en-US" sz="2400" dirty="0">
                <a:latin typeface="+mn-ea"/>
                <a:ea typeface="+mn-ea"/>
              </a:rPr>
              <a:t>标准将渗透到</a:t>
            </a:r>
            <a:r>
              <a:rPr lang="en-US" altLang="zh-CN" sz="2400" dirty="0">
                <a:latin typeface="+mn-ea"/>
                <a:ea typeface="+mn-ea"/>
              </a:rPr>
              <a:t>IT</a:t>
            </a:r>
            <a:r>
              <a:rPr lang="zh-CN" altLang="en-US" sz="2400" dirty="0">
                <a:latin typeface="+mn-ea"/>
                <a:ea typeface="+mn-ea"/>
              </a:rPr>
              <a:t>各个领域，包括：</a:t>
            </a:r>
            <a:r>
              <a:rPr lang="en-US" altLang="zh-CN" sz="2400" dirty="0">
                <a:latin typeface="+mn-ea"/>
                <a:ea typeface="+mn-ea"/>
              </a:rPr>
              <a:t>PC</a:t>
            </a:r>
            <a:r>
              <a:rPr lang="zh-CN" altLang="en-US" sz="2400" dirty="0">
                <a:latin typeface="+mn-ea"/>
                <a:ea typeface="+mn-ea"/>
              </a:rPr>
              <a:t>平台</a:t>
            </a:r>
            <a:r>
              <a:rPr lang="en-US" altLang="zh-CN" sz="2400" dirty="0">
                <a:latin typeface="+mn-ea"/>
                <a:ea typeface="+mn-ea"/>
              </a:rPr>
              <a:t>(</a:t>
            </a:r>
            <a:r>
              <a:rPr lang="zh-CN" altLang="en-US" sz="2400" dirty="0">
                <a:latin typeface="+mn-ea"/>
                <a:ea typeface="+mn-ea"/>
              </a:rPr>
              <a:t>台式和笔记本</a:t>
            </a:r>
            <a:r>
              <a:rPr lang="en-US" altLang="zh-CN" sz="2400" dirty="0">
                <a:latin typeface="+mn-ea"/>
                <a:ea typeface="+mn-ea"/>
              </a:rPr>
              <a:t>)</a:t>
            </a:r>
            <a:r>
              <a:rPr lang="zh-CN" altLang="en-US" sz="2400" dirty="0">
                <a:latin typeface="+mn-ea"/>
                <a:ea typeface="+mn-ea"/>
              </a:rPr>
              <a:t>、手机平台、可信网络接入及应用中间件、服务器平台、存储系统、应用软件等所有环节。</a:t>
            </a:r>
          </a:p>
        </p:txBody>
      </p:sp>
      <p:sp>
        <p:nvSpPr>
          <p:cNvPr id="5" name="Rectangle 17">
            <a:extLst>
              <a:ext uri="{FF2B5EF4-FFF2-40B4-BE49-F238E27FC236}">
                <a16:creationId xmlns:a16="http://schemas.microsoft.com/office/drawing/2014/main" id="{07C2EB41-D03A-43C4-942F-A1BFED58004C}"/>
              </a:ext>
            </a:extLst>
          </p:cNvPr>
          <p:cNvSpPr txBox="1">
            <a:spLocks noChangeArrowheads="1"/>
          </p:cNvSpPr>
          <p:nvPr/>
        </p:nvSpPr>
        <p:spPr>
          <a:xfrm>
            <a:off x="2667000" y="304800"/>
            <a:ext cx="5562600" cy="533400"/>
          </a:xfrm>
          <a:prstGeom prst="rect">
            <a:avLst/>
          </a:prstGeom>
          <a:noFill/>
          <a:ln/>
        </p:spPr>
        <p:txBody>
          <a:bodyPr/>
          <a:lstStyle/>
          <a:p>
            <a:pPr>
              <a:lnSpc>
                <a:spcPts val="3200"/>
              </a:lnSpc>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可信计算规范指南</a:t>
            </a:r>
          </a:p>
        </p:txBody>
      </p:sp>
    </p:spTree>
    <p:extLst>
      <p:ext uri="{BB962C8B-B14F-4D97-AF65-F5344CB8AC3E}">
        <p14:creationId xmlns:p14="http://schemas.microsoft.com/office/powerpoint/2010/main" val="193414211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7036CE6-7196-4DF9-93B9-19923A68411C}"/>
              </a:ext>
            </a:extLst>
          </p:cNvPr>
          <p:cNvSpPr>
            <a:spLocks noGrp="1"/>
          </p:cNvSpPr>
          <p:nvPr>
            <p:ph type="sldNum" sz="quarter" idx="10"/>
          </p:nvPr>
        </p:nvSpPr>
        <p:spPr/>
        <p:txBody>
          <a:bodyPr/>
          <a:lstStyle/>
          <a:p>
            <a:r>
              <a:rPr lang="en-US" altLang="zh-CN"/>
              <a:t>Page </a:t>
            </a:r>
            <a:fld id="{36ED1FC7-8A77-4A97-9141-D450373E7966}" type="slidenum">
              <a:rPr lang="en-US" altLang="zh-CN" smtClean="0"/>
              <a:pPr/>
              <a:t>13</a:t>
            </a:fld>
            <a:endParaRPr lang="en-US" altLang="zh-CN"/>
          </a:p>
        </p:txBody>
      </p:sp>
      <p:sp>
        <p:nvSpPr>
          <p:cNvPr id="4" name="文本框 3">
            <a:extLst>
              <a:ext uri="{FF2B5EF4-FFF2-40B4-BE49-F238E27FC236}">
                <a16:creationId xmlns:a16="http://schemas.microsoft.com/office/drawing/2014/main" id="{FA92604B-D461-4AE6-9546-F5284F3B57FD}"/>
              </a:ext>
            </a:extLst>
          </p:cNvPr>
          <p:cNvSpPr txBox="1"/>
          <p:nvPr/>
        </p:nvSpPr>
        <p:spPr>
          <a:xfrm>
            <a:off x="304800" y="1752600"/>
            <a:ext cx="8382000" cy="3108543"/>
          </a:xfrm>
          <a:prstGeom prst="rect">
            <a:avLst/>
          </a:prstGeom>
          <a:noFill/>
        </p:spPr>
        <p:txBody>
          <a:bodyPr wrap="square">
            <a:spAutoFit/>
          </a:bodyPr>
          <a:lstStyle/>
          <a:p>
            <a:pPr algn="just"/>
            <a:r>
              <a:rPr lang="en-US" altLang="zh-CN" sz="2800" dirty="0">
                <a:latin typeface="微软雅黑" panose="020B0503020204020204" pitchFamily="34" charset="-122"/>
                <a:ea typeface="微软雅黑" panose="020B0503020204020204" pitchFamily="34" charset="-122"/>
              </a:rPr>
              <a:t>     </a:t>
            </a:r>
            <a:r>
              <a:rPr lang="en-US" altLang="zh-CN" sz="2400" dirty="0">
                <a:latin typeface="+mn-ea"/>
                <a:ea typeface="+mn-ea"/>
              </a:rPr>
              <a:t>TCG</a:t>
            </a:r>
            <a:r>
              <a:rPr lang="zh-CN" altLang="en-US" sz="2400" dirty="0">
                <a:latin typeface="+mn-ea"/>
                <a:ea typeface="+mn-ea"/>
              </a:rPr>
              <a:t>提出了</a:t>
            </a:r>
            <a:r>
              <a:rPr lang="en-US" altLang="zh-CN" sz="2400" dirty="0">
                <a:latin typeface="+mn-ea"/>
                <a:ea typeface="+mn-ea"/>
              </a:rPr>
              <a:t>TPM</a:t>
            </a:r>
            <a:r>
              <a:rPr lang="zh-CN" altLang="en-US" sz="2400" dirty="0">
                <a:latin typeface="+mn-ea"/>
                <a:ea typeface="+mn-ea"/>
              </a:rPr>
              <a:t>标准，目前最新版本为</a:t>
            </a:r>
            <a:r>
              <a:rPr lang="en-US" altLang="zh-CN" sz="2400" dirty="0">
                <a:latin typeface="+mn-ea"/>
                <a:ea typeface="+mn-ea"/>
              </a:rPr>
              <a:t>2.0</a:t>
            </a:r>
            <a:r>
              <a:rPr lang="zh-CN" altLang="en-US" sz="2400" dirty="0">
                <a:latin typeface="+mn-ea"/>
                <a:ea typeface="+mn-ea"/>
              </a:rPr>
              <a:t>。符合</a:t>
            </a:r>
            <a:r>
              <a:rPr lang="en-US" altLang="zh-CN" sz="2400" dirty="0">
                <a:latin typeface="+mn-ea"/>
                <a:ea typeface="+mn-ea"/>
              </a:rPr>
              <a:t>TPM</a:t>
            </a:r>
            <a:r>
              <a:rPr lang="zh-CN" altLang="en-US" sz="2400" dirty="0">
                <a:latin typeface="+mn-ea"/>
                <a:ea typeface="+mn-ea"/>
              </a:rPr>
              <a:t>标准的芯片首先必须具有产生加解密密钥的功能，此外还必须能够进行高速的资料加密和解密，以及充当保护</a:t>
            </a:r>
            <a:r>
              <a:rPr lang="en-US" altLang="zh-CN" sz="2400" dirty="0">
                <a:latin typeface="+mn-ea"/>
                <a:ea typeface="+mn-ea"/>
              </a:rPr>
              <a:t>BIOS</a:t>
            </a:r>
            <a:r>
              <a:rPr lang="zh-CN" altLang="en-US" sz="2400" dirty="0">
                <a:latin typeface="+mn-ea"/>
                <a:ea typeface="+mn-ea"/>
              </a:rPr>
              <a:t>和操作系统不被修改的辅助处理器。尽管</a:t>
            </a:r>
            <a:r>
              <a:rPr lang="en-US" altLang="zh-CN" sz="2400" dirty="0">
                <a:latin typeface="+mn-ea"/>
                <a:ea typeface="+mn-ea"/>
              </a:rPr>
              <a:t>TCG</a:t>
            </a:r>
            <a:r>
              <a:rPr lang="zh-CN" altLang="en-US" sz="2400" dirty="0">
                <a:latin typeface="+mn-ea"/>
                <a:ea typeface="+mn-ea"/>
              </a:rPr>
              <a:t>是非营利性机构，</a:t>
            </a:r>
            <a:r>
              <a:rPr lang="en-US" altLang="zh-CN" sz="2400" dirty="0">
                <a:latin typeface="+mn-ea"/>
                <a:ea typeface="+mn-ea"/>
              </a:rPr>
              <a:t>TPM</a:t>
            </a:r>
            <a:r>
              <a:rPr lang="zh-CN" altLang="en-US" sz="2400" dirty="0">
                <a:latin typeface="+mn-ea"/>
                <a:ea typeface="+mn-ea"/>
              </a:rPr>
              <a:t>的技术也是开放的，但由于掌握核心技术的仍是</a:t>
            </a:r>
            <a:r>
              <a:rPr lang="en-US" altLang="zh-CN" sz="2400" dirty="0">
                <a:latin typeface="+mn-ea"/>
                <a:ea typeface="+mn-ea"/>
              </a:rPr>
              <a:t>Microsoft</a:t>
            </a:r>
            <a:r>
              <a:rPr lang="zh-CN" altLang="en-US" sz="2400" dirty="0">
                <a:latin typeface="+mn-ea"/>
                <a:ea typeface="+mn-ea"/>
              </a:rPr>
              <a:t>、</a:t>
            </a:r>
            <a:r>
              <a:rPr lang="en-US" altLang="zh-CN" sz="2400" dirty="0">
                <a:latin typeface="+mn-ea"/>
                <a:ea typeface="+mn-ea"/>
              </a:rPr>
              <a:t>Intel</a:t>
            </a:r>
            <a:r>
              <a:rPr lang="zh-CN" altLang="en-US" sz="2400" dirty="0">
                <a:latin typeface="+mn-ea"/>
                <a:ea typeface="+mn-ea"/>
              </a:rPr>
              <a:t>、</a:t>
            </a:r>
            <a:r>
              <a:rPr lang="en-US" altLang="zh-CN" sz="2400" dirty="0">
                <a:latin typeface="+mn-ea"/>
                <a:ea typeface="+mn-ea"/>
              </a:rPr>
              <a:t>IBM</a:t>
            </a:r>
            <a:r>
              <a:rPr lang="zh-CN" altLang="en-US" sz="2400" dirty="0">
                <a:latin typeface="+mn-ea"/>
                <a:ea typeface="+mn-ea"/>
              </a:rPr>
              <a:t>等国际巨头，因此采用</a:t>
            </a:r>
            <a:r>
              <a:rPr lang="en-US" altLang="zh-CN" sz="2400" dirty="0">
                <a:latin typeface="+mn-ea"/>
                <a:ea typeface="+mn-ea"/>
              </a:rPr>
              <a:t>TPM</a:t>
            </a:r>
            <a:r>
              <a:rPr lang="zh-CN" altLang="en-US" sz="2400" dirty="0">
                <a:latin typeface="+mn-ea"/>
                <a:ea typeface="+mn-ea"/>
              </a:rPr>
              <a:t>标准的安全设备会使国家信息安全面临巨大威胁。</a:t>
            </a:r>
          </a:p>
          <a:p>
            <a:br>
              <a:rPr lang="zh-CN" altLang="en-US" dirty="0"/>
            </a:br>
            <a:br>
              <a:rPr lang="zh-CN" altLang="en-US" dirty="0"/>
            </a:br>
            <a:endParaRPr lang="zh-CN" altLang="en-US" dirty="0"/>
          </a:p>
        </p:txBody>
      </p:sp>
      <p:sp>
        <p:nvSpPr>
          <p:cNvPr id="5" name="Rectangle 17">
            <a:extLst>
              <a:ext uri="{FF2B5EF4-FFF2-40B4-BE49-F238E27FC236}">
                <a16:creationId xmlns:a16="http://schemas.microsoft.com/office/drawing/2014/main" id="{F91569D5-16F9-40AF-86CD-65B194DF2466}"/>
              </a:ext>
            </a:extLst>
          </p:cNvPr>
          <p:cNvSpPr txBox="1">
            <a:spLocks noChangeArrowheads="1"/>
          </p:cNvSpPr>
          <p:nvPr/>
        </p:nvSpPr>
        <p:spPr>
          <a:xfrm>
            <a:off x="2667000" y="304800"/>
            <a:ext cx="5562600" cy="533400"/>
          </a:xfrm>
          <a:prstGeom prst="rect">
            <a:avLst/>
          </a:prstGeom>
          <a:noFill/>
          <a:ln/>
        </p:spPr>
        <p:txBody>
          <a:bodyPr/>
          <a:lstStyle/>
          <a:p>
            <a:pPr>
              <a:lnSpc>
                <a:spcPts val="3200"/>
              </a:lnSpc>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可信计算规范指南</a:t>
            </a:r>
          </a:p>
        </p:txBody>
      </p:sp>
    </p:spTree>
    <p:extLst>
      <p:ext uri="{BB962C8B-B14F-4D97-AF65-F5344CB8AC3E}">
        <p14:creationId xmlns:p14="http://schemas.microsoft.com/office/powerpoint/2010/main" val="338106554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F38A5CC-BAD3-4E64-9651-E6D5D17A1EE8}"/>
              </a:ext>
            </a:extLst>
          </p:cNvPr>
          <p:cNvSpPr>
            <a:spLocks noGrp="1"/>
          </p:cNvSpPr>
          <p:nvPr>
            <p:ph type="sldNum" sz="quarter" idx="10"/>
          </p:nvPr>
        </p:nvSpPr>
        <p:spPr/>
        <p:txBody>
          <a:bodyPr/>
          <a:lstStyle/>
          <a:p>
            <a:r>
              <a:rPr lang="en-US" altLang="zh-CN"/>
              <a:t>Page </a:t>
            </a:r>
            <a:fld id="{36ED1FC7-8A77-4A97-9141-D450373E7966}" type="slidenum">
              <a:rPr lang="en-US" altLang="zh-CN" smtClean="0"/>
              <a:pPr/>
              <a:t>14</a:t>
            </a:fld>
            <a:endParaRPr lang="en-US" altLang="zh-CN"/>
          </a:p>
        </p:txBody>
      </p:sp>
      <p:sp>
        <p:nvSpPr>
          <p:cNvPr id="4" name="文本框 3">
            <a:extLst>
              <a:ext uri="{FF2B5EF4-FFF2-40B4-BE49-F238E27FC236}">
                <a16:creationId xmlns:a16="http://schemas.microsoft.com/office/drawing/2014/main" id="{82D8F8E9-49E0-4EE8-8813-93AEB0D0CCEC}"/>
              </a:ext>
            </a:extLst>
          </p:cNvPr>
          <p:cNvSpPr txBox="1"/>
          <p:nvPr/>
        </p:nvSpPr>
        <p:spPr>
          <a:xfrm>
            <a:off x="304800" y="1295400"/>
            <a:ext cx="8534400" cy="3600986"/>
          </a:xfrm>
          <a:prstGeom prst="rect">
            <a:avLst/>
          </a:prstGeom>
          <a:noFill/>
        </p:spPr>
        <p:txBody>
          <a:bodyPr wrap="square">
            <a:spAutoFit/>
          </a:bodyPr>
          <a:lstStyle/>
          <a:p>
            <a:pPr algn="just"/>
            <a:r>
              <a:rPr lang="zh-CN" altLang="en-US" sz="2800" dirty="0">
                <a:latin typeface="微软雅黑" panose="020B0503020204020204" pitchFamily="34" charset="-122"/>
                <a:ea typeface="微软雅黑" panose="020B0503020204020204" pitchFamily="34" charset="-122"/>
              </a:rPr>
              <a:t>      </a:t>
            </a:r>
            <a:r>
              <a:rPr lang="zh-CN" altLang="en-US" sz="2400" dirty="0">
                <a:latin typeface="+mn-ea"/>
                <a:ea typeface="+mn-ea"/>
              </a:rPr>
              <a:t>从安全战略方面分析，如果采用国外的</a:t>
            </a:r>
            <a:r>
              <a:rPr lang="en-US" altLang="zh-CN" sz="2400" dirty="0">
                <a:latin typeface="+mn-ea"/>
                <a:ea typeface="+mn-ea"/>
              </a:rPr>
              <a:t>TPM</a:t>
            </a:r>
            <a:r>
              <a:rPr lang="zh-CN" altLang="en-US" sz="2400" dirty="0">
                <a:latin typeface="+mn-ea"/>
                <a:ea typeface="+mn-ea"/>
              </a:rPr>
              <a:t>技术，我国的安全体系就会控制在别人手上，中国将来的标准计算机上产生的所有信息对外国人来说将不存在秘密，这样安全技术的主导权、产业的主导权就更谈不上了。另外我们肯定要为该专利买单。因此，国内产业界、学术界发出共同的心声：必须要建立独立自主的可信计算技术体系和标准。只有我们拥有独立自主的可信计算技术体系，为国家信息安全基础建设打下坚实基础，才能保证未来我们有能力、有办法保护秘密，保护主权。只有掌握这些关键技术，才能提升我国信息安全核心竞争力。</a:t>
            </a:r>
          </a:p>
          <a:p>
            <a:endParaRPr lang="zh-CN" altLang="en-US" dirty="0"/>
          </a:p>
        </p:txBody>
      </p:sp>
      <p:sp>
        <p:nvSpPr>
          <p:cNvPr id="5" name="Rectangle 17">
            <a:extLst>
              <a:ext uri="{FF2B5EF4-FFF2-40B4-BE49-F238E27FC236}">
                <a16:creationId xmlns:a16="http://schemas.microsoft.com/office/drawing/2014/main" id="{2F2FE199-E308-4EC3-84B1-685BAB88B0C3}"/>
              </a:ext>
            </a:extLst>
          </p:cNvPr>
          <p:cNvSpPr txBox="1">
            <a:spLocks noChangeArrowheads="1"/>
          </p:cNvSpPr>
          <p:nvPr/>
        </p:nvSpPr>
        <p:spPr>
          <a:xfrm>
            <a:off x="2667000" y="304800"/>
            <a:ext cx="5562600" cy="533400"/>
          </a:xfrm>
          <a:prstGeom prst="rect">
            <a:avLst/>
          </a:prstGeom>
          <a:noFill/>
          <a:ln/>
        </p:spPr>
        <p:txBody>
          <a:bodyPr/>
          <a:lstStyle/>
          <a:p>
            <a:pPr>
              <a:lnSpc>
                <a:spcPts val="3200"/>
              </a:lnSpc>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可信计算规范指南</a:t>
            </a:r>
          </a:p>
        </p:txBody>
      </p:sp>
    </p:spTree>
    <p:extLst>
      <p:ext uri="{BB962C8B-B14F-4D97-AF65-F5344CB8AC3E}">
        <p14:creationId xmlns:p14="http://schemas.microsoft.com/office/powerpoint/2010/main" val="378896372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9F56ED59-B7D4-431A-A01F-23D8AB4182C2}"/>
              </a:ext>
            </a:extLst>
          </p:cNvPr>
          <p:cNvSpPr>
            <a:spLocks noGrp="1"/>
          </p:cNvSpPr>
          <p:nvPr>
            <p:ph type="sldNum" sz="quarter" idx="10"/>
          </p:nvPr>
        </p:nvSpPr>
        <p:spPr/>
        <p:txBody>
          <a:bodyPr/>
          <a:lstStyle/>
          <a:p>
            <a:r>
              <a:rPr lang="en-US" altLang="zh-CN"/>
              <a:t>Page </a:t>
            </a:r>
            <a:fld id="{36ED1FC7-8A77-4A97-9141-D450373E7966}" type="slidenum">
              <a:rPr lang="en-US" altLang="zh-CN" smtClean="0"/>
              <a:pPr/>
              <a:t>15</a:t>
            </a:fld>
            <a:endParaRPr lang="en-US" altLang="zh-CN"/>
          </a:p>
        </p:txBody>
      </p:sp>
      <p:sp>
        <p:nvSpPr>
          <p:cNvPr id="4" name="文本框 3">
            <a:extLst>
              <a:ext uri="{FF2B5EF4-FFF2-40B4-BE49-F238E27FC236}">
                <a16:creationId xmlns:a16="http://schemas.microsoft.com/office/drawing/2014/main" id="{9014024F-B1FB-46FC-98FA-17C12077D97A}"/>
              </a:ext>
            </a:extLst>
          </p:cNvPr>
          <p:cNvSpPr txBox="1"/>
          <p:nvPr/>
        </p:nvSpPr>
        <p:spPr>
          <a:xfrm>
            <a:off x="76200" y="1143000"/>
            <a:ext cx="8534400" cy="4893647"/>
          </a:xfrm>
          <a:prstGeom prst="rect">
            <a:avLst/>
          </a:prstGeom>
          <a:noFill/>
        </p:spPr>
        <p:txBody>
          <a:bodyPr wrap="square">
            <a:spAutoFit/>
          </a:bodyPr>
          <a:lstStyle/>
          <a:p>
            <a:pPr algn="just"/>
            <a:r>
              <a:rPr lang="zh-CN" altLang="en-US" sz="2000" dirty="0">
                <a:latin typeface="微软雅黑" panose="020B0503020204020204" pitchFamily="34" charset="-122"/>
                <a:ea typeface="微软雅黑" panose="020B0503020204020204" pitchFamily="34" charset="-122"/>
              </a:rPr>
              <a:t>       </a:t>
            </a:r>
            <a:r>
              <a:rPr lang="zh-CN" altLang="en-US" sz="2400" dirty="0">
                <a:latin typeface="+mn-ea"/>
                <a:ea typeface="+mn-ea"/>
              </a:rPr>
              <a:t>虽然我国的信息化技术同国际先进技术相比，存在一定的差距。但是，中国和国际上其他组织几乎是同步在进行可信计算平台的研究和部署工作。其中，部署可信计算体系中，密码技术是最重要的核心技术。具体的方案是以密码算法为突破口，依据嵌入芯片技术，完全采用我国自主研发的密码算法和引擎，来构建一个安全芯片，我们称之为可信密码模块（</a:t>
            </a:r>
            <a:r>
              <a:rPr lang="en-US" altLang="zh-CN" sz="2400" dirty="0">
                <a:latin typeface="+mn-ea"/>
                <a:ea typeface="+mn-ea"/>
              </a:rPr>
              <a:t>Trusted Cryptography Module</a:t>
            </a:r>
            <a:r>
              <a:rPr lang="zh-CN" altLang="en-US" sz="2400" dirty="0">
                <a:latin typeface="+mn-ea"/>
                <a:ea typeface="+mn-ea"/>
              </a:rPr>
              <a:t>，</a:t>
            </a:r>
            <a:r>
              <a:rPr lang="en-US" altLang="zh-CN" sz="2400" dirty="0">
                <a:latin typeface="+mn-ea"/>
                <a:ea typeface="+mn-ea"/>
              </a:rPr>
              <a:t>TCM</a:t>
            </a:r>
            <a:r>
              <a:rPr lang="zh-CN" altLang="en-US" sz="2400" dirty="0">
                <a:latin typeface="+mn-ea"/>
                <a:ea typeface="+mn-ea"/>
              </a:rPr>
              <a:t>）。</a:t>
            </a:r>
            <a:endParaRPr lang="en-US" altLang="zh-CN" sz="2400" dirty="0">
              <a:latin typeface="+mn-ea"/>
              <a:ea typeface="+mn-ea"/>
            </a:endParaRPr>
          </a:p>
          <a:p>
            <a:pPr algn="just"/>
            <a:r>
              <a:rPr lang="zh-CN" altLang="en-US" sz="2400" dirty="0">
                <a:latin typeface="+mn-ea"/>
                <a:ea typeface="+mn-ea"/>
              </a:rPr>
              <a:t>     考虑到中国安全芯片标准发展时间比较短，参考国际规范可以避免我们走很多弯路；同时对于以后将中国标准让国际规范兼容和采纳，有很大的帮助。因此</a:t>
            </a:r>
            <a:r>
              <a:rPr lang="en-US" altLang="zh-CN" sz="2400" dirty="0">
                <a:latin typeface="+mn-ea"/>
                <a:ea typeface="+mn-ea"/>
              </a:rPr>
              <a:t>TCM</a:t>
            </a:r>
            <a:r>
              <a:rPr lang="zh-CN" altLang="en-US" sz="2400" dirty="0">
                <a:latin typeface="+mn-ea"/>
                <a:ea typeface="+mn-ea"/>
              </a:rPr>
              <a:t>与</a:t>
            </a:r>
            <a:r>
              <a:rPr lang="en-US" altLang="zh-CN" sz="2400" dirty="0">
                <a:latin typeface="+mn-ea"/>
                <a:ea typeface="+mn-ea"/>
              </a:rPr>
              <a:t>TPM1.2</a:t>
            </a:r>
            <a:r>
              <a:rPr lang="zh-CN" altLang="en-US" sz="2400" dirty="0">
                <a:latin typeface="+mn-ea"/>
                <a:ea typeface="+mn-ea"/>
              </a:rPr>
              <a:t>有很多的相同点</a:t>
            </a:r>
            <a:r>
              <a:rPr lang="en-US" altLang="zh-CN" sz="2400" dirty="0">
                <a:latin typeface="+mn-ea"/>
                <a:ea typeface="+mn-ea"/>
              </a:rPr>
              <a:t>,TCM</a:t>
            </a:r>
            <a:r>
              <a:rPr lang="zh-CN" altLang="en-US" sz="2400" dirty="0">
                <a:latin typeface="+mn-ea"/>
                <a:ea typeface="+mn-ea"/>
              </a:rPr>
              <a:t>是借鉴了</a:t>
            </a:r>
            <a:r>
              <a:rPr lang="en-US" altLang="zh-CN" sz="2400" dirty="0">
                <a:latin typeface="+mn-ea"/>
                <a:ea typeface="+mn-ea"/>
              </a:rPr>
              <a:t>TPM1.2</a:t>
            </a:r>
            <a:r>
              <a:rPr lang="zh-CN" altLang="en-US" sz="2400" dirty="0">
                <a:latin typeface="+mn-ea"/>
                <a:ea typeface="+mn-ea"/>
              </a:rPr>
              <a:t>的架构，替换了其核心算法后的产品。同时</a:t>
            </a:r>
            <a:r>
              <a:rPr lang="en-US" altLang="zh-CN" sz="2400" dirty="0">
                <a:latin typeface="+mn-ea"/>
                <a:ea typeface="+mn-ea"/>
              </a:rPr>
              <a:t>TCM</a:t>
            </a:r>
            <a:r>
              <a:rPr lang="zh-CN" altLang="en-US" sz="2400" dirty="0">
                <a:latin typeface="+mn-ea"/>
                <a:ea typeface="+mn-ea"/>
              </a:rPr>
              <a:t>中也按照我国的相关证书、密码等政策提供了符合我国管理政策的安全接口。</a:t>
            </a:r>
          </a:p>
        </p:txBody>
      </p:sp>
      <p:sp>
        <p:nvSpPr>
          <p:cNvPr id="5" name="Rectangle 17">
            <a:extLst>
              <a:ext uri="{FF2B5EF4-FFF2-40B4-BE49-F238E27FC236}">
                <a16:creationId xmlns:a16="http://schemas.microsoft.com/office/drawing/2014/main" id="{10F3E7E9-FF37-428E-8360-5E630D6B1507}"/>
              </a:ext>
            </a:extLst>
          </p:cNvPr>
          <p:cNvSpPr txBox="1">
            <a:spLocks noChangeArrowheads="1"/>
          </p:cNvSpPr>
          <p:nvPr/>
        </p:nvSpPr>
        <p:spPr>
          <a:xfrm>
            <a:off x="2667000" y="304800"/>
            <a:ext cx="5562600" cy="533400"/>
          </a:xfrm>
          <a:prstGeom prst="rect">
            <a:avLst/>
          </a:prstGeom>
          <a:noFill/>
          <a:ln/>
        </p:spPr>
        <p:txBody>
          <a:bodyPr/>
          <a:lstStyle/>
          <a:p>
            <a:pPr>
              <a:lnSpc>
                <a:spcPts val="3200"/>
              </a:lnSpc>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可信计算规范指南</a:t>
            </a:r>
          </a:p>
        </p:txBody>
      </p:sp>
    </p:spTree>
    <p:extLst>
      <p:ext uri="{BB962C8B-B14F-4D97-AF65-F5344CB8AC3E}">
        <p14:creationId xmlns:p14="http://schemas.microsoft.com/office/powerpoint/2010/main" val="160721325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22B9AB0-8ABF-4591-B4A7-3F65CAB14F66}"/>
              </a:ext>
            </a:extLst>
          </p:cNvPr>
          <p:cNvSpPr>
            <a:spLocks noGrp="1"/>
          </p:cNvSpPr>
          <p:nvPr>
            <p:ph type="sldNum" sz="quarter" idx="10"/>
          </p:nvPr>
        </p:nvSpPr>
        <p:spPr/>
        <p:txBody>
          <a:bodyPr/>
          <a:lstStyle/>
          <a:p>
            <a:r>
              <a:rPr lang="en-US" altLang="zh-CN"/>
              <a:t>Page </a:t>
            </a:r>
            <a:fld id="{36ED1FC7-8A77-4A97-9141-D450373E7966}" type="slidenum">
              <a:rPr lang="en-US" altLang="zh-CN" smtClean="0"/>
              <a:pPr/>
              <a:t>16</a:t>
            </a:fld>
            <a:endParaRPr lang="en-US" altLang="zh-CN"/>
          </a:p>
        </p:txBody>
      </p:sp>
      <p:sp>
        <p:nvSpPr>
          <p:cNvPr id="4" name="文本框 3">
            <a:extLst>
              <a:ext uri="{FF2B5EF4-FFF2-40B4-BE49-F238E27FC236}">
                <a16:creationId xmlns:a16="http://schemas.microsoft.com/office/drawing/2014/main" id="{2B67F317-3B6B-4850-B811-E04372CF45CA}"/>
              </a:ext>
            </a:extLst>
          </p:cNvPr>
          <p:cNvSpPr txBox="1"/>
          <p:nvPr/>
        </p:nvSpPr>
        <p:spPr>
          <a:xfrm>
            <a:off x="609600" y="1981200"/>
            <a:ext cx="7772400" cy="3046988"/>
          </a:xfrm>
          <a:prstGeom prst="rect">
            <a:avLst/>
          </a:prstGeom>
          <a:noFill/>
        </p:spPr>
        <p:txBody>
          <a:bodyPr wrap="square">
            <a:spAutoFit/>
          </a:bodyPr>
          <a:lstStyle/>
          <a:p>
            <a:pPr algn="just"/>
            <a:r>
              <a:rPr lang="zh-CN" altLang="en-US" sz="2400" dirty="0">
                <a:latin typeface="微软雅黑" panose="020B0503020204020204" pitchFamily="34" charset="-122"/>
                <a:ea typeface="微软雅黑" panose="020B0503020204020204" pitchFamily="34" charset="-122"/>
              </a:rPr>
              <a:t>       </a:t>
            </a:r>
            <a:r>
              <a:rPr lang="zh-CN" altLang="en-US" sz="2400" dirty="0">
                <a:latin typeface="+mn-ea"/>
                <a:ea typeface="+mn-ea"/>
              </a:rPr>
              <a:t>这是按照我国密码算法自主研制的具有完全自主知识产权的可信计算标准产品。有业内人士表示，中国错过了发展具有自主知识产权的</a:t>
            </a:r>
            <a:r>
              <a:rPr lang="en-US" altLang="zh-CN" sz="2400" dirty="0">
                <a:latin typeface="+mn-ea"/>
                <a:ea typeface="+mn-ea"/>
              </a:rPr>
              <a:t>CPU</a:t>
            </a:r>
            <a:r>
              <a:rPr lang="zh-CN" altLang="en-US" sz="2400" dirty="0">
                <a:latin typeface="+mn-ea"/>
                <a:ea typeface="+mn-ea"/>
              </a:rPr>
              <a:t>和操作系统的机会，</a:t>
            </a:r>
            <a:r>
              <a:rPr lang="en-US" altLang="zh-CN" sz="2400" dirty="0">
                <a:latin typeface="+mn-ea"/>
                <a:ea typeface="+mn-ea"/>
              </a:rPr>
              <a:t>TCM</a:t>
            </a:r>
            <a:r>
              <a:rPr lang="zh-CN" altLang="en-US" sz="2400" dirty="0">
                <a:latin typeface="+mn-ea"/>
                <a:ea typeface="+mn-ea"/>
              </a:rPr>
              <a:t>是我国信息安全最后的防线。</a:t>
            </a:r>
            <a:r>
              <a:rPr lang="en-US" altLang="zh-CN" sz="2400" dirty="0">
                <a:latin typeface="+mn-ea"/>
                <a:ea typeface="+mn-ea"/>
              </a:rPr>
              <a:t>TCM</a:t>
            </a:r>
            <a:r>
              <a:rPr lang="zh-CN" altLang="en-US" sz="2400" dirty="0">
                <a:latin typeface="+mn-ea"/>
                <a:ea typeface="+mn-ea"/>
              </a:rPr>
              <a:t>由长城、中兴、联想、同方、方正、兆日等十二家厂商联合推出，得到国家密码管理局的大力支持，</a:t>
            </a:r>
            <a:r>
              <a:rPr lang="en-US" altLang="zh-CN" sz="2400" dirty="0">
                <a:latin typeface="+mn-ea"/>
                <a:ea typeface="+mn-ea"/>
              </a:rPr>
              <a:t>TCM</a:t>
            </a:r>
            <a:r>
              <a:rPr lang="zh-CN" altLang="en-US" sz="2400" dirty="0">
                <a:latin typeface="+mn-ea"/>
                <a:ea typeface="+mn-ea"/>
              </a:rPr>
              <a:t>安全芯片在系统平台中的作用是为系统平台和软件提供基础的安全服务，建立更为安全可靠的系统平台环境</a:t>
            </a:r>
            <a:r>
              <a:rPr lang="zh-CN" altLang="en-US" sz="2400" dirty="0">
                <a:latin typeface="微软雅黑" panose="020B0503020204020204" pitchFamily="34" charset="-122"/>
                <a:ea typeface="微软雅黑" panose="020B0503020204020204" pitchFamily="34" charset="-122"/>
              </a:rPr>
              <a:t>。</a:t>
            </a:r>
          </a:p>
        </p:txBody>
      </p:sp>
      <p:sp>
        <p:nvSpPr>
          <p:cNvPr id="5" name="Rectangle 17">
            <a:extLst>
              <a:ext uri="{FF2B5EF4-FFF2-40B4-BE49-F238E27FC236}">
                <a16:creationId xmlns:a16="http://schemas.microsoft.com/office/drawing/2014/main" id="{C3355EFC-AA93-4F33-A12A-BEFB4CC970FA}"/>
              </a:ext>
            </a:extLst>
          </p:cNvPr>
          <p:cNvSpPr txBox="1">
            <a:spLocks noChangeArrowheads="1"/>
          </p:cNvSpPr>
          <p:nvPr/>
        </p:nvSpPr>
        <p:spPr>
          <a:xfrm>
            <a:off x="2667000" y="304800"/>
            <a:ext cx="5562600" cy="533400"/>
          </a:xfrm>
          <a:prstGeom prst="rect">
            <a:avLst/>
          </a:prstGeom>
          <a:noFill/>
          <a:ln/>
        </p:spPr>
        <p:txBody>
          <a:bodyPr/>
          <a:lstStyle/>
          <a:p>
            <a:pPr>
              <a:lnSpc>
                <a:spcPts val="3200"/>
              </a:lnSpc>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可信计算规范指南</a:t>
            </a:r>
          </a:p>
        </p:txBody>
      </p:sp>
    </p:spTree>
    <p:extLst>
      <p:ext uri="{BB962C8B-B14F-4D97-AF65-F5344CB8AC3E}">
        <p14:creationId xmlns:p14="http://schemas.microsoft.com/office/powerpoint/2010/main" val="87268742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1">
            <a:extLst>
              <a:ext uri="{FF2B5EF4-FFF2-40B4-BE49-F238E27FC236}">
                <a16:creationId xmlns:a16="http://schemas.microsoft.com/office/drawing/2014/main" id="{4DE6FC9B-99AC-44EF-8D36-BB3CABEB6E7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3398609D-492A-4A1B-A56C-33063A600A12}" type="slidenum">
              <a:rPr lang="en-US" altLang="zh-CN" sz="1400">
                <a:solidFill>
                  <a:schemeClr val="bg1"/>
                </a:solidFill>
              </a:rPr>
              <a:pPr eaLnBrk="1" hangingPunct="1"/>
              <a:t>17</a:t>
            </a:fld>
            <a:endParaRPr lang="en-US" altLang="zh-CN" sz="1400">
              <a:solidFill>
                <a:schemeClr val="bg1"/>
              </a:solidFill>
            </a:endParaRPr>
          </a:p>
        </p:txBody>
      </p:sp>
      <p:sp>
        <p:nvSpPr>
          <p:cNvPr id="32772" name="矩形 3">
            <a:extLst>
              <a:ext uri="{FF2B5EF4-FFF2-40B4-BE49-F238E27FC236}">
                <a16:creationId xmlns:a16="http://schemas.microsoft.com/office/drawing/2014/main" id="{6914F806-C5C4-4CD2-99FF-7B69A4513B30}"/>
              </a:ext>
            </a:extLst>
          </p:cNvPr>
          <p:cNvSpPr>
            <a:spLocks noChangeArrowheads="1"/>
          </p:cNvSpPr>
          <p:nvPr/>
        </p:nvSpPr>
        <p:spPr bwMode="auto">
          <a:xfrm>
            <a:off x="4876800" y="1371600"/>
            <a:ext cx="3810000" cy="3267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4625" indent="-174625"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lnSpc>
                <a:spcPct val="150000"/>
              </a:lnSpc>
              <a:buClr>
                <a:srgbClr val="FF0000"/>
              </a:buClr>
              <a:buFont typeface="Wingdings" panose="05000000000000000000" pitchFamily="2" charset="2"/>
              <a:buChar char="ü"/>
            </a:pP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TCM</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与</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TPM1.2</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有很多的相同点</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,TCM</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是借鉴了</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TPM1.2</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的架构，替换了其核心算法后的产品。</a:t>
            </a:r>
            <a:endPar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endParaRPr>
          </a:p>
          <a:p>
            <a:pPr eaLnBrk="1" hangingPunct="1">
              <a:lnSpc>
                <a:spcPct val="150000"/>
              </a:lnSpc>
              <a:buClr>
                <a:srgbClr val="FF0000"/>
              </a:buClr>
              <a:buFont typeface="Wingdings" panose="05000000000000000000" pitchFamily="2" charset="2"/>
              <a:buChar char="ü"/>
            </a:pP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同时</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TCM</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中也按照我国的相关证书、密码等政策提供了符合我国管理政策的安全接口</a:t>
            </a:r>
          </a:p>
        </p:txBody>
      </p:sp>
      <p:pic>
        <p:nvPicPr>
          <p:cNvPr id="4" name="图片 3">
            <a:extLst>
              <a:ext uri="{FF2B5EF4-FFF2-40B4-BE49-F238E27FC236}">
                <a16:creationId xmlns:a16="http://schemas.microsoft.com/office/drawing/2014/main" id="{AB0350B9-B891-409A-9738-9C9797846F63}"/>
              </a:ext>
            </a:extLst>
          </p:cNvPr>
          <p:cNvPicPr>
            <a:picLocks noChangeAspect="1"/>
          </p:cNvPicPr>
          <p:nvPr/>
        </p:nvPicPr>
        <p:blipFill>
          <a:blip r:embed="rId2"/>
          <a:stretch>
            <a:fillRect/>
          </a:stretch>
        </p:blipFill>
        <p:spPr>
          <a:xfrm>
            <a:off x="152400" y="1371600"/>
            <a:ext cx="4555314" cy="5029200"/>
          </a:xfrm>
          <a:prstGeom prst="rect">
            <a:avLst/>
          </a:prstGeom>
        </p:spPr>
      </p:pic>
      <p:sp>
        <p:nvSpPr>
          <p:cNvPr id="8" name="Rectangle 17">
            <a:extLst>
              <a:ext uri="{FF2B5EF4-FFF2-40B4-BE49-F238E27FC236}">
                <a16:creationId xmlns:a16="http://schemas.microsoft.com/office/drawing/2014/main" id="{69F11809-CCBD-47D1-8778-4875402CC924}"/>
              </a:ext>
            </a:extLst>
          </p:cNvPr>
          <p:cNvSpPr txBox="1">
            <a:spLocks noChangeArrowheads="1"/>
          </p:cNvSpPr>
          <p:nvPr/>
        </p:nvSpPr>
        <p:spPr>
          <a:xfrm>
            <a:off x="2667000" y="304800"/>
            <a:ext cx="5562600" cy="533400"/>
          </a:xfrm>
          <a:prstGeom prst="rect">
            <a:avLst/>
          </a:prstGeom>
          <a:noFill/>
          <a:ln/>
        </p:spPr>
        <p:txBody>
          <a:bodyPr/>
          <a:lstStyle/>
          <a:p>
            <a:pPr>
              <a:lnSpc>
                <a:spcPts val="3200"/>
              </a:lnSpc>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可信计算规范指南</a:t>
            </a:r>
          </a:p>
        </p:txBody>
      </p:sp>
    </p:spTree>
    <p:extLst>
      <p:ext uri="{BB962C8B-B14F-4D97-AF65-F5344CB8AC3E}">
        <p14:creationId xmlns:p14="http://schemas.microsoft.com/office/powerpoint/2010/main" val="409341047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1">
            <a:extLst>
              <a:ext uri="{FF2B5EF4-FFF2-40B4-BE49-F238E27FC236}">
                <a16:creationId xmlns:a16="http://schemas.microsoft.com/office/drawing/2014/main" id="{4DE6FC9B-99AC-44EF-8D36-BB3CABEB6E7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3398609D-492A-4A1B-A56C-33063A600A12}" type="slidenum">
              <a:rPr lang="en-US" altLang="zh-CN" sz="1400">
                <a:solidFill>
                  <a:schemeClr val="bg1"/>
                </a:solidFill>
              </a:rPr>
              <a:pPr eaLnBrk="1" hangingPunct="1"/>
              <a:t>18</a:t>
            </a:fld>
            <a:endParaRPr lang="en-US" altLang="zh-CN" sz="1400">
              <a:solidFill>
                <a:schemeClr val="bg1"/>
              </a:solidFill>
            </a:endParaRPr>
          </a:p>
        </p:txBody>
      </p:sp>
      <p:sp>
        <p:nvSpPr>
          <p:cNvPr id="32772" name="矩形 3">
            <a:extLst>
              <a:ext uri="{FF2B5EF4-FFF2-40B4-BE49-F238E27FC236}">
                <a16:creationId xmlns:a16="http://schemas.microsoft.com/office/drawing/2014/main" id="{6914F806-C5C4-4CD2-99FF-7B69A4513B30}"/>
              </a:ext>
            </a:extLst>
          </p:cNvPr>
          <p:cNvSpPr>
            <a:spLocks noChangeArrowheads="1"/>
          </p:cNvSpPr>
          <p:nvPr/>
        </p:nvSpPr>
        <p:spPr bwMode="auto">
          <a:xfrm>
            <a:off x="685800" y="2133600"/>
            <a:ext cx="7848600" cy="2344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4625" indent="-174625"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lnSpc>
                <a:spcPct val="150000"/>
              </a:lnSpc>
              <a:buClr>
                <a:srgbClr val="FF0000"/>
              </a:buClr>
              <a:buFont typeface="Wingdings" panose="05000000000000000000" pitchFamily="2" charset="2"/>
              <a:buChar char="ü"/>
            </a:pP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TPM2.0</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与</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TPM1.2</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芯片不兼容，在上层软件链成熟前，</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TPM1.2</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还会持续一段时间。但由于</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TPM2.0</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的灵活性，解决了</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TPM1.2</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的很多安全问题，且满足更多场景的应用，其代替</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TPM1.2</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芯片是一个必然趋势。自</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2016</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年</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7</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月</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28</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日起，所有新设备和产品线都必须默认实现并启用</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TPM2.0</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a:t>
            </a:r>
          </a:p>
        </p:txBody>
      </p:sp>
      <p:sp>
        <p:nvSpPr>
          <p:cNvPr id="8" name="Rectangle 17">
            <a:extLst>
              <a:ext uri="{FF2B5EF4-FFF2-40B4-BE49-F238E27FC236}">
                <a16:creationId xmlns:a16="http://schemas.microsoft.com/office/drawing/2014/main" id="{36D9FA71-E15F-4293-B899-2CD7D0BA3C56}"/>
              </a:ext>
            </a:extLst>
          </p:cNvPr>
          <p:cNvSpPr txBox="1">
            <a:spLocks noChangeArrowheads="1"/>
          </p:cNvSpPr>
          <p:nvPr/>
        </p:nvSpPr>
        <p:spPr>
          <a:xfrm>
            <a:off x="1905000" y="295977"/>
            <a:ext cx="5562600" cy="533400"/>
          </a:xfrm>
          <a:prstGeom prst="rect">
            <a:avLst/>
          </a:prstGeom>
          <a:noFill/>
          <a:ln/>
        </p:spPr>
        <p:txBody>
          <a:bodyPr/>
          <a:lstStyle/>
          <a:p>
            <a:pPr>
              <a:lnSpc>
                <a:spcPts val="3200"/>
              </a:lnSpc>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可信计算规范</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TPM2.0</a:t>
            </a:r>
            <a:endPar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endParaRPr>
          </a:p>
        </p:txBody>
      </p:sp>
    </p:spTree>
    <p:extLst>
      <p:ext uri="{BB962C8B-B14F-4D97-AF65-F5344CB8AC3E}">
        <p14:creationId xmlns:p14="http://schemas.microsoft.com/office/powerpoint/2010/main" val="311852381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1">
            <a:extLst>
              <a:ext uri="{FF2B5EF4-FFF2-40B4-BE49-F238E27FC236}">
                <a16:creationId xmlns:a16="http://schemas.microsoft.com/office/drawing/2014/main" id="{4DE6FC9B-99AC-44EF-8D36-BB3CABEB6E7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3398609D-492A-4A1B-A56C-33063A600A12}" type="slidenum">
              <a:rPr lang="en-US" altLang="zh-CN" sz="1400">
                <a:solidFill>
                  <a:schemeClr val="bg1"/>
                </a:solidFill>
              </a:rPr>
              <a:pPr eaLnBrk="1" hangingPunct="1"/>
              <a:t>19</a:t>
            </a:fld>
            <a:endParaRPr lang="en-US" altLang="zh-CN" sz="1400">
              <a:solidFill>
                <a:schemeClr val="bg1"/>
              </a:solidFill>
            </a:endParaRPr>
          </a:p>
        </p:txBody>
      </p:sp>
      <p:sp>
        <p:nvSpPr>
          <p:cNvPr id="3" name="Rectangle 17">
            <a:extLst>
              <a:ext uri="{FF2B5EF4-FFF2-40B4-BE49-F238E27FC236}">
                <a16:creationId xmlns:a16="http://schemas.microsoft.com/office/drawing/2014/main" id="{ADDBE1A4-5187-4496-8D14-B601D22E392A}"/>
              </a:ext>
            </a:extLst>
          </p:cNvPr>
          <p:cNvSpPr txBox="1">
            <a:spLocks noChangeArrowheads="1"/>
          </p:cNvSpPr>
          <p:nvPr/>
        </p:nvSpPr>
        <p:spPr>
          <a:xfrm>
            <a:off x="1981200" y="257053"/>
            <a:ext cx="5562600" cy="533400"/>
          </a:xfrm>
          <a:prstGeom prst="rect">
            <a:avLst/>
          </a:prstGeom>
          <a:noFill/>
          <a:ln/>
        </p:spPr>
        <p:txBody>
          <a:bodyPr/>
          <a:lstStyle/>
          <a:p>
            <a:pPr>
              <a:lnSpc>
                <a:spcPts val="3200"/>
              </a:lnSpc>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国外</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TPM2.0</a:t>
            </a: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密码算法的改进</a:t>
            </a:r>
          </a:p>
        </p:txBody>
      </p:sp>
      <p:sp>
        <p:nvSpPr>
          <p:cNvPr id="32772" name="矩形 3">
            <a:extLst>
              <a:ext uri="{FF2B5EF4-FFF2-40B4-BE49-F238E27FC236}">
                <a16:creationId xmlns:a16="http://schemas.microsoft.com/office/drawing/2014/main" id="{6914F806-C5C4-4CD2-99FF-7B69A4513B30}"/>
              </a:ext>
            </a:extLst>
          </p:cNvPr>
          <p:cNvSpPr>
            <a:spLocks noChangeArrowheads="1"/>
          </p:cNvSpPr>
          <p:nvPr/>
        </p:nvSpPr>
        <p:spPr bwMode="auto">
          <a:xfrm>
            <a:off x="533400" y="1752600"/>
            <a:ext cx="7848600" cy="3267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4625" indent="-174625"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lnSpc>
                <a:spcPct val="150000"/>
              </a:lnSpc>
              <a:buClr>
                <a:srgbClr val="FF0000"/>
              </a:buClr>
              <a:buFont typeface="Wingdings" panose="05000000000000000000" pitchFamily="2" charset="2"/>
              <a:buChar char="ü"/>
            </a:pP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TPM1.2</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密码算法：</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RSA</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加密、</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RSA</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签名、</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RSA-DAA</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SHA1</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HMAC</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，并没有要求支持对称算法。</a:t>
            </a:r>
          </a:p>
          <a:p>
            <a:pPr eaLnBrk="1" hangingPunct="1">
              <a:lnSpc>
                <a:spcPct val="150000"/>
              </a:lnSpc>
              <a:buClr>
                <a:srgbClr val="FF0000"/>
              </a:buClr>
              <a:buFont typeface="Wingdings" panose="05000000000000000000" pitchFamily="2" charset="2"/>
              <a:buChar char="ü"/>
            </a:pPr>
            <a:endPar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endParaRPr>
          </a:p>
          <a:p>
            <a:pPr eaLnBrk="1" hangingPunct="1">
              <a:lnSpc>
                <a:spcPct val="150000"/>
              </a:lnSpc>
              <a:buClr>
                <a:srgbClr val="FF0000"/>
              </a:buClr>
              <a:buFont typeface="Wingdings" panose="05000000000000000000" pitchFamily="2" charset="2"/>
              <a:buChar char="ü"/>
            </a:pP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TPM2.0</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密码算法：</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RSA</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加密和签名、</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ECC</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加密和签名、</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ECC-DAA</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ECDH</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SHA1</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SHA256</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HMAC</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AES</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，而且厂商可以随意使用</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TCG IDs</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来增加新的算法，如在国内实现必须增加</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SM2</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SM3</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和</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SM4</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算法，拥有一定的灵活性。</a:t>
            </a:r>
          </a:p>
        </p:txBody>
      </p:sp>
    </p:spTree>
    <p:extLst>
      <p:ext uri="{BB962C8B-B14F-4D97-AF65-F5344CB8AC3E}">
        <p14:creationId xmlns:p14="http://schemas.microsoft.com/office/powerpoint/2010/main" val="255778604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1">
            <a:extLst>
              <a:ext uri="{FF2B5EF4-FFF2-40B4-BE49-F238E27FC236}">
                <a16:creationId xmlns:a16="http://schemas.microsoft.com/office/drawing/2014/main" id="{4DE6FC9B-99AC-44EF-8D36-BB3CABEB6E7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3398609D-492A-4A1B-A56C-33063A600A12}" type="slidenum">
              <a:rPr lang="en-US" altLang="zh-CN" sz="1400">
                <a:solidFill>
                  <a:schemeClr val="bg1"/>
                </a:solidFill>
              </a:rPr>
              <a:pPr eaLnBrk="1" hangingPunct="1"/>
              <a:t>20</a:t>
            </a:fld>
            <a:endParaRPr lang="en-US" altLang="zh-CN" sz="1400">
              <a:solidFill>
                <a:schemeClr val="bg1"/>
              </a:solidFill>
            </a:endParaRPr>
          </a:p>
        </p:txBody>
      </p:sp>
      <p:sp>
        <p:nvSpPr>
          <p:cNvPr id="3" name="Rectangle 17">
            <a:extLst>
              <a:ext uri="{FF2B5EF4-FFF2-40B4-BE49-F238E27FC236}">
                <a16:creationId xmlns:a16="http://schemas.microsoft.com/office/drawing/2014/main" id="{ADDBE1A4-5187-4496-8D14-B601D22E392A}"/>
              </a:ext>
            </a:extLst>
          </p:cNvPr>
          <p:cNvSpPr txBox="1">
            <a:spLocks noChangeArrowheads="1"/>
          </p:cNvSpPr>
          <p:nvPr/>
        </p:nvSpPr>
        <p:spPr>
          <a:xfrm>
            <a:off x="2667000" y="304800"/>
            <a:ext cx="5562600" cy="533400"/>
          </a:xfrm>
          <a:prstGeom prst="rect">
            <a:avLst/>
          </a:prstGeom>
          <a:noFill/>
          <a:ln/>
        </p:spPr>
        <p:txBody>
          <a:bodyPr/>
          <a:lstStyle/>
          <a:p>
            <a:pPr>
              <a:lnSpc>
                <a:spcPts val="3200"/>
              </a:lnSpc>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国外</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TPM2.0</a:t>
            </a: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平台扩展</a:t>
            </a:r>
          </a:p>
        </p:txBody>
      </p:sp>
      <p:sp>
        <p:nvSpPr>
          <p:cNvPr id="32772" name="矩形 3">
            <a:extLst>
              <a:ext uri="{FF2B5EF4-FFF2-40B4-BE49-F238E27FC236}">
                <a16:creationId xmlns:a16="http://schemas.microsoft.com/office/drawing/2014/main" id="{6914F806-C5C4-4CD2-99FF-7B69A4513B30}"/>
              </a:ext>
            </a:extLst>
          </p:cNvPr>
          <p:cNvSpPr>
            <a:spLocks noChangeArrowheads="1"/>
          </p:cNvSpPr>
          <p:nvPr/>
        </p:nvSpPr>
        <p:spPr bwMode="auto">
          <a:xfrm>
            <a:off x="533400" y="1752600"/>
            <a:ext cx="7848600" cy="3267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4625" indent="-174625"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lnSpc>
                <a:spcPct val="150000"/>
              </a:lnSpc>
              <a:buClr>
                <a:srgbClr val="FF0000"/>
              </a:buClr>
              <a:buFont typeface="Wingdings" panose="05000000000000000000" pitchFamily="2" charset="2"/>
              <a:buChar char="ü"/>
            </a:pP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TPM1.2</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主要面向</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PC</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平台设计，而类似的安全思维其实可以扩展到网络、服务器、云环境、移动设备和嵌入式产品等。</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安全芯片本身是以安全芯片的形式在主机上隔离出一个拥有独立处理能力和存储能力的区域，从这个层面来看，和虚拟技术、</a:t>
            </a:r>
            <a:r>
              <a:rPr lang="en-US" altLang="zh-CN" sz="2000" b="1" dirty="0" err="1">
                <a:solidFill>
                  <a:srgbClr val="000066"/>
                </a:solidFill>
                <a:latin typeface="华文细黑" panose="02010600040101010101" pitchFamily="2" charset="-122"/>
                <a:ea typeface="华文细黑" panose="02010600040101010101" pitchFamily="2" charset="-122"/>
                <a:cs typeface="Arial" panose="020B0604020202020204" pitchFamily="34" charset="0"/>
              </a:rPr>
              <a:t>TrustZone</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、智能卡等技术在本质上是一致的，不过安全性可能并不在一个层次。</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TPM1.2</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的</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owner</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只有一个就是用户，而计算平台本身可能也需要使用</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TPM1.2</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中，所有安全和隐私都在该</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owner</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的控制下。</a:t>
            </a:r>
          </a:p>
        </p:txBody>
      </p:sp>
    </p:spTree>
    <p:extLst>
      <p:ext uri="{BB962C8B-B14F-4D97-AF65-F5344CB8AC3E}">
        <p14:creationId xmlns:p14="http://schemas.microsoft.com/office/powerpoint/2010/main" val="271312489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1">
            <a:extLst>
              <a:ext uri="{FF2B5EF4-FFF2-40B4-BE49-F238E27FC236}">
                <a16:creationId xmlns:a16="http://schemas.microsoft.com/office/drawing/2014/main" id="{4DE6FC9B-99AC-44EF-8D36-BB3CABEB6E7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3398609D-492A-4A1B-A56C-33063A600A12}" type="slidenum">
              <a:rPr lang="en-US" altLang="zh-CN" sz="1400">
                <a:solidFill>
                  <a:schemeClr val="bg1"/>
                </a:solidFill>
              </a:rPr>
              <a:pPr eaLnBrk="1" hangingPunct="1"/>
              <a:t>21</a:t>
            </a:fld>
            <a:endParaRPr lang="en-US" altLang="zh-CN" sz="1400">
              <a:solidFill>
                <a:schemeClr val="bg1"/>
              </a:solidFill>
            </a:endParaRPr>
          </a:p>
        </p:txBody>
      </p:sp>
      <p:sp>
        <p:nvSpPr>
          <p:cNvPr id="3" name="Rectangle 17">
            <a:extLst>
              <a:ext uri="{FF2B5EF4-FFF2-40B4-BE49-F238E27FC236}">
                <a16:creationId xmlns:a16="http://schemas.microsoft.com/office/drawing/2014/main" id="{ADDBE1A4-5187-4496-8D14-B601D22E392A}"/>
              </a:ext>
            </a:extLst>
          </p:cNvPr>
          <p:cNvSpPr txBox="1">
            <a:spLocks noChangeArrowheads="1"/>
          </p:cNvSpPr>
          <p:nvPr/>
        </p:nvSpPr>
        <p:spPr>
          <a:xfrm>
            <a:off x="2667000" y="304800"/>
            <a:ext cx="5562600" cy="533400"/>
          </a:xfrm>
          <a:prstGeom prst="rect">
            <a:avLst/>
          </a:prstGeom>
          <a:noFill/>
          <a:ln/>
        </p:spPr>
        <p:txBody>
          <a:bodyPr/>
          <a:lstStyle/>
          <a:p>
            <a:pPr>
              <a:lnSpc>
                <a:spcPts val="3200"/>
              </a:lnSpc>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国外</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TPM2.0</a:t>
            </a: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平台扩展</a:t>
            </a:r>
          </a:p>
        </p:txBody>
      </p:sp>
      <p:sp>
        <p:nvSpPr>
          <p:cNvPr id="32772" name="矩形 3">
            <a:extLst>
              <a:ext uri="{FF2B5EF4-FFF2-40B4-BE49-F238E27FC236}">
                <a16:creationId xmlns:a16="http://schemas.microsoft.com/office/drawing/2014/main" id="{6914F806-C5C4-4CD2-99FF-7B69A4513B30}"/>
              </a:ext>
            </a:extLst>
          </p:cNvPr>
          <p:cNvSpPr>
            <a:spLocks noChangeArrowheads="1"/>
          </p:cNvSpPr>
          <p:nvPr/>
        </p:nvSpPr>
        <p:spPr bwMode="auto">
          <a:xfrm>
            <a:off x="647700" y="1447800"/>
            <a:ext cx="7848600" cy="4652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4625" indent="-174625"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buClr>
                <a:srgbClr val="FF0000"/>
              </a:buClr>
              <a:buFont typeface="Wingdings" panose="05000000000000000000" pitchFamily="2" charset="2"/>
              <a:buChar char="ü"/>
            </a:pP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TPM2.0</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将这种控制功能进行了隔离，给出了三个控制域：安全域或者存储域（</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owner</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为用户，用户正常的安全功能）；隐私域（</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owner</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为平台或者用户，平台身份认证）；平台域（</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owner</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为平台，保护平台固件的完整性）。另外</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TPM2.0</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规范主要是提供一个参考，以及可能实现的方式，但是并没有限制必须以安全芯片的形式存在，如可以基于虚拟技术或者</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ARM </a:t>
            </a:r>
            <a:r>
              <a:rPr lang="en-US" altLang="zh-CN" sz="2000" b="1" dirty="0" err="1">
                <a:solidFill>
                  <a:srgbClr val="000066"/>
                </a:solidFill>
                <a:latin typeface="华文细黑" panose="02010600040101010101" pitchFamily="2" charset="-122"/>
                <a:ea typeface="华文细黑" panose="02010600040101010101" pitchFamily="2" charset="-122"/>
                <a:cs typeface="Arial" panose="020B0604020202020204" pitchFamily="34" charset="0"/>
              </a:rPr>
              <a:t>TrustZone</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Intel TXT</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等进行构建，只要能提供一个可信执行环境（</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TEE</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），就可以进行构建。一个安全芯片嵌入到服务器上，体现不了多少成本；但是如果在空间有限的移动设备或者嵌入式设备上配备一个安全芯片，就需要慎重考虑了。</a:t>
            </a:r>
          </a:p>
        </p:txBody>
      </p:sp>
    </p:spTree>
    <p:extLst>
      <p:ext uri="{BB962C8B-B14F-4D97-AF65-F5344CB8AC3E}">
        <p14:creationId xmlns:p14="http://schemas.microsoft.com/office/powerpoint/2010/main" val="106358313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1">
            <a:extLst>
              <a:ext uri="{FF2B5EF4-FFF2-40B4-BE49-F238E27FC236}">
                <a16:creationId xmlns:a16="http://schemas.microsoft.com/office/drawing/2014/main" id="{4DE6FC9B-99AC-44EF-8D36-BB3CABEB6E7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3398609D-492A-4A1B-A56C-33063A600A12}" type="slidenum">
              <a:rPr lang="en-US" altLang="zh-CN" sz="1400">
                <a:solidFill>
                  <a:schemeClr val="bg1"/>
                </a:solidFill>
              </a:rPr>
              <a:pPr eaLnBrk="1" hangingPunct="1"/>
              <a:t>22</a:t>
            </a:fld>
            <a:endParaRPr lang="en-US" altLang="zh-CN" sz="1400">
              <a:solidFill>
                <a:schemeClr val="bg1"/>
              </a:solidFill>
            </a:endParaRPr>
          </a:p>
        </p:txBody>
      </p:sp>
      <p:sp>
        <p:nvSpPr>
          <p:cNvPr id="3" name="Rectangle 17">
            <a:extLst>
              <a:ext uri="{FF2B5EF4-FFF2-40B4-BE49-F238E27FC236}">
                <a16:creationId xmlns:a16="http://schemas.microsoft.com/office/drawing/2014/main" id="{ADDBE1A4-5187-4496-8D14-B601D22E392A}"/>
              </a:ext>
            </a:extLst>
          </p:cNvPr>
          <p:cNvSpPr txBox="1">
            <a:spLocks noChangeArrowheads="1"/>
          </p:cNvSpPr>
          <p:nvPr/>
        </p:nvSpPr>
        <p:spPr>
          <a:xfrm>
            <a:off x="2667000" y="304800"/>
            <a:ext cx="5562600" cy="533400"/>
          </a:xfrm>
          <a:prstGeom prst="rect">
            <a:avLst/>
          </a:prstGeom>
          <a:noFill/>
          <a:ln/>
        </p:spPr>
        <p:txBody>
          <a:bodyPr/>
          <a:lstStyle/>
          <a:p>
            <a:pPr>
              <a:lnSpc>
                <a:spcPts val="3200"/>
              </a:lnSpc>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国外</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TPM2.0</a:t>
            </a: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密钥改进</a:t>
            </a:r>
          </a:p>
        </p:txBody>
      </p:sp>
      <p:sp>
        <p:nvSpPr>
          <p:cNvPr id="32772" name="矩形 3">
            <a:extLst>
              <a:ext uri="{FF2B5EF4-FFF2-40B4-BE49-F238E27FC236}">
                <a16:creationId xmlns:a16="http://schemas.microsoft.com/office/drawing/2014/main" id="{6914F806-C5C4-4CD2-99FF-7B69A4513B30}"/>
              </a:ext>
            </a:extLst>
          </p:cNvPr>
          <p:cNvSpPr>
            <a:spLocks noChangeArrowheads="1"/>
          </p:cNvSpPr>
          <p:nvPr/>
        </p:nvSpPr>
        <p:spPr bwMode="auto">
          <a:xfrm>
            <a:off x="647700" y="1447800"/>
            <a:ext cx="7848600" cy="4652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4625" indent="-174625"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buClr>
                <a:srgbClr val="FF0000"/>
              </a:buClr>
              <a:buFont typeface="Wingdings" panose="05000000000000000000" pitchFamily="2" charset="2"/>
              <a:buChar char="ü"/>
            </a:pP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TPM1.2</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的背书密钥只有</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EK</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，出厂时厂商就预置在芯片内，更换非常困难。</a:t>
            </a:r>
            <a:r>
              <a:rPr lang="en-US" altLang="zh-CN" sz="2000" b="1" dirty="0" err="1">
                <a:solidFill>
                  <a:srgbClr val="000066"/>
                </a:solidFill>
                <a:latin typeface="华文细黑" panose="02010600040101010101" pitchFamily="2" charset="-122"/>
                <a:ea typeface="华文细黑" panose="02010600040101010101" pitchFamily="2" charset="-122"/>
                <a:cs typeface="Arial" panose="020B0604020202020204" pitchFamily="34" charset="0"/>
              </a:rPr>
              <a:t>takeowner</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后可以生成属主和唯一的存储根密钥</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SRK</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，从而可以构建密钥的存储体系。</a:t>
            </a:r>
          </a:p>
          <a:p>
            <a:pPr algn="just" eaLnBrk="1" hangingPunct="1">
              <a:lnSpc>
                <a:spcPct val="150000"/>
              </a:lnSpc>
              <a:buClr>
                <a:srgbClr val="FF0000"/>
              </a:buClr>
              <a:buFont typeface="Wingdings" panose="05000000000000000000" pitchFamily="2" charset="2"/>
              <a:buChar char="ü"/>
            </a:pP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在</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TPM2.0</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中，</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EK</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属于隐私域，可以有多个，而且可以支持不同的非对称算法；</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SRK</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属于安全域，也可以有多个和支持不同的算法。实际上</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TPM2.0</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的三个控制域中，都支持多密钥和多算法。</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TPM2.0</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的主密钥都是通过主种子，使用密钥派生算法</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KDF</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来生成。存储种子的空间比存储密钥的空间要小很多。</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TPM2.0</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中密钥的存储通常是通过对称加密，父密钥的强度不能低于子密钥，要不子密钥的安全强度也无法达到其声称的水平。</a:t>
            </a:r>
          </a:p>
        </p:txBody>
      </p:sp>
    </p:spTree>
    <p:extLst>
      <p:ext uri="{BB962C8B-B14F-4D97-AF65-F5344CB8AC3E}">
        <p14:creationId xmlns:p14="http://schemas.microsoft.com/office/powerpoint/2010/main" val="120145730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1">
            <a:extLst>
              <a:ext uri="{FF2B5EF4-FFF2-40B4-BE49-F238E27FC236}">
                <a16:creationId xmlns:a16="http://schemas.microsoft.com/office/drawing/2014/main" id="{4DE6FC9B-99AC-44EF-8D36-BB3CABEB6E7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3398609D-492A-4A1B-A56C-33063A600A12}" type="slidenum">
              <a:rPr lang="en-US" altLang="zh-CN" sz="1400">
                <a:solidFill>
                  <a:schemeClr val="bg1"/>
                </a:solidFill>
              </a:rPr>
              <a:pPr eaLnBrk="1" hangingPunct="1"/>
              <a:t>23</a:t>
            </a:fld>
            <a:endParaRPr lang="en-US" altLang="zh-CN" sz="1400">
              <a:solidFill>
                <a:schemeClr val="bg1"/>
              </a:solidFill>
            </a:endParaRPr>
          </a:p>
        </p:txBody>
      </p:sp>
      <p:sp>
        <p:nvSpPr>
          <p:cNvPr id="3" name="Rectangle 17">
            <a:extLst>
              <a:ext uri="{FF2B5EF4-FFF2-40B4-BE49-F238E27FC236}">
                <a16:creationId xmlns:a16="http://schemas.microsoft.com/office/drawing/2014/main" id="{ADDBE1A4-5187-4496-8D14-B601D22E392A}"/>
              </a:ext>
            </a:extLst>
          </p:cNvPr>
          <p:cNvSpPr txBox="1">
            <a:spLocks noChangeArrowheads="1"/>
          </p:cNvSpPr>
          <p:nvPr/>
        </p:nvSpPr>
        <p:spPr>
          <a:xfrm>
            <a:off x="1981200" y="304800"/>
            <a:ext cx="5562600" cy="533400"/>
          </a:xfrm>
          <a:prstGeom prst="rect">
            <a:avLst/>
          </a:prstGeom>
          <a:noFill/>
          <a:ln/>
        </p:spPr>
        <p:txBody>
          <a:bodyPr/>
          <a:lstStyle/>
          <a:p>
            <a:pPr>
              <a:lnSpc>
                <a:spcPts val="3200"/>
              </a:lnSpc>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国外</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TPM2.0</a:t>
            </a: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平台配置寄存器</a:t>
            </a:r>
          </a:p>
        </p:txBody>
      </p:sp>
      <p:sp>
        <p:nvSpPr>
          <p:cNvPr id="32772" name="矩形 3">
            <a:extLst>
              <a:ext uri="{FF2B5EF4-FFF2-40B4-BE49-F238E27FC236}">
                <a16:creationId xmlns:a16="http://schemas.microsoft.com/office/drawing/2014/main" id="{6914F806-C5C4-4CD2-99FF-7B69A4513B30}"/>
              </a:ext>
            </a:extLst>
          </p:cNvPr>
          <p:cNvSpPr>
            <a:spLocks noChangeArrowheads="1"/>
          </p:cNvSpPr>
          <p:nvPr/>
        </p:nvSpPr>
        <p:spPr bwMode="auto">
          <a:xfrm>
            <a:off x="647700" y="1447800"/>
            <a:ext cx="7848600" cy="3729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4625" indent="-174625"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buClr>
                <a:srgbClr val="FF0000"/>
              </a:buClr>
              <a:buFont typeface="Wingdings" panose="05000000000000000000" pitchFamily="2" charset="2"/>
              <a:buChar char="ü"/>
            </a:pP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微软早在</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win8</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中就使用</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PCR</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来恢复</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unsealing </a:t>
            </a:r>
            <a:r>
              <a:rPr lang="en-US" altLang="zh-CN" sz="2000" b="1" dirty="0" err="1">
                <a:solidFill>
                  <a:srgbClr val="000066"/>
                </a:solidFill>
                <a:latin typeface="华文细黑" panose="02010600040101010101" pitchFamily="2" charset="-122"/>
                <a:ea typeface="华文细黑" panose="02010600040101010101" pitchFamily="2" charset="-122"/>
                <a:cs typeface="Arial" panose="020B0604020202020204" pitchFamily="34" charset="0"/>
              </a:rPr>
              <a:t>Bitlocker</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的密钥。如果系统启动过程中有任何微小的变化，都需要用户干预才能恢复，因此这个过程比较脆弱。</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PCRs</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主要用来存储系统启动和运行过程中的度量值，防止度量日志被篡改。</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PCRs</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值不只保证每次系统启动时执行相同的代码，其保证以相同的顺序执行相同的代码。</a:t>
            </a:r>
          </a:p>
          <a:p>
            <a:pPr algn="just" eaLnBrk="1" hangingPunct="1">
              <a:lnSpc>
                <a:spcPct val="150000"/>
              </a:lnSpc>
              <a:buClr>
                <a:srgbClr val="FF0000"/>
              </a:buClr>
              <a:buFont typeface="Wingdings" panose="05000000000000000000" pitchFamily="2" charset="2"/>
              <a:buChar char="ü"/>
            </a:pP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TPM2.0</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规范运行其有多个</a:t>
            </a:r>
            <a:r>
              <a:rPr lang="en-US" altLang="zh-CN" sz="2000" b="1" dirty="0" err="1">
                <a:solidFill>
                  <a:srgbClr val="000066"/>
                </a:solidFill>
                <a:latin typeface="华文细黑" panose="02010600040101010101" pitchFamily="2" charset="-122"/>
                <a:ea typeface="华文细黑" panose="02010600040101010101" pitchFamily="2" charset="-122"/>
                <a:cs typeface="Arial" panose="020B0604020202020204" pitchFamily="34" charset="0"/>
              </a:rPr>
              <a:t>PCRsbanks</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，一个</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bank</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内所有</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PCR</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使用相同的算法进行扩展操作。而且不同的</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banks</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可以分配不同的</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PCRs</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。对于不同的</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bank</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，扩展操作是相互独立的，互不干扰。</a:t>
            </a:r>
          </a:p>
        </p:txBody>
      </p:sp>
    </p:spTree>
    <p:extLst>
      <p:ext uri="{BB962C8B-B14F-4D97-AF65-F5344CB8AC3E}">
        <p14:creationId xmlns:p14="http://schemas.microsoft.com/office/powerpoint/2010/main" val="359064402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1">
            <a:extLst>
              <a:ext uri="{FF2B5EF4-FFF2-40B4-BE49-F238E27FC236}">
                <a16:creationId xmlns:a16="http://schemas.microsoft.com/office/drawing/2014/main" id="{4DE6FC9B-99AC-44EF-8D36-BB3CABEB6E7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3398609D-492A-4A1B-A56C-33063A600A12}" type="slidenum">
              <a:rPr lang="en-US" altLang="zh-CN" sz="1400">
                <a:solidFill>
                  <a:schemeClr val="bg1"/>
                </a:solidFill>
              </a:rPr>
              <a:pPr eaLnBrk="1" hangingPunct="1"/>
              <a:t>24</a:t>
            </a:fld>
            <a:endParaRPr lang="en-US" altLang="zh-CN" sz="1400">
              <a:solidFill>
                <a:schemeClr val="bg1"/>
              </a:solidFill>
            </a:endParaRPr>
          </a:p>
        </p:txBody>
      </p:sp>
      <p:sp>
        <p:nvSpPr>
          <p:cNvPr id="3" name="Rectangle 17">
            <a:extLst>
              <a:ext uri="{FF2B5EF4-FFF2-40B4-BE49-F238E27FC236}">
                <a16:creationId xmlns:a16="http://schemas.microsoft.com/office/drawing/2014/main" id="{ADDBE1A4-5187-4496-8D14-B601D22E392A}"/>
              </a:ext>
            </a:extLst>
          </p:cNvPr>
          <p:cNvSpPr txBox="1">
            <a:spLocks noChangeArrowheads="1"/>
          </p:cNvSpPr>
          <p:nvPr/>
        </p:nvSpPr>
        <p:spPr>
          <a:xfrm>
            <a:off x="2667000" y="304800"/>
            <a:ext cx="5562600" cy="533400"/>
          </a:xfrm>
          <a:prstGeom prst="rect">
            <a:avLst/>
          </a:prstGeom>
          <a:noFill/>
          <a:ln/>
        </p:spPr>
        <p:txBody>
          <a:bodyPr/>
          <a:lstStyle/>
          <a:p>
            <a:pPr>
              <a:lnSpc>
                <a:spcPts val="3200"/>
              </a:lnSpc>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国外</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TPM2.0</a:t>
            </a: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授权机制改进</a:t>
            </a:r>
          </a:p>
        </p:txBody>
      </p:sp>
      <p:sp>
        <p:nvSpPr>
          <p:cNvPr id="32772" name="矩形 3">
            <a:extLst>
              <a:ext uri="{FF2B5EF4-FFF2-40B4-BE49-F238E27FC236}">
                <a16:creationId xmlns:a16="http://schemas.microsoft.com/office/drawing/2014/main" id="{6914F806-C5C4-4CD2-99FF-7B69A4513B30}"/>
              </a:ext>
            </a:extLst>
          </p:cNvPr>
          <p:cNvSpPr>
            <a:spLocks noChangeArrowheads="1"/>
          </p:cNvSpPr>
          <p:nvPr/>
        </p:nvSpPr>
        <p:spPr bwMode="auto">
          <a:xfrm>
            <a:off x="647700" y="1447800"/>
            <a:ext cx="7848600" cy="4652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4625" indent="-174625"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buClr>
                <a:srgbClr val="FF0000"/>
              </a:buClr>
              <a:buFont typeface="Wingdings" panose="05000000000000000000" pitchFamily="2" charset="2"/>
              <a:buChar char="ü"/>
            </a:pP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授权即是否允许软件进程访问</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内部的资源（密钥、计数器、</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NV</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存储空间等）。</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TPM1.2</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拥有不同的机制来授权客体（</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objects</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）的使用、委托使用和迁移等。</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TPM1.2</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的授权比较受限制，唯一的授权访问方式是基于</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passwords</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和</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PCR</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值。例如，为了使用</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内部的一个密钥，软件需要证明其拥有某个</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password</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的知识（通过</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hash</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的方式嵌入在可信命令中）；而且可以将该密钥与特定的</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PCR</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状态</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seal</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在一起。这使得</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TPM1.2</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的授权机制缺乏灵活性。通常一个计算机平台拥有多个用户，如何共享</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密钥和数据是比较困难的。不同用户由于</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password</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不一样，他们知道的密钥集合也是相互独立的。系统管理员如何授权这些密钥的使用是一个难点。</a:t>
            </a:r>
          </a:p>
        </p:txBody>
      </p:sp>
    </p:spTree>
    <p:extLst>
      <p:ext uri="{BB962C8B-B14F-4D97-AF65-F5344CB8AC3E}">
        <p14:creationId xmlns:p14="http://schemas.microsoft.com/office/powerpoint/2010/main" val="124324041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1">
            <a:extLst>
              <a:ext uri="{FF2B5EF4-FFF2-40B4-BE49-F238E27FC236}">
                <a16:creationId xmlns:a16="http://schemas.microsoft.com/office/drawing/2014/main" id="{4DE6FC9B-99AC-44EF-8D36-BB3CABEB6E7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3398609D-492A-4A1B-A56C-33063A600A12}" type="slidenum">
              <a:rPr lang="en-US" altLang="zh-CN" sz="1400">
                <a:solidFill>
                  <a:schemeClr val="bg1"/>
                </a:solidFill>
              </a:rPr>
              <a:pPr eaLnBrk="1" hangingPunct="1"/>
              <a:t>25</a:t>
            </a:fld>
            <a:endParaRPr lang="en-US" altLang="zh-CN" sz="1400">
              <a:solidFill>
                <a:schemeClr val="bg1"/>
              </a:solidFill>
            </a:endParaRPr>
          </a:p>
        </p:txBody>
      </p:sp>
      <p:sp>
        <p:nvSpPr>
          <p:cNvPr id="3" name="Rectangle 17">
            <a:extLst>
              <a:ext uri="{FF2B5EF4-FFF2-40B4-BE49-F238E27FC236}">
                <a16:creationId xmlns:a16="http://schemas.microsoft.com/office/drawing/2014/main" id="{ADDBE1A4-5187-4496-8D14-B601D22E392A}"/>
              </a:ext>
            </a:extLst>
          </p:cNvPr>
          <p:cNvSpPr txBox="1">
            <a:spLocks noChangeArrowheads="1"/>
          </p:cNvSpPr>
          <p:nvPr/>
        </p:nvSpPr>
        <p:spPr>
          <a:xfrm>
            <a:off x="2209800" y="304800"/>
            <a:ext cx="5562600" cy="533400"/>
          </a:xfrm>
          <a:prstGeom prst="rect">
            <a:avLst/>
          </a:prstGeom>
          <a:noFill/>
          <a:ln/>
        </p:spPr>
        <p:txBody>
          <a:bodyPr/>
          <a:lstStyle/>
          <a:p>
            <a:pPr>
              <a:lnSpc>
                <a:spcPts val="3200"/>
              </a:lnSpc>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国外</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TPM2.0</a:t>
            </a: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授权机制改进</a:t>
            </a:r>
          </a:p>
        </p:txBody>
      </p:sp>
      <p:sp>
        <p:nvSpPr>
          <p:cNvPr id="32772" name="矩形 3">
            <a:extLst>
              <a:ext uri="{FF2B5EF4-FFF2-40B4-BE49-F238E27FC236}">
                <a16:creationId xmlns:a16="http://schemas.microsoft.com/office/drawing/2014/main" id="{6914F806-C5C4-4CD2-99FF-7B69A4513B30}"/>
              </a:ext>
            </a:extLst>
          </p:cNvPr>
          <p:cNvSpPr>
            <a:spLocks noChangeArrowheads="1"/>
          </p:cNvSpPr>
          <p:nvPr/>
        </p:nvSpPr>
        <p:spPr bwMode="auto">
          <a:xfrm>
            <a:off x="647700" y="1447800"/>
            <a:ext cx="7848600" cy="4191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4625" indent="-174625"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buClr>
                <a:srgbClr val="FF0000"/>
              </a:buClr>
              <a:buFont typeface="Wingdings" panose="05000000000000000000" pitchFamily="2" charset="2"/>
              <a:buChar char="ü"/>
            </a:pP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TPM1.2</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中，软件通过授权会话证明其拥有</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password</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（消息验证码），在命令需要授权前通常通过一个独立的命令来开启会话。</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TPM2.0</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提出了增强的授权机制（</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Enhanced Authorization</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EA</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a:t>
            </a:r>
          </a:p>
          <a:p>
            <a:pPr algn="just" eaLnBrk="1" hangingPunct="1">
              <a:lnSpc>
                <a:spcPct val="150000"/>
              </a:lnSpc>
              <a:buClr>
                <a:srgbClr val="FF0000"/>
              </a:buClr>
              <a:buFont typeface="Wingdings" panose="05000000000000000000" pitchFamily="2" charset="2"/>
              <a:buChar char="ü"/>
            </a:pPr>
            <a:endPar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endParaRPr>
          </a:p>
          <a:p>
            <a:pPr algn="just" eaLnBrk="1" hangingPunct="1">
              <a:lnSpc>
                <a:spcPct val="150000"/>
              </a:lnSpc>
              <a:buClr>
                <a:srgbClr val="FF0000"/>
              </a:buClr>
              <a:buFont typeface="Wingdings" panose="05000000000000000000" pitchFamily="2" charset="2"/>
              <a:buChar char="ü"/>
            </a:pP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而</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TPM2.0</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提供了一个统一的框架来使用授权功能，授权功能可以通过各种独特的方式进行组合来增加灵活性。</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TPM2.0</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允许使用明文密码和</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HMAC</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的授权，也允许使用多个授权限定符来构造任意复杂的授权策略。增强的授权机制是</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TPM2.0</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的一个特色。</a:t>
            </a:r>
          </a:p>
          <a:p>
            <a:pPr marL="0" indent="0" algn="just" eaLnBrk="1" hangingPunct="1">
              <a:lnSpc>
                <a:spcPct val="150000"/>
              </a:lnSpc>
              <a:buClr>
                <a:srgbClr val="FF0000"/>
              </a:buClr>
            </a:pPr>
            <a:endPar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endParaRPr>
          </a:p>
        </p:txBody>
      </p:sp>
    </p:spTree>
    <p:extLst>
      <p:ext uri="{BB962C8B-B14F-4D97-AF65-F5344CB8AC3E}">
        <p14:creationId xmlns:p14="http://schemas.microsoft.com/office/powerpoint/2010/main" val="339225225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1">
            <a:extLst>
              <a:ext uri="{FF2B5EF4-FFF2-40B4-BE49-F238E27FC236}">
                <a16:creationId xmlns:a16="http://schemas.microsoft.com/office/drawing/2014/main" id="{4DE6FC9B-99AC-44EF-8D36-BB3CABEB6E7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3398609D-492A-4A1B-A56C-33063A600A12}" type="slidenum">
              <a:rPr lang="en-US" altLang="zh-CN" sz="1400">
                <a:solidFill>
                  <a:schemeClr val="bg1"/>
                </a:solidFill>
              </a:rPr>
              <a:pPr eaLnBrk="1" hangingPunct="1"/>
              <a:t>26</a:t>
            </a:fld>
            <a:endParaRPr lang="en-US" altLang="zh-CN" sz="1400">
              <a:solidFill>
                <a:schemeClr val="bg1"/>
              </a:solidFill>
            </a:endParaRPr>
          </a:p>
        </p:txBody>
      </p:sp>
      <p:sp>
        <p:nvSpPr>
          <p:cNvPr id="3" name="Rectangle 17">
            <a:extLst>
              <a:ext uri="{FF2B5EF4-FFF2-40B4-BE49-F238E27FC236}">
                <a16:creationId xmlns:a16="http://schemas.microsoft.com/office/drawing/2014/main" id="{ADDBE1A4-5187-4496-8D14-B601D22E392A}"/>
              </a:ext>
            </a:extLst>
          </p:cNvPr>
          <p:cNvSpPr txBox="1">
            <a:spLocks noChangeArrowheads="1"/>
          </p:cNvSpPr>
          <p:nvPr/>
        </p:nvSpPr>
        <p:spPr>
          <a:xfrm>
            <a:off x="2133600" y="304800"/>
            <a:ext cx="5562600" cy="533400"/>
          </a:xfrm>
          <a:prstGeom prst="rect">
            <a:avLst/>
          </a:prstGeom>
          <a:noFill/>
          <a:ln/>
        </p:spPr>
        <p:txBody>
          <a:bodyPr/>
          <a:lstStyle/>
          <a:p>
            <a:pPr>
              <a:lnSpc>
                <a:spcPts val="3200"/>
              </a:lnSpc>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国外</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TPM2.0</a:t>
            </a: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授权机制改进</a:t>
            </a:r>
          </a:p>
        </p:txBody>
      </p:sp>
      <p:sp>
        <p:nvSpPr>
          <p:cNvPr id="32772" name="矩形 3">
            <a:extLst>
              <a:ext uri="{FF2B5EF4-FFF2-40B4-BE49-F238E27FC236}">
                <a16:creationId xmlns:a16="http://schemas.microsoft.com/office/drawing/2014/main" id="{6914F806-C5C4-4CD2-99FF-7B69A4513B30}"/>
              </a:ext>
            </a:extLst>
          </p:cNvPr>
          <p:cNvSpPr>
            <a:spLocks noChangeArrowheads="1"/>
          </p:cNvSpPr>
          <p:nvPr/>
        </p:nvSpPr>
        <p:spPr bwMode="auto">
          <a:xfrm>
            <a:off x="647700" y="1447800"/>
            <a:ext cx="7848600" cy="3729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4625" indent="-174625"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buClr>
                <a:srgbClr val="FF0000"/>
              </a:buClr>
              <a:buFont typeface="Wingdings" panose="05000000000000000000" pitchFamily="2" charset="2"/>
              <a:buChar char="ü"/>
            </a:pP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TPM2.0</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对密钥和数据的授权使用方式进行了扩展，授权会话变成了策略会话，多个授权方式可以通过布尔逻辑的形式进行组合。例如，在一个场景中，</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Alice</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和</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Bob</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两个用户拥有不同的</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passwords</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，现在想要让他们可以访问同一个密钥，可以创建一个策略“当且仅当</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Password(Alice) or Password(Bob),</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允许访问密钥”。软件进程可以先创建策略，在生成</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密钥或者数据时指定该策略的哈希值即可，</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不需要知道策略的详情，</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hash</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值足够。</a:t>
            </a:r>
          </a:p>
          <a:p>
            <a:pPr marL="0" indent="0" algn="just" eaLnBrk="1" hangingPunct="1">
              <a:lnSpc>
                <a:spcPct val="150000"/>
              </a:lnSpc>
              <a:buClr>
                <a:srgbClr val="FF0000"/>
              </a:buClr>
            </a:pPr>
            <a:endPar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endParaRPr>
          </a:p>
        </p:txBody>
      </p:sp>
    </p:spTree>
    <p:extLst>
      <p:ext uri="{BB962C8B-B14F-4D97-AF65-F5344CB8AC3E}">
        <p14:creationId xmlns:p14="http://schemas.microsoft.com/office/powerpoint/2010/main" val="300839303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1">
            <a:extLst>
              <a:ext uri="{FF2B5EF4-FFF2-40B4-BE49-F238E27FC236}">
                <a16:creationId xmlns:a16="http://schemas.microsoft.com/office/drawing/2014/main" id="{4DE6FC9B-99AC-44EF-8D36-BB3CABEB6E7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3398609D-492A-4A1B-A56C-33063A600A12}" type="slidenum">
              <a:rPr lang="en-US" altLang="zh-CN" sz="1400">
                <a:solidFill>
                  <a:schemeClr val="bg1"/>
                </a:solidFill>
              </a:rPr>
              <a:pPr eaLnBrk="1" hangingPunct="1"/>
              <a:t>27</a:t>
            </a:fld>
            <a:endParaRPr lang="en-US" altLang="zh-CN" sz="1400">
              <a:solidFill>
                <a:schemeClr val="bg1"/>
              </a:solidFill>
            </a:endParaRPr>
          </a:p>
        </p:txBody>
      </p:sp>
      <p:sp>
        <p:nvSpPr>
          <p:cNvPr id="3" name="Rectangle 17">
            <a:extLst>
              <a:ext uri="{FF2B5EF4-FFF2-40B4-BE49-F238E27FC236}">
                <a16:creationId xmlns:a16="http://schemas.microsoft.com/office/drawing/2014/main" id="{ADDBE1A4-5187-4496-8D14-B601D22E392A}"/>
              </a:ext>
            </a:extLst>
          </p:cNvPr>
          <p:cNvSpPr txBox="1">
            <a:spLocks noChangeArrowheads="1"/>
          </p:cNvSpPr>
          <p:nvPr/>
        </p:nvSpPr>
        <p:spPr>
          <a:xfrm>
            <a:off x="1981200" y="304800"/>
            <a:ext cx="5562600" cy="533400"/>
          </a:xfrm>
          <a:prstGeom prst="rect">
            <a:avLst/>
          </a:prstGeom>
          <a:noFill/>
          <a:ln/>
        </p:spPr>
        <p:txBody>
          <a:bodyPr/>
          <a:lstStyle/>
          <a:p>
            <a:pPr>
              <a:lnSpc>
                <a:spcPts val="3200"/>
              </a:lnSpc>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国外</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TPM2.0</a:t>
            </a: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芯片启用状态</a:t>
            </a:r>
          </a:p>
        </p:txBody>
      </p:sp>
      <p:sp>
        <p:nvSpPr>
          <p:cNvPr id="32772" name="矩形 3">
            <a:extLst>
              <a:ext uri="{FF2B5EF4-FFF2-40B4-BE49-F238E27FC236}">
                <a16:creationId xmlns:a16="http://schemas.microsoft.com/office/drawing/2014/main" id="{6914F806-C5C4-4CD2-99FF-7B69A4513B30}"/>
              </a:ext>
            </a:extLst>
          </p:cNvPr>
          <p:cNvSpPr>
            <a:spLocks noChangeArrowheads="1"/>
          </p:cNvSpPr>
          <p:nvPr/>
        </p:nvSpPr>
        <p:spPr bwMode="auto">
          <a:xfrm>
            <a:off x="647700" y="1447800"/>
            <a:ext cx="7848600" cy="3729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4625" indent="-174625"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buClr>
                <a:srgbClr val="FF0000"/>
              </a:buClr>
              <a:buFont typeface="Wingdings" panose="05000000000000000000" pitchFamily="2" charset="2"/>
              <a:buChar char="ü"/>
            </a:pP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影响</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TPM1.2</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使用的最大一个障碍是</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PC</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厂商将</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默认置为关闭状态。为了激活</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的使用，用户必须进入固件（</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BIOS</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），找到管理</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安全芯片的目录，将其激活。这是因为</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TCG</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早期受到了质疑的影响，质疑者认为使用</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可能导致</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PC</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平台绑定特定的软件，而影响其他软件的使用，特别是厂商可以借此推广自己的软件，因此推荐默认情况下关闭</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。这是非常浪费的行为，但国内</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TCM</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在这方面做的还好，只是一些特定型号的安全主机才会配备</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TCM</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芯片，并不是每个</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PC</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主板上都装。</a:t>
            </a:r>
          </a:p>
        </p:txBody>
      </p:sp>
    </p:spTree>
    <p:extLst>
      <p:ext uri="{BB962C8B-B14F-4D97-AF65-F5344CB8AC3E}">
        <p14:creationId xmlns:p14="http://schemas.microsoft.com/office/powerpoint/2010/main" val="173620530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1">
            <a:extLst>
              <a:ext uri="{FF2B5EF4-FFF2-40B4-BE49-F238E27FC236}">
                <a16:creationId xmlns:a16="http://schemas.microsoft.com/office/drawing/2014/main" id="{4DE6FC9B-99AC-44EF-8D36-BB3CABEB6E7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3398609D-492A-4A1B-A56C-33063A600A12}" type="slidenum">
              <a:rPr lang="en-US" altLang="zh-CN" sz="1400">
                <a:solidFill>
                  <a:schemeClr val="bg1"/>
                </a:solidFill>
              </a:rPr>
              <a:pPr eaLnBrk="1" hangingPunct="1"/>
              <a:t>28</a:t>
            </a:fld>
            <a:endParaRPr lang="en-US" altLang="zh-CN" sz="1400">
              <a:solidFill>
                <a:schemeClr val="bg1"/>
              </a:solidFill>
            </a:endParaRPr>
          </a:p>
        </p:txBody>
      </p:sp>
      <p:sp>
        <p:nvSpPr>
          <p:cNvPr id="3" name="Rectangle 17">
            <a:extLst>
              <a:ext uri="{FF2B5EF4-FFF2-40B4-BE49-F238E27FC236}">
                <a16:creationId xmlns:a16="http://schemas.microsoft.com/office/drawing/2014/main" id="{ADDBE1A4-5187-4496-8D14-B601D22E392A}"/>
              </a:ext>
            </a:extLst>
          </p:cNvPr>
          <p:cNvSpPr txBox="1">
            <a:spLocks noChangeArrowheads="1"/>
          </p:cNvSpPr>
          <p:nvPr/>
        </p:nvSpPr>
        <p:spPr>
          <a:xfrm>
            <a:off x="1981200" y="266912"/>
            <a:ext cx="5562600" cy="533400"/>
          </a:xfrm>
          <a:prstGeom prst="rect">
            <a:avLst/>
          </a:prstGeom>
          <a:noFill/>
          <a:ln/>
        </p:spPr>
        <p:txBody>
          <a:bodyPr/>
          <a:lstStyle/>
          <a:p>
            <a:pPr>
              <a:lnSpc>
                <a:spcPts val="3200"/>
              </a:lnSpc>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国外</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TPM2.0</a:t>
            </a: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芯片启用状态</a:t>
            </a:r>
          </a:p>
        </p:txBody>
      </p:sp>
      <p:sp>
        <p:nvSpPr>
          <p:cNvPr id="32772" name="矩形 3">
            <a:extLst>
              <a:ext uri="{FF2B5EF4-FFF2-40B4-BE49-F238E27FC236}">
                <a16:creationId xmlns:a16="http://schemas.microsoft.com/office/drawing/2014/main" id="{6914F806-C5C4-4CD2-99FF-7B69A4513B30}"/>
              </a:ext>
            </a:extLst>
          </p:cNvPr>
          <p:cNvSpPr>
            <a:spLocks noChangeArrowheads="1"/>
          </p:cNvSpPr>
          <p:nvPr/>
        </p:nvSpPr>
        <p:spPr bwMode="auto">
          <a:xfrm>
            <a:off x="647700" y="1447800"/>
            <a:ext cx="7848600" cy="4191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4625" indent="-174625"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buClr>
                <a:srgbClr val="FF0000"/>
              </a:buClr>
              <a:buFont typeface="Wingdings" panose="05000000000000000000" pitchFamily="2" charset="2"/>
              <a:buChar char="ü"/>
            </a:pP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既然要在</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BIOS</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中对</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的使用进行激活，而实际上大部分用户都没有修改过</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BIOS</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，这样导致大部分</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永远沉睡在主板上。即便激活了</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TPM1.2</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，其状态是没有属主的（</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unowned</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），需要通过一个特定的命令来建立属主，往往第一个建立属主的人才是</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的实际拥有者。在非属主状态，能使用的</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很有限，没有</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SRK</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，密钥也无法创建或者加载，</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PCR</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状态也无法进行验证。在</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TPM1.2</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中，固件（</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BIOS</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）无法验证启动状态（</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boot state</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），固件可以哈希代码并扩展</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PCRs</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，但是检查具体的度量值只能靠更上层的操作系统或者应用程序。</a:t>
            </a:r>
          </a:p>
        </p:txBody>
      </p:sp>
    </p:spTree>
    <p:extLst>
      <p:ext uri="{BB962C8B-B14F-4D97-AF65-F5344CB8AC3E}">
        <p14:creationId xmlns:p14="http://schemas.microsoft.com/office/powerpoint/2010/main" val="20418789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1">
            <a:extLst>
              <a:ext uri="{FF2B5EF4-FFF2-40B4-BE49-F238E27FC236}">
                <a16:creationId xmlns:a16="http://schemas.microsoft.com/office/drawing/2014/main" id="{4DE6FC9B-99AC-44EF-8D36-BB3CABEB6E7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3398609D-492A-4A1B-A56C-33063A600A12}" type="slidenum">
              <a:rPr lang="en-US" altLang="zh-CN" sz="1400">
                <a:solidFill>
                  <a:schemeClr val="bg1"/>
                </a:solidFill>
              </a:rPr>
              <a:pPr eaLnBrk="1" hangingPunct="1"/>
              <a:t>29</a:t>
            </a:fld>
            <a:endParaRPr lang="en-US" altLang="zh-CN" sz="1400">
              <a:solidFill>
                <a:schemeClr val="bg1"/>
              </a:solidFill>
            </a:endParaRPr>
          </a:p>
        </p:txBody>
      </p:sp>
      <p:sp>
        <p:nvSpPr>
          <p:cNvPr id="3" name="Rectangle 17">
            <a:extLst>
              <a:ext uri="{FF2B5EF4-FFF2-40B4-BE49-F238E27FC236}">
                <a16:creationId xmlns:a16="http://schemas.microsoft.com/office/drawing/2014/main" id="{ADDBE1A4-5187-4496-8D14-B601D22E392A}"/>
              </a:ext>
            </a:extLst>
          </p:cNvPr>
          <p:cNvSpPr txBox="1">
            <a:spLocks noChangeArrowheads="1"/>
          </p:cNvSpPr>
          <p:nvPr/>
        </p:nvSpPr>
        <p:spPr>
          <a:xfrm>
            <a:off x="1790700" y="228600"/>
            <a:ext cx="5562600" cy="533400"/>
          </a:xfrm>
          <a:prstGeom prst="rect">
            <a:avLst/>
          </a:prstGeom>
          <a:noFill/>
          <a:ln/>
        </p:spPr>
        <p:txBody>
          <a:bodyPr/>
          <a:lstStyle/>
          <a:p>
            <a:pPr>
              <a:lnSpc>
                <a:spcPts val="3200"/>
              </a:lnSpc>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国外</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TPM2.0</a:t>
            </a: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芯片启用状态</a:t>
            </a:r>
          </a:p>
        </p:txBody>
      </p:sp>
      <p:sp>
        <p:nvSpPr>
          <p:cNvPr id="32772" name="矩形 3">
            <a:extLst>
              <a:ext uri="{FF2B5EF4-FFF2-40B4-BE49-F238E27FC236}">
                <a16:creationId xmlns:a16="http://schemas.microsoft.com/office/drawing/2014/main" id="{6914F806-C5C4-4CD2-99FF-7B69A4513B30}"/>
              </a:ext>
            </a:extLst>
          </p:cNvPr>
          <p:cNvSpPr>
            <a:spLocks noChangeArrowheads="1"/>
          </p:cNvSpPr>
          <p:nvPr/>
        </p:nvSpPr>
        <p:spPr bwMode="auto">
          <a:xfrm>
            <a:off x="533400" y="1676400"/>
            <a:ext cx="7848600" cy="2806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4625" indent="-174625"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buClr>
                <a:srgbClr val="FF0000"/>
              </a:buClr>
              <a:buFont typeface="Wingdings" panose="05000000000000000000" pitchFamily="2" charset="2"/>
              <a:buChar char="ü"/>
            </a:pP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在</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TPM2.0</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中默认状态应该是开启的，并增加了平台域，保证平台固件也可以操作完整的</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资源，即固件可以创建密钥、加密数据、验证</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PCR</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值等。这意味着，平台固件和平台用户可以同时成为</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的属主（</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owner</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）。固件开发者可以使用这种能力来保证一个安全的预引导环境，类似操作系统使用</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的能力来保护其操作以及上层应用。</a:t>
            </a:r>
          </a:p>
        </p:txBody>
      </p:sp>
    </p:spTree>
    <p:extLst>
      <p:ext uri="{BB962C8B-B14F-4D97-AF65-F5344CB8AC3E}">
        <p14:creationId xmlns:p14="http://schemas.microsoft.com/office/powerpoint/2010/main" val="352232011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1">
            <a:extLst>
              <a:ext uri="{FF2B5EF4-FFF2-40B4-BE49-F238E27FC236}">
                <a16:creationId xmlns:a16="http://schemas.microsoft.com/office/drawing/2014/main" id="{4DE6FC9B-99AC-44EF-8D36-BB3CABEB6E7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3398609D-492A-4A1B-A56C-33063A600A12}" type="slidenum">
              <a:rPr lang="en-US" altLang="zh-CN" sz="1400">
                <a:solidFill>
                  <a:schemeClr val="bg1"/>
                </a:solidFill>
              </a:rPr>
              <a:pPr eaLnBrk="1" hangingPunct="1"/>
              <a:t>30</a:t>
            </a:fld>
            <a:endParaRPr lang="en-US" altLang="zh-CN" sz="1400">
              <a:solidFill>
                <a:schemeClr val="bg1"/>
              </a:solidFill>
            </a:endParaRPr>
          </a:p>
        </p:txBody>
      </p:sp>
      <p:sp>
        <p:nvSpPr>
          <p:cNvPr id="32772" name="矩形 3">
            <a:extLst>
              <a:ext uri="{FF2B5EF4-FFF2-40B4-BE49-F238E27FC236}">
                <a16:creationId xmlns:a16="http://schemas.microsoft.com/office/drawing/2014/main" id="{6914F806-C5C4-4CD2-99FF-7B69A4513B30}"/>
              </a:ext>
            </a:extLst>
          </p:cNvPr>
          <p:cNvSpPr>
            <a:spLocks noChangeArrowheads="1"/>
          </p:cNvSpPr>
          <p:nvPr/>
        </p:nvSpPr>
        <p:spPr bwMode="auto">
          <a:xfrm>
            <a:off x="533400" y="1676400"/>
            <a:ext cx="7848600" cy="2806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4625" indent="-174625"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buClr>
                <a:srgbClr val="FF0000"/>
              </a:buClr>
              <a:buFont typeface="Wingdings" panose="05000000000000000000" pitchFamily="2" charset="2"/>
              <a:buChar char="ü"/>
            </a:pP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TPM1.2</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规范对功能的描述采用伪代码的形式，虽然更加正式，但是厂商实现时在细节上还是会存在一定的误解。</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TPM2.0</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规范采用</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C</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语言的形式进行了描述，为不同厂商实现时提供了标准的指导。但</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TPM2.0</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的标准看起来也很费劲，对于一个不懂可信计算的开发人来说，让其根据规范实现芯片，绝对是一种煎熬。但对于搞可信计算的人来说，认真研读</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TPM2.0</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规范，还是很有收获的。</a:t>
            </a:r>
          </a:p>
        </p:txBody>
      </p:sp>
      <p:sp>
        <p:nvSpPr>
          <p:cNvPr id="5" name="Rectangle 17">
            <a:extLst>
              <a:ext uri="{FF2B5EF4-FFF2-40B4-BE49-F238E27FC236}">
                <a16:creationId xmlns:a16="http://schemas.microsoft.com/office/drawing/2014/main" id="{24ACB2CB-FF60-4C03-B363-049DEE221F21}"/>
              </a:ext>
            </a:extLst>
          </p:cNvPr>
          <p:cNvSpPr txBox="1">
            <a:spLocks noChangeArrowheads="1"/>
          </p:cNvSpPr>
          <p:nvPr/>
        </p:nvSpPr>
        <p:spPr>
          <a:xfrm>
            <a:off x="1790700" y="304800"/>
            <a:ext cx="5562600" cy="533400"/>
          </a:xfrm>
          <a:prstGeom prst="rect">
            <a:avLst/>
          </a:prstGeom>
          <a:noFill/>
          <a:ln/>
        </p:spPr>
        <p:txBody>
          <a:bodyPr/>
          <a:lstStyle/>
          <a:p>
            <a:pPr>
              <a:lnSpc>
                <a:spcPts val="3200"/>
              </a:lnSpc>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国外</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TPM2.0</a:t>
            </a: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规范引入的定义</a:t>
            </a:r>
          </a:p>
        </p:txBody>
      </p:sp>
    </p:spTree>
    <p:extLst>
      <p:ext uri="{BB962C8B-B14F-4D97-AF65-F5344CB8AC3E}">
        <p14:creationId xmlns:p14="http://schemas.microsoft.com/office/powerpoint/2010/main" val="142157217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1">
            <a:extLst>
              <a:ext uri="{FF2B5EF4-FFF2-40B4-BE49-F238E27FC236}">
                <a16:creationId xmlns:a16="http://schemas.microsoft.com/office/drawing/2014/main" id="{4DE6FC9B-99AC-44EF-8D36-BB3CABEB6E7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3398609D-492A-4A1B-A56C-33063A600A12}" type="slidenum">
              <a:rPr lang="en-US" altLang="zh-CN" sz="1400">
                <a:solidFill>
                  <a:schemeClr val="bg1"/>
                </a:solidFill>
              </a:rPr>
              <a:pPr eaLnBrk="1" hangingPunct="1"/>
              <a:t>31</a:t>
            </a:fld>
            <a:endParaRPr lang="en-US" altLang="zh-CN" sz="1400">
              <a:solidFill>
                <a:schemeClr val="bg1"/>
              </a:solidFill>
            </a:endParaRPr>
          </a:p>
        </p:txBody>
      </p:sp>
      <p:sp>
        <p:nvSpPr>
          <p:cNvPr id="32772" name="矩形 3">
            <a:extLst>
              <a:ext uri="{FF2B5EF4-FFF2-40B4-BE49-F238E27FC236}">
                <a16:creationId xmlns:a16="http://schemas.microsoft.com/office/drawing/2014/main" id="{6914F806-C5C4-4CD2-99FF-7B69A4513B30}"/>
              </a:ext>
            </a:extLst>
          </p:cNvPr>
          <p:cNvSpPr>
            <a:spLocks noChangeArrowheads="1"/>
          </p:cNvSpPr>
          <p:nvPr/>
        </p:nvSpPr>
        <p:spPr bwMode="auto">
          <a:xfrm>
            <a:off x="533400" y="1676400"/>
            <a:ext cx="7848600" cy="3267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4625" indent="-174625"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buClr>
                <a:srgbClr val="FF0000"/>
              </a:buClr>
              <a:buFont typeface="Wingdings" panose="05000000000000000000" pitchFamily="2" charset="2"/>
              <a:buChar char="ü"/>
            </a:pP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TPM2.0</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规范主要有四部分，</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Part1</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是比较系统的介绍，要了解可信平台模块的基本思想和原理，主要参考</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Part1</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Part2</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给出</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接口的变量、数据类型、数据结构和常量。</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Part3</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总结</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能执行的所有命令，对于每个命令给出命令请求和响应的格式，并且通过</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C</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代码形式分析了每个命令的执行流程。最后的</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Part4</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是给出了</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Part3</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中命令代码用到的算法和方法。实际使用可信计算是很多命令的组合，但具体使用时必须从整体上思考，才能组合出实际的应用。</a:t>
            </a:r>
          </a:p>
        </p:txBody>
      </p:sp>
      <p:sp>
        <p:nvSpPr>
          <p:cNvPr id="5" name="Rectangle 17">
            <a:extLst>
              <a:ext uri="{FF2B5EF4-FFF2-40B4-BE49-F238E27FC236}">
                <a16:creationId xmlns:a16="http://schemas.microsoft.com/office/drawing/2014/main" id="{ABA0C37D-32A7-461C-B180-9A2A96078D36}"/>
              </a:ext>
            </a:extLst>
          </p:cNvPr>
          <p:cNvSpPr txBox="1">
            <a:spLocks noChangeArrowheads="1"/>
          </p:cNvSpPr>
          <p:nvPr/>
        </p:nvSpPr>
        <p:spPr>
          <a:xfrm>
            <a:off x="1790700" y="304800"/>
            <a:ext cx="5562600" cy="533400"/>
          </a:xfrm>
          <a:prstGeom prst="rect">
            <a:avLst/>
          </a:prstGeom>
          <a:noFill/>
          <a:ln/>
        </p:spPr>
        <p:txBody>
          <a:bodyPr/>
          <a:lstStyle/>
          <a:p>
            <a:pPr>
              <a:lnSpc>
                <a:spcPts val="3200"/>
              </a:lnSpc>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国外</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TPM2.0</a:t>
            </a: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规范引入的定义</a:t>
            </a:r>
          </a:p>
        </p:txBody>
      </p:sp>
    </p:spTree>
    <p:extLst>
      <p:ext uri="{BB962C8B-B14F-4D97-AF65-F5344CB8AC3E}">
        <p14:creationId xmlns:p14="http://schemas.microsoft.com/office/powerpoint/2010/main" val="163301428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1">
            <a:extLst>
              <a:ext uri="{FF2B5EF4-FFF2-40B4-BE49-F238E27FC236}">
                <a16:creationId xmlns:a16="http://schemas.microsoft.com/office/drawing/2014/main" id="{4DE6FC9B-99AC-44EF-8D36-BB3CABEB6E7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3398609D-492A-4A1B-A56C-33063A600A12}" type="slidenum">
              <a:rPr lang="en-US" altLang="zh-CN" sz="1400">
                <a:solidFill>
                  <a:schemeClr val="bg1"/>
                </a:solidFill>
              </a:rPr>
              <a:pPr eaLnBrk="1" hangingPunct="1"/>
              <a:t>32</a:t>
            </a:fld>
            <a:endParaRPr lang="en-US" altLang="zh-CN" sz="1400">
              <a:solidFill>
                <a:schemeClr val="bg1"/>
              </a:solidFill>
            </a:endParaRPr>
          </a:p>
        </p:txBody>
      </p:sp>
      <p:sp>
        <p:nvSpPr>
          <p:cNvPr id="32772" name="矩形 3">
            <a:extLst>
              <a:ext uri="{FF2B5EF4-FFF2-40B4-BE49-F238E27FC236}">
                <a16:creationId xmlns:a16="http://schemas.microsoft.com/office/drawing/2014/main" id="{6914F806-C5C4-4CD2-99FF-7B69A4513B30}"/>
              </a:ext>
            </a:extLst>
          </p:cNvPr>
          <p:cNvSpPr>
            <a:spLocks noChangeArrowheads="1"/>
          </p:cNvSpPr>
          <p:nvPr/>
        </p:nvSpPr>
        <p:spPr bwMode="auto">
          <a:xfrm>
            <a:off x="533400" y="1676400"/>
            <a:ext cx="7848600" cy="4191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4625" indent="-174625"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buClr>
                <a:srgbClr val="FF0000"/>
              </a:buClr>
              <a:buFont typeface="Wingdings" panose="05000000000000000000" pitchFamily="2" charset="2"/>
              <a:buChar char="ü"/>
            </a:pP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1. </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信任根（</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Root of Trust</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是无法检测到不当行为而必须信任的最小计算系统，它包括测量根信任、存储根信任以及报告根信任三部分组成，是可信计算的基础和出发点。</a:t>
            </a:r>
          </a:p>
          <a:p>
            <a:pPr algn="just" eaLnBrk="1" hangingPunct="1">
              <a:lnSpc>
                <a:spcPct val="150000"/>
              </a:lnSpc>
              <a:buClr>
                <a:srgbClr val="FF0000"/>
              </a:buClr>
              <a:buFont typeface="Wingdings" panose="05000000000000000000" pitchFamily="2" charset="2"/>
              <a:buChar char="ü"/>
            </a:pP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2. </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可信构建块（</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Trusted Building Block</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TBB</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），是指用于实例化信任根所需的一个或一组元件。</a:t>
            </a:r>
          </a:p>
          <a:p>
            <a:pPr algn="just" eaLnBrk="1" hangingPunct="1">
              <a:lnSpc>
                <a:spcPct val="150000"/>
              </a:lnSpc>
              <a:buClr>
                <a:srgbClr val="FF0000"/>
              </a:buClr>
              <a:buFont typeface="Wingdings" panose="05000000000000000000" pitchFamily="2" charset="2"/>
              <a:buChar char="ü"/>
            </a:pP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3. </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可信计算基（</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Trusted Computing Base</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TCB</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），是负责系统安全策略的系统资源（硬件和软件）的集合。</a:t>
            </a:r>
          </a:p>
          <a:p>
            <a:pPr algn="just" eaLnBrk="1" hangingPunct="1">
              <a:lnSpc>
                <a:spcPct val="150000"/>
              </a:lnSpc>
              <a:buClr>
                <a:srgbClr val="FF0000"/>
              </a:buClr>
              <a:buFont typeface="Wingdings" panose="05000000000000000000" pitchFamily="2" charset="2"/>
              <a:buChar char="ü"/>
            </a:pP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4. </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信任边界（</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Trusted Boundaries</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TBB</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与根信任的组合构建了信任边界，在边界内可针对最小配置完成测量、存储和报告。</a:t>
            </a:r>
          </a:p>
        </p:txBody>
      </p:sp>
      <p:sp>
        <p:nvSpPr>
          <p:cNvPr id="5" name="Rectangle 17">
            <a:extLst>
              <a:ext uri="{FF2B5EF4-FFF2-40B4-BE49-F238E27FC236}">
                <a16:creationId xmlns:a16="http://schemas.microsoft.com/office/drawing/2014/main" id="{CC75B1FB-BC07-4C48-BA9F-D2976F762A7E}"/>
              </a:ext>
            </a:extLst>
          </p:cNvPr>
          <p:cNvSpPr txBox="1">
            <a:spLocks noChangeArrowheads="1"/>
          </p:cNvSpPr>
          <p:nvPr/>
        </p:nvSpPr>
        <p:spPr>
          <a:xfrm>
            <a:off x="1790700" y="304800"/>
            <a:ext cx="5562600" cy="533400"/>
          </a:xfrm>
          <a:prstGeom prst="rect">
            <a:avLst/>
          </a:prstGeom>
          <a:noFill/>
          <a:ln/>
        </p:spPr>
        <p:txBody>
          <a:bodyPr/>
          <a:lstStyle/>
          <a:p>
            <a:pPr>
              <a:lnSpc>
                <a:spcPts val="3200"/>
              </a:lnSpc>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国外</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TPM2.0</a:t>
            </a: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规范引入的定义</a:t>
            </a:r>
          </a:p>
        </p:txBody>
      </p:sp>
    </p:spTree>
    <p:extLst>
      <p:ext uri="{BB962C8B-B14F-4D97-AF65-F5344CB8AC3E}">
        <p14:creationId xmlns:p14="http://schemas.microsoft.com/office/powerpoint/2010/main" val="86753225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1">
            <a:extLst>
              <a:ext uri="{FF2B5EF4-FFF2-40B4-BE49-F238E27FC236}">
                <a16:creationId xmlns:a16="http://schemas.microsoft.com/office/drawing/2014/main" id="{4DE6FC9B-99AC-44EF-8D36-BB3CABEB6E7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3398609D-492A-4A1B-A56C-33063A600A12}" type="slidenum">
              <a:rPr lang="en-US" altLang="zh-CN" sz="1400">
                <a:solidFill>
                  <a:schemeClr val="bg1"/>
                </a:solidFill>
              </a:rPr>
              <a:pPr eaLnBrk="1" hangingPunct="1"/>
              <a:t>33</a:t>
            </a:fld>
            <a:endParaRPr lang="en-US" altLang="zh-CN" sz="1400">
              <a:solidFill>
                <a:schemeClr val="bg1"/>
              </a:solidFill>
            </a:endParaRPr>
          </a:p>
        </p:txBody>
      </p:sp>
      <p:sp>
        <p:nvSpPr>
          <p:cNvPr id="32772" name="矩形 3">
            <a:extLst>
              <a:ext uri="{FF2B5EF4-FFF2-40B4-BE49-F238E27FC236}">
                <a16:creationId xmlns:a16="http://schemas.microsoft.com/office/drawing/2014/main" id="{6914F806-C5C4-4CD2-99FF-7B69A4513B30}"/>
              </a:ext>
            </a:extLst>
          </p:cNvPr>
          <p:cNvSpPr>
            <a:spLocks noChangeArrowheads="1"/>
          </p:cNvSpPr>
          <p:nvPr/>
        </p:nvSpPr>
        <p:spPr bwMode="auto">
          <a:xfrm>
            <a:off x="533400" y="1219200"/>
            <a:ext cx="7848600" cy="5114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4625" indent="-174625"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buClr>
                <a:srgbClr val="FF0000"/>
              </a:buClr>
              <a:buFont typeface="Wingdings" panose="05000000000000000000" pitchFamily="2" charset="2"/>
              <a:buChar char="ü"/>
            </a:pP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5. </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传递信任（</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Transitive Trust</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），传递信任是一个过程，基于信任根建立可执行函数的信任关系，然后基于该函数建立下一个可执行函数的信任关系，从而构建计算环境的信任链。</a:t>
            </a:r>
          </a:p>
          <a:p>
            <a:pPr algn="just" eaLnBrk="1" hangingPunct="1">
              <a:lnSpc>
                <a:spcPct val="150000"/>
              </a:lnSpc>
              <a:buClr>
                <a:srgbClr val="FF0000"/>
              </a:buClr>
              <a:buFont typeface="Wingdings" panose="05000000000000000000" pitchFamily="2" charset="2"/>
              <a:buChar char="ü"/>
            </a:pP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6. </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信任机构（</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Trust Authority</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），是指创建和发布可信构建块的制造厂商。</a:t>
            </a:r>
          </a:p>
          <a:p>
            <a:pPr algn="just" eaLnBrk="1" hangingPunct="1">
              <a:lnSpc>
                <a:spcPct val="150000"/>
              </a:lnSpc>
              <a:buClr>
                <a:srgbClr val="FF0000"/>
              </a:buClr>
              <a:buFont typeface="Wingdings" panose="05000000000000000000" pitchFamily="2" charset="2"/>
              <a:buChar char="ü"/>
            </a:pP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7. </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可信平台模块（</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Trusted Platform Module, TPM</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），是提供系统可信计算基（</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TCB</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）的与主机系统隔离的系统组件，基于标准的规范接口与主机交互。具体实现方式包括：直接或者间接的基于物理资源的实现，例如在处理器中独立的</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单元或者临时分配的</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计算单元；单一独立的</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芯片单元；在主机处理器特定工作模式下运行的代码等。</a:t>
            </a:r>
          </a:p>
        </p:txBody>
      </p:sp>
      <p:sp>
        <p:nvSpPr>
          <p:cNvPr id="5" name="Rectangle 17">
            <a:extLst>
              <a:ext uri="{FF2B5EF4-FFF2-40B4-BE49-F238E27FC236}">
                <a16:creationId xmlns:a16="http://schemas.microsoft.com/office/drawing/2014/main" id="{D5F88D89-5646-43EC-80A7-73FC4E989380}"/>
              </a:ext>
            </a:extLst>
          </p:cNvPr>
          <p:cNvSpPr txBox="1">
            <a:spLocks noChangeArrowheads="1"/>
          </p:cNvSpPr>
          <p:nvPr/>
        </p:nvSpPr>
        <p:spPr>
          <a:xfrm>
            <a:off x="1790700" y="304800"/>
            <a:ext cx="5562600" cy="533400"/>
          </a:xfrm>
          <a:prstGeom prst="rect">
            <a:avLst/>
          </a:prstGeom>
          <a:noFill/>
          <a:ln/>
        </p:spPr>
        <p:txBody>
          <a:bodyPr/>
          <a:lstStyle/>
          <a:p>
            <a:pPr>
              <a:lnSpc>
                <a:spcPts val="3200"/>
              </a:lnSpc>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国外</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TPM2.0</a:t>
            </a: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规范引入的定义</a:t>
            </a:r>
          </a:p>
        </p:txBody>
      </p:sp>
    </p:spTree>
    <p:extLst>
      <p:ext uri="{BB962C8B-B14F-4D97-AF65-F5344CB8AC3E}">
        <p14:creationId xmlns:p14="http://schemas.microsoft.com/office/powerpoint/2010/main" val="39237169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1">
            <a:extLst>
              <a:ext uri="{FF2B5EF4-FFF2-40B4-BE49-F238E27FC236}">
                <a16:creationId xmlns:a16="http://schemas.microsoft.com/office/drawing/2014/main" id="{4DE6FC9B-99AC-44EF-8D36-BB3CABEB6E7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3398609D-492A-4A1B-A56C-33063A600A12}" type="slidenum">
              <a:rPr lang="en-US" altLang="zh-CN" sz="1400">
                <a:solidFill>
                  <a:schemeClr val="bg1"/>
                </a:solidFill>
              </a:rPr>
              <a:pPr eaLnBrk="1" hangingPunct="1"/>
              <a:t>34</a:t>
            </a:fld>
            <a:endParaRPr lang="en-US" altLang="zh-CN" sz="1400">
              <a:solidFill>
                <a:schemeClr val="bg1"/>
              </a:solidFill>
            </a:endParaRPr>
          </a:p>
        </p:txBody>
      </p:sp>
      <p:sp>
        <p:nvSpPr>
          <p:cNvPr id="32772" name="矩形 3">
            <a:extLst>
              <a:ext uri="{FF2B5EF4-FFF2-40B4-BE49-F238E27FC236}">
                <a16:creationId xmlns:a16="http://schemas.microsoft.com/office/drawing/2014/main" id="{6914F806-C5C4-4CD2-99FF-7B69A4513B30}"/>
              </a:ext>
            </a:extLst>
          </p:cNvPr>
          <p:cNvSpPr>
            <a:spLocks noChangeArrowheads="1"/>
          </p:cNvSpPr>
          <p:nvPr/>
        </p:nvSpPr>
        <p:spPr bwMode="auto">
          <a:xfrm>
            <a:off x="533400" y="1219200"/>
            <a:ext cx="7848600" cy="1421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4625" indent="-174625"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buClr>
                <a:srgbClr val="FF0000"/>
              </a:buClr>
              <a:buFont typeface="Wingdings" panose="05000000000000000000" pitchFamily="2" charset="2"/>
              <a:buChar char="ü"/>
            </a:pP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规范中对加密算法以及引擎、随机生成器、管理以及授权、远程证明等内容做出规范，并定义了软件接口规范。其典型架构如下图所示：</a:t>
            </a:r>
          </a:p>
        </p:txBody>
      </p:sp>
      <p:sp>
        <p:nvSpPr>
          <p:cNvPr id="7" name="Rectangle 17">
            <a:extLst>
              <a:ext uri="{FF2B5EF4-FFF2-40B4-BE49-F238E27FC236}">
                <a16:creationId xmlns:a16="http://schemas.microsoft.com/office/drawing/2014/main" id="{1349F596-5BC8-4844-8F4A-95E958209910}"/>
              </a:ext>
            </a:extLst>
          </p:cNvPr>
          <p:cNvSpPr txBox="1">
            <a:spLocks noChangeArrowheads="1"/>
          </p:cNvSpPr>
          <p:nvPr/>
        </p:nvSpPr>
        <p:spPr>
          <a:xfrm>
            <a:off x="1790700" y="304800"/>
            <a:ext cx="5562600" cy="533400"/>
          </a:xfrm>
          <a:prstGeom prst="rect">
            <a:avLst/>
          </a:prstGeom>
          <a:noFill/>
          <a:ln/>
        </p:spPr>
        <p:txBody>
          <a:bodyPr/>
          <a:lstStyle/>
          <a:p>
            <a:pPr>
              <a:lnSpc>
                <a:spcPts val="3200"/>
              </a:lnSpc>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国外</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TPM2.0</a:t>
            </a: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规范引入的定义</a:t>
            </a:r>
          </a:p>
        </p:txBody>
      </p:sp>
      <p:pic>
        <p:nvPicPr>
          <p:cNvPr id="4" name="图片 3">
            <a:extLst>
              <a:ext uri="{FF2B5EF4-FFF2-40B4-BE49-F238E27FC236}">
                <a16:creationId xmlns:a16="http://schemas.microsoft.com/office/drawing/2014/main" id="{A47D00B7-04B9-4692-8E8E-D425E104207F}"/>
              </a:ext>
            </a:extLst>
          </p:cNvPr>
          <p:cNvPicPr>
            <a:picLocks noChangeAspect="1"/>
          </p:cNvPicPr>
          <p:nvPr/>
        </p:nvPicPr>
        <p:blipFill>
          <a:blip r:embed="rId2"/>
          <a:stretch>
            <a:fillRect/>
          </a:stretch>
        </p:blipFill>
        <p:spPr>
          <a:xfrm>
            <a:off x="1446301" y="114300"/>
            <a:ext cx="6251397" cy="6629400"/>
          </a:xfrm>
          <a:prstGeom prst="rect">
            <a:avLst/>
          </a:prstGeom>
        </p:spPr>
      </p:pic>
    </p:spTree>
    <p:extLst>
      <p:ext uri="{BB962C8B-B14F-4D97-AF65-F5344CB8AC3E}">
        <p14:creationId xmlns:p14="http://schemas.microsoft.com/office/powerpoint/2010/main" val="36251317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1">
            <a:extLst>
              <a:ext uri="{FF2B5EF4-FFF2-40B4-BE49-F238E27FC236}">
                <a16:creationId xmlns:a16="http://schemas.microsoft.com/office/drawing/2014/main" id="{4DE6FC9B-99AC-44EF-8D36-BB3CABEB6E7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3398609D-492A-4A1B-A56C-33063A600A12}" type="slidenum">
              <a:rPr lang="en-US" altLang="zh-CN" sz="1400">
                <a:solidFill>
                  <a:schemeClr val="bg1"/>
                </a:solidFill>
              </a:rPr>
              <a:pPr eaLnBrk="1" hangingPunct="1"/>
              <a:t>35</a:t>
            </a:fld>
            <a:endParaRPr lang="en-US" altLang="zh-CN" sz="1400">
              <a:solidFill>
                <a:schemeClr val="bg1"/>
              </a:solidFill>
            </a:endParaRPr>
          </a:p>
        </p:txBody>
      </p:sp>
      <p:sp>
        <p:nvSpPr>
          <p:cNvPr id="32772" name="矩形 3">
            <a:extLst>
              <a:ext uri="{FF2B5EF4-FFF2-40B4-BE49-F238E27FC236}">
                <a16:creationId xmlns:a16="http://schemas.microsoft.com/office/drawing/2014/main" id="{6914F806-C5C4-4CD2-99FF-7B69A4513B30}"/>
              </a:ext>
            </a:extLst>
          </p:cNvPr>
          <p:cNvSpPr>
            <a:spLocks noChangeArrowheads="1"/>
          </p:cNvSpPr>
          <p:nvPr/>
        </p:nvSpPr>
        <p:spPr bwMode="auto">
          <a:xfrm>
            <a:off x="533400" y="1219200"/>
            <a:ext cx="7848600" cy="2344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4625" indent="-174625"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buClr>
                <a:srgbClr val="FF0000"/>
              </a:buClr>
              <a:buFont typeface="Wingdings" panose="05000000000000000000" pitchFamily="2" charset="2"/>
              <a:buChar char="ü"/>
            </a:pP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为推进</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应用，打造可信计算生态，</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TCG</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定义了软件栈规范，将</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底层细节接口与</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应用程序隔离起来，为高端系统和资源受限的低端系统设计和定义了可信计算组织软件栈（</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TCG Software Stack</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），采用多层设计从而允许扩展。如下图所示，</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TSS</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分别用于本地应用场景和远程应用场景。</a:t>
            </a:r>
          </a:p>
        </p:txBody>
      </p:sp>
      <p:sp>
        <p:nvSpPr>
          <p:cNvPr id="8" name="Rectangle 17">
            <a:extLst>
              <a:ext uri="{FF2B5EF4-FFF2-40B4-BE49-F238E27FC236}">
                <a16:creationId xmlns:a16="http://schemas.microsoft.com/office/drawing/2014/main" id="{C108CF99-1384-48B4-A9D7-EC05020D1E82}"/>
              </a:ext>
            </a:extLst>
          </p:cNvPr>
          <p:cNvSpPr txBox="1">
            <a:spLocks noChangeArrowheads="1"/>
          </p:cNvSpPr>
          <p:nvPr/>
        </p:nvSpPr>
        <p:spPr>
          <a:xfrm>
            <a:off x="1790700" y="304800"/>
            <a:ext cx="5562600" cy="533400"/>
          </a:xfrm>
          <a:prstGeom prst="rect">
            <a:avLst/>
          </a:prstGeom>
          <a:noFill/>
          <a:ln/>
        </p:spPr>
        <p:txBody>
          <a:bodyPr/>
          <a:lstStyle/>
          <a:p>
            <a:pPr>
              <a:lnSpc>
                <a:spcPts val="3200"/>
              </a:lnSpc>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国外</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TPM2.0</a:t>
            </a: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规范引入的定义</a:t>
            </a:r>
          </a:p>
        </p:txBody>
      </p:sp>
      <p:pic>
        <p:nvPicPr>
          <p:cNvPr id="2" name="图片 1">
            <a:extLst>
              <a:ext uri="{FF2B5EF4-FFF2-40B4-BE49-F238E27FC236}">
                <a16:creationId xmlns:a16="http://schemas.microsoft.com/office/drawing/2014/main" id="{D987A89E-6958-48A0-83D8-9FE0DC12F3C9}"/>
              </a:ext>
            </a:extLst>
          </p:cNvPr>
          <p:cNvPicPr>
            <a:picLocks noChangeAspect="1"/>
          </p:cNvPicPr>
          <p:nvPr/>
        </p:nvPicPr>
        <p:blipFill>
          <a:blip r:embed="rId2"/>
          <a:stretch>
            <a:fillRect/>
          </a:stretch>
        </p:blipFill>
        <p:spPr>
          <a:xfrm>
            <a:off x="835963" y="1394009"/>
            <a:ext cx="8003237" cy="4867275"/>
          </a:xfrm>
          <a:prstGeom prst="rect">
            <a:avLst/>
          </a:prstGeom>
        </p:spPr>
      </p:pic>
    </p:spTree>
    <p:extLst>
      <p:ext uri="{BB962C8B-B14F-4D97-AF65-F5344CB8AC3E}">
        <p14:creationId xmlns:p14="http://schemas.microsoft.com/office/powerpoint/2010/main" val="139114125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1">
            <a:extLst>
              <a:ext uri="{FF2B5EF4-FFF2-40B4-BE49-F238E27FC236}">
                <a16:creationId xmlns:a16="http://schemas.microsoft.com/office/drawing/2014/main" id="{4DE6FC9B-99AC-44EF-8D36-BB3CABEB6E7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3398609D-492A-4A1B-A56C-33063A600A12}" type="slidenum">
              <a:rPr lang="en-US" altLang="zh-CN" sz="1400">
                <a:solidFill>
                  <a:schemeClr val="bg1"/>
                </a:solidFill>
              </a:rPr>
              <a:pPr eaLnBrk="1" hangingPunct="1"/>
              <a:t>36</a:t>
            </a:fld>
            <a:endParaRPr lang="en-US" altLang="zh-CN" sz="1400">
              <a:solidFill>
                <a:schemeClr val="bg1"/>
              </a:solidFill>
            </a:endParaRPr>
          </a:p>
        </p:txBody>
      </p:sp>
      <p:sp>
        <p:nvSpPr>
          <p:cNvPr id="32772" name="矩形 3">
            <a:extLst>
              <a:ext uri="{FF2B5EF4-FFF2-40B4-BE49-F238E27FC236}">
                <a16:creationId xmlns:a16="http://schemas.microsoft.com/office/drawing/2014/main" id="{6914F806-C5C4-4CD2-99FF-7B69A4513B30}"/>
              </a:ext>
            </a:extLst>
          </p:cNvPr>
          <p:cNvSpPr>
            <a:spLocks noChangeArrowheads="1"/>
          </p:cNvSpPr>
          <p:nvPr/>
        </p:nvSpPr>
        <p:spPr bwMode="auto">
          <a:xfrm>
            <a:off x="533400" y="1219200"/>
            <a:ext cx="7848600" cy="9595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4625" indent="-174625"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buClr>
                <a:srgbClr val="FF0000"/>
              </a:buClr>
              <a:buFont typeface="Wingdings" panose="05000000000000000000" pitchFamily="2" charset="2"/>
              <a:buChar char="ü"/>
            </a:pP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TSS</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通过</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命令转发接口（</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 Command Transmission Interface</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TCTI</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）实现应用层到底层各个零件的连接与通信。</a:t>
            </a:r>
          </a:p>
        </p:txBody>
      </p:sp>
      <p:sp>
        <p:nvSpPr>
          <p:cNvPr id="9" name="Rectangle 17">
            <a:extLst>
              <a:ext uri="{FF2B5EF4-FFF2-40B4-BE49-F238E27FC236}">
                <a16:creationId xmlns:a16="http://schemas.microsoft.com/office/drawing/2014/main" id="{78B4FA33-F8BF-42F1-949E-9CF20EFD23FF}"/>
              </a:ext>
            </a:extLst>
          </p:cNvPr>
          <p:cNvSpPr txBox="1">
            <a:spLocks noChangeArrowheads="1"/>
          </p:cNvSpPr>
          <p:nvPr/>
        </p:nvSpPr>
        <p:spPr>
          <a:xfrm>
            <a:off x="1790700" y="304800"/>
            <a:ext cx="5562600" cy="533400"/>
          </a:xfrm>
          <a:prstGeom prst="rect">
            <a:avLst/>
          </a:prstGeom>
          <a:noFill/>
          <a:ln/>
        </p:spPr>
        <p:txBody>
          <a:bodyPr/>
          <a:lstStyle/>
          <a:p>
            <a:pPr>
              <a:lnSpc>
                <a:spcPts val="3200"/>
              </a:lnSpc>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国外</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TPM2.0</a:t>
            </a: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规范引入的定义</a:t>
            </a:r>
          </a:p>
        </p:txBody>
      </p:sp>
      <p:pic>
        <p:nvPicPr>
          <p:cNvPr id="2" name="图片 1">
            <a:extLst>
              <a:ext uri="{FF2B5EF4-FFF2-40B4-BE49-F238E27FC236}">
                <a16:creationId xmlns:a16="http://schemas.microsoft.com/office/drawing/2014/main" id="{DE7E13ED-9598-4687-94E0-B7DC7EC4D2E3}"/>
              </a:ext>
            </a:extLst>
          </p:cNvPr>
          <p:cNvPicPr>
            <a:picLocks noChangeAspect="1"/>
          </p:cNvPicPr>
          <p:nvPr/>
        </p:nvPicPr>
        <p:blipFill>
          <a:blip r:embed="rId2"/>
          <a:stretch>
            <a:fillRect/>
          </a:stretch>
        </p:blipFill>
        <p:spPr>
          <a:xfrm>
            <a:off x="503365" y="2362200"/>
            <a:ext cx="8296275" cy="3333750"/>
          </a:xfrm>
          <a:prstGeom prst="rect">
            <a:avLst/>
          </a:prstGeom>
        </p:spPr>
      </p:pic>
    </p:spTree>
    <p:extLst>
      <p:ext uri="{BB962C8B-B14F-4D97-AF65-F5344CB8AC3E}">
        <p14:creationId xmlns:p14="http://schemas.microsoft.com/office/powerpoint/2010/main" val="77454525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1">
            <a:extLst>
              <a:ext uri="{FF2B5EF4-FFF2-40B4-BE49-F238E27FC236}">
                <a16:creationId xmlns:a16="http://schemas.microsoft.com/office/drawing/2014/main" id="{4DE6FC9B-99AC-44EF-8D36-BB3CABEB6E7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3398609D-492A-4A1B-A56C-33063A600A12}" type="slidenum">
              <a:rPr lang="en-US" altLang="zh-CN" sz="1400">
                <a:solidFill>
                  <a:schemeClr val="bg1"/>
                </a:solidFill>
              </a:rPr>
              <a:pPr eaLnBrk="1" hangingPunct="1"/>
              <a:t>37</a:t>
            </a:fld>
            <a:endParaRPr lang="en-US" altLang="zh-CN" sz="1400">
              <a:solidFill>
                <a:schemeClr val="bg1"/>
              </a:solidFill>
            </a:endParaRPr>
          </a:p>
        </p:txBody>
      </p:sp>
      <p:sp>
        <p:nvSpPr>
          <p:cNvPr id="3" name="Rectangle 17">
            <a:extLst>
              <a:ext uri="{FF2B5EF4-FFF2-40B4-BE49-F238E27FC236}">
                <a16:creationId xmlns:a16="http://schemas.microsoft.com/office/drawing/2014/main" id="{ADDBE1A4-5187-4496-8D14-B601D22E392A}"/>
              </a:ext>
            </a:extLst>
          </p:cNvPr>
          <p:cNvSpPr txBox="1">
            <a:spLocks noChangeArrowheads="1"/>
          </p:cNvSpPr>
          <p:nvPr/>
        </p:nvSpPr>
        <p:spPr>
          <a:xfrm>
            <a:off x="1790700" y="304800"/>
            <a:ext cx="5562600" cy="533400"/>
          </a:xfrm>
          <a:prstGeom prst="rect">
            <a:avLst/>
          </a:prstGeom>
          <a:noFill/>
          <a:ln/>
        </p:spPr>
        <p:txBody>
          <a:bodyPr/>
          <a:lstStyle/>
          <a:p>
            <a:pPr>
              <a:lnSpc>
                <a:spcPts val="3200"/>
              </a:lnSpc>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国外</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TPM2.0</a:t>
            </a: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规范引入的定义</a:t>
            </a:r>
          </a:p>
        </p:txBody>
      </p:sp>
      <p:sp>
        <p:nvSpPr>
          <p:cNvPr id="32772" name="矩形 3">
            <a:extLst>
              <a:ext uri="{FF2B5EF4-FFF2-40B4-BE49-F238E27FC236}">
                <a16:creationId xmlns:a16="http://schemas.microsoft.com/office/drawing/2014/main" id="{6914F806-C5C4-4CD2-99FF-7B69A4513B30}"/>
              </a:ext>
            </a:extLst>
          </p:cNvPr>
          <p:cNvSpPr>
            <a:spLocks noChangeArrowheads="1"/>
          </p:cNvSpPr>
          <p:nvPr/>
        </p:nvSpPr>
        <p:spPr bwMode="auto">
          <a:xfrm>
            <a:off x="533400" y="1219200"/>
            <a:ext cx="7848600" cy="3267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4625" indent="-174625"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buClr>
                <a:srgbClr val="FF0000"/>
              </a:buClr>
              <a:buFont typeface="Wingdings" panose="05000000000000000000" pitchFamily="2" charset="2"/>
              <a:buChar char="ü"/>
            </a:pP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得到了包括微软、英特尔、华硕、微星、华为、联想、惠普等众多软件、半导体、硬件厂家的支持，其中微软的</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Windows 11</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BitLocker</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等软件强制性要求硬件厂商支持</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 1.2</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 2.0</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。受中国法律政策以及其他因素的影响，</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相关技术产品在中国的发展一度遭到严厉的限制。随着中国</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TCM</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标准的制定，以及包括“恒智”等国产</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芯片的出现，</a:t>
            </a:r>
            <a:r>
              <a:rPr lang="en-US" altLang="zh-CN"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TPM 2.0</a:t>
            </a:r>
            <a:r>
              <a:rPr lang="zh-CN" altLang="en-US" sz="2000" b="1" dirty="0">
                <a:solidFill>
                  <a:srgbClr val="000066"/>
                </a:solidFill>
                <a:latin typeface="华文细黑" panose="02010600040101010101" pitchFamily="2" charset="-122"/>
                <a:ea typeface="华文细黑" panose="02010600040101010101" pitchFamily="2" charset="-122"/>
                <a:cs typeface="Arial" panose="020B0604020202020204" pitchFamily="34" charset="0"/>
              </a:rPr>
              <a:t>标准逐渐被中国市场接受，并逐步扩大合作空间。</a:t>
            </a:r>
          </a:p>
        </p:txBody>
      </p:sp>
    </p:spTree>
    <p:extLst>
      <p:ext uri="{BB962C8B-B14F-4D97-AF65-F5344CB8AC3E}">
        <p14:creationId xmlns:p14="http://schemas.microsoft.com/office/powerpoint/2010/main" val="37521110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00D1069-6418-4758-83EB-E49DF7EC6241}"/>
              </a:ext>
            </a:extLst>
          </p:cNvPr>
          <p:cNvSpPr>
            <a:spLocks noGrp="1"/>
          </p:cNvSpPr>
          <p:nvPr>
            <p:ph type="sldNum" sz="quarter" idx="10"/>
          </p:nvPr>
        </p:nvSpPr>
        <p:spPr/>
        <p:txBody>
          <a:bodyPr/>
          <a:lstStyle/>
          <a:p>
            <a:r>
              <a:rPr lang="en-US" altLang="zh-CN"/>
              <a:t>Page </a:t>
            </a:r>
            <a:fld id="{36ED1FC7-8A77-4A97-9141-D450373E7966}" type="slidenum">
              <a:rPr lang="en-US" altLang="zh-CN" smtClean="0"/>
              <a:pPr/>
              <a:t>38</a:t>
            </a:fld>
            <a:endParaRPr lang="en-US" altLang="zh-CN"/>
          </a:p>
        </p:txBody>
      </p:sp>
      <p:pic>
        <p:nvPicPr>
          <p:cNvPr id="4" name="图片 3">
            <a:extLst>
              <a:ext uri="{FF2B5EF4-FFF2-40B4-BE49-F238E27FC236}">
                <a16:creationId xmlns:a16="http://schemas.microsoft.com/office/drawing/2014/main" id="{E35F62A0-6AF5-4515-A007-E444736B9A1A}"/>
              </a:ext>
            </a:extLst>
          </p:cNvPr>
          <p:cNvPicPr>
            <a:picLocks noChangeAspect="1"/>
          </p:cNvPicPr>
          <p:nvPr/>
        </p:nvPicPr>
        <p:blipFill>
          <a:blip r:embed="rId2"/>
          <a:stretch>
            <a:fillRect/>
          </a:stretch>
        </p:blipFill>
        <p:spPr>
          <a:xfrm>
            <a:off x="0" y="1608979"/>
            <a:ext cx="9144000" cy="3640042"/>
          </a:xfrm>
          <a:prstGeom prst="rect">
            <a:avLst/>
          </a:prstGeom>
        </p:spPr>
      </p:pic>
    </p:spTree>
    <p:extLst>
      <p:ext uri="{BB962C8B-B14F-4D97-AF65-F5344CB8AC3E}">
        <p14:creationId xmlns:p14="http://schemas.microsoft.com/office/powerpoint/2010/main" val="399433300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42">
            <a:extLst>
              <a:ext uri="{FF2B5EF4-FFF2-40B4-BE49-F238E27FC236}">
                <a16:creationId xmlns:a16="http://schemas.microsoft.com/office/drawing/2014/main" id="{9105F321-2285-4915-8517-75260A126E1E}"/>
              </a:ext>
            </a:extLst>
          </p:cNvPr>
          <p:cNvGrpSpPr>
            <a:grpSpLocks/>
          </p:cNvGrpSpPr>
          <p:nvPr/>
        </p:nvGrpSpPr>
        <p:grpSpPr bwMode="auto">
          <a:xfrm>
            <a:off x="76200" y="1219200"/>
            <a:ext cx="4876800" cy="4956175"/>
            <a:chOff x="76200" y="1219200"/>
            <a:chExt cx="4876800" cy="4956175"/>
          </a:xfrm>
        </p:grpSpPr>
        <p:sp>
          <p:nvSpPr>
            <p:cNvPr id="388106" name="Rectangle 10">
              <a:extLst>
                <a:ext uri="{FF2B5EF4-FFF2-40B4-BE49-F238E27FC236}">
                  <a16:creationId xmlns:a16="http://schemas.microsoft.com/office/drawing/2014/main" id="{45DF8410-318B-499F-AC98-AFB9CF494C53}"/>
                </a:ext>
              </a:extLst>
            </p:cNvPr>
            <p:cNvSpPr>
              <a:spLocks noChangeArrowheads="1"/>
            </p:cNvSpPr>
            <p:nvPr/>
          </p:nvSpPr>
          <p:spPr bwMode="auto">
            <a:xfrm>
              <a:off x="1752600" y="1219200"/>
              <a:ext cx="1600200" cy="457200"/>
            </a:xfrm>
            <a:prstGeom prst="rect">
              <a:avLst/>
            </a:prstGeom>
            <a:noFill/>
            <a:ln w="9525">
              <a:noFill/>
              <a:miter lim="800000"/>
              <a:headEnd/>
              <a:tailEnd/>
            </a:ln>
            <a:effectLst/>
          </p:spPr>
          <p:txBody>
            <a:bodyPr anchor="ctr"/>
            <a:lstStyle/>
            <a:p>
              <a:pPr defTabSz="912813">
                <a:defRPr/>
              </a:pPr>
              <a:r>
                <a:rPr kumimoji="1" lang="en-US" altLang="zh-CN" sz="2400" b="1" dirty="0">
                  <a:solidFill>
                    <a:schemeClr val="accent2">
                      <a:lumMod val="75000"/>
                    </a:schemeClr>
                  </a:solidFill>
                  <a:effectLst>
                    <a:outerShdw blurRad="38100" dist="38100" dir="2700000" algn="tl">
                      <a:srgbClr val="C0C0C0"/>
                    </a:outerShdw>
                  </a:effectLst>
                  <a:latin typeface="黑体" pitchFamily="2" charset="-122"/>
                  <a:ea typeface="黑体" pitchFamily="2" charset="-122"/>
                </a:rPr>
                <a:t>TCG</a:t>
              </a:r>
              <a:r>
                <a:rPr kumimoji="1" lang="zh-CN" altLang="en-US" sz="2400" b="1" dirty="0">
                  <a:solidFill>
                    <a:schemeClr val="accent2">
                      <a:lumMod val="75000"/>
                    </a:schemeClr>
                  </a:solidFill>
                  <a:effectLst>
                    <a:outerShdw blurRad="38100" dist="38100" dir="2700000" algn="tl">
                      <a:srgbClr val="C0C0C0"/>
                    </a:outerShdw>
                  </a:effectLst>
                  <a:latin typeface="黑体" pitchFamily="2" charset="-122"/>
                  <a:ea typeface="黑体" pitchFamily="2" charset="-122"/>
                </a:rPr>
                <a:t>影响力</a:t>
              </a:r>
            </a:p>
          </p:txBody>
        </p:sp>
        <p:grpSp>
          <p:nvGrpSpPr>
            <p:cNvPr id="25614" name="组合 32">
              <a:extLst>
                <a:ext uri="{FF2B5EF4-FFF2-40B4-BE49-F238E27FC236}">
                  <a16:creationId xmlns:a16="http://schemas.microsoft.com/office/drawing/2014/main" id="{D2FBD3BD-2A15-401D-A866-17298B223350}"/>
                </a:ext>
              </a:extLst>
            </p:cNvPr>
            <p:cNvGrpSpPr>
              <a:grpSpLocks/>
            </p:cNvGrpSpPr>
            <p:nvPr/>
          </p:nvGrpSpPr>
          <p:grpSpPr bwMode="auto">
            <a:xfrm>
              <a:off x="76200" y="1600687"/>
              <a:ext cx="4876800" cy="4574688"/>
              <a:chOff x="457200" y="719138"/>
              <a:chExt cx="8545513" cy="5880101"/>
            </a:xfrm>
          </p:grpSpPr>
          <p:sp>
            <p:nvSpPr>
              <p:cNvPr id="388110" name="Cloud">
                <a:extLst>
                  <a:ext uri="{FF2B5EF4-FFF2-40B4-BE49-F238E27FC236}">
                    <a16:creationId xmlns:a16="http://schemas.microsoft.com/office/drawing/2014/main" id="{2DA6273C-88B9-4C9D-B06D-58B1E2247EEC}"/>
                  </a:ext>
                </a:extLst>
              </p:cNvPr>
              <p:cNvSpPr>
                <a:spLocks noChangeAspect="1" noEditPoints="1" noChangeArrowheads="1"/>
              </p:cNvSpPr>
              <p:nvPr/>
            </p:nvSpPr>
            <p:spPr bwMode="auto">
              <a:xfrm>
                <a:off x="2696504" y="3171196"/>
                <a:ext cx="4353426" cy="1660969"/>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F8F8F8">
                  <a:alpha val="70000"/>
                </a:srgbClr>
              </a:solidFill>
              <a:ln w="9525">
                <a:solidFill>
                  <a:srgbClr val="000000"/>
                </a:solidFill>
                <a:miter lim="800000"/>
                <a:headEnd/>
                <a:tailEnd/>
              </a:ln>
              <a:effectLst>
                <a:outerShdw dist="107763" dir="2700000" algn="ctr" rotWithShape="0">
                  <a:srgbClr val="808080"/>
                </a:outerShdw>
              </a:effectLst>
            </p:spPr>
            <p:txBody>
              <a:bodyPr lIns="18000" tIns="144000" rIns="18000" bIns="10800"/>
              <a:lstStyle/>
              <a:p>
                <a:pPr algn="ctr" eaLnBrk="0" hangingPunct="0">
                  <a:defRPr/>
                </a:pPr>
                <a:r>
                  <a:rPr lang="en-US" altLang="zh-CN" sz="1800" dirty="0">
                    <a:solidFill>
                      <a:schemeClr val="accent2"/>
                    </a:solidFill>
                    <a:latin typeface="Trebuchet MS" pitchFamily="34" charset="0"/>
                  </a:rPr>
                  <a:t>TCG Standards</a:t>
                </a:r>
              </a:p>
            </p:txBody>
          </p:sp>
          <p:grpSp>
            <p:nvGrpSpPr>
              <p:cNvPr id="25616" name="Group 33">
                <a:extLst>
                  <a:ext uri="{FF2B5EF4-FFF2-40B4-BE49-F238E27FC236}">
                    <a16:creationId xmlns:a16="http://schemas.microsoft.com/office/drawing/2014/main" id="{96C5AED0-74A3-4F1F-B813-E21DDD88AB36}"/>
                  </a:ext>
                </a:extLst>
              </p:cNvPr>
              <p:cNvGrpSpPr>
                <a:grpSpLocks/>
              </p:cNvGrpSpPr>
              <p:nvPr/>
            </p:nvGrpSpPr>
            <p:grpSpPr bwMode="auto">
              <a:xfrm>
                <a:off x="457200" y="719138"/>
                <a:ext cx="8545513" cy="5880101"/>
                <a:chOff x="288" y="453"/>
                <a:chExt cx="5383" cy="3704"/>
              </a:xfrm>
            </p:grpSpPr>
            <p:sp>
              <p:nvSpPr>
                <p:cNvPr id="25622" name="Line 2">
                  <a:extLst>
                    <a:ext uri="{FF2B5EF4-FFF2-40B4-BE49-F238E27FC236}">
                      <a16:creationId xmlns:a16="http://schemas.microsoft.com/office/drawing/2014/main" id="{14FACE0C-D61A-4344-B34E-C9CFBE64BAAA}"/>
                    </a:ext>
                  </a:extLst>
                </p:cNvPr>
                <p:cNvSpPr>
                  <a:spLocks noChangeShapeType="1"/>
                </p:cNvSpPr>
                <p:nvPr/>
              </p:nvSpPr>
              <p:spPr bwMode="auto">
                <a:xfrm>
                  <a:off x="2018" y="1304"/>
                  <a:ext cx="473" cy="706"/>
                </a:xfrm>
                <a:prstGeom prst="line">
                  <a:avLst/>
                </a:prstGeom>
                <a:noFill/>
                <a:ln w="222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23" name="Line 3">
                  <a:extLst>
                    <a:ext uri="{FF2B5EF4-FFF2-40B4-BE49-F238E27FC236}">
                      <a16:creationId xmlns:a16="http://schemas.microsoft.com/office/drawing/2014/main" id="{06987D9D-3228-429F-A970-4C8FD8741951}"/>
                    </a:ext>
                  </a:extLst>
                </p:cNvPr>
                <p:cNvSpPr>
                  <a:spLocks noChangeShapeType="1"/>
                </p:cNvSpPr>
                <p:nvPr/>
              </p:nvSpPr>
              <p:spPr bwMode="auto">
                <a:xfrm>
                  <a:off x="1056" y="2208"/>
                  <a:ext cx="1026" cy="124"/>
                </a:xfrm>
                <a:prstGeom prst="line">
                  <a:avLst/>
                </a:prstGeom>
                <a:noFill/>
                <a:ln w="222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24" name="Line 4">
                  <a:extLst>
                    <a:ext uri="{FF2B5EF4-FFF2-40B4-BE49-F238E27FC236}">
                      <a16:creationId xmlns:a16="http://schemas.microsoft.com/office/drawing/2014/main" id="{A200B51B-D1AF-4F86-8C83-086F7FEB81A8}"/>
                    </a:ext>
                  </a:extLst>
                </p:cNvPr>
                <p:cNvSpPr>
                  <a:spLocks noChangeShapeType="1"/>
                </p:cNvSpPr>
                <p:nvPr/>
              </p:nvSpPr>
              <p:spPr bwMode="auto">
                <a:xfrm flipH="1">
                  <a:off x="3430" y="1475"/>
                  <a:ext cx="440" cy="478"/>
                </a:xfrm>
                <a:prstGeom prst="line">
                  <a:avLst/>
                </a:prstGeom>
                <a:noFill/>
                <a:ln w="222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25" name="Line 5">
                  <a:extLst>
                    <a:ext uri="{FF2B5EF4-FFF2-40B4-BE49-F238E27FC236}">
                      <a16:creationId xmlns:a16="http://schemas.microsoft.com/office/drawing/2014/main" id="{46E57323-D8EF-4943-980A-65C30327BF39}"/>
                    </a:ext>
                  </a:extLst>
                </p:cNvPr>
                <p:cNvSpPr>
                  <a:spLocks noChangeShapeType="1"/>
                </p:cNvSpPr>
                <p:nvPr/>
              </p:nvSpPr>
              <p:spPr bwMode="auto">
                <a:xfrm flipH="1">
                  <a:off x="3984" y="2275"/>
                  <a:ext cx="838" cy="77"/>
                </a:xfrm>
                <a:prstGeom prst="line">
                  <a:avLst/>
                </a:prstGeom>
                <a:noFill/>
                <a:ln w="222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26" name="Line 6">
                  <a:extLst>
                    <a:ext uri="{FF2B5EF4-FFF2-40B4-BE49-F238E27FC236}">
                      <a16:creationId xmlns:a16="http://schemas.microsoft.com/office/drawing/2014/main" id="{1B091C3B-38E0-41AD-800D-82D464F0C92B}"/>
                    </a:ext>
                  </a:extLst>
                </p:cNvPr>
                <p:cNvSpPr>
                  <a:spLocks noChangeShapeType="1"/>
                </p:cNvSpPr>
                <p:nvPr/>
              </p:nvSpPr>
              <p:spPr bwMode="auto">
                <a:xfrm flipH="1" flipV="1">
                  <a:off x="3744" y="2832"/>
                  <a:ext cx="624" cy="384"/>
                </a:xfrm>
                <a:prstGeom prst="line">
                  <a:avLst/>
                </a:prstGeom>
                <a:noFill/>
                <a:ln w="222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27" name="Line 7">
                  <a:extLst>
                    <a:ext uri="{FF2B5EF4-FFF2-40B4-BE49-F238E27FC236}">
                      <a16:creationId xmlns:a16="http://schemas.microsoft.com/office/drawing/2014/main" id="{45A9C191-E924-44F9-A02B-729351A75EFA}"/>
                    </a:ext>
                  </a:extLst>
                </p:cNvPr>
                <p:cNvSpPr>
                  <a:spLocks noChangeShapeType="1"/>
                </p:cNvSpPr>
                <p:nvPr/>
              </p:nvSpPr>
              <p:spPr bwMode="auto">
                <a:xfrm flipH="1" flipV="1">
                  <a:off x="3002" y="3081"/>
                  <a:ext cx="153" cy="455"/>
                </a:xfrm>
                <a:prstGeom prst="line">
                  <a:avLst/>
                </a:prstGeom>
                <a:noFill/>
                <a:ln w="222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28" name="Line 8">
                  <a:extLst>
                    <a:ext uri="{FF2B5EF4-FFF2-40B4-BE49-F238E27FC236}">
                      <a16:creationId xmlns:a16="http://schemas.microsoft.com/office/drawing/2014/main" id="{5673BF79-7A27-434F-B4F4-5BCBF9EA2E2B}"/>
                    </a:ext>
                  </a:extLst>
                </p:cNvPr>
                <p:cNvSpPr>
                  <a:spLocks noChangeShapeType="1"/>
                </p:cNvSpPr>
                <p:nvPr/>
              </p:nvSpPr>
              <p:spPr bwMode="auto">
                <a:xfrm flipV="1">
                  <a:off x="1776" y="2974"/>
                  <a:ext cx="511" cy="338"/>
                </a:xfrm>
                <a:prstGeom prst="line">
                  <a:avLst/>
                </a:prstGeom>
                <a:noFill/>
                <a:ln w="222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29" name="Oval 9">
                  <a:extLst>
                    <a:ext uri="{FF2B5EF4-FFF2-40B4-BE49-F238E27FC236}">
                      <a16:creationId xmlns:a16="http://schemas.microsoft.com/office/drawing/2014/main" id="{22871993-811B-4F63-80EB-C3DF027A9442}"/>
                    </a:ext>
                  </a:extLst>
                </p:cNvPr>
                <p:cNvSpPr>
                  <a:spLocks noChangeArrowheads="1"/>
                </p:cNvSpPr>
                <p:nvPr/>
              </p:nvSpPr>
              <p:spPr bwMode="auto">
                <a:xfrm>
                  <a:off x="958" y="1056"/>
                  <a:ext cx="3934" cy="2674"/>
                </a:xfrm>
                <a:prstGeom prst="ellipse">
                  <a:avLst/>
                </a:pr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sz="2400">
                    <a:solidFill>
                      <a:srgbClr val="154D68"/>
                    </a:solidFill>
                  </a:endParaRPr>
                </a:p>
              </p:txBody>
            </p:sp>
            <p:pic>
              <p:nvPicPr>
                <p:cNvPr id="25630" name="Picture 11" descr="mobile">
                  <a:extLst>
                    <a:ext uri="{FF2B5EF4-FFF2-40B4-BE49-F238E27FC236}">
                      <a16:creationId xmlns:a16="http://schemas.microsoft.com/office/drawing/2014/main" id="{83CFEC8A-05E2-4DC7-9F48-2A9BA03AC7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 y="1824"/>
                  <a:ext cx="584" cy="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31" name="Picture 12" descr="storage">
                  <a:extLst>
                    <a:ext uri="{FF2B5EF4-FFF2-40B4-BE49-F238E27FC236}">
                      <a16:creationId xmlns:a16="http://schemas.microsoft.com/office/drawing/2014/main" id="{E2CCBF50-85EC-4132-9BB3-B5B2D14BA1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38" y="2016"/>
                  <a:ext cx="594" cy="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32" name="Picture 13" descr="server">
                  <a:extLst>
                    <a:ext uri="{FF2B5EF4-FFF2-40B4-BE49-F238E27FC236}">
                      <a16:creationId xmlns:a16="http://schemas.microsoft.com/office/drawing/2014/main" id="{E3188353-95DA-4EB3-8D07-D8BCFF11D3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06" y="3081"/>
                  <a:ext cx="594" cy="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33" name="Picture 16" descr="pc_client">
                  <a:extLst>
                    <a:ext uri="{FF2B5EF4-FFF2-40B4-BE49-F238E27FC236}">
                      <a16:creationId xmlns:a16="http://schemas.microsoft.com/office/drawing/2014/main" id="{B5F61E8E-3C5A-4965-ADC6-4935E3E3E0C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4" y="720"/>
                  <a:ext cx="786" cy="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34" name="Picture 17" descr="tpm">
                  <a:extLst>
                    <a:ext uri="{FF2B5EF4-FFF2-40B4-BE49-F238E27FC236}">
                      <a16:creationId xmlns:a16="http://schemas.microsoft.com/office/drawing/2014/main" id="{0D7CD7D6-60CA-4D8F-AF00-E032FF4C966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58" y="3552"/>
                  <a:ext cx="594" cy="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35" name="Picture 19" descr="network">
                  <a:extLst>
                    <a:ext uri="{FF2B5EF4-FFF2-40B4-BE49-F238E27FC236}">
                      <a16:creationId xmlns:a16="http://schemas.microsoft.com/office/drawing/2014/main" id="{6CED3242-F988-47E7-97C8-A4FFB4C106D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56" y="3120"/>
                  <a:ext cx="738" cy="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36" name="Picture 20" descr="software">
                  <a:extLst>
                    <a:ext uri="{FF2B5EF4-FFF2-40B4-BE49-F238E27FC236}">
                      <a16:creationId xmlns:a16="http://schemas.microsoft.com/office/drawing/2014/main" id="{7168A3EE-97AE-4AD2-9E76-3263919791D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15" y="960"/>
                  <a:ext cx="594" cy="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37" name="Text Box 21">
                  <a:extLst>
                    <a:ext uri="{FF2B5EF4-FFF2-40B4-BE49-F238E27FC236}">
                      <a16:creationId xmlns:a16="http://schemas.microsoft.com/office/drawing/2014/main" id="{89B5AEE8-2486-49F5-97BD-BD2C62FDA6D0}"/>
                    </a:ext>
                  </a:extLst>
                </p:cNvPr>
                <p:cNvSpPr txBox="1">
                  <a:spLocks noChangeArrowheads="1"/>
                </p:cNvSpPr>
                <p:nvPr/>
              </p:nvSpPr>
              <p:spPr bwMode="auto">
                <a:xfrm>
                  <a:off x="4135" y="453"/>
                  <a:ext cx="1536" cy="1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265113" indent="-84138"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r>
                    <a:rPr lang="zh-CN" altLang="en-US" sz="1200" b="1">
                      <a:ea typeface="华文细黑" panose="02010600040101010101" pitchFamily="2" charset="-122"/>
                    </a:rPr>
                    <a:t>应用软件</a:t>
                  </a:r>
                </a:p>
                <a:p>
                  <a:pPr>
                    <a:buFontTx/>
                    <a:buChar char="•"/>
                  </a:pPr>
                  <a:r>
                    <a:rPr lang="zh-CN" altLang="en-US" sz="1200" b="1"/>
                    <a:t>软件协议栈</a:t>
                  </a:r>
                  <a:r>
                    <a:rPr lang="en-US" altLang="zh-CN" sz="1200" b="1"/>
                    <a:t>(Software Stack)</a:t>
                  </a:r>
                </a:p>
                <a:p>
                  <a:pPr lvl="1">
                    <a:buFontTx/>
                    <a:buChar char="•"/>
                  </a:pPr>
                  <a:r>
                    <a:rPr lang="en-US" altLang="zh-CN" sz="1000" b="1">
                      <a:solidFill>
                        <a:schemeClr val="accent2"/>
                      </a:solidFill>
                    </a:rPr>
                    <a:t>Operating Systems</a:t>
                  </a:r>
                </a:p>
                <a:p>
                  <a:pPr lvl="1">
                    <a:buFontTx/>
                    <a:buChar char="•"/>
                  </a:pPr>
                  <a:r>
                    <a:rPr lang="en-US" altLang="zh-CN" sz="1000" b="1">
                      <a:solidFill>
                        <a:schemeClr val="accent2"/>
                      </a:solidFill>
                    </a:rPr>
                    <a:t>Web Services</a:t>
                  </a:r>
                </a:p>
                <a:p>
                  <a:pPr lvl="1">
                    <a:buFontTx/>
                    <a:buChar char="•"/>
                  </a:pPr>
                  <a:r>
                    <a:rPr lang="en-US" altLang="zh-CN" sz="1000" b="1">
                      <a:solidFill>
                        <a:schemeClr val="accent2"/>
                      </a:solidFill>
                    </a:rPr>
                    <a:t>Authentication</a:t>
                  </a:r>
                </a:p>
                <a:p>
                  <a:pPr lvl="1">
                    <a:buFontTx/>
                    <a:buChar char="•"/>
                  </a:pPr>
                  <a:r>
                    <a:rPr lang="en-US" altLang="zh-CN" sz="1000" b="1">
                      <a:solidFill>
                        <a:schemeClr val="accent2"/>
                      </a:solidFill>
                    </a:rPr>
                    <a:t>Data Protection</a:t>
                  </a:r>
                </a:p>
              </p:txBody>
            </p:sp>
            <p:sp>
              <p:nvSpPr>
                <p:cNvPr id="25638" name="Text Box 22">
                  <a:extLst>
                    <a:ext uri="{FF2B5EF4-FFF2-40B4-BE49-F238E27FC236}">
                      <a16:creationId xmlns:a16="http://schemas.microsoft.com/office/drawing/2014/main" id="{DA4E9858-216A-429F-851C-240D5425F95A}"/>
                    </a:ext>
                  </a:extLst>
                </p:cNvPr>
                <p:cNvSpPr txBox="1">
                  <a:spLocks noChangeArrowheads="1"/>
                </p:cNvSpPr>
                <p:nvPr/>
              </p:nvSpPr>
              <p:spPr bwMode="auto">
                <a:xfrm>
                  <a:off x="4848" y="2550"/>
                  <a:ext cx="823"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r>
                    <a:rPr lang="zh-CN" altLang="en-US" sz="1200" b="1"/>
                    <a:t>存储系统</a:t>
                  </a:r>
                </a:p>
              </p:txBody>
            </p:sp>
            <p:sp>
              <p:nvSpPr>
                <p:cNvPr id="25639" name="Text Box 23">
                  <a:extLst>
                    <a:ext uri="{FF2B5EF4-FFF2-40B4-BE49-F238E27FC236}">
                      <a16:creationId xmlns:a16="http://schemas.microsoft.com/office/drawing/2014/main" id="{6A23DA7E-9191-4E06-AD9A-62CA8E62D0F8}"/>
                    </a:ext>
                  </a:extLst>
                </p:cNvPr>
                <p:cNvSpPr txBox="1">
                  <a:spLocks noChangeArrowheads="1"/>
                </p:cNvSpPr>
                <p:nvPr/>
              </p:nvSpPr>
              <p:spPr bwMode="auto">
                <a:xfrm>
                  <a:off x="336" y="2224"/>
                  <a:ext cx="506"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r>
                    <a:rPr lang="zh-CN" altLang="en-US" sz="1200" b="1"/>
                    <a:t>手机</a:t>
                  </a:r>
                </a:p>
                <a:p>
                  <a:r>
                    <a:rPr lang="zh-CN" altLang="en-US" sz="1200" b="1"/>
                    <a:t>平台</a:t>
                  </a:r>
                </a:p>
              </p:txBody>
            </p:sp>
            <p:sp>
              <p:nvSpPr>
                <p:cNvPr id="25640" name="Text Box 24">
                  <a:extLst>
                    <a:ext uri="{FF2B5EF4-FFF2-40B4-BE49-F238E27FC236}">
                      <a16:creationId xmlns:a16="http://schemas.microsoft.com/office/drawing/2014/main" id="{E26F080E-41D1-4F50-8766-FA457D9FEBFB}"/>
                    </a:ext>
                  </a:extLst>
                </p:cNvPr>
                <p:cNvSpPr txBox="1">
                  <a:spLocks noChangeArrowheads="1"/>
                </p:cNvSpPr>
                <p:nvPr/>
              </p:nvSpPr>
              <p:spPr bwMode="auto">
                <a:xfrm>
                  <a:off x="4585" y="3529"/>
                  <a:ext cx="665"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r>
                    <a:rPr lang="zh-CN" altLang="en-US" sz="1200" b="1">
                      <a:ea typeface="华文细黑" panose="02010600040101010101" pitchFamily="2" charset="-122"/>
                    </a:rPr>
                    <a:t>服务器</a:t>
                  </a:r>
                </a:p>
                <a:p>
                  <a:pPr algn="ctr"/>
                  <a:r>
                    <a:rPr lang="zh-CN" altLang="en-US" sz="1200" b="1">
                      <a:ea typeface="华文细黑" panose="02010600040101010101" pitchFamily="2" charset="-122"/>
                    </a:rPr>
                    <a:t>平台</a:t>
                  </a:r>
                </a:p>
              </p:txBody>
            </p:sp>
            <p:sp>
              <p:nvSpPr>
                <p:cNvPr id="25641" name="Text Box 25">
                  <a:extLst>
                    <a:ext uri="{FF2B5EF4-FFF2-40B4-BE49-F238E27FC236}">
                      <a16:creationId xmlns:a16="http://schemas.microsoft.com/office/drawing/2014/main" id="{AB42E3A3-B9C0-4A2E-84EB-4F63698C97AE}"/>
                    </a:ext>
                  </a:extLst>
                </p:cNvPr>
                <p:cNvSpPr txBox="1">
                  <a:spLocks noChangeArrowheads="1"/>
                </p:cNvSpPr>
                <p:nvPr/>
              </p:nvSpPr>
              <p:spPr bwMode="auto">
                <a:xfrm>
                  <a:off x="836" y="799"/>
                  <a:ext cx="818"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r>
                    <a:rPr lang="en-US" altLang="zh-CN" sz="1200" b="1">
                      <a:latin typeface="华文细黑" panose="02010600040101010101" pitchFamily="2" charset="-122"/>
                      <a:ea typeface="华文细黑" panose="02010600040101010101" pitchFamily="2" charset="-122"/>
                    </a:rPr>
                    <a:t>PC</a:t>
                  </a:r>
                  <a:r>
                    <a:rPr lang="zh-CN" altLang="en-US" sz="1200" b="1">
                      <a:latin typeface="华文细黑" panose="02010600040101010101" pitchFamily="2" charset="-122"/>
                      <a:ea typeface="华文细黑" panose="02010600040101010101" pitchFamily="2" charset="-122"/>
                    </a:rPr>
                    <a:t>平台</a:t>
                  </a:r>
                </a:p>
                <a:p>
                  <a:r>
                    <a:rPr lang="en-US" altLang="zh-CN" sz="1200" b="1">
                      <a:latin typeface="华文细黑" panose="02010600040101010101" pitchFamily="2" charset="-122"/>
                      <a:ea typeface="华文细黑" panose="02010600040101010101" pitchFamily="2" charset="-122"/>
                    </a:rPr>
                    <a:t>(</a:t>
                  </a:r>
                  <a:r>
                    <a:rPr lang="zh-CN" altLang="en-US" sz="1200" b="1">
                      <a:latin typeface="华文细黑" panose="02010600040101010101" pitchFamily="2" charset="-122"/>
                      <a:ea typeface="华文细黑" panose="02010600040101010101" pitchFamily="2" charset="-122"/>
                    </a:rPr>
                    <a:t>台式和笔记本</a:t>
                  </a:r>
                  <a:r>
                    <a:rPr lang="en-US" altLang="zh-CN" sz="1200" b="1">
                      <a:latin typeface="华文细黑" panose="02010600040101010101" pitchFamily="2" charset="-122"/>
                      <a:ea typeface="华文细黑" panose="02010600040101010101" pitchFamily="2" charset="-122"/>
                    </a:rPr>
                    <a:t>)</a:t>
                  </a:r>
                </a:p>
              </p:txBody>
            </p:sp>
            <p:sp>
              <p:nvSpPr>
                <p:cNvPr id="25642" name="Text Box 26">
                  <a:extLst>
                    <a:ext uri="{FF2B5EF4-FFF2-40B4-BE49-F238E27FC236}">
                      <a16:creationId xmlns:a16="http://schemas.microsoft.com/office/drawing/2014/main" id="{B2D67206-E17A-4E2A-AA1F-F7D2B701A63B}"/>
                    </a:ext>
                  </a:extLst>
                </p:cNvPr>
                <p:cNvSpPr txBox="1">
                  <a:spLocks noChangeArrowheads="1"/>
                </p:cNvSpPr>
                <p:nvPr/>
              </p:nvSpPr>
              <p:spPr bwMode="auto">
                <a:xfrm>
                  <a:off x="2054" y="3840"/>
                  <a:ext cx="922"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r>
                    <a:rPr lang="zh-CN" altLang="en-US" sz="1200" b="1">
                      <a:latin typeface="华文细黑" panose="02010600040101010101" pitchFamily="2" charset="-122"/>
                      <a:ea typeface="华文细黑" panose="02010600040101010101" pitchFamily="2" charset="-122"/>
                    </a:rPr>
                    <a:t>安全平台模块</a:t>
                  </a:r>
                  <a:r>
                    <a:rPr lang="en-US" altLang="zh-CN" sz="1200" b="1">
                      <a:latin typeface="华文细黑" panose="02010600040101010101" pitchFamily="2" charset="-122"/>
                      <a:ea typeface="华文细黑" panose="02010600040101010101" pitchFamily="2" charset="-122"/>
                    </a:rPr>
                    <a:t>(</a:t>
                  </a:r>
                  <a:r>
                    <a:rPr lang="en-US" altLang="zh-CN" sz="1200" b="1">
                      <a:solidFill>
                        <a:srgbClr val="000099"/>
                      </a:solidFill>
                      <a:latin typeface="Times New Roman" panose="02020603050405020304" pitchFamily="18" charset="0"/>
                      <a:ea typeface="华文细黑" panose="02010600040101010101" pitchFamily="2" charset="-122"/>
                    </a:rPr>
                    <a:t>TPM</a:t>
                  </a:r>
                  <a:r>
                    <a:rPr lang="en-US" altLang="zh-CN" sz="1200" b="1">
                      <a:latin typeface="华文细黑" panose="02010600040101010101" pitchFamily="2" charset="-122"/>
                      <a:ea typeface="华文细黑" panose="02010600040101010101" pitchFamily="2" charset="-122"/>
                    </a:rPr>
                    <a:t>) </a:t>
                  </a:r>
                </a:p>
              </p:txBody>
            </p:sp>
            <p:sp>
              <p:nvSpPr>
                <p:cNvPr id="25643" name="Text Box 27">
                  <a:extLst>
                    <a:ext uri="{FF2B5EF4-FFF2-40B4-BE49-F238E27FC236}">
                      <a16:creationId xmlns:a16="http://schemas.microsoft.com/office/drawing/2014/main" id="{DC2C0F9A-FAF8-40F1-B4C9-E567C732E433}"/>
                    </a:ext>
                  </a:extLst>
                </p:cNvPr>
                <p:cNvSpPr txBox="1">
                  <a:spLocks noChangeArrowheads="1"/>
                </p:cNvSpPr>
                <p:nvPr/>
              </p:nvSpPr>
              <p:spPr bwMode="auto">
                <a:xfrm>
                  <a:off x="288" y="3552"/>
                  <a:ext cx="1104"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r>
                    <a:rPr lang="zh-CN" altLang="en-US" sz="1200" b="1">
                      <a:ea typeface="华文细黑" panose="02010600040101010101" pitchFamily="2" charset="-122"/>
                    </a:rPr>
                    <a:t>可信网络接入及应用中间件</a:t>
                  </a:r>
                </a:p>
              </p:txBody>
            </p:sp>
          </p:grpSp>
          <p:grpSp>
            <p:nvGrpSpPr>
              <p:cNvPr id="25617" name="Group 32">
                <a:extLst>
                  <a:ext uri="{FF2B5EF4-FFF2-40B4-BE49-F238E27FC236}">
                    <a16:creationId xmlns:a16="http://schemas.microsoft.com/office/drawing/2014/main" id="{23CD2572-2F2B-42ED-BCF3-B83EAF95B88B}"/>
                  </a:ext>
                </a:extLst>
              </p:cNvPr>
              <p:cNvGrpSpPr>
                <a:grpSpLocks/>
              </p:cNvGrpSpPr>
              <p:nvPr/>
            </p:nvGrpSpPr>
            <p:grpSpPr bwMode="auto">
              <a:xfrm>
                <a:off x="3352800" y="1752600"/>
                <a:ext cx="2743200" cy="1524000"/>
                <a:chOff x="2112" y="1104"/>
                <a:chExt cx="1728" cy="960"/>
              </a:xfrm>
            </p:grpSpPr>
            <p:sp>
              <p:nvSpPr>
                <p:cNvPr id="25619" name="WordArt 15">
                  <a:extLst>
                    <a:ext uri="{FF2B5EF4-FFF2-40B4-BE49-F238E27FC236}">
                      <a16:creationId xmlns:a16="http://schemas.microsoft.com/office/drawing/2014/main" id="{CE551375-247F-41CE-9DCA-0E77C4E0B740}"/>
                    </a:ext>
                  </a:extLst>
                </p:cNvPr>
                <p:cNvSpPr>
                  <a:spLocks noChangeArrowheads="1" noChangeShapeType="1" noTextEdit="1"/>
                </p:cNvSpPr>
                <p:nvPr/>
              </p:nvSpPr>
              <p:spPr bwMode="auto">
                <a:xfrm>
                  <a:off x="2112" y="1619"/>
                  <a:ext cx="1728" cy="445"/>
                </a:xfrm>
                <a:prstGeom prst="rect">
                  <a:avLst/>
                </a:prstGeom>
                <a:extLst>
                  <a:ext uri="{91240B29-F687-4F45-9708-019B960494DF}">
                    <a14:hiddenLine xmlns:a14="http://schemas.microsoft.com/office/drawing/2010/main" w="0">
                      <a:solidFill>
                        <a:srgbClr val="000000"/>
                      </a:solidFill>
                      <a:round/>
                      <a:headEnd/>
                      <a:tailEnd/>
                    </a14:hiddenLine>
                  </a:ext>
                </a:extLst>
              </p:spPr>
              <p:txBody>
                <a:bodyPr spcFirstLastPara="1" wrap="none" fromWordArt="1">
                  <a:prstTxWarp prst="textArchUp">
                    <a:avLst>
                      <a:gd name="adj" fmla="val 10800004"/>
                    </a:avLst>
                  </a:prstTxWarp>
                </a:bodyPr>
                <a:lstStyle/>
                <a:p>
                  <a:pPr algn="ctr"/>
                  <a:r>
                    <a:rPr lang="en-US" altLang="zh-CN" kern="10">
                      <a:solidFill>
                        <a:srgbClr val="333333">
                          <a:alpha val="50195"/>
                        </a:srgbClr>
                      </a:solidFill>
                      <a:cs typeface="Arial" panose="020B0604020202020204" pitchFamily="34" charset="0"/>
                    </a:rPr>
                    <a:t>Security Infrastructure</a:t>
                  </a:r>
                  <a:endParaRPr lang="zh-CN" altLang="en-US" kern="10">
                    <a:solidFill>
                      <a:srgbClr val="333333">
                        <a:alpha val="50195"/>
                      </a:srgbClr>
                    </a:solidFill>
                    <a:cs typeface="Arial" panose="020B0604020202020204" pitchFamily="34" charset="0"/>
                  </a:endParaRPr>
                </a:p>
              </p:txBody>
            </p:sp>
            <p:pic>
              <p:nvPicPr>
                <p:cNvPr id="25620" name="Picture 18" descr="infrastructure">
                  <a:extLst>
                    <a:ext uri="{FF2B5EF4-FFF2-40B4-BE49-F238E27FC236}">
                      <a16:creationId xmlns:a16="http://schemas.microsoft.com/office/drawing/2014/main" id="{1D639CD7-BEF5-4597-8BBF-3D7E2C16EB6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44" y="1104"/>
                  <a:ext cx="720" cy="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21" name="Rectangle 29">
                  <a:extLst>
                    <a:ext uri="{FF2B5EF4-FFF2-40B4-BE49-F238E27FC236}">
                      <a16:creationId xmlns:a16="http://schemas.microsoft.com/office/drawing/2014/main" id="{2884116D-30D6-4B0F-BCFD-8B3001243476}"/>
                    </a:ext>
                  </a:extLst>
                </p:cNvPr>
                <p:cNvSpPr>
                  <a:spLocks noChangeArrowheads="1"/>
                </p:cNvSpPr>
                <p:nvPr/>
              </p:nvSpPr>
              <p:spPr bwMode="auto">
                <a:xfrm>
                  <a:off x="2400" y="1680"/>
                  <a:ext cx="115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b="1">
                      <a:ea typeface="华文细黑" panose="02010600040101010101" pitchFamily="2" charset="-122"/>
                    </a:rPr>
                    <a:t>安全基础设施</a:t>
                  </a:r>
                </a:p>
              </p:txBody>
            </p:sp>
          </p:grpSp>
          <p:sp>
            <p:nvSpPr>
              <p:cNvPr id="25618" name="Text Box 30">
                <a:extLst>
                  <a:ext uri="{FF2B5EF4-FFF2-40B4-BE49-F238E27FC236}">
                    <a16:creationId xmlns:a16="http://schemas.microsoft.com/office/drawing/2014/main" id="{D902673A-CF9B-4B8E-97EA-7F5BC4C46086}"/>
                  </a:ext>
                </a:extLst>
              </p:cNvPr>
              <p:cNvSpPr txBox="1">
                <a:spLocks noChangeArrowheads="1"/>
              </p:cNvSpPr>
              <p:nvPr/>
            </p:nvSpPr>
            <p:spPr bwMode="auto">
              <a:xfrm>
                <a:off x="2727102" y="3950667"/>
                <a:ext cx="4304764" cy="474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800" b="1">
                    <a:solidFill>
                      <a:srgbClr val="FF3300"/>
                    </a:solidFill>
                    <a:latin typeface="华文新魏" panose="02010800040101010101" pitchFamily="2" charset="-122"/>
                    <a:ea typeface="华文新魏" panose="02010800040101010101" pitchFamily="2" charset="-122"/>
                  </a:rPr>
                  <a:t>将渗透到</a:t>
                </a:r>
                <a:r>
                  <a:rPr lang="en-US" altLang="zh-CN" sz="1800" b="1">
                    <a:solidFill>
                      <a:srgbClr val="FF3300"/>
                    </a:solidFill>
                    <a:latin typeface="华文新魏" panose="02010800040101010101" pitchFamily="2" charset="-122"/>
                    <a:ea typeface="华文新魏" panose="02010800040101010101" pitchFamily="2" charset="-122"/>
                  </a:rPr>
                  <a:t>IT</a:t>
                </a:r>
                <a:r>
                  <a:rPr lang="zh-CN" altLang="en-US" sz="1800" b="1">
                    <a:solidFill>
                      <a:srgbClr val="FF3300"/>
                    </a:solidFill>
                    <a:latin typeface="华文新魏" panose="02010800040101010101" pitchFamily="2" charset="-122"/>
                    <a:ea typeface="华文新魏" panose="02010800040101010101" pitchFamily="2" charset="-122"/>
                  </a:rPr>
                  <a:t>每个领域</a:t>
                </a:r>
              </a:p>
            </p:txBody>
          </p:sp>
        </p:grpSp>
      </p:grpSp>
      <p:sp>
        <p:nvSpPr>
          <p:cNvPr id="32" name="Rectangle 16">
            <a:extLst>
              <a:ext uri="{FF2B5EF4-FFF2-40B4-BE49-F238E27FC236}">
                <a16:creationId xmlns:a16="http://schemas.microsoft.com/office/drawing/2014/main" id="{9140A753-7211-4073-A54F-CAF29D59C6BD}"/>
              </a:ext>
            </a:extLst>
          </p:cNvPr>
          <p:cNvSpPr txBox="1">
            <a:spLocks noChangeArrowheads="1"/>
          </p:cNvSpPr>
          <p:nvPr/>
        </p:nvSpPr>
        <p:spPr bwMode="auto">
          <a:xfrm>
            <a:off x="304800" y="350838"/>
            <a:ext cx="4572000" cy="639762"/>
          </a:xfrm>
          <a:prstGeom prst="rect">
            <a:avLst/>
          </a:prstGeom>
          <a:noFill/>
          <a:ln w="9525">
            <a:noFill/>
            <a:miter lim="800000"/>
            <a:headEnd/>
            <a:tailEnd/>
          </a:ln>
          <a:effectLst/>
        </p:spPr>
        <p:txBody>
          <a:bodyPr anchor="ctr"/>
          <a:lstStyle/>
          <a:p>
            <a:pPr>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自主可信计算标准发展背景</a:t>
            </a:r>
          </a:p>
        </p:txBody>
      </p:sp>
      <p:sp>
        <p:nvSpPr>
          <p:cNvPr id="41" name="Rectangle 11">
            <a:extLst>
              <a:ext uri="{FF2B5EF4-FFF2-40B4-BE49-F238E27FC236}">
                <a16:creationId xmlns:a16="http://schemas.microsoft.com/office/drawing/2014/main" id="{75F4ACC5-1D03-4729-B705-4CACF1E5E3E5}"/>
              </a:ext>
            </a:extLst>
          </p:cNvPr>
          <p:cNvSpPr>
            <a:spLocks noChangeArrowheads="1"/>
          </p:cNvSpPr>
          <p:nvPr/>
        </p:nvSpPr>
        <p:spPr bwMode="auto">
          <a:xfrm>
            <a:off x="6172200" y="1219200"/>
            <a:ext cx="1905000" cy="457200"/>
          </a:xfrm>
          <a:prstGeom prst="rect">
            <a:avLst/>
          </a:prstGeom>
          <a:noFill/>
          <a:ln w="9525">
            <a:noFill/>
            <a:miter lim="800000"/>
            <a:headEnd/>
            <a:tailEnd/>
          </a:ln>
          <a:effectLst/>
        </p:spPr>
        <p:txBody>
          <a:bodyPr anchor="ctr"/>
          <a:lstStyle/>
          <a:p>
            <a:pPr defTabSz="912813">
              <a:defRPr/>
            </a:pPr>
            <a:r>
              <a:rPr kumimoji="1" lang="en-US" altLang="zh-CN" sz="2400" b="1" dirty="0">
                <a:solidFill>
                  <a:schemeClr val="accent2">
                    <a:lumMod val="75000"/>
                  </a:schemeClr>
                </a:solidFill>
                <a:effectLst>
                  <a:outerShdw blurRad="38100" dist="38100" dir="2700000" algn="tl">
                    <a:srgbClr val="C0C0C0"/>
                  </a:outerShdw>
                </a:effectLst>
                <a:latin typeface="黑体" pitchFamily="2" charset="-122"/>
                <a:ea typeface="黑体" pitchFamily="2" charset="-122"/>
              </a:rPr>
              <a:t>TCG</a:t>
            </a:r>
            <a:r>
              <a:rPr kumimoji="1" lang="zh-CN" altLang="en-US" sz="2400" b="1" dirty="0">
                <a:solidFill>
                  <a:schemeClr val="accent2">
                    <a:lumMod val="75000"/>
                  </a:schemeClr>
                </a:solidFill>
                <a:effectLst>
                  <a:outerShdw blurRad="38100" dist="38100" dir="2700000" algn="tl">
                    <a:srgbClr val="C0C0C0"/>
                  </a:outerShdw>
                </a:effectLst>
                <a:latin typeface="黑体" pitchFamily="2" charset="-122"/>
                <a:ea typeface="黑体" pitchFamily="2" charset="-122"/>
              </a:rPr>
              <a:t>产业趋势</a:t>
            </a:r>
          </a:p>
        </p:txBody>
      </p:sp>
      <p:grpSp>
        <p:nvGrpSpPr>
          <p:cNvPr id="6" name="Group 3">
            <a:extLst>
              <a:ext uri="{FF2B5EF4-FFF2-40B4-BE49-F238E27FC236}">
                <a16:creationId xmlns:a16="http://schemas.microsoft.com/office/drawing/2014/main" id="{2C222D9A-5E0E-4510-8E15-7AF33F17935F}"/>
              </a:ext>
            </a:extLst>
          </p:cNvPr>
          <p:cNvGrpSpPr>
            <a:grpSpLocks/>
          </p:cNvGrpSpPr>
          <p:nvPr/>
        </p:nvGrpSpPr>
        <p:grpSpPr bwMode="auto">
          <a:xfrm>
            <a:off x="5181600" y="1752600"/>
            <a:ext cx="3733800" cy="4648200"/>
            <a:chOff x="39" y="572"/>
            <a:chExt cx="4491" cy="3748"/>
          </a:xfrm>
        </p:grpSpPr>
        <p:pic>
          <p:nvPicPr>
            <p:cNvPr id="25607" name="Picture 4">
              <a:extLst>
                <a:ext uri="{FF2B5EF4-FFF2-40B4-BE49-F238E27FC236}">
                  <a16:creationId xmlns:a16="http://schemas.microsoft.com/office/drawing/2014/main" id="{0A144B0F-C7C6-4FD7-BB91-6E273FF8192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 y="572"/>
              <a:ext cx="4491" cy="3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8" name="Oval 5">
              <a:extLst>
                <a:ext uri="{FF2B5EF4-FFF2-40B4-BE49-F238E27FC236}">
                  <a16:creationId xmlns:a16="http://schemas.microsoft.com/office/drawing/2014/main" id="{C6EAD32F-AEC7-40A2-BDF8-9D524BB7D75F}"/>
                </a:ext>
              </a:extLst>
            </p:cNvPr>
            <p:cNvSpPr>
              <a:spLocks noChangeArrowheads="1"/>
            </p:cNvSpPr>
            <p:nvPr/>
          </p:nvSpPr>
          <p:spPr bwMode="auto">
            <a:xfrm>
              <a:off x="295" y="2341"/>
              <a:ext cx="4082" cy="317"/>
            </a:xfrm>
            <a:prstGeom prst="ellipse">
              <a:avLst/>
            </a:pr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5609" name="Oval 6">
              <a:extLst>
                <a:ext uri="{FF2B5EF4-FFF2-40B4-BE49-F238E27FC236}">
                  <a16:creationId xmlns:a16="http://schemas.microsoft.com/office/drawing/2014/main" id="{1345A00E-C704-493A-9BD4-7C968FE93CEE}"/>
                </a:ext>
              </a:extLst>
            </p:cNvPr>
            <p:cNvSpPr>
              <a:spLocks noChangeArrowheads="1"/>
            </p:cNvSpPr>
            <p:nvPr/>
          </p:nvSpPr>
          <p:spPr bwMode="auto">
            <a:xfrm>
              <a:off x="249" y="3566"/>
              <a:ext cx="4173" cy="317"/>
            </a:xfrm>
            <a:prstGeom prst="ellipse">
              <a:avLst/>
            </a:pr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5610" name="Text Box 7">
              <a:extLst>
                <a:ext uri="{FF2B5EF4-FFF2-40B4-BE49-F238E27FC236}">
                  <a16:creationId xmlns:a16="http://schemas.microsoft.com/office/drawing/2014/main" id="{77A75DE5-9700-494D-B868-1EC10BD2FE68}"/>
                </a:ext>
              </a:extLst>
            </p:cNvPr>
            <p:cNvSpPr txBox="1">
              <a:spLocks noChangeArrowheads="1"/>
            </p:cNvSpPr>
            <p:nvPr/>
          </p:nvSpPr>
          <p:spPr bwMode="auto">
            <a:xfrm>
              <a:off x="644" y="1433"/>
              <a:ext cx="729"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eaLnBrk="0" hangingPunct="0">
                <a:defRPr sz="800">
                  <a:solidFill>
                    <a:schemeClr val="tx1"/>
                  </a:solidFill>
                  <a:latin typeface="Arial" panose="020B0604020202020204" pitchFamily="34" charset="0"/>
                  <a:ea typeface="宋体" panose="02010600030101010101" pitchFamily="2" charset="-122"/>
                </a:defRPr>
              </a:lvl1pPr>
              <a:lvl2pPr marL="742950" indent="-285750" defTabSz="912813" eaLnBrk="0" hangingPunct="0">
                <a:defRPr sz="800">
                  <a:solidFill>
                    <a:schemeClr val="tx1"/>
                  </a:solidFill>
                  <a:latin typeface="Arial" panose="020B0604020202020204" pitchFamily="34" charset="0"/>
                  <a:ea typeface="宋体" panose="02010600030101010101" pitchFamily="2" charset="-122"/>
                </a:defRPr>
              </a:lvl2pPr>
              <a:lvl3pPr marL="1143000" indent="-228600" defTabSz="912813" eaLnBrk="0" hangingPunct="0">
                <a:defRPr sz="800">
                  <a:solidFill>
                    <a:schemeClr val="tx1"/>
                  </a:solidFill>
                  <a:latin typeface="Arial" panose="020B0604020202020204" pitchFamily="34" charset="0"/>
                  <a:ea typeface="宋体" panose="02010600030101010101" pitchFamily="2" charset="-122"/>
                </a:defRPr>
              </a:lvl3pPr>
              <a:lvl4pPr marL="1600200" indent="-228600" defTabSz="912813" eaLnBrk="0" hangingPunct="0">
                <a:defRPr sz="800">
                  <a:solidFill>
                    <a:schemeClr val="tx1"/>
                  </a:solidFill>
                  <a:latin typeface="Arial" panose="020B0604020202020204" pitchFamily="34" charset="0"/>
                  <a:ea typeface="宋体" panose="02010600030101010101" pitchFamily="2" charset="-122"/>
                </a:defRPr>
              </a:lvl4pPr>
              <a:lvl5pPr marL="2057400" indent="-228600" defTabSz="912813" eaLnBrk="0" hangingPunct="0">
                <a:defRPr sz="800">
                  <a:solidFill>
                    <a:schemeClr val="tx1"/>
                  </a:solidFill>
                  <a:latin typeface="Arial" panose="020B0604020202020204" pitchFamily="34" charset="0"/>
                  <a:ea typeface="宋体" panose="02010600030101010101" pitchFamily="2" charset="-122"/>
                </a:defRPr>
              </a:lvl5pPr>
              <a:lvl6pPr marL="2514600" indent="-228600" defTabSz="912813"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defTabSz="912813"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defTabSz="912813"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defTabSz="912813"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000" b="1">
                  <a:solidFill>
                    <a:schemeClr val="accent2"/>
                  </a:solidFill>
                </a:rPr>
                <a:t>笔记本</a:t>
              </a:r>
            </a:p>
          </p:txBody>
        </p:sp>
        <p:sp>
          <p:nvSpPr>
            <p:cNvPr id="25611" name="Text Box 8">
              <a:extLst>
                <a:ext uri="{FF2B5EF4-FFF2-40B4-BE49-F238E27FC236}">
                  <a16:creationId xmlns:a16="http://schemas.microsoft.com/office/drawing/2014/main" id="{2539F4C3-0D01-4158-8BDE-F38318333FD5}"/>
                </a:ext>
              </a:extLst>
            </p:cNvPr>
            <p:cNvSpPr txBox="1">
              <a:spLocks noChangeArrowheads="1"/>
            </p:cNvSpPr>
            <p:nvPr/>
          </p:nvSpPr>
          <p:spPr bwMode="auto">
            <a:xfrm>
              <a:off x="563" y="2646"/>
              <a:ext cx="679"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eaLnBrk="0" hangingPunct="0">
                <a:defRPr sz="800">
                  <a:solidFill>
                    <a:schemeClr val="tx1"/>
                  </a:solidFill>
                  <a:latin typeface="Arial" panose="020B0604020202020204" pitchFamily="34" charset="0"/>
                  <a:ea typeface="宋体" panose="02010600030101010101" pitchFamily="2" charset="-122"/>
                </a:defRPr>
              </a:lvl1pPr>
              <a:lvl2pPr marL="742950" indent="-285750" defTabSz="912813" eaLnBrk="0" hangingPunct="0">
                <a:defRPr sz="800">
                  <a:solidFill>
                    <a:schemeClr val="tx1"/>
                  </a:solidFill>
                  <a:latin typeface="Arial" panose="020B0604020202020204" pitchFamily="34" charset="0"/>
                  <a:ea typeface="宋体" panose="02010600030101010101" pitchFamily="2" charset="-122"/>
                </a:defRPr>
              </a:lvl2pPr>
              <a:lvl3pPr marL="1143000" indent="-228600" defTabSz="912813" eaLnBrk="0" hangingPunct="0">
                <a:defRPr sz="800">
                  <a:solidFill>
                    <a:schemeClr val="tx1"/>
                  </a:solidFill>
                  <a:latin typeface="Arial" panose="020B0604020202020204" pitchFamily="34" charset="0"/>
                  <a:ea typeface="宋体" panose="02010600030101010101" pitchFamily="2" charset="-122"/>
                </a:defRPr>
              </a:lvl3pPr>
              <a:lvl4pPr marL="1600200" indent="-228600" defTabSz="912813" eaLnBrk="0" hangingPunct="0">
                <a:defRPr sz="800">
                  <a:solidFill>
                    <a:schemeClr val="tx1"/>
                  </a:solidFill>
                  <a:latin typeface="Arial" panose="020B0604020202020204" pitchFamily="34" charset="0"/>
                  <a:ea typeface="宋体" panose="02010600030101010101" pitchFamily="2" charset="-122"/>
                </a:defRPr>
              </a:lvl4pPr>
              <a:lvl5pPr marL="2057400" indent="-228600" defTabSz="912813" eaLnBrk="0" hangingPunct="0">
                <a:defRPr sz="800">
                  <a:solidFill>
                    <a:schemeClr val="tx1"/>
                  </a:solidFill>
                  <a:latin typeface="Arial" panose="020B0604020202020204" pitchFamily="34" charset="0"/>
                  <a:ea typeface="宋体" panose="02010600030101010101" pitchFamily="2" charset="-122"/>
                </a:defRPr>
              </a:lvl5pPr>
              <a:lvl6pPr marL="2514600" indent="-228600" defTabSz="912813"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defTabSz="912813"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defTabSz="912813"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defTabSz="912813"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000" b="1">
                  <a:solidFill>
                    <a:schemeClr val="accent2"/>
                  </a:solidFill>
                </a:rPr>
                <a:t>台式机</a:t>
              </a:r>
            </a:p>
          </p:txBody>
        </p:sp>
        <p:sp>
          <p:nvSpPr>
            <p:cNvPr id="13326" name="Text Box 9">
              <a:extLst>
                <a:ext uri="{FF2B5EF4-FFF2-40B4-BE49-F238E27FC236}">
                  <a16:creationId xmlns:a16="http://schemas.microsoft.com/office/drawing/2014/main" id="{8C31143B-8AD0-4E4D-9DB6-04DC959B822E}"/>
                </a:ext>
              </a:extLst>
            </p:cNvPr>
            <p:cNvSpPr txBox="1">
              <a:spLocks noChangeArrowheads="1"/>
            </p:cNvSpPr>
            <p:nvPr/>
          </p:nvSpPr>
          <p:spPr bwMode="auto">
            <a:xfrm>
              <a:off x="2109" y="3930"/>
              <a:ext cx="1044" cy="198"/>
            </a:xfrm>
            <a:prstGeom prst="rect">
              <a:avLst/>
            </a:prstGeom>
            <a:noFill/>
            <a:ln w="9525">
              <a:noFill/>
              <a:miter lim="800000"/>
              <a:headEnd/>
              <a:tailEnd/>
            </a:ln>
          </p:spPr>
          <p:txBody>
            <a:bodyPr>
              <a:spAutoFit/>
            </a:bodyPr>
            <a:lstStyle/>
            <a:p>
              <a:pPr defTabSz="912813">
                <a:spcBef>
                  <a:spcPct val="50000"/>
                </a:spcBef>
                <a:defRPr/>
              </a:pPr>
              <a:r>
                <a:rPr lang="zh-CN" altLang="en-US" sz="1000" b="1" dirty="0">
                  <a:solidFill>
                    <a:schemeClr val="accent2">
                      <a:lumMod val="75000"/>
                    </a:schemeClr>
                  </a:solidFill>
                  <a:latin typeface="Arial" charset="0"/>
                </a:rPr>
                <a:t>单位：千台</a:t>
              </a:r>
            </a:p>
          </p:txBody>
        </p:sp>
      </p:grpSp>
      <p:sp>
        <p:nvSpPr>
          <p:cNvPr id="25606" name="灯片编号占位符 1">
            <a:extLst>
              <a:ext uri="{FF2B5EF4-FFF2-40B4-BE49-F238E27FC236}">
                <a16:creationId xmlns:a16="http://schemas.microsoft.com/office/drawing/2014/main" id="{7156662A-CD6E-465A-B6E5-611AEB93B51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2E86D39B-5F8A-4D57-AEED-72EB4ED8D181}" type="slidenum">
              <a:rPr lang="en-US" altLang="zh-CN" sz="1400">
                <a:solidFill>
                  <a:schemeClr val="bg1"/>
                </a:solidFill>
              </a:rPr>
              <a:pPr eaLnBrk="1" hangingPunct="1"/>
              <a:t>39</a:t>
            </a:fld>
            <a:endParaRPr lang="en-US" altLang="zh-CN" sz="140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Effect transition="in" filter="blinds(horizontal)">
                                      <p:cBhvr>
                                        <p:cTn id="15"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Freeform 3">
            <a:extLst>
              <a:ext uri="{FF2B5EF4-FFF2-40B4-BE49-F238E27FC236}">
                <a16:creationId xmlns:a16="http://schemas.microsoft.com/office/drawing/2014/main" id="{5300CCED-006A-49D9-B400-1407DF3808D0}"/>
              </a:ext>
            </a:extLst>
          </p:cNvPr>
          <p:cNvSpPr>
            <a:spLocks noEditPoints="1"/>
          </p:cNvSpPr>
          <p:nvPr/>
        </p:nvSpPr>
        <p:spPr bwMode="gray">
          <a:xfrm rot="-1358056">
            <a:off x="1385888" y="2517775"/>
            <a:ext cx="6094412" cy="2424113"/>
          </a:xfrm>
          <a:custGeom>
            <a:avLst/>
            <a:gdLst/>
            <a:ahLst/>
            <a:cxnLst>
              <a:cxn ang="0">
                <a:pos x="1692" y="12"/>
              </a:cxn>
              <a:cxn ang="0">
                <a:pos x="1234" y="74"/>
              </a:cxn>
              <a:cxn ang="0">
                <a:pos x="828" y="182"/>
              </a:cxn>
              <a:cxn ang="0">
                <a:pos x="486" y="330"/>
              </a:cxn>
              <a:cxn ang="0">
                <a:pos x="226" y="510"/>
              </a:cxn>
              <a:cxn ang="0">
                <a:pos x="58" y="718"/>
              </a:cxn>
              <a:cxn ang="0">
                <a:pos x="0" y="944"/>
              </a:cxn>
              <a:cxn ang="0">
                <a:pos x="58" y="1170"/>
              </a:cxn>
              <a:cxn ang="0">
                <a:pos x="226" y="1378"/>
              </a:cxn>
              <a:cxn ang="0">
                <a:pos x="486" y="1558"/>
              </a:cxn>
              <a:cxn ang="0">
                <a:pos x="828" y="1706"/>
              </a:cxn>
              <a:cxn ang="0">
                <a:pos x="1234" y="1814"/>
              </a:cxn>
              <a:cxn ang="0">
                <a:pos x="1692" y="1876"/>
              </a:cxn>
              <a:cxn ang="0">
                <a:pos x="2186" y="1884"/>
              </a:cxn>
              <a:cxn ang="0">
                <a:pos x="2658" y="1840"/>
              </a:cxn>
              <a:cxn ang="0">
                <a:pos x="3084" y="1746"/>
              </a:cxn>
              <a:cxn ang="0">
                <a:pos x="3448" y="1612"/>
              </a:cxn>
              <a:cxn ang="0">
                <a:pos x="3738" y="1442"/>
              </a:cxn>
              <a:cxn ang="0">
                <a:pos x="3938" y="1242"/>
              </a:cxn>
              <a:cxn ang="0">
                <a:pos x="4034" y="1022"/>
              </a:cxn>
              <a:cxn ang="0">
                <a:pos x="4014" y="790"/>
              </a:cxn>
              <a:cxn ang="0">
                <a:pos x="3882" y="576"/>
              </a:cxn>
              <a:cxn ang="0">
                <a:pos x="3650" y="386"/>
              </a:cxn>
              <a:cxn ang="0">
                <a:pos x="3334" y="228"/>
              </a:cxn>
              <a:cxn ang="0">
                <a:pos x="2948" y="106"/>
              </a:cxn>
              <a:cxn ang="0">
                <a:pos x="2506" y="28"/>
              </a:cxn>
              <a:cxn ang="0">
                <a:pos x="2020" y="0"/>
              </a:cxn>
              <a:cxn ang="0">
                <a:pos x="1606" y="1736"/>
              </a:cxn>
              <a:cxn ang="0">
                <a:pos x="1164" y="1678"/>
              </a:cxn>
              <a:cxn ang="0">
                <a:pos x="776" y="1576"/>
              </a:cxn>
              <a:cxn ang="0">
                <a:pos x="458" y="1436"/>
              </a:cxn>
              <a:cxn ang="0">
                <a:pos x="224" y="1266"/>
              </a:cxn>
              <a:cxn ang="0">
                <a:pos x="88" y="1074"/>
              </a:cxn>
              <a:cxn ang="0">
                <a:pos x="68" y="864"/>
              </a:cxn>
              <a:cxn ang="0">
                <a:pos x="166" y="664"/>
              </a:cxn>
              <a:cxn ang="0">
                <a:pos x="370" y="486"/>
              </a:cxn>
              <a:cxn ang="0">
                <a:pos x="662" y="336"/>
              </a:cxn>
              <a:cxn ang="0">
                <a:pos x="1028" y="222"/>
              </a:cxn>
              <a:cxn ang="0">
                <a:pos x="1454" y="148"/>
              </a:cxn>
              <a:cxn ang="0">
                <a:pos x="1922" y="120"/>
              </a:cxn>
              <a:cxn ang="0">
                <a:pos x="2392" y="148"/>
              </a:cxn>
              <a:cxn ang="0">
                <a:pos x="2818" y="222"/>
              </a:cxn>
              <a:cxn ang="0">
                <a:pos x="3184" y="336"/>
              </a:cxn>
              <a:cxn ang="0">
                <a:pos x="3476" y="486"/>
              </a:cxn>
              <a:cxn ang="0">
                <a:pos x="3680" y="664"/>
              </a:cxn>
              <a:cxn ang="0">
                <a:pos x="3778" y="864"/>
              </a:cxn>
              <a:cxn ang="0">
                <a:pos x="3758" y="1074"/>
              </a:cxn>
              <a:cxn ang="0">
                <a:pos x="3622" y="1266"/>
              </a:cxn>
              <a:cxn ang="0">
                <a:pos x="3388" y="1436"/>
              </a:cxn>
              <a:cxn ang="0">
                <a:pos x="3070" y="1576"/>
              </a:cxn>
              <a:cxn ang="0">
                <a:pos x="2682" y="1678"/>
              </a:cxn>
              <a:cxn ang="0">
                <a:pos x="2240" y="1736"/>
              </a:cxn>
            </a:cxnLst>
            <a:rect l="0" t="0" r="r" b="b"/>
            <a:pathLst>
              <a:path w="4040" h="1888">
                <a:moveTo>
                  <a:pt x="2020" y="0"/>
                </a:moveTo>
                <a:lnTo>
                  <a:pt x="1854" y="4"/>
                </a:lnTo>
                <a:lnTo>
                  <a:pt x="1692" y="12"/>
                </a:lnTo>
                <a:lnTo>
                  <a:pt x="1534" y="28"/>
                </a:lnTo>
                <a:lnTo>
                  <a:pt x="1382" y="48"/>
                </a:lnTo>
                <a:lnTo>
                  <a:pt x="1234" y="74"/>
                </a:lnTo>
                <a:lnTo>
                  <a:pt x="1092" y="106"/>
                </a:lnTo>
                <a:lnTo>
                  <a:pt x="956" y="142"/>
                </a:lnTo>
                <a:lnTo>
                  <a:pt x="828" y="182"/>
                </a:lnTo>
                <a:lnTo>
                  <a:pt x="706" y="228"/>
                </a:lnTo>
                <a:lnTo>
                  <a:pt x="592" y="276"/>
                </a:lnTo>
                <a:lnTo>
                  <a:pt x="486" y="330"/>
                </a:lnTo>
                <a:lnTo>
                  <a:pt x="390" y="386"/>
                </a:lnTo>
                <a:lnTo>
                  <a:pt x="302" y="446"/>
                </a:lnTo>
                <a:lnTo>
                  <a:pt x="226" y="510"/>
                </a:lnTo>
                <a:lnTo>
                  <a:pt x="158" y="576"/>
                </a:lnTo>
                <a:lnTo>
                  <a:pt x="102" y="646"/>
                </a:lnTo>
                <a:lnTo>
                  <a:pt x="58" y="718"/>
                </a:lnTo>
                <a:lnTo>
                  <a:pt x="26" y="790"/>
                </a:lnTo>
                <a:lnTo>
                  <a:pt x="6" y="866"/>
                </a:lnTo>
                <a:lnTo>
                  <a:pt x="0" y="944"/>
                </a:lnTo>
                <a:lnTo>
                  <a:pt x="6" y="1022"/>
                </a:lnTo>
                <a:lnTo>
                  <a:pt x="26" y="1098"/>
                </a:lnTo>
                <a:lnTo>
                  <a:pt x="58" y="1170"/>
                </a:lnTo>
                <a:lnTo>
                  <a:pt x="102" y="1242"/>
                </a:lnTo>
                <a:lnTo>
                  <a:pt x="158" y="1312"/>
                </a:lnTo>
                <a:lnTo>
                  <a:pt x="226" y="1378"/>
                </a:lnTo>
                <a:lnTo>
                  <a:pt x="302" y="1442"/>
                </a:lnTo>
                <a:lnTo>
                  <a:pt x="390" y="1502"/>
                </a:lnTo>
                <a:lnTo>
                  <a:pt x="486" y="1558"/>
                </a:lnTo>
                <a:lnTo>
                  <a:pt x="592" y="1612"/>
                </a:lnTo>
                <a:lnTo>
                  <a:pt x="706" y="1660"/>
                </a:lnTo>
                <a:lnTo>
                  <a:pt x="828" y="1706"/>
                </a:lnTo>
                <a:lnTo>
                  <a:pt x="956" y="1746"/>
                </a:lnTo>
                <a:lnTo>
                  <a:pt x="1092" y="1782"/>
                </a:lnTo>
                <a:lnTo>
                  <a:pt x="1234" y="1814"/>
                </a:lnTo>
                <a:lnTo>
                  <a:pt x="1382" y="1840"/>
                </a:lnTo>
                <a:lnTo>
                  <a:pt x="1534" y="1860"/>
                </a:lnTo>
                <a:lnTo>
                  <a:pt x="1692" y="1876"/>
                </a:lnTo>
                <a:lnTo>
                  <a:pt x="1854" y="1884"/>
                </a:lnTo>
                <a:lnTo>
                  <a:pt x="2020" y="1888"/>
                </a:lnTo>
                <a:lnTo>
                  <a:pt x="2186" y="1884"/>
                </a:lnTo>
                <a:lnTo>
                  <a:pt x="2348" y="1876"/>
                </a:lnTo>
                <a:lnTo>
                  <a:pt x="2506" y="1860"/>
                </a:lnTo>
                <a:lnTo>
                  <a:pt x="2658" y="1840"/>
                </a:lnTo>
                <a:lnTo>
                  <a:pt x="2806" y="1814"/>
                </a:lnTo>
                <a:lnTo>
                  <a:pt x="2948" y="1782"/>
                </a:lnTo>
                <a:lnTo>
                  <a:pt x="3084" y="1746"/>
                </a:lnTo>
                <a:lnTo>
                  <a:pt x="3212" y="1706"/>
                </a:lnTo>
                <a:lnTo>
                  <a:pt x="3334" y="1660"/>
                </a:lnTo>
                <a:lnTo>
                  <a:pt x="3448" y="1612"/>
                </a:lnTo>
                <a:lnTo>
                  <a:pt x="3554" y="1558"/>
                </a:lnTo>
                <a:lnTo>
                  <a:pt x="3650" y="1502"/>
                </a:lnTo>
                <a:lnTo>
                  <a:pt x="3738" y="1442"/>
                </a:lnTo>
                <a:lnTo>
                  <a:pt x="3814" y="1378"/>
                </a:lnTo>
                <a:lnTo>
                  <a:pt x="3882" y="1312"/>
                </a:lnTo>
                <a:lnTo>
                  <a:pt x="3938" y="1242"/>
                </a:lnTo>
                <a:lnTo>
                  <a:pt x="3982" y="1170"/>
                </a:lnTo>
                <a:lnTo>
                  <a:pt x="4014" y="1098"/>
                </a:lnTo>
                <a:lnTo>
                  <a:pt x="4034" y="1022"/>
                </a:lnTo>
                <a:lnTo>
                  <a:pt x="4040" y="944"/>
                </a:lnTo>
                <a:lnTo>
                  <a:pt x="4034" y="866"/>
                </a:lnTo>
                <a:lnTo>
                  <a:pt x="4014" y="790"/>
                </a:lnTo>
                <a:lnTo>
                  <a:pt x="3982" y="718"/>
                </a:lnTo>
                <a:lnTo>
                  <a:pt x="3938" y="646"/>
                </a:lnTo>
                <a:lnTo>
                  <a:pt x="3882" y="576"/>
                </a:lnTo>
                <a:lnTo>
                  <a:pt x="3814" y="510"/>
                </a:lnTo>
                <a:lnTo>
                  <a:pt x="3738" y="446"/>
                </a:lnTo>
                <a:lnTo>
                  <a:pt x="3650" y="386"/>
                </a:lnTo>
                <a:lnTo>
                  <a:pt x="3554" y="330"/>
                </a:lnTo>
                <a:lnTo>
                  <a:pt x="3448" y="276"/>
                </a:lnTo>
                <a:lnTo>
                  <a:pt x="3334" y="228"/>
                </a:lnTo>
                <a:lnTo>
                  <a:pt x="3212" y="182"/>
                </a:lnTo>
                <a:lnTo>
                  <a:pt x="3084" y="142"/>
                </a:lnTo>
                <a:lnTo>
                  <a:pt x="2948" y="106"/>
                </a:lnTo>
                <a:lnTo>
                  <a:pt x="2806" y="74"/>
                </a:lnTo>
                <a:lnTo>
                  <a:pt x="2658" y="48"/>
                </a:lnTo>
                <a:lnTo>
                  <a:pt x="2506" y="28"/>
                </a:lnTo>
                <a:lnTo>
                  <a:pt x="2348" y="12"/>
                </a:lnTo>
                <a:lnTo>
                  <a:pt x="2186" y="4"/>
                </a:lnTo>
                <a:lnTo>
                  <a:pt x="2020" y="0"/>
                </a:lnTo>
                <a:close/>
                <a:moveTo>
                  <a:pt x="1922" y="1748"/>
                </a:moveTo>
                <a:lnTo>
                  <a:pt x="1762" y="1746"/>
                </a:lnTo>
                <a:lnTo>
                  <a:pt x="1606" y="1736"/>
                </a:lnTo>
                <a:lnTo>
                  <a:pt x="1454" y="1722"/>
                </a:lnTo>
                <a:lnTo>
                  <a:pt x="1306" y="1702"/>
                </a:lnTo>
                <a:lnTo>
                  <a:pt x="1164" y="1678"/>
                </a:lnTo>
                <a:lnTo>
                  <a:pt x="1028" y="1648"/>
                </a:lnTo>
                <a:lnTo>
                  <a:pt x="898" y="1614"/>
                </a:lnTo>
                <a:lnTo>
                  <a:pt x="776" y="1576"/>
                </a:lnTo>
                <a:lnTo>
                  <a:pt x="662" y="1532"/>
                </a:lnTo>
                <a:lnTo>
                  <a:pt x="554" y="1486"/>
                </a:lnTo>
                <a:lnTo>
                  <a:pt x="458" y="1436"/>
                </a:lnTo>
                <a:lnTo>
                  <a:pt x="370" y="1382"/>
                </a:lnTo>
                <a:lnTo>
                  <a:pt x="292" y="1326"/>
                </a:lnTo>
                <a:lnTo>
                  <a:pt x="224" y="1266"/>
                </a:lnTo>
                <a:lnTo>
                  <a:pt x="166" y="1204"/>
                </a:lnTo>
                <a:lnTo>
                  <a:pt x="122" y="1140"/>
                </a:lnTo>
                <a:lnTo>
                  <a:pt x="88" y="1074"/>
                </a:lnTo>
                <a:lnTo>
                  <a:pt x="68" y="1004"/>
                </a:lnTo>
                <a:lnTo>
                  <a:pt x="62" y="934"/>
                </a:lnTo>
                <a:lnTo>
                  <a:pt x="68" y="864"/>
                </a:lnTo>
                <a:lnTo>
                  <a:pt x="88" y="796"/>
                </a:lnTo>
                <a:lnTo>
                  <a:pt x="122" y="730"/>
                </a:lnTo>
                <a:lnTo>
                  <a:pt x="166" y="664"/>
                </a:lnTo>
                <a:lnTo>
                  <a:pt x="224" y="602"/>
                </a:lnTo>
                <a:lnTo>
                  <a:pt x="292" y="544"/>
                </a:lnTo>
                <a:lnTo>
                  <a:pt x="370" y="486"/>
                </a:lnTo>
                <a:lnTo>
                  <a:pt x="458" y="434"/>
                </a:lnTo>
                <a:lnTo>
                  <a:pt x="554" y="382"/>
                </a:lnTo>
                <a:lnTo>
                  <a:pt x="662" y="336"/>
                </a:lnTo>
                <a:lnTo>
                  <a:pt x="776" y="294"/>
                </a:lnTo>
                <a:lnTo>
                  <a:pt x="898" y="256"/>
                </a:lnTo>
                <a:lnTo>
                  <a:pt x="1028" y="222"/>
                </a:lnTo>
                <a:lnTo>
                  <a:pt x="1164" y="192"/>
                </a:lnTo>
                <a:lnTo>
                  <a:pt x="1306" y="166"/>
                </a:lnTo>
                <a:lnTo>
                  <a:pt x="1454" y="148"/>
                </a:lnTo>
                <a:lnTo>
                  <a:pt x="1606" y="132"/>
                </a:lnTo>
                <a:lnTo>
                  <a:pt x="1762" y="124"/>
                </a:lnTo>
                <a:lnTo>
                  <a:pt x="1922" y="120"/>
                </a:lnTo>
                <a:lnTo>
                  <a:pt x="2084" y="124"/>
                </a:lnTo>
                <a:lnTo>
                  <a:pt x="2240" y="132"/>
                </a:lnTo>
                <a:lnTo>
                  <a:pt x="2392" y="148"/>
                </a:lnTo>
                <a:lnTo>
                  <a:pt x="2540" y="166"/>
                </a:lnTo>
                <a:lnTo>
                  <a:pt x="2682" y="192"/>
                </a:lnTo>
                <a:lnTo>
                  <a:pt x="2818" y="222"/>
                </a:lnTo>
                <a:lnTo>
                  <a:pt x="2948" y="256"/>
                </a:lnTo>
                <a:lnTo>
                  <a:pt x="3070" y="294"/>
                </a:lnTo>
                <a:lnTo>
                  <a:pt x="3184" y="336"/>
                </a:lnTo>
                <a:lnTo>
                  <a:pt x="3292" y="382"/>
                </a:lnTo>
                <a:lnTo>
                  <a:pt x="3388" y="434"/>
                </a:lnTo>
                <a:lnTo>
                  <a:pt x="3476" y="486"/>
                </a:lnTo>
                <a:lnTo>
                  <a:pt x="3554" y="544"/>
                </a:lnTo>
                <a:lnTo>
                  <a:pt x="3622" y="602"/>
                </a:lnTo>
                <a:lnTo>
                  <a:pt x="3680" y="664"/>
                </a:lnTo>
                <a:lnTo>
                  <a:pt x="3724" y="730"/>
                </a:lnTo>
                <a:lnTo>
                  <a:pt x="3758" y="796"/>
                </a:lnTo>
                <a:lnTo>
                  <a:pt x="3778" y="864"/>
                </a:lnTo>
                <a:lnTo>
                  <a:pt x="3784" y="934"/>
                </a:lnTo>
                <a:lnTo>
                  <a:pt x="3778" y="1004"/>
                </a:lnTo>
                <a:lnTo>
                  <a:pt x="3758" y="1074"/>
                </a:lnTo>
                <a:lnTo>
                  <a:pt x="3724" y="1140"/>
                </a:lnTo>
                <a:lnTo>
                  <a:pt x="3680" y="1204"/>
                </a:lnTo>
                <a:lnTo>
                  <a:pt x="3622" y="1266"/>
                </a:lnTo>
                <a:lnTo>
                  <a:pt x="3554" y="1326"/>
                </a:lnTo>
                <a:lnTo>
                  <a:pt x="3476" y="1382"/>
                </a:lnTo>
                <a:lnTo>
                  <a:pt x="3388" y="1436"/>
                </a:lnTo>
                <a:lnTo>
                  <a:pt x="3292" y="1486"/>
                </a:lnTo>
                <a:lnTo>
                  <a:pt x="3184" y="1532"/>
                </a:lnTo>
                <a:lnTo>
                  <a:pt x="3070" y="1576"/>
                </a:lnTo>
                <a:lnTo>
                  <a:pt x="2948" y="1614"/>
                </a:lnTo>
                <a:lnTo>
                  <a:pt x="2818" y="1648"/>
                </a:lnTo>
                <a:lnTo>
                  <a:pt x="2682" y="1678"/>
                </a:lnTo>
                <a:lnTo>
                  <a:pt x="2540" y="1702"/>
                </a:lnTo>
                <a:lnTo>
                  <a:pt x="2392" y="1722"/>
                </a:lnTo>
                <a:lnTo>
                  <a:pt x="2240" y="1736"/>
                </a:lnTo>
                <a:lnTo>
                  <a:pt x="2084" y="1746"/>
                </a:lnTo>
                <a:lnTo>
                  <a:pt x="1922" y="1748"/>
                </a:lnTo>
                <a:close/>
              </a:path>
            </a:pathLst>
          </a:custGeom>
          <a:gradFill rotWithShape="1">
            <a:gsLst>
              <a:gs pos="0">
                <a:schemeClr val="bg2">
                  <a:gamma/>
                  <a:tint val="30196"/>
                  <a:invGamma/>
                  <a:alpha val="36000"/>
                </a:schemeClr>
              </a:gs>
              <a:gs pos="100000">
                <a:schemeClr val="bg2"/>
              </a:gs>
            </a:gsLst>
            <a:lin ang="0" scaled="1"/>
          </a:gradFill>
          <a:ln w="0">
            <a:noFill/>
            <a:prstDash val="solid"/>
            <a:round/>
            <a:headEnd/>
            <a:tailEnd/>
          </a:ln>
        </p:spPr>
        <p:txBody>
          <a:bodyPr/>
          <a:lstStyle/>
          <a:p>
            <a:pPr>
              <a:defRPr/>
            </a:pPr>
            <a:endParaRPr lang="zh-CN" altLang="en-US">
              <a:latin typeface="Arial" charset="0"/>
            </a:endParaRPr>
          </a:p>
        </p:txBody>
      </p:sp>
      <p:grpSp>
        <p:nvGrpSpPr>
          <p:cNvPr id="2" name="组合 19">
            <a:extLst>
              <a:ext uri="{FF2B5EF4-FFF2-40B4-BE49-F238E27FC236}">
                <a16:creationId xmlns:a16="http://schemas.microsoft.com/office/drawing/2014/main" id="{25EFB1C9-1C5B-4F25-993D-485357E67A58}"/>
              </a:ext>
            </a:extLst>
          </p:cNvPr>
          <p:cNvGrpSpPr>
            <a:grpSpLocks/>
          </p:cNvGrpSpPr>
          <p:nvPr/>
        </p:nvGrpSpPr>
        <p:grpSpPr bwMode="auto">
          <a:xfrm>
            <a:off x="1066800" y="2362200"/>
            <a:ext cx="1828800" cy="1822450"/>
            <a:chOff x="1238250" y="2565400"/>
            <a:chExt cx="1657350" cy="1619250"/>
          </a:xfrm>
        </p:grpSpPr>
        <p:sp>
          <p:nvSpPr>
            <p:cNvPr id="26643" name="Oval 5">
              <a:extLst>
                <a:ext uri="{FF2B5EF4-FFF2-40B4-BE49-F238E27FC236}">
                  <a16:creationId xmlns:a16="http://schemas.microsoft.com/office/drawing/2014/main" id="{CF677A4D-20D3-4D60-892D-2C7420901E66}"/>
                </a:ext>
              </a:extLst>
            </p:cNvPr>
            <p:cNvSpPr>
              <a:spLocks noChangeArrowheads="1"/>
            </p:cNvSpPr>
            <p:nvPr/>
          </p:nvSpPr>
          <p:spPr bwMode="gray">
            <a:xfrm>
              <a:off x="1258888" y="2565400"/>
              <a:ext cx="1619250" cy="1619250"/>
            </a:xfrm>
            <a:prstGeom prst="ellipse">
              <a:avLst/>
            </a:prstGeom>
            <a:gradFill rotWithShape="1">
              <a:gsLst>
                <a:gs pos="0">
                  <a:srgbClr val="996633"/>
                </a:gs>
                <a:gs pos="100000">
                  <a:srgbClr val="302010"/>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p>
          </p:txBody>
        </p:sp>
        <p:sp>
          <p:nvSpPr>
            <p:cNvPr id="26644" name="Text Box 9">
              <a:extLst>
                <a:ext uri="{FF2B5EF4-FFF2-40B4-BE49-F238E27FC236}">
                  <a16:creationId xmlns:a16="http://schemas.microsoft.com/office/drawing/2014/main" id="{F5867DDB-EE7A-4F6A-A788-F3696188C3B6}"/>
                </a:ext>
              </a:extLst>
            </p:cNvPr>
            <p:cNvSpPr txBox="1">
              <a:spLocks noChangeArrowheads="1"/>
            </p:cNvSpPr>
            <p:nvPr/>
          </p:nvSpPr>
          <p:spPr bwMode="white">
            <a:xfrm>
              <a:off x="1238250" y="2925763"/>
              <a:ext cx="1657350" cy="847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spcBef>
                  <a:spcPct val="20000"/>
                </a:spcBef>
              </a:pPr>
              <a:r>
                <a:rPr lang="zh-CN" altLang="en-US" sz="2000" b="1">
                  <a:solidFill>
                    <a:srgbClr val="FFFFFF"/>
                  </a:solidFill>
                  <a:latin typeface="Verdana" panose="020B0604030504040204" pitchFamily="34" charset="0"/>
                  <a:ea typeface="黑体" panose="02010609060101010101" pitchFamily="49" charset="-122"/>
                </a:rPr>
                <a:t>标准体系扩展</a:t>
              </a:r>
            </a:p>
            <a:p>
              <a:pPr algn="ctr">
                <a:spcBef>
                  <a:spcPct val="20000"/>
                </a:spcBef>
              </a:pPr>
              <a:endParaRPr lang="en-US" altLang="zh-CN" b="1">
                <a:solidFill>
                  <a:srgbClr val="FFFFFF"/>
                </a:solidFill>
                <a:latin typeface="Verdana" panose="020B0604030504040204" pitchFamily="34" charset="0"/>
                <a:ea typeface="黑体" panose="02010609060101010101" pitchFamily="49" charset="-122"/>
              </a:endParaRPr>
            </a:p>
            <a:p>
              <a:pPr algn="ctr">
                <a:spcBef>
                  <a:spcPct val="20000"/>
                </a:spcBef>
              </a:pPr>
              <a:r>
                <a:rPr lang="zh-CN" altLang="en-US" sz="1100" b="1">
                  <a:solidFill>
                    <a:srgbClr val="FFFFFF"/>
                  </a:solidFill>
                  <a:latin typeface="Verdana" panose="020B0604030504040204" pitchFamily="34" charset="0"/>
                  <a:ea typeface="黑体" panose="02010609060101010101" pitchFamily="49" charset="-122"/>
                </a:rPr>
                <a:t>推广到服务器平台</a:t>
              </a:r>
              <a:endParaRPr lang="en-US" altLang="zh-CN" sz="1100" b="1">
                <a:solidFill>
                  <a:srgbClr val="FFFFFF"/>
                </a:solidFill>
                <a:latin typeface="Verdana" panose="020B0604030504040204" pitchFamily="34" charset="0"/>
                <a:ea typeface="黑体" panose="02010609060101010101" pitchFamily="49" charset="-122"/>
              </a:endParaRPr>
            </a:p>
            <a:p>
              <a:pPr algn="ctr">
                <a:spcBef>
                  <a:spcPct val="20000"/>
                </a:spcBef>
              </a:pPr>
              <a:r>
                <a:rPr lang="en-US" altLang="zh-CN" sz="1100" b="1">
                  <a:solidFill>
                    <a:srgbClr val="FFFFFF"/>
                  </a:solidFill>
                  <a:latin typeface="Verdana" panose="020B0604030504040204" pitchFamily="34" charset="0"/>
                  <a:ea typeface="黑体" panose="02010609060101010101" pitchFamily="49" charset="-122"/>
                </a:rPr>
                <a:t>/</a:t>
              </a:r>
              <a:r>
                <a:rPr lang="zh-CN" altLang="en-US" sz="1100" b="1">
                  <a:solidFill>
                    <a:srgbClr val="FFFFFF"/>
                  </a:solidFill>
                  <a:latin typeface="Verdana" panose="020B0604030504040204" pitchFamily="34" charset="0"/>
                  <a:ea typeface="黑体" panose="02010609060101010101" pitchFamily="49" charset="-122"/>
                </a:rPr>
                <a:t>移动平台</a:t>
              </a:r>
            </a:p>
          </p:txBody>
        </p:sp>
      </p:grpSp>
      <p:grpSp>
        <p:nvGrpSpPr>
          <p:cNvPr id="3" name="组合 18">
            <a:extLst>
              <a:ext uri="{FF2B5EF4-FFF2-40B4-BE49-F238E27FC236}">
                <a16:creationId xmlns:a16="http://schemas.microsoft.com/office/drawing/2014/main" id="{E74E29CB-0CCA-4B54-8650-60817612ADE9}"/>
              </a:ext>
            </a:extLst>
          </p:cNvPr>
          <p:cNvGrpSpPr>
            <a:grpSpLocks/>
          </p:cNvGrpSpPr>
          <p:nvPr/>
        </p:nvGrpSpPr>
        <p:grpSpPr bwMode="auto">
          <a:xfrm>
            <a:off x="3814763" y="1219200"/>
            <a:ext cx="1824037" cy="1812925"/>
            <a:chOff x="3814763" y="1412875"/>
            <a:chExt cx="1554318" cy="1619250"/>
          </a:xfrm>
        </p:grpSpPr>
        <p:sp>
          <p:nvSpPr>
            <p:cNvPr id="51204" name="Oval 4">
              <a:extLst>
                <a:ext uri="{FF2B5EF4-FFF2-40B4-BE49-F238E27FC236}">
                  <a16:creationId xmlns:a16="http://schemas.microsoft.com/office/drawing/2014/main" id="{C7C00C0E-1432-4235-920E-F06E0C2E2BE3}"/>
                </a:ext>
              </a:extLst>
            </p:cNvPr>
            <p:cNvSpPr>
              <a:spLocks noChangeArrowheads="1"/>
            </p:cNvSpPr>
            <p:nvPr/>
          </p:nvSpPr>
          <p:spPr bwMode="gray">
            <a:xfrm>
              <a:off x="3814763" y="1412875"/>
              <a:ext cx="1554318" cy="1619250"/>
            </a:xfrm>
            <a:prstGeom prst="ellipse">
              <a:avLst/>
            </a:prstGeom>
            <a:gradFill rotWithShape="1">
              <a:gsLst>
                <a:gs pos="0">
                  <a:schemeClr val="hlink"/>
                </a:gs>
                <a:gs pos="100000">
                  <a:schemeClr val="hlink">
                    <a:gamma/>
                    <a:shade val="34510"/>
                    <a:invGamma/>
                  </a:schemeClr>
                </a:gs>
              </a:gsLst>
              <a:path path="shape">
                <a:fillToRect l="50000" t="50000" r="50000" b="50000"/>
              </a:path>
            </a:gradFill>
            <a:ln w="9525">
              <a:noFill/>
              <a:round/>
              <a:headEnd/>
              <a:tailEnd/>
            </a:ln>
            <a:effectLst/>
          </p:spPr>
          <p:txBody>
            <a:bodyPr wrap="none" anchor="ctr"/>
            <a:lstStyle/>
            <a:p>
              <a:pPr algn="ctr">
                <a:defRPr/>
              </a:pPr>
              <a:endParaRPr lang="zh-CN" altLang="zh-CN">
                <a:latin typeface="Arial" charset="0"/>
              </a:endParaRPr>
            </a:p>
          </p:txBody>
        </p:sp>
        <p:sp>
          <p:nvSpPr>
            <p:cNvPr id="26642" name="Text Box 10">
              <a:extLst>
                <a:ext uri="{FF2B5EF4-FFF2-40B4-BE49-F238E27FC236}">
                  <a16:creationId xmlns:a16="http://schemas.microsoft.com/office/drawing/2014/main" id="{773E9EB9-3B0A-4E77-A950-8B70079AF3BF}"/>
                </a:ext>
              </a:extLst>
            </p:cNvPr>
            <p:cNvSpPr txBox="1">
              <a:spLocks noChangeArrowheads="1"/>
            </p:cNvSpPr>
            <p:nvPr/>
          </p:nvSpPr>
          <p:spPr bwMode="white">
            <a:xfrm>
              <a:off x="3940570" y="1828800"/>
              <a:ext cx="1428510" cy="852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spcBef>
                  <a:spcPct val="20000"/>
                </a:spcBef>
              </a:pPr>
              <a:r>
                <a:rPr lang="zh-CN" altLang="en-US" sz="2000" b="1">
                  <a:solidFill>
                    <a:srgbClr val="FFFFFF"/>
                  </a:solidFill>
                  <a:latin typeface="Verdana" panose="020B0604030504040204" pitchFamily="34" charset="0"/>
                  <a:ea typeface="黑体" panose="02010609060101010101" pitchFamily="49" charset="-122"/>
                </a:rPr>
                <a:t>推动应用开发</a:t>
              </a:r>
              <a:endParaRPr lang="en-US" altLang="zh-CN" sz="2000" b="1">
                <a:solidFill>
                  <a:srgbClr val="FFFFFF"/>
                </a:solidFill>
                <a:latin typeface="Verdana" panose="020B0604030504040204" pitchFamily="34" charset="0"/>
                <a:ea typeface="黑体" panose="02010609060101010101" pitchFamily="49" charset="-122"/>
              </a:endParaRPr>
            </a:p>
            <a:p>
              <a:pPr algn="ctr">
                <a:spcBef>
                  <a:spcPct val="20000"/>
                </a:spcBef>
              </a:pPr>
              <a:endParaRPr lang="en-US" altLang="zh-CN" b="1">
                <a:solidFill>
                  <a:srgbClr val="FFFFFF"/>
                </a:solidFill>
                <a:latin typeface="Verdana" panose="020B0604030504040204" pitchFamily="34" charset="0"/>
                <a:ea typeface="黑体" panose="02010609060101010101" pitchFamily="49" charset="-122"/>
              </a:endParaRPr>
            </a:p>
            <a:p>
              <a:pPr algn="ctr">
                <a:spcBef>
                  <a:spcPct val="20000"/>
                </a:spcBef>
              </a:pPr>
              <a:r>
                <a:rPr lang="zh-CN" altLang="en-US" sz="1100" b="1">
                  <a:solidFill>
                    <a:srgbClr val="FFFFFF"/>
                  </a:solidFill>
                  <a:latin typeface="Verdana" panose="020B0604030504040204" pitchFamily="34" charset="0"/>
                  <a:ea typeface="黑体" panose="02010609060101010101" pitchFamily="49" charset="-122"/>
                </a:rPr>
                <a:t>制定</a:t>
              </a:r>
              <a:r>
                <a:rPr lang="en-US" altLang="zh-CN" sz="1100" b="1">
                  <a:solidFill>
                    <a:srgbClr val="FFFFFF"/>
                  </a:solidFill>
                  <a:latin typeface="Verdana" panose="020B0604030504040204" pitchFamily="34" charset="0"/>
                  <a:ea typeface="黑体" panose="02010609060101010101" pitchFamily="49" charset="-122"/>
                </a:rPr>
                <a:t>《</a:t>
              </a:r>
              <a:r>
                <a:rPr lang="zh-CN" altLang="en-US" sz="1100" b="1">
                  <a:solidFill>
                    <a:srgbClr val="FFFFFF"/>
                  </a:solidFill>
                  <a:latin typeface="Verdana" panose="020B0604030504040204" pitchFamily="34" charset="0"/>
                  <a:ea typeface="黑体" panose="02010609060101010101" pitchFamily="49" charset="-122"/>
                </a:rPr>
                <a:t>可信计算平台应</a:t>
              </a:r>
              <a:endParaRPr lang="en-US" altLang="zh-CN" sz="1100" b="1">
                <a:solidFill>
                  <a:srgbClr val="FFFFFF"/>
                </a:solidFill>
                <a:latin typeface="Verdana" panose="020B0604030504040204" pitchFamily="34" charset="0"/>
                <a:ea typeface="黑体" panose="02010609060101010101" pitchFamily="49" charset="-122"/>
              </a:endParaRPr>
            </a:p>
            <a:p>
              <a:pPr algn="ctr">
                <a:spcBef>
                  <a:spcPct val="20000"/>
                </a:spcBef>
              </a:pPr>
              <a:r>
                <a:rPr lang="zh-CN" altLang="en-US" sz="1100" b="1">
                  <a:solidFill>
                    <a:srgbClr val="FFFFFF"/>
                  </a:solidFill>
                  <a:latin typeface="Verdana" panose="020B0604030504040204" pitchFamily="34" charset="0"/>
                  <a:ea typeface="黑体" panose="02010609060101010101" pitchFamily="49" charset="-122"/>
                </a:rPr>
                <a:t>用接口规范</a:t>
              </a:r>
              <a:r>
                <a:rPr lang="en-US" altLang="zh-CN" sz="1100" b="1">
                  <a:solidFill>
                    <a:srgbClr val="FFFFFF"/>
                  </a:solidFill>
                  <a:latin typeface="Verdana" panose="020B0604030504040204" pitchFamily="34" charset="0"/>
                  <a:ea typeface="黑体" panose="02010609060101010101" pitchFamily="49" charset="-122"/>
                </a:rPr>
                <a:t>》</a:t>
              </a:r>
              <a:endParaRPr lang="zh-CN" altLang="en-US" sz="1100" b="1">
                <a:solidFill>
                  <a:srgbClr val="FFFFFF"/>
                </a:solidFill>
                <a:latin typeface="Verdana" panose="020B0604030504040204" pitchFamily="34" charset="0"/>
                <a:ea typeface="黑体" panose="02010609060101010101" pitchFamily="49" charset="-122"/>
              </a:endParaRPr>
            </a:p>
          </p:txBody>
        </p:sp>
      </p:grpSp>
      <p:grpSp>
        <p:nvGrpSpPr>
          <p:cNvPr id="4" name="组合 17">
            <a:extLst>
              <a:ext uri="{FF2B5EF4-FFF2-40B4-BE49-F238E27FC236}">
                <a16:creationId xmlns:a16="http://schemas.microsoft.com/office/drawing/2014/main" id="{83D4468B-3D84-4F71-AA67-883423428477}"/>
              </a:ext>
            </a:extLst>
          </p:cNvPr>
          <p:cNvGrpSpPr>
            <a:grpSpLocks/>
          </p:cNvGrpSpPr>
          <p:nvPr/>
        </p:nvGrpSpPr>
        <p:grpSpPr bwMode="auto">
          <a:xfrm>
            <a:off x="6400800" y="1700213"/>
            <a:ext cx="1752600" cy="1619250"/>
            <a:chOff x="6400800" y="1700213"/>
            <a:chExt cx="1752600" cy="1619250"/>
          </a:xfrm>
        </p:grpSpPr>
        <p:sp>
          <p:nvSpPr>
            <p:cNvPr id="26639" name="Oval 8">
              <a:extLst>
                <a:ext uri="{FF2B5EF4-FFF2-40B4-BE49-F238E27FC236}">
                  <a16:creationId xmlns:a16="http://schemas.microsoft.com/office/drawing/2014/main" id="{AF0AC5B6-3C60-41F5-8CD4-4B307F8EC170}"/>
                </a:ext>
              </a:extLst>
            </p:cNvPr>
            <p:cNvSpPr>
              <a:spLocks noChangeArrowheads="1"/>
            </p:cNvSpPr>
            <p:nvPr/>
          </p:nvSpPr>
          <p:spPr bwMode="gray">
            <a:xfrm>
              <a:off x="6457950" y="1700213"/>
              <a:ext cx="1619250" cy="1619250"/>
            </a:xfrm>
            <a:prstGeom prst="ellipse">
              <a:avLst/>
            </a:prstGeom>
            <a:gradFill rotWithShape="1">
              <a:gsLst>
                <a:gs pos="0">
                  <a:srgbClr val="6666FF"/>
                </a:gs>
                <a:gs pos="100000">
                  <a:srgbClr val="232358"/>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p>
          </p:txBody>
        </p:sp>
        <p:sp>
          <p:nvSpPr>
            <p:cNvPr id="26640" name="Text Box 11">
              <a:extLst>
                <a:ext uri="{FF2B5EF4-FFF2-40B4-BE49-F238E27FC236}">
                  <a16:creationId xmlns:a16="http://schemas.microsoft.com/office/drawing/2014/main" id="{54F47917-AF2E-4432-991E-7292B5360340}"/>
                </a:ext>
              </a:extLst>
            </p:cNvPr>
            <p:cNvSpPr txBox="1">
              <a:spLocks noChangeArrowheads="1"/>
            </p:cNvSpPr>
            <p:nvPr/>
          </p:nvSpPr>
          <p:spPr bwMode="white">
            <a:xfrm>
              <a:off x="6400800" y="2093893"/>
              <a:ext cx="17526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spcBef>
                  <a:spcPct val="20000"/>
                </a:spcBef>
              </a:pPr>
              <a:r>
                <a:rPr lang="zh-CN" altLang="en-US" sz="2000" b="1">
                  <a:solidFill>
                    <a:srgbClr val="FFFFFF"/>
                  </a:solidFill>
                  <a:latin typeface="Verdana" panose="020B0604030504040204" pitchFamily="34" charset="0"/>
                  <a:ea typeface="黑体" panose="02010609060101010101" pitchFamily="49" charset="-122"/>
                </a:rPr>
                <a:t>产品开发</a:t>
              </a:r>
              <a:endParaRPr lang="en-US" altLang="zh-CN" sz="2000" b="1">
                <a:solidFill>
                  <a:srgbClr val="FFFFFF"/>
                </a:solidFill>
                <a:latin typeface="Verdana" panose="020B0604030504040204" pitchFamily="34" charset="0"/>
                <a:ea typeface="黑体" panose="02010609060101010101" pitchFamily="49" charset="-122"/>
              </a:endParaRPr>
            </a:p>
            <a:p>
              <a:pPr algn="ctr">
                <a:spcBef>
                  <a:spcPct val="20000"/>
                </a:spcBef>
              </a:pPr>
              <a:endParaRPr lang="en-US" altLang="zh-CN" b="1">
                <a:solidFill>
                  <a:srgbClr val="FFFFFF"/>
                </a:solidFill>
                <a:latin typeface="Verdana" panose="020B0604030504040204" pitchFamily="34" charset="0"/>
                <a:ea typeface="黑体" panose="02010609060101010101" pitchFamily="49" charset="-122"/>
              </a:endParaRPr>
            </a:p>
            <a:p>
              <a:pPr algn="ctr">
                <a:spcBef>
                  <a:spcPct val="20000"/>
                </a:spcBef>
              </a:pPr>
              <a:r>
                <a:rPr lang="en-US" altLang="zh-CN" sz="1100" b="1">
                  <a:solidFill>
                    <a:srgbClr val="FFFFFF"/>
                  </a:solidFill>
                  <a:latin typeface="Verdana" panose="020B0604030504040204" pitchFamily="34" charset="0"/>
                  <a:ea typeface="黑体" panose="02010609060101010101" pitchFamily="49" charset="-122"/>
                </a:rPr>
                <a:t>SSX44/46/0903</a:t>
              </a:r>
            </a:p>
            <a:p>
              <a:pPr algn="ctr">
                <a:spcBef>
                  <a:spcPct val="20000"/>
                </a:spcBef>
              </a:pPr>
              <a:r>
                <a:rPr lang="en-US" altLang="zh-CN" sz="1100" b="1">
                  <a:solidFill>
                    <a:srgbClr val="FFFFFF"/>
                  </a:solidFill>
                  <a:latin typeface="Verdana" panose="020B0604030504040204" pitchFamily="34" charset="0"/>
                  <a:ea typeface="黑体" panose="02010609060101010101" pitchFamily="49" charset="-122"/>
                </a:rPr>
                <a:t>SQY44/45/46</a:t>
              </a:r>
              <a:endParaRPr lang="zh-CN" altLang="en-US" sz="1100" b="1">
                <a:solidFill>
                  <a:srgbClr val="FFFFFF"/>
                </a:solidFill>
                <a:latin typeface="Verdana" panose="020B0604030504040204" pitchFamily="34" charset="0"/>
                <a:ea typeface="黑体" panose="02010609060101010101" pitchFamily="49" charset="-122"/>
              </a:endParaRPr>
            </a:p>
          </p:txBody>
        </p:sp>
      </p:grpSp>
      <p:grpSp>
        <p:nvGrpSpPr>
          <p:cNvPr id="5" name="组合 16">
            <a:extLst>
              <a:ext uri="{FF2B5EF4-FFF2-40B4-BE49-F238E27FC236}">
                <a16:creationId xmlns:a16="http://schemas.microsoft.com/office/drawing/2014/main" id="{1B5D17A4-63A0-41EE-9741-99389E701234}"/>
              </a:ext>
            </a:extLst>
          </p:cNvPr>
          <p:cNvGrpSpPr>
            <a:grpSpLocks/>
          </p:cNvGrpSpPr>
          <p:nvPr/>
        </p:nvGrpSpPr>
        <p:grpSpPr bwMode="auto">
          <a:xfrm>
            <a:off x="4787900" y="3860800"/>
            <a:ext cx="1689100" cy="1619250"/>
            <a:chOff x="4787900" y="3860800"/>
            <a:chExt cx="1689100" cy="1619250"/>
          </a:xfrm>
        </p:grpSpPr>
        <p:sp>
          <p:nvSpPr>
            <p:cNvPr id="26637" name="Oval 7">
              <a:extLst>
                <a:ext uri="{FF2B5EF4-FFF2-40B4-BE49-F238E27FC236}">
                  <a16:creationId xmlns:a16="http://schemas.microsoft.com/office/drawing/2014/main" id="{93875F0D-8CF9-449B-94A5-459C64B31CAF}"/>
                </a:ext>
              </a:extLst>
            </p:cNvPr>
            <p:cNvSpPr>
              <a:spLocks noChangeArrowheads="1"/>
            </p:cNvSpPr>
            <p:nvPr/>
          </p:nvSpPr>
          <p:spPr bwMode="gray">
            <a:xfrm>
              <a:off x="4787900" y="3860800"/>
              <a:ext cx="1619250" cy="1619250"/>
            </a:xfrm>
            <a:prstGeom prst="ellipse">
              <a:avLst/>
            </a:prstGeom>
            <a:gradFill rotWithShape="1">
              <a:gsLst>
                <a:gs pos="0">
                  <a:srgbClr val="990099"/>
                </a:gs>
                <a:gs pos="100000">
                  <a:srgbClr val="370037"/>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p>
          </p:txBody>
        </p:sp>
        <p:sp>
          <p:nvSpPr>
            <p:cNvPr id="26638" name="Text Box 12">
              <a:extLst>
                <a:ext uri="{FF2B5EF4-FFF2-40B4-BE49-F238E27FC236}">
                  <a16:creationId xmlns:a16="http://schemas.microsoft.com/office/drawing/2014/main" id="{16BB2492-9569-4A69-8BCF-B4CA025FC40A}"/>
                </a:ext>
              </a:extLst>
            </p:cNvPr>
            <p:cNvSpPr txBox="1">
              <a:spLocks noChangeArrowheads="1"/>
            </p:cNvSpPr>
            <p:nvPr/>
          </p:nvSpPr>
          <p:spPr bwMode="white">
            <a:xfrm>
              <a:off x="4800600" y="4292126"/>
              <a:ext cx="1676400" cy="889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spcBef>
                  <a:spcPct val="20000"/>
                </a:spcBef>
              </a:pPr>
              <a:r>
                <a:rPr lang="zh-CN" altLang="en-US" sz="1800" b="1">
                  <a:solidFill>
                    <a:srgbClr val="FFFFFF"/>
                  </a:solidFill>
                  <a:latin typeface="黑体" panose="02010609060101010101" pitchFamily="49" charset="-122"/>
                  <a:ea typeface="黑体" panose="02010609060101010101" pitchFamily="49" charset="-122"/>
                </a:rPr>
                <a:t>技术规范制定</a:t>
              </a:r>
              <a:endParaRPr lang="en-US" altLang="zh-CN" sz="1800" b="1">
                <a:solidFill>
                  <a:srgbClr val="FFFFFF"/>
                </a:solidFill>
                <a:latin typeface="黑体" panose="02010609060101010101" pitchFamily="49" charset="-122"/>
                <a:ea typeface="黑体" panose="02010609060101010101" pitchFamily="49" charset="-122"/>
              </a:endParaRPr>
            </a:p>
            <a:p>
              <a:pPr algn="ctr">
                <a:spcBef>
                  <a:spcPct val="20000"/>
                </a:spcBef>
              </a:pPr>
              <a:endParaRPr lang="en-US" altLang="zh-CN" b="1">
                <a:solidFill>
                  <a:srgbClr val="FFFFFF"/>
                </a:solidFill>
                <a:latin typeface="黑体" panose="02010609060101010101" pitchFamily="49" charset="-122"/>
                <a:ea typeface="黑体" panose="02010609060101010101" pitchFamily="49" charset="-122"/>
              </a:endParaRPr>
            </a:p>
            <a:p>
              <a:pPr algn="ctr">
                <a:spcBef>
                  <a:spcPct val="20000"/>
                </a:spcBef>
              </a:pPr>
              <a:r>
                <a:rPr lang="en-US" altLang="zh-CN" sz="1100" b="1">
                  <a:solidFill>
                    <a:srgbClr val="FFFFFF"/>
                  </a:solidFill>
                  <a:latin typeface="黑体" panose="02010609060101010101" pitchFamily="49" charset="-122"/>
                  <a:ea typeface="黑体" panose="02010609060101010101" pitchFamily="49" charset="-122"/>
                </a:rPr>
                <a:t>《</a:t>
              </a:r>
              <a:r>
                <a:rPr lang="zh-CN" altLang="en-US" sz="1100" b="1">
                  <a:solidFill>
                    <a:srgbClr val="FFFFFF"/>
                  </a:solidFill>
                  <a:latin typeface="黑体" panose="02010609060101010101" pitchFamily="49" charset="-122"/>
                  <a:ea typeface="黑体" panose="02010609060101010101" pitchFamily="49" charset="-122"/>
                </a:rPr>
                <a:t>可信计算密码支撑平台技术规范</a:t>
              </a:r>
              <a:r>
                <a:rPr lang="en-US" altLang="zh-CN" sz="1100" b="1">
                  <a:solidFill>
                    <a:srgbClr val="FFFFFF"/>
                  </a:solidFill>
                  <a:latin typeface="黑体" panose="02010609060101010101" pitchFamily="49" charset="-122"/>
                  <a:ea typeface="黑体" panose="02010609060101010101" pitchFamily="49" charset="-122"/>
                </a:rPr>
                <a:t>》</a:t>
              </a:r>
              <a:endParaRPr lang="zh-CN" altLang="en-US" sz="1100" b="1">
                <a:solidFill>
                  <a:srgbClr val="FFFFFF"/>
                </a:solidFill>
                <a:latin typeface="黑体" panose="02010609060101010101" pitchFamily="49" charset="-122"/>
                <a:ea typeface="黑体" panose="02010609060101010101" pitchFamily="49" charset="-122"/>
              </a:endParaRPr>
            </a:p>
          </p:txBody>
        </p:sp>
      </p:grpSp>
      <p:grpSp>
        <p:nvGrpSpPr>
          <p:cNvPr id="6" name="组合 15">
            <a:extLst>
              <a:ext uri="{FF2B5EF4-FFF2-40B4-BE49-F238E27FC236}">
                <a16:creationId xmlns:a16="http://schemas.microsoft.com/office/drawing/2014/main" id="{F6920A42-43D5-4709-B860-BF2054D45346}"/>
              </a:ext>
            </a:extLst>
          </p:cNvPr>
          <p:cNvGrpSpPr>
            <a:grpSpLocks/>
          </p:cNvGrpSpPr>
          <p:nvPr/>
        </p:nvGrpSpPr>
        <p:grpSpPr bwMode="auto">
          <a:xfrm>
            <a:off x="2363788" y="4557713"/>
            <a:ext cx="1619250" cy="1619250"/>
            <a:chOff x="2363788" y="4557713"/>
            <a:chExt cx="1619250" cy="1619250"/>
          </a:xfrm>
        </p:grpSpPr>
        <p:sp>
          <p:nvSpPr>
            <p:cNvPr id="26635" name="Oval 6">
              <a:extLst>
                <a:ext uri="{FF2B5EF4-FFF2-40B4-BE49-F238E27FC236}">
                  <a16:creationId xmlns:a16="http://schemas.microsoft.com/office/drawing/2014/main" id="{7E757F40-3901-477F-AC2D-0E52AA0D27BF}"/>
                </a:ext>
              </a:extLst>
            </p:cNvPr>
            <p:cNvSpPr>
              <a:spLocks noChangeArrowheads="1"/>
            </p:cNvSpPr>
            <p:nvPr/>
          </p:nvSpPr>
          <p:spPr bwMode="gray">
            <a:xfrm>
              <a:off x="2363788" y="4557713"/>
              <a:ext cx="1619250" cy="1619250"/>
            </a:xfrm>
            <a:prstGeom prst="ellipse">
              <a:avLst/>
            </a:prstGeom>
            <a:gradFill rotWithShape="1">
              <a:gsLst>
                <a:gs pos="0">
                  <a:srgbClr val="33CC33"/>
                </a:gs>
                <a:gs pos="100000">
                  <a:srgbClr val="124912"/>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p>
          </p:txBody>
        </p:sp>
        <p:sp>
          <p:nvSpPr>
            <p:cNvPr id="26636" name="Text Box 13">
              <a:extLst>
                <a:ext uri="{FF2B5EF4-FFF2-40B4-BE49-F238E27FC236}">
                  <a16:creationId xmlns:a16="http://schemas.microsoft.com/office/drawing/2014/main" id="{B3100C2F-70F4-49F7-B5AB-9D8BA366F145}"/>
                </a:ext>
              </a:extLst>
            </p:cNvPr>
            <p:cNvSpPr txBox="1">
              <a:spLocks noChangeArrowheads="1"/>
            </p:cNvSpPr>
            <p:nvPr/>
          </p:nvSpPr>
          <p:spPr bwMode="white">
            <a:xfrm>
              <a:off x="2413000" y="5020270"/>
              <a:ext cx="151130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spcBef>
                  <a:spcPct val="20000"/>
                </a:spcBef>
              </a:pPr>
              <a:r>
                <a:rPr lang="zh-CN" altLang="en-US" sz="2000" b="1">
                  <a:solidFill>
                    <a:srgbClr val="FFFFFF"/>
                  </a:solidFill>
                  <a:latin typeface="黑体" panose="02010609060101010101" pitchFamily="49" charset="-122"/>
                  <a:ea typeface="黑体" panose="02010609060101010101" pitchFamily="49" charset="-122"/>
                </a:rPr>
                <a:t>基础研究</a:t>
              </a:r>
              <a:endParaRPr lang="en-US" altLang="zh-CN" sz="2000" b="1">
                <a:solidFill>
                  <a:srgbClr val="FFFFFF"/>
                </a:solidFill>
                <a:latin typeface="黑体" panose="02010609060101010101" pitchFamily="49" charset="-122"/>
                <a:ea typeface="黑体" panose="02010609060101010101" pitchFamily="49" charset="-122"/>
              </a:endParaRPr>
            </a:p>
            <a:p>
              <a:pPr algn="ctr">
                <a:spcBef>
                  <a:spcPct val="20000"/>
                </a:spcBef>
              </a:pPr>
              <a:endParaRPr lang="en-US" altLang="zh-CN" b="1">
                <a:solidFill>
                  <a:srgbClr val="FFFFFF"/>
                </a:solidFill>
                <a:latin typeface="黑体" panose="02010609060101010101" pitchFamily="49" charset="-122"/>
                <a:ea typeface="黑体" panose="02010609060101010101" pitchFamily="49" charset="-122"/>
              </a:endParaRPr>
            </a:p>
            <a:p>
              <a:pPr algn="ctr">
                <a:spcBef>
                  <a:spcPct val="20000"/>
                </a:spcBef>
              </a:pPr>
              <a:r>
                <a:rPr lang="zh-CN" altLang="en-US" sz="1100" b="1">
                  <a:solidFill>
                    <a:srgbClr val="FFFFFF"/>
                  </a:solidFill>
                  <a:latin typeface="黑体" panose="02010609060101010101" pitchFamily="49" charset="-122"/>
                  <a:ea typeface="黑体" panose="02010609060101010101" pitchFamily="49" charset="-122"/>
                </a:rPr>
                <a:t>制定</a:t>
              </a:r>
              <a:r>
                <a:rPr lang="en-US" altLang="zh-CN" sz="1100" b="1">
                  <a:solidFill>
                    <a:srgbClr val="FFFFFF"/>
                  </a:solidFill>
                  <a:latin typeface="黑体" panose="02010609060101010101" pitchFamily="49" charset="-122"/>
                  <a:ea typeface="黑体" panose="02010609060101010101" pitchFamily="49" charset="-122"/>
                </a:rPr>
                <a:t>《</a:t>
              </a:r>
              <a:r>
                <a:rPr lang="zh-CN" altLang="en-US" sz="1100" b="1">
                  <a:solidFill>
                    <a:srgbClr val="FFFFFF"/>
                  </a:solidFill>
                  <a:latin typeface="黑体" panose="02010609060101010101" pitchFamily="49" charset="-122"/>
                  <a:ea typeface="黑体" panose="02010609060101010101" pitchFamily="49" charset="-122"/>
                </a:rPr>
                <a:t>可信计算平台密码方案</a:t>
              </a:r>
              <a:r>
                <a:rPr lang="en-US" altLang="zh-CN" sz="1100" b="1">
                  <a:solidFill>
                    <a:srgbClr val="FFFFFF"/>
                  </a:solidFill>
                  <a:latin typeface="黑体" panose="02010609060101010101" pitchFamily="49" charset="-122"/>
                  <a:ea typeface="黑体" panose="02010609060101010101" pitchFamily="49" charset="-122"/>
                </a:rPr>
                <a:t>》</a:t>
              </a:r>
              <a:endParaRPr lang="zh-CN" altLang="en-US" sz="1100" b="1">
                <a:solidFill>
                  <a:srgbClr val="FFFFFF"/>
                </a:solidFill>
                <a:latin typeface="黑体" panose="02010609060101010101" pitchFamily="49" charset="-122"/>
                <a:ea typeface="黑体" panose="02010609060101010101" pitchFamily="49" charset="-122"/>
              </a:endParaRPr>
            </a:p>
          </p:txBody>
        </p:sp>
      </p:grpSp>
      <p:sp>
        <p:nvSpPr>
          <p:cNvPr id="26632" name="Text Box 14">
            <a:extLst>
              <a:ext uri="{FF2B5EF4-FFF2-40B4-BE49-F238E27FC236}">
                <a16:creationId xmlns:a16="http://schemas.microsoft.com/office/drawing/2014/main" id="{FF027B89-0F36-4582-B03F-A2643BD8C448}"/>
              </a:ext>
            </a:extLst>
          </p:cNvPr>
          <p:cNvSpPr txBox="1">
            <a:spLocks noChangeArrowheads="1"/>
          </p:cNvSpPr>
          <p:nvPr/>
        </p:nvSpPr>
        <p:spPr bwMode="auto">
          <a:xfrm>
            <a:off x="2971800" y="3200400"/>
            <a:ext cx="3657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r>
              <a:rPr lang="zh-CN" altLang="en-US" sz="3200" b="1">
                <a:latin typeface="黑体" panose="02010609060101010101" pitchFamily="49" charset="-122"/>
                <a:ea typeface="黑体" panose="02010609060101010101" pitchFamily="49" charset="-122"/>
              </a:rPr>
              <a:t>联盟  标准  产业</a:t>
            </a:r>
          </a:p>
        </p:txBody>
      </p:sp>
      <p:sp>
        <p:nvSpPr>
          <p:cNvPr id="16394" name="Rectangle 16">
            <a:extLst>
              <a:ext uri="{FF2B5EF4-FFF2-40B4-BE49-F238E27FC236}">
                <a16:creationId xmlns:a16="http://schemas.microsoft.com/office/drawing/2014/main" id="{7AB520EF-857B-466C-B842-22E530F3C6CD}"/>
              </a:ext>
            </a:extLst>
          </p:cNvPr>
          <p:cNvSpPr>
            <a:spLocks noGrp="1" noChangeArrowheads="1"/>
          </p:cNvSpPr>
          <p:nvPr>
            <p:ph type="title"/>
          </p:nvPr>
        </p:nvSpPr>
        <p:spPr>
          <a:xfrm>
            <a:off x="304800" y="457200"/>
            <a:ext cx="5257800" cy="639763"/>
          </a:xfrm>
        </p:spPr>
        <p:txBody>
          <a:bodyPr/>
          <a:lstStyle/>
          <a:p>
            <a:pPr eaLnBrk="1" fontAlgn="t" hangingPunct="1">
              <a:lnSpc>
                <a:spcPts val="3200"/>
              </a:lnSpc>
              <a:defRPr/>
            </a:pPr>
            <a:r>
              <a:rPr kumimoji="1" lang="zh-CN" altLang="en-US" sz="2800" kern="1200" dirty="0">
                <a:solidFill>
                  <a:srgbClr val="000066"/>
                </a:solidFill>
                <a:effectLst>
                  <a:outerShdw blurRad="38100" dist="38100" dir="2700000" algn="tl">
                    <a:srgbClr val="C0C0C0"/>
                  </a:outerShdw>
                </a:effectLst>
                <a:latin typeface="黑体" pitchFamily="2" charset="-122"/>
                <a:cs typeface="Arial" charset="0"/>
              </a:rPr>
              <a:t>自主可信计算标准发展总体思路</a:t>
            </a:r>
          </a:p>
        </p:txBody>
      </p:sp>
      <p:sp>
        <p:nvSpPr>
          <p:cNvPr id="26634" name="灯片编号占位符 1">
            <a:extLst>
              <a:ext uri="{FF2B5EF4-FFF2-40B4-BE49-F238E27FC236}">
                <a16:creationId xmlns:a16="http://schemas.microsoft.com/office/drawing/2014/main" id="{5F53BA2D-D745-454E-9567-38F802A8613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809CBB8A-D6EB-45FD-B7DB-381264D0AB2C}" type="slidenum">
              <a:rPr lang="en-US" altLang="zh-CN" sz="1400">
                <a:solidFill>
                  <a:schemeClr val="bg1"/>
                </a:solidFill>
              </a:rPr>
              <a:pPr eaLnBrk="1" hangingPunct="1"/>
              <a:t>40</a:t>
            </a:fld>
            <a:endParaRPr lang="en-US" altLang="zh-CN" sz="140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linds(horizontal)">
                                      <p:cBhvr>
                                        <p:cTn id="22" dur="500"/>
                                        <p:tgtEl>
                                          <p:spTgt spid="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linds(horizontal)">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6">
            <a:extLst>
              <a:ext uri="{FF2B5EF4-FFF2-40B4-BE49-F238E27FC236}">
                <a16:creationId xmlns:a16="http://schemas.microsoft.com/office/drawing/2014/main" id="{D89A2D01-B97F-4461-A506-AB250C09CF03}"/>
              </a:ext>
            </a:extLst>
          </p:cNvPr>
          <p:cNvSpPr txBox="1">
            <a:spLocks noChangeArrowheads="1"/>
          </p:cNvSpPr>
          <p:nvPr/>
        </p:nvSpPr>
        <p:spPr bwMode="auto">
          <a:xfrm>
            <a:off x="1943100" y="1960563"/>
            <a:ext cx="36925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000" b="1">
                <a:ea typeface="华文新魏" panose="02010800040101010101" pitchFamily="2" charset="-122"/>
              </a:rPr>
              <a:t>中国可信计算工作组</a:t>
            </a:r>
            <a:r>
              <a:rPr lang="en-US" altLang="zh-CN" sz="2000" b="1">
                <a:ea typeface="华文新魏" panose="02010800040101010101" pitchFamily="2" charset="-122"/>
              </a:rPr>
              <a:t>(TCMU)</a:t>
            </a:r>
            <a:endParaRPr lang="zh-CN" altLang="en-US" sz="2000" b="1">
              <a:latin typeface="Times New Roman" panose="02020603050405020304" pitchFamily="18" charset="0"/>
              <a:ea typeface="华文新魏" panose="02010800040101010101" pitchFamily="2" charset="-122"/>
            </a:endParaRPr>
          </a:p>
        </p:txBody>
      </p:sp>
      <p:grpSp>
        <p:nvGrpSpPr>
          <p:cNvPr id="27651" name="组合 100">
            <a:extLst>
              <a:ext uri="{FF2B5EF4-FFF2-40B4-BE49-F238E27FC236}">
                <a16:creationId xmlns:a16="http://schemas.microsoft.com/office/drawing/2014/main" id="{8FBBDA10-E35B-47D3-B80F-B42B64361D17}"/>
              </a:ext>
            </a:extLst>
          </p:cNvPr>
          <p:cNvGrpSpPr>
            <a:grpSpLocks/>
          </p:cNvGrpSpPr>
          <p:nvPr/>
        </p:nvGrpSpPr>
        <p:grpSpPr bwMode="auto">
          <a:xfrm>
            <a:off x="1182688" y="2600325"/>
            <a:ext cx="6745287" cy="3876675"/>
            <a:chOff x="3778736" y="2003287"/>
            <a:chExt cx="4994275" cy="3877826"/>
          </a:xfrm>
        </p:grpSpPr>
        <p:sp>
          <p:nvSpPr>
            <p:cNvPr id="93191" name="Rectangle 7">
              <a:extLst>
                <a:ext uri="{FF2B5EF4-FFF2-40B4-BE49-F238E27FC236}">
                  <a16:creationId xmlns:a16="http://schemas.microsoft.com/office/drawing/2014/main" id="{37B7D2D1-90C7-4D74-BF1C-E74C3C314BC8}"/>
                </a:ext>
              </a:extLst>
            </p:cNvPr>
            <p:cNvSpPr>
              <a:spLocks noChangeArrowheads="1"/>
            </p:cNvSpPr>
            <p:nvPr/>
          </p:nvSpPr>
          <p:spPr bwMode="auto">
            <a:xfrm>
              <a:off x="3926836" y="5350731"/>
              <a:ext cx="657048" cy="398581"/>
            </a:xfrm>
            <a:prstGeom prst="rect">
              <a:avLst/>
            </a:prstGeom>
            <a:gradFill rotWithShape="0">
              <a:gsLst>
                <a:gs pos="0">
                  <a:srgbClr val="00FFFF">
                    <a:gamma/>
                    <a:shade val="46275"/>
                    <a:invGamma/>
                  </a:srgbClr>
                </a:gs>
                <a:gs pos="50000">
                  <a:srgbClr val="00FFFF"/>
                </a:gs>
                <a:gs pos="100000">
                  <a:srgbClr val="00FFFF">
                    <a:gamma/>
                    <a:shade val="46275"/>
                    <a:invGamma/>
                  </a:srgbClr>
                </a:gs>
              </a:gsLst>
              <a:lin ang="5400000" scaled="1"/>
            </a:gradFill>
            <a:ln w="28575">
              <a:solidFill>
                <a:srgbClr val="002B52"/>
              </a:solidFill>
              <a:miter lim="800000"/>
              <a:headEnd/>
              <a:tailEnd/>
            </a:ln>
            <a:effectLst>
              <a:outerShdw dist="35921" dir="2700000" algn="ctr" rotWithShape="0">
                <a:schemeClr val="bg2"/>
              </a:outerShdw>
            </a:effectLst>
          </p:spPr>
          <p:txBody>
            <a:bodyPr lIns="18000" tIns="10800" rIns="18000" bIns="10800" anchor="ctr"/>
            <a:lstStyle/>
            <a:p>
              <a:pPr algn="ctr" eaLnBrk="0" hangingPunct="0">
                <a:defRPr/>
              </a:pPr>
              <a:r>
                <a:rPr lang="zh-CN" altLang="en-US" sz="1400" b="1" dirty="0">
                  <a:solidFill>
                    <a:srgbClr val="002060"/>
                  </a:solidFill>
                  <a:effectLst>
                    <a:outerShdw blurRad="38100" dist="38100" dir="2700000" algn="tl">
                      <a:srgbClr val="000000"/>
                    </a:outerShdw>
                  </a:effectLst>
                  <a:latin typeface="Arial" charset="0"/>
                </a:rPr>
                <a:t>国密局</a:t>
              </a:r>
            </a:p>
          </p:txBody>
        </p:sp>
        <p:sp>
          <p:nvSpPr>
            <p:cNvPr id="93192" name="Rectangle 8">
              <a:extLst>
                <a:ext uri="{FF2B5EF4-FFF2-40B4-BE49-F238E27FC236}">
                  <a16:creationId xmlns:a16="http://schemas.microsoft.com/office/drawing/2014/main" id="{A36BBB10-E703-4D69-B64B-62680AA94EBA}"/>
                </a:ext>
              </a:extLst>
            </p:cNvPr>
            <p:cNvSpPr>
              <a:spLocks noChangeArrowheads="1"/>
            </p:cNvSpPr>
            <p:nvPr/>
          </p:nvSpPr>
          <p:spPr bwMode="auto">
            <a:xfrm>
              <a:off x="3778736" y="2003287"/>
              <a:ext cx="4994275" cy="3015558"/>
            </a:xfrm>
            <a:prstGeom prst="rect">
              <a:avLst/>
            </a:prstGeom>
            <a:solidFill>
              <a:schemeClr val="bg1"/>
            </a:solidFill>
            <a:ln w="19050">
              <a:solidFill>
                <a:srgbClr val="002B52"/>
              </a:solidFill>
              <a:miter lim="800000"/>
              <a:headEnd/>
              <a:tailEnd/>
            </a:ln>
            <a:effectLst>
              <a:outerShdw dist="35921" dir="2700000" algn="ctr" rotWithShape="0">
                <a:schemeClr val="bg2"/>
              </a:outerShdw>
            </a:effectLst>
          </p:spPr>
          <p:txBody>
            <a:bodyPr wrap="none" lIns="18000" tIns="10800" rIns="18000" bIns="10800"/>
            <a:lstStyle/>
            <a:p>
              <a:pPr algn="ctr" eaLnBrk="0" hangingPunct="0">
                <a:defRPr/>
              </a:pPr>
              <a:endParaRPr lang="zh-CN" altLang="zh-CN" sz="1200" b="1">
                <a:solidFill>
                  <a:srgbClr val="FF3300"/>
                </a:solidFill>
                <a:effectLst>
                  <a:outerShdw blurRad="38100" dist="38100" dir="2700000" algn="tl">
                    <a:srgbClr val="C0C0C0"/>
                  </a:outerShdw>
                </a:effectLst>
                <a:latin typeface="Arial" charset="0"/>
              </a:endParaRPr>
            </a:p>
          </p:txBody>
        </p:sp>
        <p:sp>
          <p:nvSpPr>
            <p:cNvPr id="93193" name="Rectangle 9">
              <a:extLst>
                <a:ext uri="{FF2B5EF4-FFF2-40B4-BE49-F238E27FC236}">
                  <a16:creationId xmlns:a16="http://schemas.microsoft.com/office/drawing/2014/main" id="{849E6CCB-66B4-4797-827D-6F387DA77CE7}"/>
                </a:ext>
              </a:extLst>
            </p:cNvPr>
            <p:cNvSpPr>
              <a:spLocks noChangeArrowheads="1"/>
            </p:cNvSpPr>
            <p:nvPr/>
          </p:nvSpPr>
          <p:spPr bwMode="auto">
            <a:xfrm>
              <a:off x="5613535" y="2916371"/>
              <a:ext cx="252711" cy="1721361"/>
            </a:xfrm>
            <a:prstGeom prst="rect">
              <a:avLst/>
            </a:prstGeom>
            <a:gradFill rotWithShape="1">
              <a:gsLst>
                <a:gs pos="0">
                  <a:srgbClr val="CCFFCC">
                    <a:gamma/>
                    <a:shade val="46275"/>
                    <a:invGamma/>
                  </a:srgbClr>
                </a:gs>
                <a:gs pos="50000">
                  <a:srgbClr val="CCFFCC"/>
                </a:gs>
                <a:gs pos="100000">
                  <a:srgbClr val="CCFFCC">
                    <a:gamma/>
                    <a:shade val="46275"/>
                    <a:invGamma/>
                  </a:srgbClr>
                </a:gs>
              </a:gsLst>
              <a:lin ang="0" scaled="1"/>
            </a:gradFill>
            <a:ln w="28575">
              <a:solidFill>
                <a:srgbClr val="002B52"/>
              </a:solidFill>
              <a:miter lim="800000"/>
              <a:headEnd/>
              <a:tailEnd/>
            </a:ln>
            <a:effectLst>
              <a:outerShdw dist="35921" dir="2700000" algn="ctr" rotWithShape="0">
                <a:schemeClr val="bg2"/>
              </a:outerShdw>
            </a:effectLst>
          </p:spPr>
          <p:txBody>
            <a:bodyPr lIns="18000" tIns="10800" rIns="18000" bIns="10800" anchor="ctr"/>
            <a:lstStyle/>
            <a:p>
              <a:pPr algn="ctr" eaLnBrk="0" hangingPunct="0">
                <a:defRPr/>
              </a:pPr>
              <a:r>
                <a:rPr lang="zh-CN" altLang="en-US" sz="1600" b="1" dirty="0">
                  <a:latin typeface="Arial" charset="0"/>
                </a:rPr>
                <a:t>卫士通</a:t>
              </a:r>
            </a:p>
          </p:txBody>
        </p:sp>
        <p:sp>
          <p:nvSpPr>
            <p:cNvPr id="93194" name="Rectangle 10">
              <a:extLst>
                <a:ext uri="{FF2B5EF4-FFF2-40B4-BE49-F238E27FC236}">
                  <a16:creationId xmlns:a16="http://schemas.microsoft.com/office/drawing/2014/main" id="{B077B5B2-A03C-4516-915F-0A4F83517722}"/>
                </a:ext>
              </a:extLst>
            </p:cNvPr>
            <p:cNvSpPr>
              <a:spLocks noChangeArrowheads="1"/>
            </p:cNvSpPr>
            <p:nvPr/>
          </p:nvSpPr>
          <p:spPr bwMode="auto">
            <a:xfrm>
              <a:off x="6351687" y="2916371"/>
              <a:ext cx="250361" cy="1721361"/>
            </a:xfrm>
            <a:prstGeom prst="rect">
              <a:avLst/>
            </a:prstGeom>
            <a:gradFill rotWithShape="1">
              <a:gsLst>
                <a:gs pos="0">
                  <a:srgbClr val="CCFFCC">
                    <a:gamma/>
                    <a:shade val="46275"/>
                    <a:invGamma/>
                  </a:srgbClr>
                </a:gs>
                <a:gs pos="50000">
                  <a:srgbClr val="CCFFCC"/>
                </a:gs>
                <a:gs pos="100000">
                  <a:srgbClr val="CCFFCC">
                    <a:gamma/>
                    <a:shade val="46275"/>
                    <a:invGamma/>
                  </a:srgbClr>
                </a:gs>
              </a:gsLst>
              <a:lin ang="0" scaled="1"/>
            </a:gradFill>
            <a:ln w="28575">
              <a:solidFill>
                <a:srgbClr val="002B52"/>
              </a:solidFill>
              <a:miter lim="800000"/>
              <a:headEnd/>
              <a:tailEnd/>
            </a:ln>
            <a:effectLst>
              <a:outerShdw dist="35921" dir="2700000" algn="ctr" rotWithShape="0">
                <a:schemeClr val="bg2"/>
              </a:outerShdw>
            </a:effectLst>
          </p:spPr>
          <p:txBody>
            <a:bodyPr lIns="18000" tIns="10800" rIns="18000" bIns="10800" anchor="ctr"/>
            <a:lstStyle/>
            <a:p>
              <a:pPr algn="ctr" eaLnBrk="0" hangingPunct="0">
                <a:defRPr/>
              </a:pPr>
              <a:r>
                <a:rPr lang="zh-CN" altLang="en-US" sz="1600" b="1" dirty="0">
                  <a:latin typeface="Arial" charset="0"/>
                </a:rPr>
                <a:t>江南所</a:t>
              </a:r>
            </a:p>
          </p:txBody>
        </p:sp>
        <p:sp>
          <p:nvSpPr>
            <p:cNvPr id="93195" name="Rectangle 11">
              <a:extLst>
                <a:ext uri="{FF2B5EF4-FFF2-40B4-BE49-F238E27FC236}">
                  <a16:creationId xmlns:a16="http://schemas.microsoft.com/office/drawing/2014/main" id="{1FE72A16-9A4A-4454-8240-F18929D4580E}"/>
                </a:ext>
              </a:extLst>
            </p:cNvPr>
            <p:cNvSpPr>
              <a:spLocks noChangeArrowheads="1"/>
            </p:cNvSpPr>
            <p:nvPr/>
          </p:nvSpPr>
          <p:spPr bwMode="auto">
            <a:xfrm>
              <a:off x="6104853" y="2916371"/>
              <a:ext cx="250361" cy="1719772"/>
            </a:xfrm>
            <a:prstGeom prst="rect">
              <a:avLst/>
            </a:prstGeom>
            <a:gradFill rotWithShape="1">
              <a:gsLst>
                <a:gs pos="0">
                  <a:srgbClr val="CCFFCC">
                    <a:gamma/>
                    <a:shade val="46275"/>
                    <a:invGamma/>
                  </a:srgbClr>
                </a:gs>
                <a:gs pos="50000">
                  <a:srgbClr val="CCFFCC"/>
                </a:gs>
                <a:gs pos="100000">
                  <a:srgbClr val="CCFFCC">
                    <a:gamma/>
                    <a:shade val="46275"/>
                    <a:invGamma/>
                  </a:srgbClr>
                </a:gs>
              </a:gsLst>
              <a:lin ang="0" scaled="1"/>
            </a:gradFill>
            <a:ln w="28575">
              <a:solidFill>
                <a:srgbClr val="002B52"/>
              </a:solidFill>
              <a:miter lim="800000"/>
              <a:headEnd/>
              <a:tailEnd/>
            </a:ln>
            <a:effectLst>
              <a:outerShdw dist="35921" dir="2700000" algn="ctr" rotWithShape="0">
                <a:schemeClr val="bg2"/>
              </a:outerShdw>
            </a:effectLst>
          </p:spPr>
          <p:txBody>
            <a:bodyPr lIns="18000" tIns="10800" rIns="18000" bIns="10800" anchor="ctr"/>
            <a:lstStyle/>
            <a:p>
              <a:pPr algn="ctr" eaLnBrk="0" hangingPunct="0">
                <a:defRPr/>
              </a:pPr>
              <a:r>
                <a:rPr lang="zh-CN" altLang="en-US" sz="1600" b="1" dirty="0">
                  <a:latin typeface="Arial" charset="0"/>
                </a:rPr>
                <a:t>吉大正元</a:t>
              </a:r>
            </a:p>
          </p:txBody>
        </p:sp>
        <p:sp>
          <p:nvSpPr>
            <p:cNvPr id="93196" name="Rectangle 12">
              <a:extLst>
                <a:ext uri="{FF2B5EF4-FFF2-40B4-BE49-F238E27FC236}">
                  <a16:creationId xmlns:a16="http://schemas.microsoft.com/office/drawing/2014/main" id="{CC40B2B5-7E3D-491E-8615-703B308D5507}"/>
                </a:ext>
              </a:extLst>
            </p:cNvPr>
            <p:cNvSpPr>
              <a:spLocks noChangeArrowheads="1"/>
            </p:cNvSpPr>
            <p:nvPr/>
          </p:nvSpPr>
          <p:spPr bwMode="auto">
            <a:xfrm>
              <a:off x="5367877" y="2916371"/>
              <a:ext cx="249185" cy="1721361"/>
            </a:xfrm>
            <a:prstGeom prst="rect">
              <a:avLst/>
            </a:prstGeom>
            <a:gradFill rotWithShape="1">
              <a:gsLst>
                <a:gs pos="0">
                  <a:srgbClr val="CCFFCC">
                    <a:gamma/>
                    <a:shade val="46275"/>
                    <a:invGamma/>
                  </a:srgbClr>
                </a:gs>
                <a:gs pos="50000">
                  <a:srgbClr val="CCFFCC"/>
                </a:gs>
                <a:gs pos="100000">
                  <a:srgbClr val="CCFFCC">
                    <a:gamma/>
                    <a:shade val="46275"/>
                    <a:invGamma/>
                  </a:srgbClr>
                </a:gs>
              </a:gsLst>
              <a:lin ang="0" scaled="1"/>
            </a:gradFill>
            <a:ln w="28575">
              <a:solidFill>
                <a:srgbClr val="002B52"/>
              </a:solidFill>
              <a:miter lim="800000"/>
              <a:headEnd/>
              <a:tailEnd/>
            </a:ln>
            <a:effectLst>
              <a:outerShdw dist="35921" dir="2700000" algn="ctr" rotWithShape="0">
                <a:schemeClr val="bg2"/>
              </a:outerShdw>
            </a:effectLst>
          </p:spPr>
          <p:txBody>
            <a:bodyPr lIns="18000" tIns="10800" rIns="18000" bIns="10800" anchor="ctr"/>
            <a:lstStyle/>
            <a:p>
              <a:pPr algn="ctr" eaLnBrk="0" hangingPunct="0">
                <a:defRPr/>
              </a:pPr>
              <a:r>
                <a:rPr lang="zh-CN" altLang="en-US" sz="1600" b="1" dirty="0">
                  <a:latin typeface="Arial" charset="0"/>
                </a:rPr>
                <a:t>软件所</a:t>
              </a:r>
            </a:p>
          </p:txBody>
        </p:sp>
        <p:sp>
          <p:nvSpPr>
            <p:cNvPr id="93197" name="Rectangle 13">
              <a:extLst>
                <a:ext uri="{FF2B5EF4-FFF2-40B4-BE49-F238E27FC236}">
                  <a16:creationId xmlns:a16="http://schemas.microsoft.com/office/drawing/2014/main" id="{8A828D15-445C-4C10-A65E-283D21B917F7}"/>
                </a:ext>
              </a:extLst>
            </p:cNvPr>
            <p:cNvSpPr>
              <a:spLocks noChangeArrowheads="1"/>
            </p:cNvSpPr>
            <p:nvPr/>
          </p:nvSpPr>
          <p:spPr bwMode="auto">
            <a:xfrm>
              <a:off x="5859194" y="2916371"/>
              <a:ext cx="250360" cy="1721361"/>
            </a:xfrm>
            <a:prstGeom prst="rect">
              <a:avLst/>
            </a:prstGeom>
            <a:gradFill rotWithShape="1">
              <a:gsLst>
                <a:gs pos="0">
                  <a:srgbClr val="CCFFCC">
                    <a:gamma/>
                    <a:shade val="46275"/>
                    <a:invGamma/>
                  </a:srgbClr>
                </a:gs>
                <a:gs pos="50000">
                  <a:srgbClr val="CCFFCC"/>
                </a:gs>
                <a:gs pos="100000">
                  <a:srgbClr val="CCFFCC">
                    <a:gamma/>
                    <a:shade val="46275"/>
                    <a:invGamma/>
                  </a:srgbClr>
                </a:gs>
              </a:gsLst>
              <a:lin ang="0" scaled="1"/>
            </a:gradFill>
            <a:ln w="28575">
              <a:solidFill>
                <a:srgbClr val="002B52"/>
              </a:solidFill>
              <a:miter lim="800000"/>
              <a:headEnd/>
              <a:tailEnd/>
            </a:ln>
            <a:effectLst>
              <a:outerShdw dist="35921" dir="2700000" algn="ctr" rotWithShape="0">
                <a:schemeClr val="bg2"/>
              </a:outerShdw>
            </a:effectLst>
          </p:spPr>
          <p:txBody>
            <a:bodyPr lIns="18000" tIns="10800" rIns="18000" bIns="10800" anchor="ctr"/>
            <a:lstStyle/>
            <a:p>
              <a:pPr algn="ctr" eaLnBrk="0" hangingPunct="0">
                <a:defRPr/>
              </a:pPr>
              <a:r>
                <a:rPr lang="zh-CN" altLang="en-US" sz="1600" b="1" dirty="0">
                  <a:latin typeface="Arial" charset="0"/>
                </a:rPr>
                <a:t>国防科大</a:t>
              </a:r>
            </a:p>
          </p:txBody>
        </p:sp>
        <p:sp>
          <p:nvSpPr>
            <p:cNvPr id="93198" name="Rectangle 14">
              <a:extLst>
                <a:ext uri="{FF2B5EF4-FFF2-40B4-BE49-F238E27FC236}">
                  <a16:creationId xmlns:a16="http://schemas.microsoft.com/office/drawing/2014/main" id="{B2CC65A1-1718-4CDC-96CD-9E7DB846C6E8}"/>
                </a:ext>
              </a:extLst>
            </p:cNvPr>
            <p:cNvSpPr>
              <a:spLocks noChangeArrowheads="1"/>
            </p:cNvSpPr>
            <p:nvPr/>
          </p:nvSpPr>
          <p:spPr bwMode="auto">
            <a:xfrm>
              <a:off x="4380541" y="2916371"/>
              <a:ext cx="248009" cy="1721361"/>
            </a:xfrm>
            <a:prstGeom prst="rect">
              <a:avLst/>
            </a:prstGeom>
            <a:gradFill rotWithShape="1">
              <a:gsLst>
                <a:gs pos="0">
                  <a:srgbClr val="CCFFCC">
                    <a:gamma/>
                    <a:shade val="46275"/>
                    <a:invGamma/>
                  </a:srgbClr>
                </a:gs>
                <a:gs pos="50000">
                  <a:srgbClr val="CCFFCC"/>
                </a:gs>
                <a:gs pos="100000">
                  <a:srgbClr val="CCFFCC">
                    <a:gamma/>
                    <a:shade val="46275"/>
                    <a:invGamma/>
                  </a:srgbClr>
                </a:gs>
              </a:gsLst>
              <a:lin ang="0" scaled="1"/>
            </a:gradFill>
            <a:ln w="28575">
              <a:solidFill>
                <a:srgbClr val="002B52"/>
              </a:solidFill>
              <a:miter lim="800000"/>
              <a:headEnd/>
              <a:tailEnd/>
            </a:ln>
            <a:effectLst>
              <a:outerShdw dist="35921" dir="2700000" algn="ctr" rotWithShape="0">
                <a:schemeClr val="bg2"/>
              </a:outerShdw>
            </a:effectLst>
          </p:spPr>
          <p:txBody>
            <a:bodyPr lIns="18000" tIns="10800" rIns="18000" bIns="10800" anchor="ctr"/>
            <a:lstStyle/>
            <a:p>
              <a:pPr algn="ctr" eaLnBrk="0" hangingPunct="0">
                <a:defRPr/>
              </a:pPr>
              <a:r>
                <a:rPr lang="zh-CN" altLang="en-US" sz="1600" b="1" dirty="0">
                  <a:latin typeface="Arial" charset="0"/>
                </a:rPr>
                <a:t>同方</a:t>
              </a:r>
            </a:p>
          </p:txBody>
        </p:sp>
        <p:sp>
          <p:nvSpPr>
            <p:cNvPr id="27665" name="AutoShape 15">
              <a:extLst>
                <a:ext uri="{FF2B5EF4-FFF2-40B4-BE49-F238E27FC236}">
                  <a16:creationId xmlns:a16="http://schemas.microsoft.com/office/drawing/2014/main" id="{517DC09E-ABEF-4160-9B31-6F1430A75383}"/>
                </a:ext>
              </a:extLst>
            </p:cNvPr>
            <p:cNvSpPr>
              <a:spLocks noChangeArrowheads="1"/>
            </p:cNvSpPr>
            <p:nvPr/>
          </p:nvSpPr>
          <p:spPr bwMode="auto">
            <a:xfrm>
              <a:off x="5963931" y="2117725"/>
              <a:ext cx="579438" cy="719138"/>
            </a:xfrm>
            <a:prstGeom prst="roundRect">
              <a:avLst>
                <a:gd name="adj" fmla="val 16667"/>
              </a:avLst>
            </a:prstGeom>
            <a:solidFill>
              <a:srgbClr val="FF75BA"/>
            </a:solidFill>
            <a:ln w="9525">
              <a:solidFill>
                <a:schemeClr val="tx1"/>
              </a:solidFill>
              <a:round/>
              <a:headEnd/>
              <a:tailEnd/>
            </a:ln>
          </p:spPr>
          <p:txBody>
            <a:bodyPr lIns="18000" rIns="180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accent1"/>
                </a:buClr>
              </a:pPr>
              <a:r>
                <a:rPr lang="zh-CN" altLang="en-US" sz="1400" b="1">
                  <a:latin typeface="Times New Roman" panose="02020603050405020304" pitchFamily="18" charset="0"/>
                </a:rPr>
                <a:t>可信</a:t>
              </a:r>
              <a:r>
                <a:rPr lang="en-US" altLang="zh-CN" sz="1400" b="1">
                  <a:latin typeface="Times New Roman" panose="02020603050405020304" pitchFamily="18" charset="0"/>
                </a:rPr>
                <a:t>OS</a:t>
              </a:r>
            </a:p>
          </p:txBody>
        </p:sp>
        <p:sp>
          <p:nvSpPr>
            <p:cNvPr id="93200" name="Rectangle 16">
              <a:extLst>
                <a:ext uri="{FF2B5EF4-FFF2-40B4-BE49-F238E27FC236}">
                  <a16:creationId xmlns:a16="http://schemas.microsoft.com/office/drawing/2014/main" id="{F19E1A1D-B4DB-499D-AEDC-37F8576FC96A}"/>
                </a:ext>
              </a:extLst>
            </p:cNvPr>
            <p:cNvSpPr>
              <a:spLocks noChangeArrowheads="1"/>
            </p:cNvSpPr>
            <p:nvPr/>
          </p:nvSpPr>
          <p:spPr bwMode="auto">
            <a:xfrm>
              <a:off x="4877735" y="2916371"/>
              <a:ext cx="250361" cy="1721361"/>
            </a:xfrm>
            <a:prstGeom prst="rect">
              <a:avLst/>
            </a:prstGeom>
            <a:gradFill rotWithShape="1">
              <a:gsLst>
                <a:gs pos="0">
                  <a:srgbClr val="CCFFCC">
                    <a:gamma/>
                    <a:shade val="46275"/>
                    <a:invGamma/>
                  </a:srgbClr>
                </a:gs>
                <a:gs pos="50000">
                  <a:srgbClr val="CCFFCC"/>
                </a:gs>
                <a:gs pos="100000">
                  <a:srgbClr val="CCFFCC">
                    <a:gamma/>
                    <a:shade val="46275"/>
                    <a:invGamma/>
                  </a:srgbClr>
                </a:gs>
              </a:gsLst>
              <a:lin ang="0" scaled="1"/>
            </a:gradFill>
            <a:ln w="28575">
              <a:solidFill>
                <a:srgbClr val="002B52"/>
              </a:solidFill>
              <a:miter lim="800000"/>
              <a:headEnd/>
              <a:tailEnd/>
            </a:ln>
            <a:effectLst>
              <a:outerShdw dist="35921" dir="2700000" algn="ctr" rotWithShape="0">
                <a:schemeClr val="bg2"/>
              </a:outerShdw>
            </a:effectLst>
          </p:spPr>
          <p:txBody>
            <a:bodyPr lIns="18000" tIns="10800" rIns="18000" bIns="10800" anchor="ctr"/>
            <a:lstStyle/>
            <a:p>
              <a:pPr algn="ctr" eaLnBrk="0" hangingPunct="0">
                <a:defRPr/>
              </a:pPr>
              <a:r>
                <a:rPr lang="zh-CN" altLang="en-US" sz="1600" b="1" dirty="0">
                  <a:latin typeface="Arial" charset="0"/>
                </a:rPr>
                <a:t>方正</a:t>
              </a:r>
            </a:p>
          </p:txBody>
        </p:sp>
        <p:sp>
          <p:nvSpPr>
            <p:cNvPr id="93201" name="Rectangle 17">
              <a:extLst>
                <a:ext uri="{FF2B5EF4-FFF2-40B4-BE49-F238E27FC236}">
                  <a16:creationId xmlns:a16="http://schemas.microsoft.com/office/drawing/2014/main" id="{3268BE94-DF5C-48F2-8CB0-3C39ED3C1D94}"/>
                </a:ext>
              </a:extLst>
            </p:cNvPr>
            <p:cNvSpPr>
              <a:spLocks noChangeArrowheads="1"/>
            </p:cNvSpPr>
            <p:nvPr/>
          </p:nvSpPr>
          <p:spPr bwMode="auto">
            <a:xfrm>
              <a:off x="5123394" y="2916371"/>
              <a:ext cx="248009" cy="1721361"/>
            </a:xfrm>
            <a:prstGeom prst="rect">
              <a:avLst/>
            </a:prstGeom>
            <a:gradFill rotWithShape="1">
              <a:gsLst>
                <a:gs pos="0">
                  <a:srgbClr val="CCFFCC">
                    <a:gamma/>
                    <a:shade val="46275"/>
                    <a:invGamma/>
                  </a:srgbClr>
                </a:gs>
                <a:gs pos="50000">
                  <a:srgbClr val="CCFFCC"/>
                </a:gs>
                <a:gs pos="100000">
                  <a:srgbClr val="CCFFCC">
                    <a:gamma/>
                    <a:shade val="46275"/>
                    <a:invGamma/>
                  </a:srgbClr>
                </a:gs>
              </a:gsLst>
              <a:lin ang="0" scaled="1"/>
            </a:gradFill>
            <a:ln w="28575">
              <a:solidFill>
                <a:srgbClr val="002B52"/>
              </a:solidFill>
              <a:miter lim="800000"/>
              <a:headEnd/>
              <a:tailEnd/>
            </a:ln>
            <a:effectLst>
              <a:outerShdw dist="35921" dir="2700000" algn="ctr" rotWithShape="0">
                <a:schemeClr val="bg2"/>
              </a:outerShdw>
            </a:effectLst>
          </p:spPr>
          <p:txBody>
            <a:bodyPr lIns="18000" tIns="10800" rIns="18000" bIns="10800" anchor="ctr"/>
            <a:lstStyle/>
            <a:p>
              <a:pPr algn="ctr" eaLnBrk="0" hangingPunct="0">
                <a:defRPr/>
              </a:pPr>
              <a:r>
                <a:rPr lang="zh-CN" altLang="en-US" sz="1600" b="1" dirty="0">
                  <a:latin typeface="Arial" charset="0"/>
                </a:rPr>
                <a:t>长城</a:t>
              </a:r>
            </a:p>
          </p:txBody>
        </p:sp>
        <p:sp>
          <p:nvSpPr>
            <p:cNvPr id="93202" name="Rectangle 18">
              <a:extLst>
                <a:ext uri="{FF2B5EF4-FFF2-40B4-BE49-F238E27FC236}">
                  <a16:creationId xmlns:a16="http://schemas.microsoft.com/office/drawing/2014/main" id="{D2358228-0997-4B94-92A8-E68330D98E57}"/>
                </a:ext>
              </a:extLst>
            </p:cNvPr>
            <p:cNvSpPr>
              <a:spLocks noChangeArrowheads="1"/>
            </p:cNvSpPr>
            <p:nvPr/>
          </p:nvSpPr>
          <p:spPr bwMode="auto">
            <a:xfrm>
              <a:off x="6843004" y="2916371"/>
              <a:ext cx="249185" cy="1721361"/>
            </a:xfrm>
            <a:prstGeom prst="rect">
              <a:avLst/>
            </a:prstGeom>
            <a:gradFill rotWithShape="1">
              <a:gsLst>
                <a:gs pos="0">
                  <a:srgbClr val="CCFFCC">
                    <a:gamma/>
                    <a:shade val="46275"/>
                    <a:invGamma/>
                  </a:srgbClr>
                </a:gs>
                <a:gs pos="50000">
                  <a:srgbClr val="CCFFCC"/>
                </a:gs>
                <a:gs pos="100000">
                  <a:srgbClr val="CCFFCC">
                    <a:gamma/>
                    <a:shade val="46275"/>
                    <a:invGamma/>
                  </a:srgbClr>
                </a:gs>
              </a:gsLst>
              <a:lin ang="0" scaled="1"/>
            </a:gradFill>
            <a:ln w="28575">
              <a:solidFill>
                <a:srgbClr val="002B52"/>
              </a:solidFill>
              <a:miter lim="800000"/>
              <a:headEnd/>
              <a:tailEnd/>
            </a:ln>
            <a:effectLst>
              <a:outerShdw dist="35921" dir="2700000" algn="ctr" rotWithShape="0">
                <a:schemeClr val="bg2"/>
              </a:outerShdw>
            </a:effectLst>
          </p:spPr>
          <p:txBody>
            <a:bodyPr lIns="18000" tIns="45701" rIns="18000" bIns="45701" anchor="ctr"/>
            <a:lstStyle/>
            <a:p>
              <a:pPr algn="ctr" eaLnBrk="0" hangingPunct="0">
                <a:defRPr/>
              </a:pPr>
              <a:r>
                <a:rPr lang="zh-CN" altLang="en-US" sz="1600" b="1" dirty="0">
                  <a:latin typeface="Arial" charset="0"/>
                </a:rPr>
                <a:t>兆日</a:t>
              </a:r>
            </a:p>
          </p:txBody>
        </p:sp>
        <p:sp>
          <p:nvSpPr>
            <p:cNvPr id="93203" name="Rectangle 19">
              <a:extLst>
                <a:ext uri="{FF2B5EF4-FFF2-40B4-BE49-F238E27FC236}">
                  <a16:creationId xmlns:a16="http://schemas.microsoft.com/office/drawing/2014/main" id="{A5A68445-50D8-42F1-BE98-59320E9D1B12}"/>
                </a:ext>
              </a:extLst>
            </p:cNvPr>
            <p:cNvSpPr>
              <a:spLocks noChangeArrowheads="1"/>
            </p:cNvSpPr>
            <p:nvPr/>
          </p:nvSpPr>
          <p:spPr bwMode="auto">
            <a:xfrm>
              <a:off x="4092567" y="2916371"/>
              <a:ext cx="284447" cy="1721361"/>
            </a:xfrm>
            <a:prstGeom prst="rect">
              <a:avLst/>
            </a:prstGeom>
            <a:gradFill rotWithShape="1">
              <a:gsLst>
                <a:gs pos="0">
                  <a:srgbClr val="CCFFCC">
                    <a:gamma/>
                    <a:shade val="46275"/>
                    <a:invGamma/>
                  </a:srgbClr>
                </a:gs>
                <a:gs pos="50000">
                  <a:srgbClr val="CCFFCC"/>
                </a:gs>
                <a:gs pos="100000">
                  <a:srgbClr val="CCFFCC">
                    <a:gamma/>
                    <a:shade val="46275"/>
                    <a:invGamma/>
                  </a:srgbClr>
                </a:gs>
              </a:gsLst>
              <a:lin ang="0" scaled="1"/>
            </a:gradFill>
            <a:ln w="28575">
              <a:solidFill>
                <a:srgbClr val="002B52"/>
              </a:solidFill>
              <a:miter lim="800000"/>
              <a:headEnd/>
              <a:tailEnd/>
            </a:ln>
            <a:effectLst>
              <a:outerShdw dist="35921" dir="2700000" algn="ctr" rotWithShape="0">
                <a:schemeClr val="bg2"/>
              </a:outerShdw>
            </a:effectLst>
          </p:spPr>
          <p:txBody>
            <a:bodyPr lIns="18000" tIns="45701" rIns="18000" bIns="45701" anchor="ctr"/>
            <a:lstStyle/>
            <a:p>
              <a:pPr algn="ctr" eaLnBrk="0" hangingPunct="0">
                <a:defRPr/>
              </a:pPr>
              <a:r>
                <a:rPr lang="zh-CN" altLang="en-US" sz="1600" b="1" dirty="0">
                  <a:latin typeface="Arial" charset="0"/>
                </a:rPr>
                <a:t>国民技术</a:t>
              </a:r>
            </a:p>
          </p:txBody>
        </p:sp>
        <p:sp>
          <p:nvSpPr>
            <p:cNvPr id="93204" name="Rectangle 20">
              <a:extLst>
                <a:ext uri="{FF2B5EF4-FFF2-40B4-BE49-F238E27FC236}">
                  <a16:creationId xmlns:a16="http://schemas.microsoft.com/office/drawing/2014/main" id="{487A5384-44DF-4582-80B4-6543EB162223}"/>
                </a:ext>
              </a:extLst>
            </p:cNvPr>
            <p:cNvSpPr>
              <a:spLocks noChangeArrowheads="1"/>
            </p:cNvSpPr>
            <p:nvPr/>
          </p:nvSpPr>
          <p:spPr bwMode="auto">
            <a:xfrm>
              <a:off x="4630901" y="2916371"/>
              <a:ext cx="250361" cy="1721361"/>
            </a:xfrm>
            <a:prstGeom prst="rect">
              <a:avLst/>
            </a:prstGeom>
            <a:gradFill rotWithShape="1">
              <a:gsLst>
                <a:gs pos="0">
                  <a:srgbClr val="CCFFCC">
                    <a:gamma/>
                    <a:shade val="46275"/>
                    <a:invGamma/>
                  </a:srgbClr>
                </a:gs>
                <a:gs pos="50000">
                  <a:srgbClr val="CCFFCC"/>
                </a:gs>
                <a:gs pos="100000">
                  <a:srgbClr val="CCFFCC">
                    <a:gamma/>
                    <a:shade val="46275"/>
                    <a:invGamma/>
                  </a:srgbClr>
                </a:gs>
              </a:gsLst>
              <a:lin ang="0" scaled="1"/>
            </a:gradFill>
            <a:ln w="28575">
              <a:solidFill>
                <a:srgbClr val="002B52"/>
              </a:solidFill>
              <a:miter lim="800000"/>
              <a:headEnd/>
              <a:tailEnd/>
            </a:ln>
            <a:effectLst>
              <a:outerShdw dist="35921" dir="2700000" algn="ctr" rotWithShape="0">
                <a:schemeClr val="bg2"/>
              </a:outerShdw>
            </a:effectLst>
          </p:spPr>
          <p:txBody>
            <a:bodyPr lIns="18000" tIns="10800" rIns="18000" bIns="10800" anchor="ctr"/>
            <a:lstStyle/>
            <a:p>
              <a:pPr algn="ctr" eaLnBrk="0" hangingPunct="0">
                <a:defRPr/>
              </a:pPr>
              <a:r>
                <a:rPr lang="zh-CN" altLang="en-US" sz="1600" b="1" dirty="0">
                  <a:latin typeface="Arial" charset="0"/>
                </a:rPr>
                <a:t>瑞达</a:t>
              </a:r>
            </a:p>
          </p:txBody>
        </p:sp>
        <p:sp>
          <p:nvSpPr>
            <p:cNvPr id="27671" name="AutoShape 21">
              <a:extLst>
                <a:ext uri="{FF2B5EF4-FFF2-40B4-BE49-F238E27FC236}">
                  <a16:creationId xmlns:a16="http://schemas.microsoft.com/office/drawing/2014/main" id="{EE943253-5847-48D3-AF3E-C153488B24C3}"/>
                </a:ext>
              </a:extLst>
            </p:cNvPr>
            <p:cNvSpPr>
              <a:spLocks noChangeArrowheads="1"/>
            </p:cNvSpPr>
            <p:nvPr/>
          </p:nvSpPr>
          <p:spPr bwMode="auto">
            <a:xfrm>
              <a:off x="4202420" y="2117725"/>
              <a:ext cx="576263" cy="719138"/>
            </a:xfrm>
            <a:prstGeom prst="roundRect">
              <a:avLst>
                <a:gd name="adj" fmla="val 16667"/>
              </a:avLst>
            </a:prstGeom>
            <a:solidFill>
              <a:srgbClr val="FF75BA"/>
            </a:solidFill>
            <a:ln w="9525">
              <a:solidFill>
                <a:schemeClr val="tx1"/>
              </a:solidFill>
              <a:round/>
              <a:headEnd/>
              <a:tailEnd/>
            </a:ln>
          </p:spPr>
          <p:txBody>
            <a:bodyPr lIns="18000" rIns="180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accent1"/>
                </a:buClr>
              </a:pPr>
              <a:r>
                <a:rPr lang="en-US" altLang="zh-CN" sz="1400" b="1">
                  <a:latin typeface="Times New Roman" panose="02020603050405020304" pitchFamily="18" charset="0"/>
                </a:rPr>
                <a:t>TCM / TSM</a:t>
              </a:r>
            </a:p>
          </p:txBody>
        </p:sp>
        <p:sp>
          <p:nvSpPr>
            <p:cNvPr id="93206" name="Rectangle 22">
              <a:extLst>
                <a:ext uri="{FF2B5EF4-FFF2-40B4-BE49-F238E27FC236}">
                  <a16:creationId xmlns:a16="http://schemas.microsoft.com/office/drawing/2014/main" id="{E2C5FEBF-9B8B-4285-92C9-8D5830EAA201}"/>
                </a:ext>
              </a:extLst>
            </p:cNvPr>
            <p:cNvSpPr>
              <a:spLocks noChangeArrowheads="1"/>
            </p:cNvSpPr>
            <p:nvPr/>
          </p:nvSpPr>
          <p:spPr bwMode="auto">
            <a:xfrm>
              <a:off x="4664988" y="5350731"/>
              <a:ext cx="575946" cy="398581"/>
            </a:xfrm>
            <a:prstGeom prst="rect">
              <a:avLst/>
            </a:prstGeom>
            <a:gradFill rotWithShape="0">
              <a:gsLst>
                <a:gs pos="0">
                  <a:srgbClr val="00FFFF">
                    <a:gamma/>
                    <a:shade val="46275"/>
                    <a:invGamma/>
                  </a:srgbClr>
                </a:gs>
                <a:gs pos="50000">
                  <a:srgbClr val="00FFFF"/>
                </a:gs>
                <a:gs pos="100000">
                  <a:srgbClr val="00FFFF">
                    <a:gamma/>
                    <a:shade val="46275"/>
                    <a:invGamma/>
                  </a:srgbClr>
                </a:gs>
              </a:gsLst>
              <a:lin ang="5400000" scaled="1"/>
            </a:gradFill>
            <a:ln w="28575">
              <a:solidFill>
                <a:srgbClr val="002B52"/>
              </a:solidFill>
              <a:miter lim="800000"/>
              <a:headEnd/>
              <a:tailEnd/>
            </a:ln>
            <a:effectLst>
              <a:outerShdw dist="35921" dir="2700000" algn="ctr" rotWithShape="0">
                <a:schemeClr val="bg2"/>
              </a:outerShdw>
            </a:effectLst>
          </p:spPr>
          <p:txBody>
            <a:bodyPr lIns="18000" tIns="10800" rIns="18000" bIns="10800" anchor="ctr"/>
            <a:lstStyle/>
            <a:p>
              <a:pPr algn="ctr" eaLnBrk="0" hangingPunct="0">
                <a:defRPr/>
              </a:pPr>
              <a:r>
                <a:rPr lang="zh-CN" altLang="en-US" sz="1400" b="1" dirty="0">
                  <a:solidFill>
                    <a:srgbClr val="002060"/>
                  </a:solidFill>
                  <a:effectLst>
                    <a:outerShdw blurRad="38100" dist="38100" dir="2700000" algn="tl">
                      <a:srgbClr val="000000">
                        <a:alpha val="43137"/>
                      </a:srgbClr>
                    </a:outerShdw>
                  </a:effectLst>
                  <a:latin typeface="Arial" charset="0"/>
                </a:rPr>
                <a:t>发改委</a:t>
              </a:r>
            </a:p>
          </p:txBody>
        </p:sp>
        <p:sp>
          <p:nvSpPr>
            <p:cNvPr id="93207" name="Rectangle 23">
              <a:extLst>
                <a:ext uri="{FF2B5EF4-FFF2-40B4-BE49-F238E27FC236}">
                  <a16:creationId xmlns:a16="http://schemas.microsoft.com/office/drawing/2014/main" id="{19E40CAF-518C-4677-A868-11AC88E526B6}"/>
                </a:ext>
              </a:extLst>
            </p:cNvPr>
            <p:cNvSpPr>
              <a:spLocks noChangeArrowheads="1"/>
            </p:cNvSpPr>
            <p:nvPr/>
          </p:nvSpPr>
          <p:spPr bwMode="auto">
            <a:xfrm>
              <a:off x="5322036" y="5350731"/>
              <a:ext cx="580648" cy="398581"/>
            </a:xfrm>
            <a:prstGeom prst="rect">
              <a:avLst/>
            </a:prstGeom>
            <a:gradFill rotWithShape="0">
              <a:gsLst>
                <a:gs pos="0">
                  <a:srgbClr val="00FFFF">
                    <a:gamma/>
                    <a:shade val="46275"/>
                    <a:invGamma/>
                  </a:srgbClr>
                </a:gs>
                <a:gs pos="50000">
                  <a:srgbClr val="00FFFF"/>
                </a:gs>
                <a:gs pos="100000">
                  <a:srgbClr val="00FFFF">
                    <a:gamma/>
                    <a:shade val="46275"/>
                    <a:invGamma/>
                  </a:srgbClr>
                </a:gs>
              </a:gsLst>
              <a:lin ang="5400000" scaled="1"/>
            </a:gradFill>
            <a:ln w="28575">
              <a:solidFill>
                <a:srgbClr val="002B52"/>
              </a:solidFill>
              <a:miter lim="800000"/>
              <a:headEnd/>
              <a:tailEnd/>
            </a:ln>
            <a:effectLst>
              <a:outerShdw dist="35921" dir="2700000" algn="ctr" rotWithShape="0">
                <a:schemeClr val="bg2"/>
              </a:outerShdw>
            </a:effectLst>
          </p:spPr>
          <p:txBody>
            <a:bodyPr lIns="0" tIns="10800" rIns="0" bIns="10800" anchor="ctr"/>
            <a:lstStyle/>
            <a:p>
              <a:pPr algn="ctr" eaLnBrk="0" hangingPunct="0">
                <a:defRPr/>
              </a:pPr>
              <a:r>
                <a:rPr lang="zh-CN" altLang="en-US" sz="1400" b="1" dirty="0">
                  <a:solidFill>
                    <a:srgbClr val="002060"/>
                  </a:solidFill>
                  <a:effectLst>
                    <a:outerShdw blurRad="38100" dist="38100" dir="2700000" algn="tl">
                      <a:srgbClr val="000000">
                        <a:alpha val="43137"/>
                      </a:srgbClr>
                    </a:outerShdw>
                  </a:effectLst>
                  <a:latin typeface="Arial" charset="0"/>
                </a:rPr>
                <a:t>工信部</a:t>
              </a:r>
            </a:p>
          </p:txBody>
        </p:sp>
        <p:sp>
          <p:nvSpPr>
            <p:cNvPr id="93208" name="Rectangle 24">
              <a:extLst>
                <a:ext uri="{FF2B5EF4-FFF2-40B4-BE49-F238E27FC236}">
                  <a16:creationId xmlns:a16="http://schemas.microsoft.com/office/drawing/2014/main" id="{C8C8D8B8-5C61-492B-ABF6-F73F83D0BA83}"/>
                </a:ext>
              </a:extLst>
            </p:cNvPr>
            <p:cNvSpPr>
              <a:spLocks noChangeArrowheads="1"/>
            </p:cNvSpPr>
            <p:nvPr/>
          </p:nvSpPr>
          <p:spPr bwMode="auto">
            <a:xfrm>
              <a:off x="6014347" y="5350731"/>
              <a:ext cx="657048" cy="398581"/>
            </a:xfrm>
            <a:prstGeom prst="rect">
              <a:avLst/>
            </a:prstGeom>
            <a:gradFill rotWithShape="0">
              <a:gsLst>
                <a:gs pos="0">
                  <a:srgbClr val="00FFFF">
                    <a:gamma/>
                    <a:shade val="46275"/>
                    <a:invGamma/>
                  </a:srgbClr>
                </a:gs>
                <a:gs pos="50000">
                  <a:srgbClr val="00FFFF"/>
                </a:gs>
                <a:gs pos="100000">
                  <a:srgbClr val="00FFFF">
                    <a:gamma/>
                    <a:shade val="46275"/>
                    <a:invGamma/>
                  </a:srgbClr>
                </a:gs>
              </a:gsLst>
              <a:lin ang="5400000" scaled="1"/>
            </a:gradFill>
            <a:ln w="28575">
              <a:solidFill>
                <a:srgbClr val="002B52"/>
              </a:solidFill>
              <a:miter lim="800000"/>
              <a:headEnd/>
              <a:tailEnd/>
            </a:ln>
            <a:effectLst>
              <a:outerShdw dist="35921" dir="2700000" algn="ctr" rotWithShape="0">
                <a:schemeClr val="bg2"/>
              </a:outerShdw>
            </a:effectLst>
          </p:spPr>
          <p:txBody>
            <a:bodyPr lIns="18000" tIns="10800" rIns="18000" bIns="10800" anchor="ctr"/>
            <a:lstStyle/>
            <a:p>
              <a:pPr algn="ctr" eaLnBrk="0" hangingPunct="0">
                <a:defRPr/>
              </a:pPr>
              <a:r>
                <a:rPr lang="zh-CN" altLang="en-US" sz="1400" b="1" dirty="0">
                  <a:solidFill>
                    <a:srgbClr val="002060"/>
                  </a:solidFill>
                  <a:effectLst>
                    <a:outerShdw blurRad="38100" dist="38100" dir="2700000" algn="tl">
                      <a:srgbClr val="000000">
                        <a:alpha val="43137"/>
                      </a:srgbClr>
                    </a:outerShdw>
                  </a:effectLst>
                  <a:latin typeface="Arial" charset="0"/>
                </a:rPr>
                <a:t>科技部</a:t>
              </a:r>
            </a:p>
          </p:txBody>
        </p:sp>
        <p:sp>
          <p:nvSpPr>
            <p:cNvPr id="93209" name="Rectangle 25">
              <a:extLst>
                <a:ext uri="{FF2B5EF4-FFF2-40B4-BE49-F238E27FC236}">
                  <a16:creationId xmlns:a16="http://schemas.microsoft.com/office/drawing/2014/main" id="{7E0F2E17-568C-41F8-8653-53C9C750B652}"/>
                </a:ext>
              </a:extLst>
            </p:cNvPr>
            <p:cNvSpPr>
              <a:spLocks noChangeArrowheads="1"/>
            </p:cNvSpPr>
            <p:nvPr/>
          </p:nvSpPr>
          <p:spPr bwMode="auto">
            <a:xfrm>
              <a:off x="6777181" y="5350731"/>
              <a:ext cx="654698" cy="398581"/>
            </a:xfrm>
            <a:prstGeom prst="rect">
              <a:avLst/>
            </a:prstGeom>
            <a:gradFill rotWithShape="0">
              <a:gsLst>
                <a:gs pos="0">
                  <a:srgbClr val="00FFFF">
                    <a:gamma/>
                    <a:shade val="46275"/>
                    <a:invGamma/>
                  </a:srgbClr>
                </a:gs>
                <a:gs pos="50000">
                  <a:srgbClr val="00FFFF"/>
                </a:gs>
                <a:gs pos="100000">
                  <a:srgbClr val="00FFFF">
                    <a:gamma/>
                    <a:shade val="46275"/>
                    <a:invGamma/>
                  </a:srgbClr>
                </a:gs>
              </a:gsLst>
              <a:lin ang="5400000" scaled="1"/>
            </a:gradFill>
            <a:ln w="28575">
              <a:solidFill>
                <a:srgbClr val="002B52"/>
              </a:solidFill>
              <a:miter lim="800000"/>
              <a:headEnd/>
              <a:tailEnd/>
            </a:ln>
            <a:effectLst>
              <a:outerShdw dist="35921" dir="2700000" algn="ctr" rotWithShape="0">
                <a:schemeClr val="bg2"/>
              </a:outerShdw>
            </a:effectLst>
          </p:spPr>
          <p:txBody>
            <a:bodyPr lIns="18000" tIns="10800" rIns="18000" bIns="10800" anchor="ctr"/>
            <a:lstStyle/>
            <a:p>
              <a:pPr algn="ctr" eaLnBrk="0" hangingPunct="0">
                <a:defRPr/>
              </a:pPr>
              <a:r>
                <a:rPr lang="zh-CN" altLang="en-US" sz="1400" b="1" dirty="0">
                  <a:solidFill>
                    <a:srgbClr val="002060"/>
                  </a:solidFill>
                  <a:effectLst>
                    <a:outerShdw blurRad="38100" dist="38100" dir="2700000" algn="tl">
                      <a:srgbClr val="000000">
                        <a:alpha val="43137"/>
                      </a:srgbClr>
                    </a:outerShdw>
                  </a:effectLst>
                  <a:latin typeface="Arial" charset="0"/>
                </a:rPr>
                <a:t>财政部</a:t>
              </a:r>
            </a:p>
          </p:txBody>
        </p:sp>
        <p:sp>
          <p:nvSpPr>
            <p:cNvPr id="93210" name="Rectangle 26">
              <a:extLst>
                <a:ext uri="{FF2B5EF4-FFF2-40B4-BE49-F238E27FC236}">
                  <a16:creationId xmlns:a16="http://schemas.microsoft.com/office/drawing/2014/main" id="{278187B3-32CB-4CB4-88E0-6C7B30D6DAD8}"/>
                </a:ext>
              </a:extLst>
            </p:cNvPr>
            <p:cNvSpPr>
              <a:spLocks noChangeArrowheads="1"/>
            </p:cNvSpPr>
            <p:nvPr/>
          </p:nvSpPr>
          <p:spPr bwMode="auto">
            <a:xfrm>
              <a:off x="7467142" y="5350731"/>
              <a:ext cx="1218890" cy="398581"/>
            </a:xfrm>
            <a:prstGeom prst="rect">
              <a:avLst/>
            </a:prstGeom>
            <a:gradFill rotWithShape="0">
              <a:gsLst>
                <a:gs pos="0">
                  <a:srgbClr val="00FFFF">
                    <a:gamma/>
                    <a:shade val="46275"/>
                    <a:invGamma/>
                  </a:srgbClr>
                </a:gs>
                <a:gs pos="50000">
                  <a:srgbClr val="00FFFF"/>
                </a:gs>
                <a:gs pos="100000">
                  <a:srgbClr val="00FFFF">
                    <a:gamma/>
                    <a:shade val="46275"/>
                    <a:invGamma/>
                  </a:srgbClr>
                </a:gs>
              </a:gsLst>
              <a:lin ang="5400000" scaled="1"/>
            </a:gradFill>
            <a:ln w="28575">
              <a:solidFill>
                <a:srgbClr val="002B52"/>
              </a:solidFill>
              <a:miter lim="800000"/>
              <a:headEnd/>
              <a:tailEnd/>
            </a:ln>
            <a:effectLst>
              <a:outerShdw dist="35921" dir="2700000" algn="ctr" rotWithShape="0">
                <a:schemeClr val="bg2"/>
              </a:outerShdw>
            </a:effectLst>
          </p:spPr>
          <p:txBody>
            <a:bodyPr lIns="18000" tIns="10800" rIns="18000" bIns="10800" anchor="ctr"/>
            <a:lstStyle/>
            <a:p>
              <a:pPr algn="ctr" eaLnBrk="0" hangingPunct="0">
                <a:defRPr/>
              </a:pPr>
              <a:r>
                <a:rPr lang="zh-CN" altLang="en-US" sz="1400" b="1" dirty="0">
                  <a:solidFill>
                    <a:srgbClr val="002060"/>
                  </a:solidFill>
                  <a:effectLst>
                    <a:outerShdw blurRad="38100" dist="38100" dir="2700000" algn="tl">
                      <a:srgbClr val="000000">
                        <a:alpha val="43137"/>
                      </a:srgbClr>
                    </a:outerShdw>
                  </a:effectLst>
                  <a:latin typeface="Arial" charset="0"/>
                </a:rPr>
                <a:t>公安</a:t>
              </a:r>
              <a:r>
                <a:rPr lang="en-US" altLang="zh-CN" sz="1400" b="1" dirty="0">
                  <a:solidFill>
                    <a:srgbClr val="002060"/>
                  </a:solidFill>
                  <a:effectLst>
                    <a:outerShdw blurRad="38100" dist="38100" dir="2700000" algn="tl">
                      <a:srgbClr val="000000">
                        <a:alpha val="43137"/>
                      </a:srgbClr>
                    </a:outerShdw>
                  </a:effectLst>
                  <a:latin typeface="Arial" charset="0"/>
                </a:rPr>
                <a:t>/</a:t>
              </a:r>
              <a:r>
                <a:rPr lang="zh-CN" altLang="en-US" sz="1400" b="1" dirty="0">
                  <a:solidFill>
                    <a:srgbClr val="002060"/>
                  </a:solidFill>
                  <a:effectLst>
                    <a:outerShdw blurRad="38100" dist="38100" dir="2700000" algn="tl">
                      <a:srgbClr val="000000">
                        <a:alpha val="43137"/>
                      </a:srgbClr>
                    </a:outerShdw>
                  </a:effectLst>
                  <a:latin typeface="Arial" charset="0"/>
                </a:rPr>
                <a:t>保密</a:t>
              </a:r>
              <a:r>
                <a:rPr lang="en-US" altLang="zh-CN" sz="1400" b="1" dirty="0">
                  <a:solidFill>
                    <a:srgbClr val="002060"/>
                  </a:solidFill>
                  <a:effectLst>
                    <a:outerShdw blurRad="38100" dist="38100" dir="2700000" algn="tl">
                      <a:srgbClr val="000000">
                        <a:alpha val="43137"/>
                      </a:srgbClr>
                    </a:outerShdw>
                  </a:effectLst>
                  <a:latin typeface="Arial" charset="0"/>
                </a:rPr>
                <a:t>/</a:t>
              </a:r>
              <a:r>
                <a:rPr lang="zh-CN" altLang="en-US" sz="1400" b="1" dirty="0">
                  <a:solidFill>
                    <a:srgbClr val="002060"/>
                  </a:solidFill>
                  <a:effectLst>
                    <a:outerShdw blurRad="38100" dist="38100" dir="2700000" algn="tl">
                      <a:srgbClr val="000000">
                        <a:alpha val="43137"/>
                      </a:srgbClr>
                    </a:outerShdw>
                  </a:effectLst>
                  <a:latin typeface="Arial" charset="0"/>
                </a:rPr>
                <a:t>安全</a:t>
              </a:r>
            </a:p>
          </p:txBody>
        </p:sp>
        <p:sp>
          <p:nvSpPr>
            <p:cNvPr id="27677" name="Rectangle 27">
              <a:extLst>
                <a:ext uri="{FF2B5EF4-FFF2-40B4-BE49-F238E27FC236}">
                  <a16:creationId xmlns:a16="http://schemas.microsoft.com/office/drawing/2014/main" id="{263DB308-3E1E-49D3-BA85-E598E8CAF2F7}"/>
                </a:ext>
              </a:extLst>
            </p:cNvPr>
            <p:cNvSpPr>
              <a:spLocks noChangeArrowheads="1"/>
            </p:cNvSpPr>
            <p:nvPr/>
          </p:nvSpPr>
          <p:spPr bwMode="auto">
            <a:xfrm>
              <a:off x="3810000" y="5217538"/>
              <a:ext cx="4953000" cy="6635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b="1"/>
            </a:p>
          </p:txBody>
        </p:sp>
        <p:sp>
          <p:nvSpPr>
            <p:cNvPr id="27678" name="Line 28">
              <a:extLst>
                <a:ext uri="{FF2B5EF4-FFF2-40B4-BE49-F238E27FC236}">
                  <a16:creationId xmlns:a16="http://schemas.microsoft.com/office/drawing/2014/main" id="{8AAF9D92-F0FF-4B18-8E69-D73182981978}"/>
                </a:ext>
              </a:extLst>
            </p:cNvPr>
            <p:cNvSpPr>
              <a:spLocks noChangeShapeType="1"/>
            </p:cNvSpPr>
            <p:nvPr/>
          </p:nvSpPr>
          <p:spPr bwMode="auto">
            <a:xfrm flipH="1" flipV="1">
              <a:off x="6029285" y="5043372"/>
              <a:ext cx="0" cy="19000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3213" name="Rectangle 29">
              <a:extLst>
                <a:ext uri="{FF2B5EF4-FFF2-40B4-BE49-F238E27FC236}">
                  <a16:creationId xmlns:a16="http://schemas.microsoft.com/office/drawing/2014/main" id="{E49A3E54-1844-4BB7-BEEB-D4F779BE764F}"/>
                </a:ext>
              </a:extLst>
            </p:cNvPr>
            <p:cNvSpPr>
              <a:spLocks noChangeArrowheads="1"/>
            </p:cNvSpPr>
            <p:nvPr/>
          </p:nvSpPr>
          <p:spPr bwMode="auto">
            <a:xfrm>
              <a:off x="3809296" y="2916371"/>
              <a:ext cx="285622" cy="1721361"/>
            </a:xfrm>
            <a:prstGeom prst="rect">
              <a:avLst/>
            </a:prstGeom>
            <a:gradFill rotWithShape="1">
              <a:gsLst>
                <a:gs pos="0">
                  <a:srgbClr val="CCFFCC">
                    <a:gamma/>
                    <a:shade val="46275"/>
                    <a:invGamma/>
                  </a:srgbClr>
                </a:gs>
                <a:gs pos="50000">
                  <a:srgbClr val="CCFFCC"/>
                </a:gs>
                <a:gs pos="100000">
                  <a:srgbClr val="CCFFCC">
                    <a:gamma/>
                    <a:shade val="46275"/>
                    <a:invGamma/>
                  </a:srgbClr>
                </a:gs>
              </a:gsLst>
              <a:lin ang="0" scaled="1"/>
            </a:gradFill>
            <a:ln w="28575">
              <a:solidFill>
                <a:srgbClr val="002B52"/>
              </a:solidFill>
              <a:miter lim="800000"/>
              <a:headEnd/>
              <a:tailEnd/>
            </a:ln>
            <a:effectLst>
              <a:outerShdw dist="35921" dir="2700000" algn="ctr" rotWithShape="0">
                <a:schemeClr val="bg2"/>
              </a:outerShdw>
            </a:effectLst>
          </p:spPr>
          <p:txBody>
            <a:bodyPr lIns="18000" tIns="45701" rIns="18000" bIns="45701" anchor="ctr"/>
            <a:lstStyle/>
            <a:p>
              <a:pPr algn="ctr" eaLnBrk="0" hangingPunct="0">
                <a:defRPr/>
              </a:pPr>
              <a:r>
                <a:rPr lang="zh-CN" altLang="en-US" sz="1600" b="1" dirty="0">
                  <a:latin typeface="Arial" charset="0"/>
                </a:rPr>
                <a:t>联</a:t>
              </a:r>
              <a:endParaRPr lang="en-US" altLang="zh-CN" sz="1600" b="1" dirty="0">
                <a:latin typeface="Arial" charset="0"/>
              </a:endParaRPr>
            </a:p>
            <a:p>
              <a:pPr algn="ctr" eaLnBrk="0" hangingPunct="0">
                <a:defRPr/>
              </a:pPr>
              <a:r>
                <a:rPr lang="zh-CN" altLang="en-US" sz="1600" b="1" dirty="0">
                  <a:latin typeface="Arial" charset="0"/>
                </a:rPr>
                <a:t>想</a:t>
              </a:r>
            </a:p>
          </p:txBody>
        </p:sp>
        <p:sp>
          <p:nvSpPr>
            <p:cNvPr id="93214" name="Rectangle 30">
              <a:extLst>
                <a:ext uri="{FF2B5EF4-FFF2-40B4-BE49-F238E27FC236}">
                  <a16:creationId xmlns:a16="http://schemas.microsoft.com/office/drawing/2014/main" id="{373C3F9D-169E-4E8D-9A6B-D7DA55BCF799}"/>
                </a:ext>
              </a:extLst>
            </p:cNvPr>
            <p:cNvSpPr>
              <a:spLocks noChangeArrowheads="1"/>
            </p:cNvSpPr>
            <p:nvPr/>
          </p:nvSpPr>
          <p:spPr bwMode="auto">
            <a:xfrm>
              <a:off x="6567960" y="2927486"/>
              <a:ext cx="250361" cy="1721361"/>
            </a:xfrm>
            <a:prstGeom prst="rect">
              <a:avLst/>
            </a:prstGeom>
            <a:gradFill rotWithShape="1">
              <a:gsLst>
                <a:gs pos="0">
                  <a:srgbClr val="CCFFCC">
                    <a:gamma/>
                    <a:shade val="46275"/>
                    <a:invGamma/>
                  </a:srgbClr>
                </a:gs>
                <a:gs pos="50000">
                  <a:srgbClr val="CCFFCC"/>
                </a:gs>
                <a:gs pos="100000">
                  <a:srgbClr val="CCFFCC">
                    <a:gamma/>
                    <a:shade val="46275"/>
                    <a:invGamma/>
                  </a:srgbClr>
                </a:gs>
              </a:gsLst>
              <a:lin ang="0" scaled="1"/>
            </a:gradFill>
            <a:ln w="28575">
              <a:solidFill>
                <a:srgbClr val="002B52"/>
              </a:solidFill>
              <a:miter lim="800000"/>
              <a:headEnd/>
              <a:tailEnd/>
            </a:ln>
            <a:effectLst>
              <a:outerShdw dist="35921" dir="2700000" algn="ctr" rotWithShape="0">
                <a:schemeClr val="bg2"/>
              </a:outerShdw>
            </a:effectLst>
          </p:spPr>
          <p:txBody>
            <a:bodyPr lIns="18000" tIns="45701" rIns="18000" bIns="45701" anchor="ctr"/>
            <a:lstStyle/>
            <a:p>
              <a:pPr algn="ctr" eaLnBrk="0" hangingPunct="0">
                <a:defRPr/>
              </a:pPr>
              <a:r>
                <a:rPr lang="zh-CN" altLang="en-US" sz="1600" b="1" dirty="0">
                  <a:latin typeface="Arial" charset="0"/>
                </a:rPr>
                <a:t>中天一维</a:t>
              </a:r>
            </a:p>
            <a:p>
              <a:pPr algn="ctr" eaLnBrk="0" hangingPunct="0">
                <a:defRPr/>
              </a:pPr>
              <a:endParaRPr lang="zh-CN" altLang="en-US" sz="1200" b="1" dirty="0">
                <a:latin typeface="Arial" charset="0"/>
              </a:endParaRPr>
            </a:p>
          </p:txBody>
        </p:sp>
        <p:sp>
          <p:nvSpPr>
            <p:cNvPr id="93215" name="Rectangle 31">
              <a:extLst>
                <a:ext uri="{FF2B5EF4-FFF2-40B4-BE49-F238E27FC236}">
                  <a16:creationId xmlns:a16="http://schemas.microsoft.com/office/drawing/2014/main" id="{7D339A54-581F-44E5-B8C9-AB7A78F770D1}"/>
                </a:ext>
              </a:extLst>
            </p:cNvPr>
            <p:cNvSpPr>
              <a:spLocks noChangeArrowheads="1"/>
            </p:cNvSpPr>
            <p:nvPr/>
          </p:nvSpPr>
          <p:spPr bwMode="auto">
            <a:xfrm>
              <a:off x="7089838" y="2916371"/>
              <a:ext cx="249185" cy="1721361"/>
            </a:xfrm>
            <a:prstGeom prst="rect">
              <a:avLst/>
            </a:prstGeom>
            <a:gradFill rotWithShape="1">
              <a:gsLst>
                <a:gs pos="0">
                  <a:srgbClr val="CCFFCC">
                    <a:gamma/>
                    <a:shade val="46275"/>
                    <a:invGamma/>
                  </a:srgbClr>
                </a:gs>
                <a:gs pos="50000">
                  <a:srgbClr val="CCFFCC"/>
                </a:gs>
                <a:gs pos="100000">
                  <a:srgbClr val="CCFFCC">
                    <a:gamma/>
                    <a:shade val="46275"/>
                    <a:invGamma/>
                  </a:srgbClr>
                </a:gs>
              </a:gsLst>
              <a:lin ang="0" scaled="1"/>
            </a:gradFill>
            <a:ln w="28575">
              <a:solidFill>
                <a:srgbClr val="002B52"/>
              </a:solidFill>
              <a:miter lim="800000"/>
              <a:headEnd/>
              <a:tailEnd/>
            </a:ln>
            <a:effectLst>
              <a:outerShdw dist="35921" dir="2700000" algn="ctr" rotWithShape="0">
                <a:schemeClr val="bg2"/>
              </a:outerShdw>
            </a:effectLst>
          </p:spPr>
          <p:txBody>
            <a:bodyPr lIns="18000" tIns="45701" rIns="18000" bIns="45701" anchor="ctr"/>
            <a:lstStyle/>
            <a:p>
              <a:pPr algn="ctr" eaLnBrk="0" hangingPunct="0">
                <a:defRPr/>
              </a:pPr>
              <a:r>
                <a:rPr lang="zh-CN" altLang="en-US" sz="1600" b="1" dirty="0">
                  <a:latin typeface="Arial" charset="0"/>
                </a:rPr>
                <a:t>南方基地</a:t>
              </a:r>
            </a:p>
          </p:txBody>
        </p:sp>
        <p:sp>
          <p:nvSpPr>
            <p:cNvPr id="93216" name="Rectangle 32">
              <a:extLst>
                <a:ext uri="{FF2B5EF4-FFF2-40B4-BE49-F238E27FC236}">
                  <a16:creationId xmlns:a16="http://schemas.microsoft.com/office/drawing/2014/main" id="{9C30F9AA-55E7-4488-A984-CD1CD321FFD7}"/>
                </a:ext>
              </a:extLst>
            </p:cNvPr>
            <p:cNvSpPr>
              <a:spLocks noChangeArrowheads="1"/>
            </p:cNvSpPr>
            <p:nvPr/>
          </p:nvSpPr>
          <p:spPr bwMode="auto">
            <a:xfrm>
              <a:off x="7582331" y="2916371"/>
              <a:ext cx="249185" cy="1721361"/>
            </a:xfrm>
            <a:prstGeom prst="rect">
              <a:avLst/>
            </a:prstGeom>
            <a:gradFill rotWithShape="1">
              <a:gsLst>
                <a:gs pos="0">
                  <a:srgbClr val="CCFFCC">
                    <a:gamma/>
                    <a:shade val="46275"/>
                    <a:invGamma/>
                  </a:srgbClr>
                </a:gs>
                <a:gs pos="50000">
                  <a:srgbClr val="CCFFCC"/>
                </a:gs>
                <a:gs pos="100000">
                  <a:srgbClr val="CCFFCC">
                    <a:gamma/>
                    <a:shade val="46275"/>
                    <a:invGamma/>
                  </a:srgbClr>
                </a:gs>
              </a:gsLst>
              <a:lin ang="0" scaled="1"/>
            </a:gradFill>
            <a:ln w="28575">
              <a:solidFill>
                <a:srgbClr val="002B52"/>
              </a:solidFill>
              <a:miter lim="800000"/>
              <a:headEnd/>
              <a:tailEnd/>
            </a:ln>
            <a:effectLst>
              <a:outerShdw dist="35921" dir="2700000" algn="ctr" rotWithShape="0">
                <a:schemeClr val="bg2"/>
              </a:outerShdw>
            </a:effectLst>
          </p:spPr>
          <p:txBody>
            <a:bodyPr lIns="18000" tIns="45701" rIns="18000" bIns="45701" anchor="ctr"/>
            <a:lstStyle/>
            <a:p>
              <a:pPr algn="ctr" eaLnBrk="0" hangingPunct="0">
                <a:defRPr/>
              </a:pPr>
              <a:r>
                <a:rPr lang="zh-CN" altLang="en-US" sz="1600" b="1" dirty="0">
                  <a:latin typeface="Arial" charset="0"/>
                </a:rPr>
                <a:t>同方微电子</a:t>
              </a:r>
            </a:p>
          </p:txBody>
        </p:sp>
        <p:sp>
          <p:nvSpPr>
            <p:cNvPr id="93217" name="Rectangle 33">
              <a:extLst>
                <a:ext uri="{FF2B5EF4-FFF2-40B4-BE49-F238E27FC236}">
                  <a16:creationId xmlns:a16="http://schemas.microsoft.com/office/drawing/2014/main" id="{EEC71CA0-1297-49AB-8E35-797B15500410}"/>
                </a:ext>
              </a:extLst>
            </p:cNvPr>
            <p:cNvSpPr>
              <a:spLocks noChangeArrowheads="1"/>
            </p:cNvSpPr>
            <p:nvPr/>
          </p:nvSpPr>
          <p:spPr bwMode="auto">
            <a:xfrm>
              <a:off x="7827989" y="2916371"/>
              <a:ext cx="249185" cy="1721361"/>
            </a:xfrm>
            <a:prstGeom prst="rect">
              <a:avLst/>
            </a:prstGeom>
            <a:gradFill rotWithShape="1">
              <a:gsLst>
                <a:gs pos="0">
                  <a:srgbClr val="CCFFCC">
                    <a:gamma/>
                    <a:shade val="46275"/>
                    <a:invGamma/>
                  </a:srgbClr>
                </a:gs>
                <a:gs pos="50000">
                  <a:srgbClr val="CCFFCC"/>
                </a:gs>
                <a:gs pos="100000">
                  <a:srgbClr val="CCFFCC">
                    <a:gamma/>
                    <a:shade val="46275"/>
                    <a:invGamma/>
                  </a:srgbClr>
                </a:gs>
              </a:gsLst>
              <a:lin ang="0" scaled="1"/>
            </a:gradFill>
            <a:ln w="28575">
              <a:solidFill>
                <a:srgbClr val="002B52"/>
              </a:solidFill>
              <a:miter lim="800000"/>
              <a:headEnd/>
              <a:tailEnd/>
            </a:ln>
            <a:effectLst>
              <a:outerShdw dist="35921" dir="2700000" algn="ctr" rotWithShape="0">
                <a:schemeClr val="bg2"/>
              </a:outerShdw>
            </a:effectLst>
          </p:spPr>
          <p:txBody>
            <a:bodyPr lIns="18000" tIns="45701" rIns="18000" bIns="45701" anchor="ctr"/>
            <a:lstStyle/>
            <a:p>
              <a:pPr algn="ctr" eaLnBrk="0" hangingPunct="0">
                <a:defRPr/>
              </a:pPr>
              <a:r>
                <a:rPr lang="zh-CN" altLang="en-US" sz="1600" b="1" dirty="0">
                  <a:latin typeface="Arial" charset="0"/>
                </a:rPr>
                <a:t>浪潮</a:t>
              </a:r>
            </a:p>
          </p:txBody>
        </p:sp>
        <p:sp>
          <p:nvSpPr>
            <p:cNvPr id="93218" name="Rectangle 34">
              <a:extLst>
                <a:ext uri="{FF2B5EF4-FFF2-40B4-BE49-F238E27FC236}">
                  <a16:creationId xmlns:a16="http://schemas.microsoft.com/office/drawing/2014/main" id="{EBBC7DB9-17C8-4619-A13F-4E706FCDCCD8}"/>
                </a:ext>
              </a:extLst>
            </p:cNvPr>
            <p:cNvSpPr>
              <a:spLocks noChangeArrowheads="1"/>
            </p:cNvSpPr>
            <p:nvPr/>
          </p:nvSpPr>
          <p:spPr bwMode="auto">
            <a:xfrm>
              <a:off x="8073648" y="2916371"/>
              <a:ext cx="249185" cy="1721361"/>
            </a:xfrm>
            <a:prstGeom prst="rect">
              <a:avLst/>
            </a:prstGeom>
            <a:gradFill rotWithShape="1">
              <a:gsLst>
                <a:gs pos="0">
                  <a:srgbClr val="CCFFCC">
                    <a:gamma/>
                    <a:shade val="46275"/>
                    <a:invGamma/>
                  </a:srgbClr>
                </a:gs>
                <a:gs pos="50000">
                  <a:srgbClr val="CCFFCC"/>
                </a:gs>
                <a:gs pos="100000">
                  <a:srgbClr val="CCFFCC">
                    <a:gamma/>
                    <a:shade val="46275"/>
                    <a:invGamma/>
                  </a:srgbClr>
                </a:gs>
              </a:gsLst>
              <a:lin ang="0" scaled="1"/>
            </a:gradFill>
            <a:ln w="28575">
              <a:solidFill>
                <a:srgbClr val="002B52"/>
              </a:solidFill>
              <a:miter lim="800000"/>
              <a:headEnd/>
              <a:tailEnd/>
            </a:ln>
            <a:effectLst>
              <a:outerShdw dist="35921" dir="2700000" algn="ctr" rotWithShape="0">
                <a:schemeClr val="bg2"/>
              </a:outerShdw>
            </a:effectLst>
          </p:spPr>
          <p:txBody>
            <a:bodyPr lIns="18000" tIns="45701" rIns="18000" bIns="45701" anchor="ctr"/>
            <a:lstStyle/>
            <a:p>
              <a:pPr algn="ctr" eaLnBrk="0" hangingPunct="0">
                <a:defRPr/>
              </a:pPr>
              <a:r>
                <a:rPr lang="zh-CN" altLang="en-US" sz="1600" b="1" dirty="0">
                  <a:latin typeface="Arial" charset="0"/>
                </a:rPr>
                <a:t>北信源</a:t>
              </a:r>
            </a:p>
          </p:txBody>
        </p:sp>
        <p:sp>
          <p:nvSpPr>
            <p:cNvPr id="93219" name="Rectangle 35">
              <a:extLst>
                <a:ext uri="{FF2B5EF4-FFF2-40B4-BE49-F238E27FC236}">
                  <a16:creationId xmlns:a16="http://schemas.microsoft.com/office/drawing/2014/main" id="{D3194084-292B-4344-B919-53FCB442232D}"/>
                </a:ext>
              </a:extLst>
            </p:cNvPr>
            <p:cNvSpPr>
              <a:spLocks noChangeArrowheads="1"/>
            </p:cNvSpPr>
            <p:nvPr/>
          </p:nvSpPr>
          <p:spPr bwMode="auto">
            <a:xfrm>
              <a:off x="8319307" y="2916371"/>
              <a:ext cx="250361" cy="1721361"/>
            </a:xfrm>
            <a:prstGeom prst="rect">
              <a:avLst/>
            </a:prstGeom>
            <a:gradFill rotWithShape="1">
              <a:gsLst>
                <a:gs pos="0">
                  <a:srgbClr val="CCFFCC">
                    <a:gamma/>
                    <a:shade val="46275"/>
                    <a:invGamma/>
                  </a:srgbClr>
                </a:gs>
                <a:gs pos="50000">
                  <a:srgbClr val="CCFFCC"/>
                </a:gs>
                <a:gs pos="100000">
                  <a:srgbClr val="CCFFCC">
                    <a:gamma/>
                    <a:shade val="46275"/>
                    <a:invGamma/>
                  </a:srgbClr>
                </a:gs>
              </a:gsLst>
              <a:lin ang="0" scaled="1"/>
            </a:gradFill>
            <a:ln w="28575">
              <a:solidFill>
                <a:srgbClr val="002B52"/>
              </a:solidFill>
              <a:miter lim="800000"/>
              <a:headEnd/>
              <a:tailEnd/>
            </a:ln>
            <a:effectLst>
              <a:outerShdw dist="35921" dir="2700000" algn="ctr" rotWithShape="0">
                <a:schemeClr val="bg2"/>
              </a:outerShdw>
            </a:effectLst>
          </p:spPr>
          <p:txBody>
            <a:bodyPr lIns="18000" tIns="45701" rIns="18000" bIns="45701" anchor="ctr"/>
            <a:lstStyle/>
            <a:p>
              <a:pPr algn="ctr" eaLnBrk="0" hangingPunct="0">
                <a:defRPr/>
              </a:pPr>
              <a:r>
                <a:rPr lang="zh-CN" altLang="en-US" sz="1600" b="1" dirty="0">
                  <a:latin typeface="Arial" charset="0"/>
                </a:rPr>
                <a:t>清大安科</a:t>
              </a:r>
            </a:p>
          </p:txBody>
        </p:sp>
        <p:sp>
          <p:nvSpPr>
            <p:cNvPr id="93220" name="Rectangle 36">
              <a:extLst>
                <a:ext uri="{FF2B5EF4-FFF2-40B4-BE49-F238E27FC236}">
                  <a16:creationId xmlns:a16="http://schemas.microsoft.com/office/drawing/2014/main" id="{194998DB-223A-4E72-B079-E4962EBBE1D8}"/>
                </a:ext>
              </a:extLst>
            </p:cNvPr>
            <p:cNvSpPr>
              <a:spLocks noChangeArrowheads="1"/>
            </p:cNvSpPr>
            <p:nvPr/>
          </p:nvSpPr>
          <p:spPr bwMode="auto">
            <a:xfrm>
              <a:off x="7335497" y="2916371"/>
              <a:ext cx="249185" cy="1721361"/>
            </a:xfrm>
            <a:prstGeom prst="rect">
              <a:avLst/>
            </a:prstGeom>
            <a:gradFill rotWithShape="1">
              <a:gsLst>
                <a:gs pos="0">
                  <a:srgbClr val="CCFFCC">
                    <a:gamma/>
                    <a:shade val="46275"/>
                    <a:invGamma/>
                  </a:srgbClr>
                </a:gs>
                <a:gs pos="50000">
                  <a:srgbClr val="CCFFCC"/>
                </a:gs>
                <a:gs pos="100000">
                  <a:srgbClr val="CCFFCC">
                    <a:gamma/>
                    <a:shade val="46275"/>
                    <a:invGamma/>
                  </a:srgbClr>
                </a:gs>
              </a:gsLst>
              <a:lin ang="0" scaled="1"/>
            </a:gradFill>
            <a:ln w="28575">
              <a:solidFill>
                <a:srgbClr val="002B52"/>
              </a:solidFill>
              <a:miter lim="800000"/>
              <a:headEnd/>
              <a:tailEnd/>
            </a:ln>
            <a:effectLst>
              <a:outerShdw dist="35921" dir="2700000" algn="ctr" rotWithShape="0">
                <a:schemeClr val="bg2"/>
              </a:outerShdw>
            </a:effectLst>
          </p:spPr>
          <p:txBody>
            <a:bodyPr lIns="18000" tIns="45701" rIns="18000" bIns="45701" anchor="ctr"/>
            <a:lstStyle/>
            <a:p>
              <a:pPr algn="ctr" eaLnBrk="0" hangingPunct="0">
                <a:defRPr/>
              </a:pPr>
              <a:r>
                <a:rPr lang="zh-CN" altLang="en-US" sz="1600" b="1" dirty="0">
                  <a:latin typeface="Arial" charset="0"/>
                </a:rPr>
                <a:t>多思</a:t>
              </a:r>
            </a:p>
          </p:txBody>
        </p:sp>
        <p:sp>
          <p:nvSpPr>
            <p:cNvPr id="27687" name="AutoShape 37">
              <a:extLst>
                <a:ext uri="{FF2B5EF4-FFF2-40B4-BE49-F238E27FC236}">
                  <a16:creationId xmlns:a16="http://schemas.microsoft.com/office/drawing/2014/main" id="{BA07D760-7AAE-4FE7-A0D0-A222D62AFC9E}"/>
                </a:ext>
              </a:extLst>
            </p:cNvPr>
            <p:cNvSpPr>
              <a:spLocks noChangeArrowheads="1"/>
            </p:cNvSpPr>
            <p:nvPr/>
          </p:nvSpPr>
          <p:spPr bwMode="auto">
            <a:xfrm>
              <a:off x="4782285" y="2117725"/>
              <a:ext cx="492125" cy="719138"/>
            </a:xfrm>
            <a:prstGeom prst="roundRect">
              <a:avLst>
                <a:gd name="adj" fmla="val 16667"/>
              </a:avLst>
            </a:prstGeom>
            <a:solidFill>
              <a:srgbClr val="FF75BA"/>
            </a:solidFill>
            <a:ln w="9525">
              <a:solidFill>
                <a:schemeClr val="tx1"/>
              </a:solidFill>
              <a:round/>
              <a:headEnd/>
              <a:tailEnd/>
            </a:ln>
          </p:spPr>
          <p:txBody>
            <a:bodyPr lIns="18000" rIns="180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spcBef>
                  <a:spcPct val="20000"/>
                </a:spcBef>
                <a:buClr>
                  <a:schemeClr val="accent1"/>
                </a:buClr>
              </a:pPr>
              <a:r>
                <a:rPr lang="en-US" altLang="zh-CN" sz="1400" b="1">
                  <a:latin typeface="Times New Roman" panose="02020603050405020304" pitchFamily="18" charset="0"/>
                </a:rPr>
                <a:t>PC</a:t>
              </a:r>
            </a:p>
            <a:p>
              <a:pPr algn="ctr" eaLnBrk="1" hangingPunct="1">
                <a:lnSpc>
                  <a:spcPct val="80000"/>
                </a:lnSpc>
                <a:spcBef>
                  <a:spcPct val="20000"/>
                </a:spcBef>
                <a:buClr>
                  <a:schemeClr val="accent1"/>
                </a:buClr>
              </a:pPr>
              <a:r>
                <a:rPr lang="zh-CN" altLang="en-US" sz="1400" b="1">
                  <a:latin typeface="Times New Roman" panose="02020603050405020304" pitchFamily="18" charset="0"/>
                </a:rPr>
                <a:t>系统</a:t>
              </a:r>
            </a:p>
          </p:txBody>
        </p:sp>
        <p:sp>
          <p:nvSpPr>
            <p:cNvPr id="27688" name="AutoShape 38">
              <a:extLst>
                <a:ext uri="{FF2B5EF4-FFF2-40B4-BE49-F238E27FC236}">
                  <a16:creationId xmlns:a16="http://schemas.microsoft.com/office/drawing/2014/main" id="{A5025BA0-7ABC-4C44-A0AD-19AE1D0EEFD4}"/>
                </a:ext>
              </a:extLst>
            </p:cNvPr>
            <p:cNvSpPr>
              <a:spLocks noChangeArrowheads="1"/>
            </p:cNvSpPr>
            <p:nvPr/>
          </p:nvSpPr>
          <p:spPr bwMode="auto">
            <a:xfrm>
              <a:off x="6560830" y="2117725"/>
              <a:ext cx="774700" cy="719138"/>
            </a:xfrm>
            <a:prstGeom prst="roundRect">
              <a:avLst>
                <a:gd name="adj" fmla="val 16667"/>
              </a:avLst>
            </a:prstGeom>
            <a:solidFill>
              <a:srgbClr val="FF75BA"/>
            </a:solidFill>
            <a:ln w="9525">
              <a:solidFill>
                <a:schemeClr val="tx1"/>
              </a:solidFill>
              <a:round/>
              <a:headEnd/>
              <a:tailEnd/>
            </a:ln>
          </p:spPr>
          <p:txBody>
            <a:bodyPr lIns="18000" rIns="180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accent1"/>
                </a:buClr>
              </a:pPr>
              <a:r>
                <a:rPr lang="zh-CN" altLang="en-US" sz="1400" b="1">
                  <a:latin typeface="Times New Roman" panose="02020603050405020304" pitchFamily="18" charset="0"/>
                </a:rPr>
                <a:t>支撑软件</a:t>
              </a:r>
            </a:p>
          </p:txBody>
        </p:sp>
        <p:sp>
          <p:nvSpPr>
            <p:cNvPr id="27689" name="AutoShape 39">
              <a:extLst>
                <a:ext uri="{FF2B5EF4-FFF2-40B4-BE49-F238E27FC236}">
                  <a16:creationId xmlns:a16="http://schemas.microsoft.com/office/drawing/2014/main" id="{21FD50A5-E467-44AC-A136-DE5AA64A90A2}"/>
                </a:ext>
              </a:extLst>
            </p:cNvPr>
            <p:cNvSpPr>
              <a:spLocks noChangeArrowheads="1"/>
            </p:cNvSpPr>
            <p:nvPr/>
          </p:nvSpPr>
          <p:spPr bwMode="auto">
            <a:xfrm>
              <a:off x="7355860" y="2117725"/>
              <a:ext cx="530225" cy="719138"/>
            </a:xfrm>
            <a:prstGeom prst="roundRect">
              <a:avLst>
                <a:gd name="adj" fmla="val 16667"/>
              </a:avLst>
            </a:prstGeom>
            <a:solidFill>
              <a:srgbClr val="FF75BA"/>
            </a:solidFill>
            <a:ln w="9525">
              <a:solidFill>
                <a:schemeClr val="tx1"/>
              </a:solidFill>
              <a:round/>
              <a:headEnd/>
              <a:tailEnd/>
            </a:ln>
          </p:spPr>
          <p:txBody>
            <a:bodyPr lIns="18000" rIns="180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accent1"/>
                </a:buClr>
              </a:pPr>
              <a:r>
                <a:rPr lang="zh-CN" altLang="en-US" sz="1400" b="1">
                  <a:latin typeface="Times New Roman" panose="02020603050405020304" pitchFamily="18" charset="0"/>
                </a:rPr>
                <a:t>应用</a:t>
              </a:r>
              <a:endParaRPr lang="en-US" altLang="zh-CN" sz="1400" b="1">
                <a:latin typeface="Times New Roman" panose="02020603050405020304" pitchFamily="18" charset="0"/>
              </a:endParaRPr>
            </a:p>
            <a:p>
              <a:pPr algn="ctr" eaLnBrk="1" hangingPunct="1">
                <a:spcBef>
                  <a:spcPct val="20000"/>
                </a:spcBef>
                <a:buClr>
                  <a:schemeClr val="accent1"/>
                </a:buClr>
              </a:pPr>
              <a:r>
                <a:rPr lang="zh-CN" altLang="en-US" sz="1400" b="1">
                  <a:latin typeface="Times New Roman" panose="02020603050405020304" pitchFamily="18" charset="0"/>
                </a:rPr>
                <a:t>软件</a:t>
              </a:r>
            </a:p>
          </p:txBody>
        </p:sp>
        <p:sp>
          <p:nvSpPr>
            <p:cNvPr id="27690" name="AutoShape 40">
              <a:extLst>
                <a:ext uri="{FF2B5EF4-FFF2-40B4-BE49-F238E27FC236}">
                  <a16:creationId xmlns:a16="http://schemas.microsoft.com/office/drawing/2014/main" id="{1728CC4D-59E1-44F2-9D05-FE3CCE8B87B4}"/>
                </a:ext>
              </a:extLst>
            </p:cNvPr>
            <p:cNvSpPr>
              <a:spLocks noChangeArrowheads="1"/>
            </p:cNvSpPr>
            <p:nvPr/>
          </p:nvSpPr>
          <p:spPr bwMode="auto">
            <a:xfrm>
              <a:off x="7909591" y="2117725"/>
              <a:ext cx="530225" cy="719138"/>
            </a:xfrm>
            <a:prstGeom prst="roundRect">
              <a:avLst>
                <a:gd name="adj" fmla="val 16667"/>
              </a:avLst>
            </a:prstGeom>
            <a:solidFill>
              <a:srgbClr val="FF75BA"/>
            </a:solidFill>
            <a:ln w="9525">
              <a:solidFill>
                <a:schemeClr val="tx1"/>
              </a:solidFill>
              <a:round/>
              <a:headEnd/>
              <a:tailEnd/>
            </a:ln>
          </p:spPr>
          <p:txBody>
            <a:bodyPr lIns="18000" rIns="180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accent1"/>
                </a:buClr>
              </a:pPr>
              <a:r>
                <a:rPr lang="zh-CN" altLang="en-US" sz="1400" b="1">
                  <a:latin typeface="Times New Roman" panose="02020603050405020304" pitchFamily="18" charset="0"/>
                </a:rPr>
                <a:t>应用</a:t>
              </a:r>
              <a:endParaRPr lang="en-US" altLang="zh-CN" sz="1400" b="1">
                <a:latin typeface="Times New Roman" panose="02020603050405020304" pitchFamily="18" charset="0"/>
              </a:endParaRPr>
            </a:p>
            <a:p>
              <a:pPr algn="ctr" eaLnBrk="1" hangingPunct="1">
                <a:spcBef>
                  <a:spcPct val="20000"/>
                </a:spcBef>
                <a:buClr>
                  <a:schemeClr val="accent1"/>
                </a:buClr>
              </a:pPr>
              <a:r>
                <a:rPr lang="zh-CN" altLang="en-US" sz="1400" b="1">
                  <a:latin typeface="Times New Roman" panose="02020603050405020304" pitchFamily="18" charset="0"/>
                </a:rPr>
                <a:t>方案</a:t>
              </a:r>
            </a:p>
          </p:txBody>
        </p:sp>
        <p:sp>
          <p:nvSpPr>
            <p:cNvPr id="27691" name="AutoShape 41">
              <a:extLst>
                <a:ext uri="{FF2B5EF4-FFF2-40B4-BE49-F238E27FC236}">
                  <a16:creationId xmlns:a16="http://schemas.microsoft.com/office/drawing/2014/main" id="{92F3D858-E888-4907-A535-15974B258039}"/>
                </a:ext>
              </a:extLst>
            </p:cNvPr>
            <p:cNvSpPr>
              <a:spLocks noChangeArrowheads="1"/>
            </p:cNvSpPr>
            <p:nvPr/>
          </p:nvSpPr>
          <p:spPr bwMode="auto">
            <a:xfrm>
              <a:off x="5287963" y="2117725"/>
              <a:ext cx="655637" cy="719138"/>
            </a:xfrm>
            <a:prstGeom prst="roundRect">
              <a:avLst>
                <a:gd name="adj" fmla="val 16667"/>
              </a:avLst>
            </a:prstGeom>
            <a:solidFill>
              <a:srgbClr val="FF75BA"/>
            </a:solidFill>
            <a:ln w="9525">
              <a:solidFill>
                <a:schemeClr val="tx1"/>
              </a:solidFill>
              <a:round/>
              <a:headEnd/>
              <a:tailEnd/>
            </a:ln>
          </p:spPr>
          <p:txBody>
            <a:bodyPr lIns="18000" rIns="180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accent1"/>
                </a:buClr>
              </a:pPr>
              <a:r>
                <a:rPr lang="zh-CN" altLang="en-US" sz="1400" b="1">
                  <a:latin typeface="Times New Roman" panose="02020603050405020304" pitchFamily="18" charset="0"/>
                </a:rPr>
                <a:t>服务器系统</a:t>
              </a:r>
            </a:p>
          </p:txBody>
        </p:sp>
        <p:sp>
          <p:nvSpPr>
            <p:cNvPr id="17502" name="Text Box 42">
              <a:extLst>
                <a:ext uri="{FF2B5EF4-FFF2-40B4-BE49-F238E27FC236}">
                  <a16:creationId xmlns:a16="http://schemas.microsoft.com/office/drawing/2014/main" id="{265BAB5E-CD1B-40D2-A34B-5A2C81EB94FA}"/>
                </a:ext>
              </a:extLst>
            </p:cNvPr>
            <p:cNvSpPr txBox="1">
              <a:spLocks noChangeArrowheads="1"/>
            </p:cNvSpPr>
            <p:nvPr/>
          </p:nvSpPr>
          <p:spPr bwMode="auto">
            <a:xfrm>
              <a:off x="3809296" y="2209723"/>
              <a:ext cx="365549" cy="492271"/>
            </a:xfrm>
            <a:prstGeom prst="rect">
              <a:avLst/>
            </a:prstGeom>
            <a:noFill/>
            <a:ln w="9525">
              <a:noFill/>
              <a:miter lim="800000"/>
              <a:headEnd/>
              <a:tailEnd/>
            </a:ln>
          </p:spPr>
          <p:txBody>
            <a:bodyPr lIns="0" tIns="0" rIns="0" bIns="0" anchor="ctr">
              <a:spAutoFit/>
            </a:bodyPr>
            <a:lstStyle/>
            <a:p>
              <a:pPr algn="ctr">
                <a:spcBef>
                  <a:spcPct val="50000"/>
                </a:spcBef>
                <a:defRPr/>
              </a:pPr>
              <a:r>
                <a:rPr lang="zh-CN" altLang="en-US" sz="1600" b="1" dirty="0">
                  <a:solidFill>
                    <a:schemeClr val="tx2">
                      <a:lumMod val="50000"/>
                    </a:schemeClr>
                  </a:solidFill>
                  <a:latin typeface="Arial" charset="0"/>
                </a:rPr>
                <a:t>产业链</a:t>
              </a:r>
            </a:p>
          </p:txBody>
        </p:sp>
        <p:sp>
          <p:nvSpPr>
            <p:cNvPr id="27693" name="Text Box 43">
              <a:extLst>
                <a:ext uri="{FF2B5EF4-FFF2-40B4-BE49-F238E27FC236}">
                  <a16:creationId xmlns:a16="http://schemas.microsoft.com/office/drawing/2014/main" id="{6E988753-C5DB-403C-A93F-9F9250EB0400}"/>
                </a:ext>
              </a:extLst>
            </p:cNvPr>
            <p:cNvSpPr txBox="1">
              <a:spLocks noChangeArrowheads="1"/>
            </p:cNvSpPr>
            <p:nvPr/>
          </p:nvSpPr>
          <p:spPr bwMode="auto">
            <a:xfrm>
              <a:off x="5818189" y="4756150"/>
              <a:ext cx="492864"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200" b="1"/>
                <a:t>专家领队</a:t>
              </a:r>
            </a:p>
          </p:txBody>
        </p:sp>
        <p:sp>
          <p:nvSpPr>
            <p:cNvPr id="52" name="矩形 51">
              <a:extLst>
                <a:ext uri="{FF2B5EF4-FFF2-40B4-BE49-F238E27FC236}">
                  <a16:creationId xmlns:a16="http://schemas.microsoft.com/office/drawing/2014/main" id="{AC19ED13-BACF-40F4-8E8B-D64EB83B52C3}"/>
                </a:ext>
              </a:extLst>
            </p:cNvPr>
            <p:cNvSpPr/>
            <p:nvPr/>
          </p:nvSpPr>
          <p:spPr>
            <a:xfrm>
              <a:off x="8657822" y="3213321"/>
              <a:ext cx="45841" cy="13720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zh-CN" b="1" dirty="0">
                  <a:solidFill>
                    <a:schemeClr val="tx1"/>
                  </a:solidFill>
                  <a:sym typeface="Symbol"/>
                </a:rPr>
                <a:t></a:t>
              </a:r>
              <a:endParaRPr lang="zh-CN" altLang="en-US" b="1" dirty="0">
                <a:solidFill>
                  <a:schemeClr val="tx1"/>
                </a:solidFill>
              </a:endParaRPr>
            </a:p>
          </p:txBody>
        </p:sp>
      </p:grpSp>
      <p:sp>
        <p:nvSpPr>
          <p:cNvPr id="17413" name="Rectangle 16">
            <a:extLst>
              <a:ext uri="{FF2B5EF4-FFF2-40B4-BE49-F238E27FC236}">
                <a16:creationId xmlns:a16="http://schemas.microsoft.com/office/drawing/2014/main" id="{4EB7D048-0C16-4A89-8BB7-5700CC917B6E}"/>
              </a:ext>
            </a:extLst>
          </p:cNvPr>
          <p:cNvSpPr>
            <a:spLocks noGrp="1" noChangeArrowheads="1"/>
          </p:cNvSpPr>
          <p:nvPr>
            <p:ph type="title"/>
          </p:nvPr>
        </p:nvSpPr>
        <p:spPr>
          <a:xfrm>
            <a:off x="304800" y="579438"/>
            <a:ext cx="4594225" cy="639762"/>
          </a:xfrm>
        </p:spPr>
        <p:txBody>
          <a:bodyPr/>
          <a:lstStyle/>
          <a:p>
            <a:pPr eaLnBrk="1" fontAlgn="t" hangingPunct="1">
              <a:lnSpc>
                <a:spcPts val="3200"/>
              </a:lnSpc>
              <a:defRPr/>
            </a:pPr>
            <a:r>
              <a:rPr kumimoji="1" lang="zh-CN" altLang="en-US" sz="2800" kern="1200" dirty="0">
                <a:solidFill>
                  <a:srgbClr val="000066"/>
                </a:solidFill>
                <a:effectLst>
                  <a:outerShdw blurRad="38100" dist="38100" dir="2700000" algn="tl">
                    <a:srgbClr val="C0C0C0"/>
                  </a:outerShdw>
                </a:effectLst>
                <a:latin typeface="黑体" pitchFamily="2" charset="-122"/>
                <a:cs typeface="Arial" charset="0"/>
              </a:rPr>
              <a:t>建立自主可信计算产业联盟</a:t>
            </a:r>
          </a:p>
        </p:txBody>
      </p:sp>
      <p:pic>
        <p:nvPicPr>
          <p:cNvPr id="44" name="Picture 48" descr="1">
            <a:extLst>
              <a:ext uri="{FF2B5EF4-FFF2-40B4-BE49-F238E27FC236}">
                <a16:creationId xmlns:a16="http://schemas.microsoft.com/office/drawing/2014/main" id="{EA20DE16-CFF9-4B2D-9E1D-3F32F71FF1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59413" y="604838"/>
            <a:ext cx="3455987" cy="186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4" name="Picture 1">
            <a:extLst>
              <a:ext uri="{FF2B5EF4-FFF2-40B4-BE49-F238E27FC236}">
                <a16:creationId xmlns:a16="http://schemas.microsoft.com/office/drawing/2014/main" id="{FFB6A93E-9783-4E93-9488-AD3E63999C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288" y="1676400"/>
            <a:ext cx="1506537"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5" name="圆角矩形标注 47">
            <a:extLst>
              <a:ext uri="{FF2B5EF4-FFF2-40B4-BE49-F238E27FC236}">
                <a16:creationId xmlns:a16="http://schemas.microsoft.com/office/drawing/2014/main" id="{2610ABD1-7772-4278-8332-34008A32C40D}"/>
              </a:ext>
            </a:extLst>
          </p:cNvPr>
          <p:cNvSpPr>
            <a:spLocks noChangeArrowheads="1"/>
          </p:cNvSpPr>
          <p:nvPr/>
        </p:nvSpPr>
        <p:spPr bwMode="auto">
          <a:xfrm>
            <a:off x="7986713" y="4654550"/>
            <a:ext cx="971550" cy="754063"/>
          </a:xfrm>
          <a:prstGeom prst="wedgeRoundRectCallout">
            <a:avLst>
              <a:gd name="adj1" fmla="val -71958"/>
              <a:gd name="adj2" fmla="val -28574"/>
              <a:gd name="adj3" fmla="val 16667"/>
            </a:avLst>
          </a:prstGeom>
          <a:solidFill>
            <a:srgbClr val="CCFFFF"/>
          </a:solidFill>
          <a:ln w="25400" algn="ctr">
            <a:solidFill>
              <a:srgbClr val="FF99FF"/>
            </a:solidFill>
            <a:round/>
            <a:headEnd/>
            <a:tailEnd/>
          </a:ln>
        </p:spPr>
        <p:txBody>
          <a:bodyPr lIns="0" tIns="0" rIns="0" bIns="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600">
                <a:latin typeface="华文新魏" panose="02010800040101010101" pitchFamily="2" charset="-122"/>
                <a:ea typeface="华文新魏" panose="02010800040101010101" pitchFamily="2" charset="-122"/>
              </a:rPr>
              <a:t>31</a:t>
            </a:r>
            <a:r>
              <a:rPr lang="zh-CN" altLang="en-US" sz="1600">
                <a:latin typeface="华文新魏" panose="02010800040101010101" pitchFamily="2" charset="-122"/>
                <a:ea typeface="华文新魏" panose="02010800040101010101" pitchFamily="2" charset="-122"/>
              </a:rPr>
              <a:t>家单位，覆盖</a:t>
            </a:r>
            <a:r>
              <a:rPr lang="en-US" altLang="zh-CN" sz="1600">
                <a:latin typeface="华文新魏" panose="02010800040101010101" pitchFamily="2" charset="-122"/>
                <a:ea typeface="华文新魏" panose="02010800040101010101" pitchFamily="2" charset="-122"/>
              </a:rPr>
              <a:t>IT</a:t>
            </a:r>
            <a:r>
              <a:rPr lang="zh-CN" altLang="en-US" sz="1600">
                <a:latin typeface="华文新魏" panose="02010800040101010101" pitchFamily="2" charset="-122"/>
                <a:ea typeface="华文新魏" panose="02010800040101010101" pitchFamily="2" charset="-122"/>
              </a:rPr>
              <a:t>各领域</a:t>
            </a:r>
          </a:p>
        </p:txBody>
      </p:sp>
      <p:sp>
        <p:nvSpPr>
          <p:cNvPr id="27656" name="灯片编号占位符 1">
            <a:extLst>
              <a:ext uri="{FF2B5EF4-FFF2-40B4-BE49-F238E27FC236}">
                <a16:creationId xmlns:a16="http://schemas.microsoft.com/office/drawing/2014/main" id="{09572CF4-A70D-4E7B-AED6-939419A6112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499180EA-3BD2-439C-9D67-0C73DEFF5CA5}" type="slidenum">
              <a:rPr lang="en-US" altLang="zh-CN" sz="1400">
                <a:solidFill>
                  <a:schemeClr val="bg1"/>
                </a:solidFill>
              </a:rPr>
              <a:pPr eaLnBrk="1" hangingPunct="1"/>
              <a:t>41</a:t>
            </a:fld>
            <a:endParaRPr lang="en-US" altLang="zh-CN" sz="140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anim calcmode="lin" valueType="num">
                                      <p:cBhvr additive="base">
                                        <p:cTn id="7" dur="500" fill="hold"/>
                                        <p:tgtEl>
                                          <p:spTgt spid="44"/>
                                        </p:tgtEl>
                                        <p:attrNameLst>
                                          <p:attrName>ppt_x</p:attrName>
                                        </p:attrNameLst>
                                      </p:cBhvr>
                                      <p:tavLst>
                                        <p:tav tm="0">
                                          <p:val>
                                            <p:strVal val="#ppt_x"/>
                                          </p:val>
                                        </p:tav>
                                        <p:tav tm="100000">
                                          <p:val>
                                            <p:strVal val="#ppt_x"/>
                                          </p:val>
                                        </p:tav>
                                      </p:tavLst>
                                    </p:anim>
                                    <p:anim calcmode="lin" valueType="num">
                                      <p:cBhvr additive="base">
                                        <p:cTn id="8" dur="500" fill="hold"/>
                                        <p:tgtEl>
                                          <p:spTgt spid="4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6">
            <a:extLst>
              <a:ext uri="{FF2B5EF4-FFF2-40B4-BE49-F238E27FC236}">
                <a16:creationId xmlns:a16="http://schemas.microsoft.com/office/drawing/2014/main" id="{4DB08210-942C-487E-A101-12FA305BD090}"/>
              </a:ext>
            </a:extLst>
          </p:cNvPr>
          <p:cNvSpPr txBox="1">
            <a:spLocks noChangeArrowheads="1"/>
          </p:cNvSpPr>
          <p:nvPr/>
        </p:nvSpPr>
        <p:spPr bwMode="auto">
          <a:xfrm>
            <a:off x="457200" y="609600"/>
            <a:ext cx="5486400" cy="500063"/>
          </a:xfrm>
          <a:prstGeom prst="rect">
            <a:avLst/>
          </a:prstGeom>
          <a:noFill/>
          <a:ln w="9525">
            <a:noFill/>
            <a:miter lim="800000"/>
            <a:headEnd/>
            <a:tailEnd/>
          </a:ln>
        </p:spPr>
        <p:txBody>
          <a:bodyPr anchor="ctr"/>
          <a:lstStyle/>
          <a:p>
            <a:pPr fontAlgn="t">
              <a:lnSpc>
                <a:spcPts val="3200"/>
              </a:lnSpc>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构建自主可信计算核心模块</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--TCM</a:t>
            </a:r>
            <a:endPar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endParaRPr>
          </a:p>
        </p:txBody>
      </p:sp>
      <p:grpSp>
        <p:nvGrpSpPr>
          <p:cNvPr id="28675" name="组合 49">
            <a:extLst>
              <a:ext uri="{FF2B5EF4-FFF2-40B4-BE49-F238E27FC236}">
                <a16:creationId xmlns:a16="http://schemas.microsoft.com/office/drawing/2014/main" id="{C4573C25-FD5B-4878-B33F-0F5C40F9274A}"/>
              </a:ext>
            </a:extLst>
          </p:cNvPr>
          <p:cNvGrpSpPr>
            <a:grpSpLocks/>
          </p:cNvGrpSpPr>
          <p:nvPr/>
        </p:nvGrpSpPr>
        <p:grpSpPr bwMode="auto">
          <a:xfrm>
            <a:off x="1524000" y="1295400"/>
            <a:ext cx="6019800" cy="2863850"/>
            <a:chOff x="244549" y="1055686"/>
            <a:chExt cx="4522714" cy="2863852"/>
          </a:xfrm>
        </p:grpSpPr>
        <p:sp>
          <p:nvSpPr>
            <p:cNvPr id="4" name="矩形 3">
              <a:extLst>
                <a:ext uri="{FF2B5EF4-FFF2-40B4-BE49-F238E27FC236}">
                  <a16:creationId xmlns:a16="http://schemas.microsoft.com/office/drawing/2014/main" id="{A2374284-4C81-44C7-9B92-FB443C90D46B}"/>
                </a:ext>
              </a:extLst>
            </p:cNvPr>
            <p:cNvSpPr/>
            <p:nvPr/>
          </p:nvSpPr>
          <p:spPr bwMode="auto">
            <a:xfrm>
              <a:off x="244549" y="1212849"/>
              <a:ext cx="4522714" cy="2706689"/>
            </a:xfrm>
            <a:prstGeom prst="rect">
              <a:avLst/>
            </a:prstGeom>
            <a:solidFill>
              <a:schemeClr val="accent3">
                <a:lumMod val="85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a:defRPr/>
              </a:pPr>
              <a:endParaRPr lang="zh-CN" altLang="en-US" sz="1400" dirty="0">
                <a:solidFill>
                  <a:schemeClr val="tx1"/>
                </a:solidFill>
              </a:endParaRPr>
            </a:p>
          </p:txBody>
        </p:sp>
        <p:sp>
          <p:nvSpPr>
            <p:cNvPr id="5" name="矩形 4">
              <a:extLst>
                <a:ext uri="{FF2B5EF4-FFF2-40B4-BE49-F238E27FC236}">
                  <a16:creationId xmlns:a16="http://schemas.microsoft.com/office/drawing/2014/main" id="{BCB5856D-3F01-4ADF-84C6-110C46CC078F}"/>
                </a:ext>
              </a:extLst>
            </p:cNvPr>
            <p:cNvSpPr/>
            <p:nvPr/>
          </p:nvSpPr>
          <p:spPr bwMode="auto">
            <a:xfrm>
              <a:off x="1471836" y="1793875"/>
              <a:ext cx="2969820" cy="46196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0" tIns="36000" rIns="0" bIns="0"/>
            <a:lstStyle/>
            <a:p>
              <a:pPr>
                <a:defRPr/>
              </a:pPr>
              <a:r>
                <a:rPr lang="zh-CN" altLang="en-US" sz="1200" b="1" dirty="0">
                  <a:solidFill>
                    <a:schemeClr val="tx1"/>
                  </a:solidFill>
                </a:rPr>
                <a:t> </a:t>
              </a:r>
              <a:r>
                <a:rPr lang="zh-CN" altLang="en-US" sz="1400" b="1" dirty="0">
                  <a:solidFill>
                    <a:schemeClr val="tx1"/>
                  </a:solidFill>
                </a:rPr>
                <a:t>主计算区</a:t>
              </a:r>
            </a:p>
          </p:txBody>
        </p:sp>
        <p:sp>
          <p:nvSpPr>
            <p:cNvPr id="6" name="矩形 5">
              <a:extLst>
                <a:ext uri="{FF2B5EF4-FFF2-40B4-BE49-F238E27FC236}">
                  <a16:creationId xmlns:a16="http://schemas.microsoft.com/office/drawing/2014/main" id="{7843E8CE-50A3-4157-A9CE-C7BA3AD4BB28}"/>
                </a:ext>
              </a:extLst>
            </p:cNvPr>
            <p:cNvSpPr/>
            <p:nvPr/>
          </p:nvSpPr>
          <p:spPr bwMode="auto">
            <a:xfrm>
              <a:off x="584469" y="2441575"/>
              <a:ext cx="2422371" cy="138588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36000" tIns="36000" rIns="0" bIns="0"/>
            <a:lstStyle/>
            <a:p>
              <a:pPr>
                <a:defRPr/>
              </a:pPr>
              <a:r>
                <a:rPr lang="zh-CN" altLang="en-US" sz="1400" dirty="0">
                  <a:solidFill>
                    <a:schemeClr val="tx1"/>
                  </a:solidFill>
                </a:rPr>
                <a:t> </a:t>
              </a:r>
              <a:r>
                <a:rPr lang="zh-CN" altLang="en-US" sz="1400" b="1" dirty="0">
                  <a:solidFill>
                    <a:schemeClr val="tx1"/>
                  </a:solidFill>
                </a:rPr>
                <a:t>密码计算区</a:t>
              </a:r>
            </a:p>
          </p:txBody>
        </p:sp>
        <p:sp>
          <p:nvSpPr>
            <p:cNvPr id="7" name="矩形 6">
              <a:extLst>
                <a:ext uri="{FF2B5EF4-FFF2-40B4-BE49-F238E27FC236}">
                  <a16:creationId xmlns:a16="http://schemas.microsoft.com/office/drawing/2014/main" id="{951E2CB9-F666-4C42-B771-246CADFE5691}"/>
                </a:ext>
              </a:extLst>
            </p:cNvPr>
            <p:cNvSpPr/>
            <p:nvPr/>
          </p:nvSpPr>
          <p:spPr bwMode="auto">
            <a:xfrm>
              <a:off x="3095099" y="2441575"/>
              <a:ext cx="1599410" cy="138588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36000" tIns="36000" rIns="0" bIns="0"/>
            <a:lstStyle/>
            <a:p>
              <a:pPr>
                <a:defRPr/>
              </a:pPr>
              <a:r>
                <a:rPr lang="zh-CN" altLang="en-US" sz="1200" b="1" dirty="0">
                  <a:solidFill>
                    <a:schemeClr val="tx1"/>
                  </a:solidFill>
                </a:rPr>
                <a:t>受保护存储区</a:t>
              </a:r>
            </a:p>
          </p:txBody>
        </p:sp>
        <p:sp>
          <p:nvSpPr>
            <p:cNvPr id="8" name="TextBox 7">
              <a:extLst>
                <a:ext uri="{FF2B5EF4-FFF2-40B4-BE49-F238E27FC236}">
                  <a16:creationId xmlns:a16="http://schemas.microsoft.com/office/drawing/2014/main" id="{9CD0DF94-3376-410A-A68F-2C81C3071BB2}"/>
                </a:ext>
              </a:extLst>
            </p:cNvPr>
            <p:cNvSpPr txBox="1"/>
            <p:nvPr/>
          </p:nvSpPr>
          <p:spPr bwMode="auto">
            <a:xfrm>
              <a:off x="335194" y="1328736"/>
              <a:ext cx="1009023" cy="431800"/>
            </a:xfrm>
            <a:prstGeom prst="rect">
              <a:avLst/>
            </a:prstGeom>
            <a:noFill/>
          </p:spPr>
          <p:txBody>
            <a:bodyPr lIns="0" tIns="0" rIns="0" bIns="0" anchor="ctr">
              <a:spAutoFit/>
            </a:bodyPr>
            <a:lstStyle/>
            <a:p>
              <a:pPr algn="ctr">
                <a:defRPr/>
              </a:pPr>
              <a:r>
                <a:rPr lang="zh-CN" altLang="en-US" sz="1400" b="1" dirty="0">
                  <a:solidFill>
                    <a:srgbClr val="000000"/>
                  </a:solidFill>
                  <a:latin typeface="+mn-ea"/>
                  <a:ea typeface="+mn-ea"/>
                </a:rPr>
                <a:t>可信密码模块</a:t>
              </a:r>
              <a:r>
                <a:rPr lang="en-US" altLang="zh-CN" sz="1400" b="1" dirty="0">
                  <a:solidFill>
                    <a:srgbClr val="000000"/>
                  </a:solidFill>
                  <a:latin typeface="+mn-ea"/>
                  <a:ea typeface="+mn-ea"/>
                </a:rPr>
                <a:t>TCM</a:t>
              </a:r>
              <a:endParaRPr lang="zh-CN" altLang="en-US" sz="1400" b="1" dirty="0">
                <a:latin typeface="+mn-ea"/>
                <a:ea typeface="+mn-ea"/>
              </a:endParaRPr>
            </a:p>
          </p:txBody>
        </p:sp>
        <p:sp>
          <p:nvSpPr>
            <p:cNvPr id="9" name="矩形 8">
              <a:extLst>
                <a:ext uri="{FF2B5EF4-FFF2-40B4-BE49-F238E27FC236}">
                  <a16:creationId xmlns:a16="http://schemas.microsoft.com/office/drawing/2014/main" id="{CE3B543D-7C84-4484-B750-45CCB483BA26}"/>
                </a:ext>
              </a:extLst>
            </p:cNvPr>
            <p:cNvSpPr/>
            <p:nvPr/>
          </p:nvSpPr>
          <p:spPr bwMode="auto">
            <a:xfrm>
              <a:off x="1492112" y="1331911"/>
              <a:ext cx="2949545" cy="27781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400" b="1" dirty="0">
                  <a:solidFill>
                    <a:schemeClr val="tx1"/>
                  </a:solidFill>
                </a:rPr>
                <a:t>I/O</a:t>
              </a:r>
              <a:r>
                <a:rPr lang="zh-CN" altLang="en-US" sz="1400" b="1" dirty="0">
                  <a:solidFill>
                    <a:schemeClr val="tx1"/>
                  </a:solidFill>
                </a:rPr>
                <a:t>接口</a:t>
              </a:r>
            </a:p>
          </p:txBody>
        </p:sp>
        <p:cxnSp>
          <p:nvCxnSpPr>
            <p:cNvPr id="15" name="直接箭头连接符 14">
              <a:extLst>
                <a:ext uri="{FF2B5EF4-FFF2-40B4-BE49-F238E27FC236}">
                  <a16:creationId xmlns:a16="http://schemas.microsoft.com/office/drawing/2014/main" id="{2465FDB4-F468-49A9-9472-E425C83C0223}"/>
                </a:ext>
              </a:extLst>
            </p:cNvPr>
            <p:cNvCxnSpPr/>
            <p:nvPr/>
          </p:nvCxnSpPr>
          <p:spPr bwMode="auto">
            <a:xfrm rot="5400000">
              <a:off x="2806855" y="1684534"/>
              <a:ext cx="217488" cy="1192"/>
            </a:xfrm>
            <a:prstGeom prst="straightConnector1">
              <a:avLst/>
            </a:prstGeom>
            <a:ln w="25400">
              <a:solidFill>
                <a:schemeClr val="tx1"/>
              </a:solidFill>
              <a:headEnd type="stealth"/>
              <a:tailEnd type="stealth"/>
            </a:ln>
          </p:spPr>
          <p:style>
            <a:lnRef idx="1">
              <a:schemeClr val="accent1"/>
            </a:lnRef>
            <a:fillRef idx="0">
              <a:schemeClr val="accent1"/>
            </a:fillRef>
            <a:effectRef idx="0">
              <a:schemeClr val="accent1"/>
            </a:effectRef>
            <a:fontRef idx="minor">
              <a:schemeClr val="tx1"/>
            </a:fontRef>
          </p:style>
        </p:cxnSp>
        <p:sp>
          <p:nvSpPr>
            <p:cNvPr id="16" name="圆角矩形 15">
              <a:extLst>
                <a:ext uri="{FF2B5EF4-FFF2-40B4-BE49-F238E27FC236}">
                  <a16:creationId xmlns:a16="http://schemas.microsoft.com/office/drawing/2014/main" id="{EAC7D8BA-3B5B-48CB-B03F-A283754FCF1F}"/>
                </a:ext>
              </a:extLst>
            </p:cNvPr>
            <p:cNvSpPr/>
            <p:nvPr/>
          </p:nvSpPr>
          <p:spPr bwMode="auto">
            <a:xfrm>
              <a:off x="2408105" y="1887537"/>
              <a:ext cx="898103" cy="276225"/>
            </a:xfrm>
            <a:prstGeom prst="round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t>CPU</a:t>
              </a:r>
              <a:endParaRPr lang="zh-CN" altLang="en-US" sz="1200" dirty="0"/>
            </a:p>
          </p:txBody>
        </p:sp>
        <p:cxnSp>
          <p:nvCxnSpPr>
            <p:cNvPr id="17" name="直接箭头连接符 16">
              <a:extLst>
                <a:ext uri="{FF2B5EF4-FFF2-40B4-BE49-F238E27FC236}">
                  <a16:creationId xmlns:a16="http://schemas.microsoft.com/office/drawing/2014/main" id="{B48D54DD-B84F-4A16-8B2B-55B315A42926}"/>
                </a:ext>
              </a:extLst>
            </p:cNvPr>
            <p:cNvCxnSpPr/>
            <p:nvPr/>
          </p:nvCxnSpPr>
          <p:spPr bwMode="auto">
            <a:xfrm rot="5400000">
              <a:off x="2777486" y="1193202"/>
              <a:ext cx="276225" cy="1192"/>
            </a:xfrm>
            <a:prstGeom prst="straightConnector1">
              <a:avLst/>
            </a:prstGeom>
            <a:ln w="25400">
              <a:solidFill>
                <a:schemeClr val="tx1"/>
              </a:solidFill>
              <a:headEnd type="stealth"/>
              <a:tailEnd type="stealth"/>
            </a:ln>
          </p:spPr>
          <p:style>
            <a:lnRef idx="1">
              <a:schemeClr val="accent1"/>
            </a:lnRef>
            <a:fillRef idx="0">
              <a:schemeClr val="accent1"/>
            </a:fillRef>
            <a:effectRef idx="0">
              <a:schemeClr val="accent1"/>
            </a:effectRef>
            <a:fontRef idx="minor">
              <a:schemeClr val="tx1"/>
            </a:fontRef>
          </p:style>
        </p:cxnSp>
        <p:sp>
          <p:nvSpPr>
            <p:cNvPr id="18" name="圆角矩形 17">
              <a:extLst>
                <a:ext uri="{FF2B5EF4-FFF2-40B4-BE49-F238E27FC236}">
                  <a16:creationId xmlns:a16="http://schemas.microsoft.com/office/drawing/2014/main" id="{5F0CBDE3-3D87-4755-BB90-25F7EA51A8E6}"/>
                </a:ext>
              </a:extLst>
            </p:cNvPr>
            <p:cNvSpPr/>
            <p:nvPr/>
          </p:nvSpPr>
          <p:spPr bwMode="auto">
            <a:xfrm>
              <a:off x="3401623" y="1887537"/>
              <a:ext cx="986362" cy="276225"/>
            </a:xfrm>
            <a:prstGeom prst="round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zh-CN" altLang="en-US" sz="1200" dirty="0"/>
                <a:t>内存</a:t>
              </a:r>
            </a:p>
          </p:txBody>
        </p:sp>
        <p:cxnSp>
          <p:nvCxnSpPr>
            <p:cNvPr id="20" name="直接箭头连接符 19">
              <a:extLst>
                <a:ext uri="{FF2B5EF4-FFF2-40B4-BE49-F238E27FC236}">
                  <a16:creationId xmlns:a16="http://schemas.microsoft.com/office/drawing/2014/main" id="{818BB057-3278-4C83-BA90-C664F29C427A}"/>
                </a:ext>
              </a:extLst>
            </p:cNvPr>
            <p:cNvCxnSpPr/>
            <p:nvPr/>
          </p:nvCxnSpPr>
          <p:spPr bwMode="auto">
            <a:xfrm rot="5400000">
              <a:off x="1911137" y="2363984"/>
              <a:ext cx="217488" cy="1193"/>
            </a:xfrm>
            <a:prstGeom prst="straightConnector1">
              <a:avLst/>
            </a:prstGeom>
            <a:ln w="25400">
              <a:solidFill>
                <a:schemeClr val="tx1"/>
              </a:solidFill>
              <a:headEnd type="stealth"/>
              <a:tailEnd type="stealth"/>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445A94C1-76D6-4442-8DAB-EBC1AEB2B84B}"/>
                </a:ext>
              </a:extLst>
            </p:cNvPr>
            <p:cNvCxnSpPr/>
            <p:nvPr/>
          </p:nvCxnSpPr>
          <p:spPr bwMode="auto">
            <a:xfrm rot="5400000">
              <a:off x="3704956" y="2363984"/>
              <a:ext cx="217488" cy="1193"/>
            </a:xfrm>
            <a:prstGeom prst="straightConnector1">
              <a:avLst/>
            </a:prstGeom>
            <a:ln w="25400">
              <a:solidFill>
                <a:schemeClr val="tx1"/>
              </a:solidFill>
              <a:headEnd type="stealth"/>
              <a:tailEnd type="stealth"/>
            </a:ln>
          </p:spPr>
          <p:style>
            <a:lnRef idx="1">
              <a:schemeClr val="accent1"/>
            </a:lnRef>
            <a:fillRef idx="0">
              <a:schemeClr val="accent1"/>
            </a:fillRef>
            <a:effectRef idx="0">
              <a:schemeClr val="accent1"/>
            </a:effectRef>
            <a:fontRef idx="minor">
              <a:schemeClr val="tx1"/>
            </a:fontRef>
          </p:style>
        </p:cxnSp>
        <p:sp>
          <p:nvSpPr>
            <p:cNvPr id="22" name="圆角矩形 21">
              <a:extLst>
                <a:ext uri="{FF2B5EF4-FFF2-40B4-BE49-F238E27FC236}">
                  <a16:creationId xmlns:a16="http://schemas.microsoft.com/office/drawing/2014/main" id="{864823D1-4FD6-4532-8DE6-31D2389A591D}"/>
                </a:ext>
              </a:extLst>
            </p:cNvPr>
            <p:cNvSpPr/>
            <p:nvPr/>
          </p:nvSpPr>
          <p:spPr bwMode="auto">
            <a:xfrm>
              <a:off x="645296" y="2771775"/>
              <a:ext cx="571303" cy="957263"/>
            </a:xfrm>
            <a:prstGeom prst="round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anchor="ctr"/>
            <a:lstStyle/>
            <a:p>
              <a:pPr algn="ctr">
                <a:defRPr/>
              </a:pPr>
              <a:r>
                <a:rPr lang="zh-CN" altLang="en-US" sz="1200" dirty="0"/>
                <a:t>公钥密码</a:t>
              </a:r>
              <a:r>
                <a:rPr lang="en-US" altLang="zh-CN" sz="1200" b="1" dirty="0">
                  <a:solidFill>
                    <a:srgbClr val="FF0000"/>
                  </a:solidFill>
                </a:rPr>
                <a:t>SM2</a:t>
              </a:r>
            </a:p>
            <a:p>
              <a:pPr algn="ctr">
                <a:defRPr/>
              </a:pPr>
              <a:r>
                <a:rPr lang="zh-CN" altLang="en-US" sz="1200" dirty="0"/>
                <a:t>引擎</a:t>
              </a:r>
            </a:p>
          </p:txBody>
        </p:sp>
        <p:sp>
          <p:nvSpPr>
            <p:cNvPr id="23" name="圆角矩形 22">
              <a:extLst>
                <a:ext uri="{FF2B5EF4-FFF2-40B4-BE49-F238E27FC236}">
                  <a16:creationId xmlns:a16="http://schemas.microsoft.com/office/drawing/2014/main" id="{BFBA43DF-7C18-4D0E-89B4-76AE1FCAE85D}"/>
                </a:ext>
              </a:extLst>
            </p:cNvPr>
            <p:cNvSpPr/>
            <p:nvPr/>
          </p:nvSpPr>
          <p:spPr bwMode="auto">
            <a:xfrm>
              <a:off x="1275041" y="2771775"/>
              <a:ext cx="572495" cy="946151"/>
            </a:xfrm>
            <a:prstGeom prst="round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anchor="ctr"/>
            <a:lstStyle/>
            <a:p>
              <a:pPr algn="ctr">
                <a:defRPr/>
              </a:pPr>
              <a:r>
                <a:rPr lang="zh-CN" altLang="en-US" sz="1200" dirty="0"/>
                <a:t>杂凑算法</a:t>
              </a:r>
              <a:r>
                <a:rPr lang="en-US" altLang="zh-CN" sz="1200" b="1" dirty="0">
                  <a:solidFill>
                    <a:srgbClr val="FF0000"/>
                  </a:solidFill>
                </a:rPr>
                <a:t>SM3</a:t>
              </a:r>
            </a:p>
            <a:p>
              <a:pPr algn="ctr">
                <a:defRPr/>
              </a:pPr>
              <a:r>
                <a:rPr lang="zh-CN" altLang="en-US" sz="1200" dirty="0"/>
                <a:t>引擎</a:t>
              </a:r>
            </a:p>
          </p:txBody>
        </p:sp>
        <p:sp>
          <p:nvSpPr>
            <p:cNvPr id="24" name="圆角矩形 23">
              <a:extLst>
                <a:ext uri="{FF2B5EF4-FFF2-40B4-BE49-F238E27FC236}">
                  <a16:creationId xmlns:a16="http://schemas.microsoft.com/office/drawing/2014/main" id="{6AE438F4-966E-4D72-95D3-1206753CF124}"/>
                </a:ext>
              </a:extLst>
            </p:cNvPr>
            <p:cNvSpPr/>
            <p:nvPr/>
          </p:nvSpPr>
          <p:spPr bwMode="auto">
            <a:xfrm>
              <a:off x="1904786" y="2771775"/>
              <a:ext cx="572495" cy="946151"/>
            </a:xfrm>
            <a:prstGeom prst="round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36000" rIns="0" bIns="36000" anchor="ctr"/>
            <a:lstStyle/>
            <a:p>
              <a:pPr algn="ctr">
                <a:defRPr/>
              </a:pPr>
              <a:r>
                <a:rPr lang="zh-CN" altLang="en-US" sz="1200" dirty="0"/>
                <a:t>对称密码</a:t>
              </a:r>
              <a:endParaRPr lang="en-US" altLang="zh-CN" sz="1200" dirty="0"/>
            </a:p>
            <a:p>
              <a:pPr algn="ctr">
                <a:defRPr/>
              </a:pPr>
              <a:r>
                <a:rPr lang="en-US" altLang="zh-CN" sz="1200" b="1" dirty="0">
                  <a:solidFill>
                    <a:srgbClr val="FF0000"/>
                  </a:solidFill>
                </a:rPr>
                <a:t>SMS4</a:t>
              </a:r>
            </a:p>
            <a:p>
              <a:pPr algn="ctr">
                <a:defRPr/>
              </a:pPr>
              <a:r>
                <a:rPr lang="zh-CN" altLang="en-US" sz="1200" dirty="0"/>
                <a:t>引擎</a:t>
              </a:r>
            </a:p>
          </p:txBody>
        </p:sp>
        <p:sp>
          <p:nvSpPr>
            <p:cNvPr id="25" name="圆角矩形 24">
              <a:extLst>
                <a:ext uri="{FF2B5EF4-FFF2-40B4-BE49-F238E27FC236}">
                  <a16:creationId xmlns:a16="http://schemas.microsoft.com/office/drawing/2014/main" id="{1EA53437-0BA1-463B-8648-E9E21AE3B4F9}"/>
                </a:ext>
              </a:extLst>
            </p:cNvPr>
            <p:cNvSpPr/>
            <p:nvPr/>
          </p:nvSpPr>
          <p:spPr bwMode="auto">
            <a:xfrm>
              <a:off x="2502328" y="2771775"/>
              <a:ext cx="447262" cy="933451"/>
            </a:xfrm>
            <a:prstGeom prst="round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anchor="ctr"/>
            <a:lstStyle/>
            <a:p>
              <a:pPr algn="ctr">
                <a:defRPr/>
              </a:pPr>
              <a:r>
                <a:rPr lang="zh-CN" altLang="en-US" sz="1200" dirty="0"/>
                <a:t>随机数</a:t>
              </a:r>
              <a:r>
                <a:rPr lang="en-US" altLang="zh-CN" sz="1200" b="1" dirty="0">
                  <a:solidFill>
                    <a:srgbClr val="FF0000"/>
                  </a:solidFill>
                </a:rPr>
                <a:t>RNG</a:t>
              </a:r>
              <a:r>
                <a:rPr lang="zh-CN" altLang="en-US" sz="1200" dirty="0"/>
                <a:t>引擎</a:t>
              </a:r>
            </a:p>
          </p:txBody>
        </p:sp>
        <p:sp>
          <p:nvSpPr>
            <p:cNvPr id="26" name="圆角矩形 25">
              <a:extLst>
                <a:ext uri="{FF2B5EF4-FFF2-40B4-BE49-F238E27FC236}">
                  <a16:creationId xmlns:a16="http://schemas.microsoft.com/office/drawing/2014/main" id="{F234DE28-65AC-4393-9F16-15B599F00D70}"/>
                </a:ext>
              </a:extLst>
            </p:cNvPr>
            <p:cNvSpPr/>
            <p:nvPr/>
          </p:nvSpPr>
          <p:spPr bwMode="auto">
            <a:xfrm>
              <a:off x="3185744" y="3457576"/>
              <a:ext cx="1419312" cy="277812"/>
            </a:xfrm>
            <a:prstGeom prst="round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defRPr/>
              </a:pPr>
              <a:r>
                <a:rPr lang="zh-CN" altLang="en-US" sz="1200" dirty="0"/>
                <a:t>平台配置寄存器</a:t>
              </a:r>
            </a:p>
          </p:txBody>
        </p:sp>
        <p:sp>
          <p:nvSpPr>
            <p:cNvPr id="27" name="圆角矩形 26">
              <a:extLst>
                <a:ext uri="{FF2B5EF4-FFF2-40B4-BE49-F238E27FC236}">
                  <a16:creationId xmlns:a16="http://schemas.microsoft.com/office/drawing/2014/main" id="{7CDBC47F-524B-4796-8116-D0C68688FF18}"/>
                </a:ext>
              </a:extLst>
            </p:cNvPr>
            <p:cNvSpPr/>
            <p:nvPr/>
          </p:nvSpPr>
          <p:spPr bwMode="auto">
            <a:xfrm>
              <a:off x="3185744" y="2717800"/>
              <a:ext cx="1399036" cy="277812"/>
            </a:xfrm>
            <a:prstGeom prst="round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200" dirty="0"/>
                <a:t>芯片</a:t>
              </a:r>
              <a:r>
                <a:rPr lang="en-US" altLang="zh-CN" sz="1200" dirty="0"/>
                <a:t>Firmware</a:t>
              </a:r>
              <a:endParaRPr lang="zh-CN" altLang="en-US" sz="1200" dirty="0"/>
            </a:p>
          </p:txBody>
        </p:sp>
        <p:sp>
          <p:nvSpPr>
            <p:cNvPr id="28" name="圆角矩形 27">
              <a:extLst>
                <a:ext uri="{FF2B5EF4-FFF2-40B4-BE49-F238E27FC236}">
                  <a16:creationId xmlns:a16="http://schemas.microsoft.com/office/drawing/2014/main" id="{F8FC150D-CD77-4CA0-965D-1EAD437EB3AD}"/>
                </a:ext>
              </a:extLst>
            </p:cNvPr>
            <p:cNvSpPr/>
            <p:nvPr/>
          </p:nvSpPr>
          <p:spPr bwMode="auto">
            <a:xfrm>
              <a:off x="3185744" y="3087687"/>
              <a:ext cx="1408578" cy="277813"/>
            </a:xfrm>
            <a:prstGeom prst="round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200" dirty="0"/>
                <a:t>主密钥及密钥树</a:t>
              </a:r>
            </a:p>
          </p:txBody>
        </p:sp>
      </p:grpSp>
      <p:sp>
        <p:nvSpPr>
          <p:cNvPr id="61" name="Rectangle 2">
            <a:extLst>
              <a:ext uri="{FF2B5EF4-FFF2-40B4-BE49-F238E27FC236}">
                <a16:creationId xmlns:a16="http://schemas.microsoft.com/office/drawing/2014/main" id="{147C7DA5-899B-46FC-8FAF-06333C9D8F5D}"/>
              </a:ext>
            </a:extLst>
          </p:cNvPr>
          <p:cNvSpPr>
            <a:spLocks noChangeArrowheads="1"/>
          </p:cNvSpPr>
          <p:nvPr/>
        </p:nvSpPr>
        <p:spPr bwMode="auto">
          <a:xfrm>
            <a:off x="1295400" y="4343400"/>
            <a:ext cx="6858000" cy="2057400"/>
          </a:xfrm>
          <a:prstGeom prst="rect">
            <a:avLst/>
          </a:prstGeom>
          <a:noFill/>
          <a:ln w="9525">
            <a:noFill/>
            <a:miter lim="800000"/>
            <a:headEnd/>
            <a:tailEnd/>
          </a:ln>
          <a:effectLst/>
        </p:spPr>
        <p:txBody>
          <a:bodyPr/>
          <a:lstStyle/>
          <a:p>
            <a:pPr fontAlgn="t">
              <a:lnSpc>
                <a:spcPct val="150000"/>
              </a:lnSpc>
              <a:buClr>
                <a:srgbClr val="FF0000"/>
              </a:buClr>
              <a:buFont typeface="Wingdings" pitchFamily="2" charset="2"/>
              <a:buChar char="Ø"/>
              <a:defRPr/>
            </a:pPr>
            <a:r>
              <a:rPr kumimoji="1" lang="zh-CN" altLang="en-US" sz="1600" b="1" dirty="0">
                <a:effectLst>
                  <a:outerShdw blurRad="38100" dist="38100" dir="2700000" algn="tl">
                    <a:srgbClr val="C0C0C0"/>
                  </a:outerShdw>
                </a:effectLst>
                <a:latin typeface="宋体-18030" pitchFamily="49" charset="-122"/>
                <a:ea typeface="宋体-18030" pitchFamily="49" charset="-122"/>
                <a:cs typeface="宋体-18030" pitchFamily="49" charset="-122"/>
              </a:rPr>
              <a:t> </a:t>
            </a:r>
            <a:r>
              <a:rPr kumimoji="1" lang="zh-CN" altLang="en-US" sz="1800" b="1" dirty="0">
                <a:effectLst>
                  <a:outerShdw blurRad="38100" dist="38100" dir="2700000" algn="tl">
                    <a:srgbClr val="C0C0C0"/>
                  </a:outerShdw>
                </a:effectLst>
                <a:latin typeface="宋体-18030" pitchFamily="49" charset="-122"/>
                <a:ea typeface="宋体-18030" pitchFamily="49" charset="-122"/>
                <a:cs typeface="宋体-18030" pitchFamily="49" charset="-122"/>
              </a:rPr>
              <a:t>使用自主密码算法：</a:t>
            </a:r>
            <a:r>
              <a:rPr kumimoji="1" lang="en-US" altLang="zh-CN" sz="1800" b="1" dirty="0">
                <a:effectLst>
                  <a:outerShdw blurRad="38100" dist="38100" dir="2700000" algn="tl">
                    <a:srgbClr val="C0C0C0"/>
                  </a:outerShdw>
                </a:effectLst>
                <a:latin typeface="宋体-18030" pitchFamily="49" charset="-122"/>
                <a:ea typeface="宋体-18030" pitchFamily="49" charset="-122"/>
                <a:cs typeface="宋体-18030" pitchFamily="49" charset="-122"/>
              </a:rPr>
              <a:t>SM2/SM3/SMS4/RNG</a:t>
            </a:r>
          </a:p>
          <a:p>
            <a:pPr marL="265113" indent="-265113" fontAlgn="t">
              <a:lnSpc>
                <a:spcPct val="150000"/>
              </a:lnSpc>
              <a:buClr>
                <a:srgbClr val="FF0000"/>
              </a:buClr>
              <a:buFont typeface="Wingdings" pitchFamily="2" charset="2"/>
              <a:buChar char="Ø"/>
              <a:defRPr/>
            </a:pPr>
            <a:r>
              <a:rPr kumimoji="1" lang="zh-CN" altLang="en-US" sz="1800" b="1" dirty="0">
                <a:effectLst>
                  <a:outerShdw blurRad="38100" dist="38100" dir="2700000" algn="tl">
                    <a:srgbClr val="C0C0C0"/>
                  </a:outerShdw>
                </a:effectLst>
                <a:latin typeface="宋体-18030" pitchFamily="49" charset="-122"/>
                <a:ea typeface="宋体-18030" pitchFamily="49" charset="-122"/>
                <a:cs typeface="宋体-18030" pitchFamily="49" charset="-122"/>
              </a:rPr>
              <a:t>构建</a:t>
            </a:r>
            <a:r>
              <a:rPr kumimoji="1" lang="en-US" altLang="zh-CN" sz="1800" b="1" dirty="0">
                <a:effectLst>
                  <a:outerShdw blurRad="38100" dist="38100" dir="2700000" algn="tl">
                    <a:srgbClr val="C0C0C0"/>
                  </a:outerShdw>
                </a:effectLst>
                <a:latin typeface="宋体-18030" pitchFamily="49" charset="-122"/>
                <a:ea typeface="宋体-18030" pitchFamily="49" charset="-122"/>
                <a:cs typeface="宋体-18030" pitchFamily="49" charset="-122"/>
              </a:rPr>
              <a:t>3</a:t>
            </a:r>
            <a:r>
              <a:rPr kumimoji="1" lang="zh-CN" altLang="en-US" sz="1800" b="1" dirty="0">
                <a:effectLst>
                  <a:outerShdw blurRad="38100" dist="38100" dir="2700000" algn="tl">
                    <a:srgbClr val="C0C0C0"/>
                  </a:outerShdw>
                </a:effectLst>
                <a:latin typeface="宋体-18030" pitchFamily="49" charset="-122"/>
                <a:ea typeface="宋体-18030" pitchFamily="49" charset="-122"/>
                <a:cs typeface="宋体-18030" pitchFamily="49" charset="-122"/>
              </a:rPr>
              <a:t>个维度安全功能体系</a:t>
            </a:r>
            <a:endParaRPr kumimoji="1" lang="en-US" altLang="zh-CN" sz="1800" b="1" dirty="0">
              <a:effectLst>
                <a:outerShdw blurRad="38100" dist="38100" dir="2700000" algn="tl">
                  <a:srgbClr val="C0C0C0"/>
                </a:outerShdw>
              </a:effectLst>
              <a:latin typeface="宋体-18030" pitchFamily="49" charset="-122"/>
              <a:ea typeface="宋体-18030" pitchFamily="49" charset="-122"/>
              <a:cs typeface="宋体-18030" pitchFamily="49" charset="-122"/>
            </a:endParaRPr>
          </a:p>
          <a:p>
            <a:pPr marL="450850" indent="-185738" fontAlgn="t">
              <a:lnSpc>
                <a:spcPct val="150000"/>
              </a:lnSpc>
              <a:buClr>
                <a:srgbClr val="000066"/>
              </a:buClr>
              <a:buFont typeface="Wingdings" pitchFamily="2" charset="2"/>
              <a:buChar char="ü"/>
              <a:defRPr/>
            </a:pPr>
            <a:r>
              <a:rPr kumimoji="1" lang="en-US" altLang="zh-CN" sz="1600" b="1" dirty="0">
                <a:solidFill>
                  <a:srgbClr val="3333CC"/>
                </a:solidFill>
                <a:effectLst>
                  <a:outerShdw blurRad="38100" dist="38100" dir="2700000" algn="tl">
                    <a:srgbClr val="C0C0C0"/>
                  </a:outerShdw>
                </a:effectLst>
                <a:latin typeface="宋体-18030" pitchFamily="49" charset="-122"/>
                <a:ea typeface="宋体-18030" pitchFamily="49" charset="-122"/>
                <a:cs typeface="宋体-18030" pitchFamily="49" charset="-122"/>
              </a:rPr>
              <a:t> </a:t>
            </a:r>
            <a:r>
              <a:rPr kumimoji="1" lang="zh-CN" altLang="en-US" sz="1600" b="1" dirty="0">
                <a:solidFill>
                  <a:srgbClr val="3333CC"/>
                </a:solidFill>
                <a:effectLst>
                  <a:outerShdw blurRad="38100" dist="38100" dir="2700000" algn="tl">
                    <a:srgbClr val="C0C0C0"/>
                  </a:outerShdw>
                </a:effectLst>
                <a:latin typeface="楷体_GB2312" pitchFamily="49" charset="-122"/>
                <a:ea typeface="楷体_GB2312" pitchFamily="49" charset="-122"/>
                <a:cs typeface="宋体-18030" pitchFamily="49" charset="-122"/>
              </a:rPr>
              <a:t>构建信任链确保平台完整性</a:t>
            </a:r>
            <a:endParaRPr kumimoji="1" lang="en-US" altLang="zh-CN" sz="1600" b="1" dirty="0">
              <a:solidFill>
                <a:srgbClr val="3333CC"/>
              </a:solidFill>
              <a:effectLst>
                <a:outerShdw blurRad="38100" dist="38100" dir="2700000" algn="tl">
                  <a:srgbClr val="C0C0C0"/>
                </a:outerShdw>
              </a:effectLst>
              <a:latin typeface="楷体_GB2312" pitchFamily="49" charset="-122"/>
              <a:ea typeface="楷体_GB2312" pitchFamily="49" charset="-122"/>
              <a:cs typeface="宋体-18030" pitchFamily="49" charset="-122"/>
            </a:endParaRPr>
          </a:p>
          <a:p>
            <a:pPr marL="450850" indent="-185738" fontAlgn="t">
              <a:lnSpc>
                <a:spcPct val="150000"/>
              </a:lnSpc>
              <a:buClr>
                <a:srgbClr val="000066"/>
              </a:buClr>
              <a:buFont typeface="Wingdings" pitchFamily="2" charset="2"/>
              <a:buChar char="ü"/>
              <a:defRPr/>
            </a:pPr>
            <a:r>
              <a:rPr lang="zh-CN" altLang="en-US" sz="1600" b="1" dirty="0">
                <a:solidFill>
                  <a:srgbClr val="3333CC"/>
                </a:solidFill>
                <a:latin typeface="楷体_GB2312" pitchFamily="49" charset="-122"/>
                <a:ea typeface="楷体_GB2312" pitchFamily="49" charset="-122"/>
                <a:cs typeface="宋体-18030" pitchFamily="49" charset="-122"/>
              </a:rPr>
              <a:t> 通过身份密钥和数字签名实现平台身份可信</a:t>
            </a:r>
          </a:p>
          <a:p>
            <a:pPr marL="450850" indent="-185738" fontAlgn="t">
              <a:lnSpc>
                <a:spcPct val="150000"/>
              </a:lnSpc>
              <a:buClr>
                <a:srgbClr val="000066"/>
              </a:buClr>
              <a:buFont typeface="Wingdings" pitchFamily="2" charset="2"/>
              <a:buChar char="ü"/>
              <a:defRPr/>
            </a:pPr>
            <a:r>
              <a:rPr lang="zh-CN" altLang="en-US" sz="1600" b="1" dirty="0">
                <a:solidFill>
                  <a:srgbClr val="3333CC"/>
                </a:solidFill>
                <a:latin typeface="楷体_GB2312" pitchFamily="49" charset="-122"/>
                <a:ea typeface="楷体_GB2312" pitchFamily="49" charset="-122"/>
                <a:cs typeface="宋体-18030" pitchFamily="49" charset="-122"/>
              </a:rPr>
              <a:t> 通过“密封”和“绑定”确保平台数据安全</a:t>
            </a:r>
            <a:endParaRPr kumimoji="1" lang="zh-CN" altLang="en-US" sz="1600" b="1" dirty="0">
              <a:solidFill>
                <a:srgbClr val="3333CC"/>
              </a:solidFill>
              <a:effectLst>
                <a:outerShdw blurRad="38100" dist="38100" dir="2700000" algn="tl">
                  <a:srgbClr val="C0C0C0"/>
                </a:outerShdw>
              </a:effectLst>
              <a:latin typeface="楷体_GB2312" pitchFamily="49" charset="-122"/>
              <a:ea typeface="楷体_GB2312" pitchFamily="49" charset="-122"/>
              <a:cs typeface="宋体-18030" pitchFamily="49" charset="-122"/>
            </a:endParaRPr>
          </a:p>
        </p:txBody>
      </p:sp>
      <p:sp>
        <p:nvSpPr>
          <p:cNvPr id="28677" name="灯片编号占位符 1">
            <a:extLst>
              <a:ext uri="{FF2B5EF4-FFF2-40B4-BE49-F238E27FC236}">
                <a16:creationId xmlns:a16="http://schemas.microsoft.com/office/drawing/2014/main" id="{33AB6461-0904-4565-B08A-09F41B1F50C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04A5261F-B934-4C87-8DEC-64FF89780C11}" type="slidenum">
              <a:rPr lang="en-US" altLang="zh-CN" sz="1400">
                <a:solidFill>
                  <a:schemeClr val="bg1"/>
                </a:solidFill>
              </a:rPr>
              <a:pPr eaLnBrk="1" hangingPunct="1"/>
              <a:t>42</a:t>
            </a:fld>
            <a:endParaRPr lang="en-US" altLang="zh-CN" sz="140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blinds(horizontal)">
                                      <p:cBhvr>
                                        <p:cTn id="7"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49">
            <a:extLst>
              <a:ext uri="{FF2B5EF4-FFF2-40B4-BE49-F238E27FC236}">
                <a16:creationId xmlns:a16="http://schemas.microsoft.com/office/drawing/2014/main" id="{D0AC18E0-01E1-408B-B048-D310D38E80C6}"/>
              </a:ext>
            </a:extLst>
          </p:cNvPr>
          <p:cNvGrpSpPr>
            <a:grpSpLocks/>
          </p:cNvGrpSpPr>
          <p:nvPr/>
        </p:nvGrpSpPr>
        <p:grpSpPr bwMode="auto">
          <a:xfrm>
            <a:off x="304800" y="1295400"/>
            <a:ext cx="4191000" cy="4648200"/>
            <a:chOff x="762000" y="1447800"/>
            <a:chExt cx="5486400" cy="4876800"/>
          </a:xfrm>
        </p:grpSpPr>
        <p:grpSp>
          <p:nvGrpSpPr>
            <p:cNvPr id="29716" name="Group 18">
              <a:extLst>
                <a:ext uri="{FF2B5EF4-FFF2-40B4-BE49-F238E27FC236}">
                  <a16:creationId xmlns:a16="http://schemas.microsoft.com/office/drawing/2014/main" id="{23F779A1-E39B-44F3-AF4D-95693560AC07}"/>
                </a:ext>
              </a:extLst>
            </p:cNvPr>
            <p:cNvGrpSpPr>
              <a:grpSpLocks/>
            </p:cNvGrpSpPr>
            <p:nvPr/>
          </p:nvGrpSpPr>
          <p:grpSpPr bwMode="auto">
            <a:xfrm>
              <a:off x="1336675" y="4495800"/>
              <a:ext cx="4779963" cy="1719263"/>
              <a:chOff x="1008" y="2880"/>
              <a:chExt cx="4416" cy="1147"/>
            </a:xfrm>
          </p:grpSpPr>
          <p:grpSp>
            <p:nvGrpSpPr>
              <p:cNvPr id="29753" name="Group 19">
                <a:extLst>
                  <a:ext uri="{FF2B5EF4-FFF2-40B4-BE49-F238E27FC236}">
                    <a16:creationId xmlns:a16="http://schemas.microsoft.com/office/drawing/2014/main" id="{0029059B-6FE3-4912-B7EB-3344749D47E5}"/>
                  </a:ext>
                </a:extLst>
              </p:cNvPr>
              <p:cNvGrpSpPr>
                <a:grpSpLocks/>
              </p:cNvGrpSpPr>
              <p:nvPr/>
            </p:nvGrpSpPr>
            <p:grpSpPr bwMode="auto">
              <a:xfrm>
                <a:off x="1008" y="2880"/>
                <a:ext cx="4416" cy="1147"/>
                <a:chOff x="1008" y="2880"/>
                <a:chExt cx="4416" cy="1147"/>
              </a:xfrm>
            </p:grpSpPr>
            <p:sp>
              <p:nvSpPr>
                <p:cNvPr id="29755" name="Rectangle 20">
                  <a:extLst>
                    <a:ext uri="{FF2B5EF4-FFF2-40B4-BE49-F238E27FC236}">
                      <a16:creationId xmlns:a16="http://schemas.microsoft.com/office/drawing/2014/main" id="{8F8106E5-C1B3-4195-BA34-3687880F11F2}"/>
                    </a:ext>
                  </a:extLst>
                </p:cNvPr>
                <p:cNvSpPr>
                  <a:spLocks noChangeArrowheads="1"/>
                </p:cNvSpPr>
                <p:nvPr/>
              </p:nvSpPr>
              <p:spPr bwMode="auto">
                <a:xfrm>
                  <a:off x="1008" y="3139"/>
                  <a:ext cx="4416" cy="888"/>
                </a:xfrm>
                <a:prstGeom prst="rect">
                  <a:avLst/>
                </a:prstGeom>
                <a:solidFill>
                  <a:srgbClr val="CCFFFF"/>
                </a:solidFill>
                <a:ln w="25400">
                  <a:solidFill>
                    <a:schemeClr val="tx1"/>
                  </a:solidFill>
                  <a:miter lim="800000"/>
                  <a:headEnd/>
                  <a:tailEnd/>
                </a:ln>
              </p:spPr>
              <p:txBody>
                <a:bodyPr wrap="none"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9756" name="Rectangle 21">
                  <a:extLst>
                    <a:ext uri="{FF2B5EF4-FFF2-40B4-BE49-F238E27FC236}">
                      <a16:creationId xmlns:a16="http://schemas.microsoft.com/office/drawing/2014/main" id="{E5188026-774B-4838-9050-A22AF8528127}"/>
                    </a:ext>
                  </a:extLst>
                </p:cNvPr>
                <p:cNvSpPr>
                  <a:spLocks noChangeArrowheads="1"/>
                </p:cNvSpPr>
                <p:nvPr/>
              </p:nvSpPr>
              <p:spPr bwMode="auto">
                <a:xfrm>
                  <a:off x="4278" y="3216"/>
                  <a:ext cx="986" cy="192"/>
                </a:xfrm>
                <a:prstGeom prst="rect">
                  <a:avLst/>
                </a:prstGeom>
                <a:solidFill>
                  <a:schemeClr val="bg1"/>
                </a:solidFill>
                <a:ln w="9525">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b="1">
                      <a:ea typeface="华文细黑" panose="02010600040101010101" pitchFamily="2" charset="-122"/>
                    </a:rPr>
                    <a:t>可信存储根</a:t>
                  </a:r>
                </a:p>
              </p:txBody>
            </p:sp>
            <p:sp>
              <p:nvSpPr>
                <p:cNvPr id="29757" name="Rectangle 22">
                  <a:extLst>
                    <a:ext uri="{FF2B5EF4-FFF2-40B4-BE49-F238E27FC236}">
                      <a16:creationId xmlns:a16="http://schemas.microsoft.com/office/drawing/2014/main" id="{4697A4E2-D50E-4216-8806-69ADE045E891}"/>
                    </a:ext>
                  </a:extLst>
                </p:cNvPr>
                <p:cNvSpPr>
                  <a:spLocks noChangeArrowheads="1"/>
                </p:cNvSpPr>
                <p:nvPr/>
              </p:nvSpPr>
              <p:spPr bwMode="auto">
                <a:xfrm>
                  <a:off x="3011" y="3216"/>
                  <a:ext cx="986" cy="192"/>
                </a:xfrm>
                <a:prstGeom prst="rect">
                  <a:avLst/>
                </a:prstGeom>
                <a:solidFill>
                  <a:schemeClr val="bg1"/>
                </a:solidFill>
                <a:ln w="9525">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b="1">
                      <a:ea typeface="华文细黑" panose="02010600040101010101" pitchFamily="2" charset="-122"/>
                    </a:rPr>
                    <a:t>可信报告根</a:t>
                  </a:r>
                </a:p>
              </p:txBody>
            </p:sp>
            <p:sp>
              <p:nvSpPr>
                <p:cNvPr id="29758" name="Rectangle 23">
                  <a:extLst>
                    <a:ext uri="{FF2B5EF4-FFF2-40B4-BE49-F238E27FC236}">
                      <a16:creationId xmlns:a16="http://schemas.microsoft.com/office/drawing/2014/main" id="{6FECFE06-28D9-426E-BAAC-80AC07300258}"/>
                    </a:ext>
                  </a:extLst>
                </p:cNvPr>
                <p:cNvSpPr>
                  <a:spLocks noChangeArrowheads="1"/>
                </p:cNvSpPr>
                <p:nvPr/>
              </p:nvSpPr>
              <p:spPr bwMode="auto">
                <a:xfrm>
                  <a:off x="1814" y="2880"/>
                  <a:ext cx="845" cy="528"/>
                </a:xfrm>
                <a:prstGeom prst="rect">
                  <a:avLst/>
                </a:prstGeom>
                <a:solidFill>
                  <a:schemeClr val="bg1"/>
                </a:solidFill>
                <a:ln w="9525">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b="1"/>
                    <a:t>可信度量根</a:t>
                  </a:r>
                </a:p>
              </p:txBody>
            </p:sp>
            <p:sp>
              <p:nvSpPr>
                <p:cNvPr id="29759" name="Rectangle 24">
                  <a:extLst>
                    <a:ext uri="{FF2B5EF4-FFF2-40B4-BE49-F238E27FC236}">
                      <a16:creationId xmlns:a16="http://schemas.microsoft.com/office/drawing/2014/main" id="{0063FC62-6115-4377-B4C3-FB41CDD10ACB}"/>
                    </a:ext>
                  </a:extLst>
                </p:cNvPr>
                <p:cNvSpPr>
                  <a:spLocks noChangeArrowheads="1"/>
                </p:cNvSpPr>
                <p:nvPr/>
              </p:nvSpPr>
              <p:spPr bwMode="auto">
                <a:xfrm>
                  <a:off x="1885" y="3237"/>
                  <a:ext cx="704" cy="148"/>
                </a:xfrm>
                <a:prstGeom prst="rect">
                  <a:avLst/>
                </a:prstGeom>
                <a:solidFill>
                  <a:srgbClr val="EAEAEA"/>
                </a:solidFill>
                <a:ln w="9525">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900" b="1"/>
                    <a:t>度量存储</a:t>
                  </a:r>
                </a:p>
              </p:txBody>
            </p:sp>
          </p:grpSp>
          <p:sp>
            <p:nvSpPr>
              <p:cNvPr id="29754" name="Text Box 25">
                <a:extLst>
                  <a:ext uri="{FF2B5EF4-FFF2-40B4-BE49-F238E27FC236}">
                    <a16:creationId xmlns:a16="http://schemas.microsoft.com/office/drawing/2014/main" id="{60DF0515-F3EC-4CEE-8E5F-11AC8D9E2085}"/>
                  </a:ext>
                </a:extLst>
              </p:cNvPr>
              <p:cNvSpPr txBox="1">
                <a:spLocks noChangeArrowheads="1"/>
              </p:cNvSpPr>
              <p:nvPr/>
            </p:nvSpPr>
            <p:spPr bwMode="auto">
              <a:xfrm>
                <a:off x="1104" y="3312"/>
                <a:ext cx="499"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000" b="1"/>
                  <a:t>可信密码模块</a:t>
                </a:r>
                <a:r>
                  <a:rPr lang="en-US" altLang="zh-CN" sz="1000" b="1"/>
                  <a:t>(TCM) </a:t>
                </a:r>
              </a:p>
            </p:txBody>
          </p:sp>
        </p:grpSp>
        <p:grpSp>
          <p:nvGrpSpPr>
            <p:cNvPr id="29717" name="组合 47">
              <a:extLst>
                <a:ext uri="{FF2B5EF4-FFF2-40B4-BE49-F238E27FC236}">
                  <a16:creationId xmlns:a16="http://schemas.microsoft.com/office/drawing/2014/main" id="{56E352F3-4899-45B0-B36B-FC173BA7E528}"/>
                </a:ext>
              </a:extLst>
            </p:cNvPr>
            <p:cNvGrpSpPr>
              <a:grpSpLocks/>
            </p:cNvGrpSpPr>
            <p:nvPr/>
          </p:nvGrpSpPr>
          <p:grpSpPr bwMode="auto">
            <a:xfrm>
              <a:off x="762000" y="1447800"/>
              <a:ext cx="5486400" cy="4876800"/>
              <a:chOff x="3276600" y="1447800"/>
              <a:chExt cx="5486400" cy="4876800"/>
            </a:xfrm>
          </p:grpSpPr>
          <p:grpSp>
            <p:nvGrpSpPr>
              <p:cNvPr id="29743" name="组合 46">
                <a:extLst>
                  <a:ext uri="{FF2B5EF4-FFF2-40B4-BE49-F238E27FC236}">
                    <a16:creationId xmlns:a16="http://schemas.microsoft.com/office/drawing/2014/main" id="{E059A11E-C62F-4F87-B128-054202FFF082}"/>
                  </a:ext>
                </a:extLst>
              </p:cNvPr>
              <p:cNvGrpSpPr>
                <a:grpSpLocks/>
              </p:cNvGrpSpPr>
              <p:nvPr/>
            </p:nvGrpSpPr>
            <p:grpSpPr bwMode="auto">
              <a:xfrm>
                <a:off x="3276600" y="1447800"/>
                <a:ext cx="5486400" cy="4876800"/>
                <a:chOff x="3276600" y="1447800"/>
                <a:chExt cx="5486400" cy="4876800"/>
              </a:xfrm>
            </p:grpSpPr>
            <p:sp>
              <p:nvSpPr>
                <p:cNvPr id="29745" name="AutoShape 40">
                  <a:extLst>
                    <a:ext uri="{FF2B5EF4-FFF2-40B4-BE49-F238E27FC236}">
                      <a16:creationId xmlns:a16="http://schemas.microsoft.com/office/drawing/2014/main" id="{B9A1CE1D-3363-418C-B162-73BA6E853944}"/>
                    </a:ext>
                  </a:extLst>
                </p:cNvPr>
                <p:cNvSpPr>
                  <a:spLocks noChangeArrowheads="1"/>
                </p:cNvSpPr>
                <p:nvPr/>
              </p:nvSpPr>
              <p:spPr bwMode="auto">
                <a:xfrm>
                  <a:off x="4735513" y="1806575"/>
                  <a:ext cx="363537" cy="647700"/>
                </a:xfrm>
                <a:prstGeom prst="upArrow">
                  <a:avLst>
                    <a:gd name="adj1" fmla="val 50000"/>
                    <a:gd name="adj2" fmla="val 32161"/>
                  </a:avLst>
                </a:prstGeom>
                <a:gradFill rotWithShape="0">
                  <a:gsLst>
                    <a:gs pos="0">
                      <a:srgbClr val="765E00"/>
                    </a:gs>
                    <a:gs pos="50000">
                      <a:srgbClr val="FFCC00"/>
                    </a:gs>
                    <a:gs pos="100000">
                      <a:srgbClr val="765E00"/>
                    </a:gs>
                  </a:gsLst>
                  <a:lin ang="0" scaled="1"/>
                </a:gradFill>
                <a:ln w="9525">
                  <a:solidFill>
                    <a:schemeClr val="tx1"/>
                  </a:solidFill>
                  <a:miter lim="800000"/>
                  <a:headEnd/>
                  <a:tailEnd/>
                </a:ln>
              </p:spPr>
              <p:txBody>
                <a:bodyPr vert="eaVert"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9746" name="AutoShape 41">
                  <a:extLst>
                    <a:ext uri="{FF2B5EF4-FFF2-40B4-BE49-F238E27FC236}">
                      <a16:creationId xmlns:a16="http://schemas.microsoft.com/office/drawing/2014/main" id="{811C09AA-1813-4697-B50B-992C2ADC5239}"/>
                    </a:ext>
                  </a:extLst>
                </p:cNvPr>
                <p:cNvSpPr>
                  <a:spLocks noChangeArrowheads="1"/>
                </p:cNvSpPr>
                <p:nvPr/>
              </p:nvSpPr>
              <p:spPr bwMode="auto">
                <a:xfrm>
                  <a:off x="6345238" y="1806575"/>
                  <a:ext cx="363537" cy="647700"/>
                </a:xfrm>
                <a:prstGeom prst="upArrow">
                  <a:avLst>
                    <a:gd name="adj1" fmla="val 50000"/>
                    <a:gd name="adj2" fmla="val 32161"/>
                  </a:avLst>
                </a:prstGeom>
                <a:gradFill rotWithShape="0">
                  <a:gsLst>
                    <a:gs pos="0">
                      <a:srgbClr val="765E00"/>
                    </a:gs>
                    <a:gs pos="50000">
                      <a:srgbClr val="FFCC00"/>
                    </a:gs>
                    <a:gs pos="100000">
                      <a:srgbClr val="765E00"/>
                    </a:gs>
                  </a:gsLst>
                  <a:lin ang="0" scaled="1"/>
                </a:gradFill>
                <a:ln w="9525">
                  <a:solidFill>
                    <a:schemeClr val="tx1"/>
                  </a:solidFill>
                  <a:miter lim="800000"/>
                  <a:headEnd/>
                  <a:tailEnd/>
                </a:ln>
              </p:spPr>
              <p:txBody>
                <a:bodyPr vert="eaVert"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9747" name="AutoShape 42">
                  <a:extLst>
                    <a:ext uri="{FF2B5EF4-FFF2-40B4-BE49-F238E27FC236}">
                      <a16:creationId xmlns:a16="http://schemas.microsoft.com/office/drawing/2014/main" id="{D9B8C787-DEA9-405C-97E8-FB60831231AC}"/>
                    </a:ext>
                  </a:extLst>
                </p:cNvPr>
                <p:cNvSpPr>
                  <a:spLocks noChangeArrowheads="1"/>
                </p:cNvSpPr>
                <p:nvPr/>
              </p:nvSpPr>
              <p:spPr bwMode="auto">
                <a:xfrm>
                  <a:off x="7748588" y="1806575"/>
                  <a:ext cx="363537" cy="647700"/>
                </a:xfrm>
                <a:prstGeom prst="upArrow">
                  <a:avLst>
                    <a:gd name="adj1" fmla="val 50000"/>
                    <a:gd name="adj2" fmla="val 32161"/>
                  </a:avLst>
                </a:prstGeom>
                <a:gradFill rotWithShape="0">
                  <a:gsLst>
                    <a:gs pos="0">
                      <a:srgbClr val="765E00"/>
                    </a:gs>
                    <a:gs pos="50000">
                      <a:srgbClr val="FFCC00"/>
                    </a:gs>
                    <a:gs pos="100000">
                      <a:srgbClr val="765E00"/>
                    </a:gs>
                  </a:gsLst>
                  <a:lin ang="0" scaled="1"/>
                </a:gradFill>
                <a:ln w="9525">
                  <a:solidFill>
                    <a:schemeClr val="tx1"/>
                  </a:solidFill>
                  <a:miter lim="800000"/>
                  <a:headEnd/>
                  <a:tailEnd/>
                </a:ln>
              </p:spPr>
              <p:txBody>
                <a:bodyPr vert="eaVert"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9748" name="Rectangle 43">
                  <a:extLst>
                    <a:ext uri="{FF2B5EF4-FFF2-40B4-BE49-F238E27FC236}">
                      <a16:creationId xmlns:a16="http://schemas.microsoft.com/office/drawing/2014/main" id="{C5F5DC80-EF4C-4CDA-B828-FF93DD2BE345}"/>
                    </a:ext>
                  </a:extLst>
                </p:cNvPr>
                <p:cNvSpPr>
                  <a:spLocks noChangeArrowheads="1"/>
                </p:cNvSpPr>
                <p:nvPr/>
              </p:nvSpPr>
              <p:spPr bwMode="auto">
                <a:xfrm>
                  <a:off x="4083050" y="1997075"/>
                  <a:ext cx="1708150" cy="325438"/>
                </a:xfrm>
                <a:prstGeom prst="rect">
                  <a:avLst/>
                </a:prstGeom>
                <a:solidFill>
                  <a:schemeClr val="bg1"/>
                </a:solidFill>
                <a:ln w="19050">
                  <a:solidFill>
                    <a:srgbClr val="0000FF"/>
                  </a:solidFill>
                  <a:prstDash val="dash"/>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b="1">
                      <a:ea typeface="华文细黑" panose="02010600040101010101" pitchFamily="2" charset="-122"/>
                    </a:rPr>
                    <a:t>平台完整性度量与报告</a:t>
                  </a:r>
                </a:p>
              </p:txBody>
            </p:sp>
            <p:sp>
              <p:nvSpPr>
                <p:cNvPr id="29749" name="Rectangle 44">
                  <a:extLst>
                    <a:ext uri="{FF2B5EF4-FFF2-40B4-BE49-F238E27FC236}">
                      <a16:creationId xmlns:a16="http://schemas.microsoft.com/office/drawing/2014/main" id="{F2532321-B091-4A94-8C6C-80C829E6EF8D}"/>
                    </a:ext>
                  </a:extLst>
                </p:cNvPr>
                <p:cNvSpPr>
                  <a:spLocks noChangeArrowheads="1"/>
                </p:cNvSpPr>
                <p:nvPr/>
              </p:nvSpPr>
              <p:spPr bwMode="auto">
                <a:xfrm>
                  <a:off x="5929313" y="2022475"/>
                  <a:ext cx="1233487" cy="325438"/>
                </a:xfrm>
                <a:prstGeom prst="rect">
                  <a:avLst/>
                </a:prstGeom>
                <a:solidFill>
                  <a:schemeClr val="bg1"/>
                </a:solidFill>
                <a:ln w="19050">
                  <a:solidFill>
                    <a:srgbClr val="0000FF"/>
                  </a:solidFill>
                  <a:prstDash val="dash"/>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b="1">
                      <a:ea typeface="华文细黑" panose="02010600040101010101" pitchFamily="2" charset="-122"/>
                    </a:rPr>
                    <a:t>平台身份可信</a:t>
                  </a:r>
                </a:p>
              </p:txBody>
            </p:sp>
            <p:sp>
              <p:nvSpPr>
                <p:cNvPr id="29750" name="Rectangle 45">
                  <a:extLst>
                    <a:ext uri="{FF2B5EF4-FFF2-40B4-BE49-F238E27FC236}">
                      <a16:creationId xmlns:a16="http://schemas.microsoft.com/office/drawing/2014/main" id="{310557B6-3039-4206-946E-1F3C46FDB9F2}"/>
                    </a:ext>
                  </a:extLst>
                </p:cNvPr>
                <p:cNvSpPr>
                  <a:spLocks noChangeArrowheads="1"/>
                </p:cNvSpPr>
                <p:nvPr/>
              </p:nvSpPr>
              <p:spPr bwMode="auto">
                <a:xfrm>
                  <a:off x="7385050" y="2022475"/>
                  <a:ext cx="1143000" cy="325438"/>
                </a:xfrm>
                <a:prstGeom prst="rect">
                  <a:avLst/>
                </a:prstGeom>
                <a:solidFill>
                  <a:schemeClr val="bg1"/>
                </a:solidFill>
                <a:ln w="19050">
                  <a:solidFill>
                    <a:srgbClr val="0000FF"/>
                  </a:solidFill>
                  <a:prstDash val="dash"/>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b="1">
                      <a:ea typeface="华文细黑" panose="02010600040101010101" pitchFamily="2" charset="-122"/>
                    </a:rPr>
                    <a:t>数据安全保护</a:t>
                  </a:r>
                </a:p>
              </p:txBody>
            </p:sp>
            <p:sp>
              <p:nvSpPr>
                <p:cNvPr id="29751" name="Rectangle 46">
                  <a:extLst>
                    <a:ext uri="{FF2B5EF4-FFF2-40B4-BE49-F238E27FC236}">
                      <a16:creationId xmlns:a16="http://schemas.microsoft.com/office/drawing/2014/main" id="{48C978B6-38E8-4949-9B51-000BF1AB27CE}"/>
                    </a:ext>
                  </a:extLst>
                </p:cNvPr>
                <p:cNvSpPr>
                  <a:spLocks noChangeArrowheads="1"/>
                </p:cNvSpPr>
                <p:nvPr/>
              </p:nvSpPr>
              <p:spPr bwMode="auto">
                <a:xfrm>
                  <a:off x="3657600" y="1524000"/>
                  <a:ext cx="5029200" cy="282575"/>
                </a:xfrm>
                <a:prstGeom prst="rect">
                  <a:avLst/>
                </a:prstGeom>
                <a:solidFill>
                  <a:schemeClr val="bg1"/>
                </a:solidFill>
                <a:ln w="9525">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b="1">
                      <a:ea typeface="华文细黑" panose="02010600040101010101" pitchFamily="2" charset="-122"/>
                    </a:rPr>
                    <a:t>安全应用</a:t>
                  </a:r>
                </a:p>
              </p:txBody>
            </p:sp>
            <p:sp>
              <p:nvSpPr>
                <p:cNvPr id="29752" name="Rectangle 47">
                  <a:extLst>
                    <a:ext uri="{FF2B5EF4-FFF2-40B4-BE49-F238E27FC236}">
                      <a16:creationId xmlns:a16="http://schemas.microsoft.com/office/drawing/2014/main" id="{1588EEE5-EF9A-4FE8-BD3E-E84192B15C4B}"/>
                    </a:ext>
                  </a:extLst>
                </p:cNvPr>
                <p:cNvSpPr>
                  <a:spLocks noChangeArrowheads="1"/>
                </p:cNvSpPr>
                <p:nvPr/>
              </p:nvSpPr>
              <p:spPr bwMode="auto">
                <a:xfrm>
                  <a:off x="3276600" y="1447800"/>
                  <a:ext cx="5486400" cy="4876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29744" name="Text Box 48">
                <a:extLst>
                  <a:ext uri="{FF2B5EF4-FFF2-40B4-BE49-F238E27FC236}">
                    <a16:creationId xmlns:a16="http://schemas.microsoft.com/office/drawing/2014/main" id="{63B46928-27F0-4B16-8C26-DC0C3962B8C1}"/>
                  </a:ext>
                </a:extLst>
              </p:cNvPr>
              <p:cNvSpPr txBox="1">
                <a:spLocks noChangeArrowheads="1"/>
              </p:cNvSpPr>
              <p:nvPr/>
            </p:nvSpPr>
            <p:spPr bwMode="auto">
              <a:xfrm>
                <a:off x="3352800" y="1795463"/>
                <a:ext cx="207963"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t>计算机系统</a:t>
                </a:r>
              </a:p>
            </p:txBody>
          </p:sp>
        </p:grpSp>
        <p:grpSp>
          <p:nvGrpSpPr>
            <p:cNvPr id="29718" name="组合 48">
              <a:extLst>
                <a:ext uri="{FF2B5EF4-FFF2-40B4-BE49-F238E27FC236}">
                  <a16:creationId xmlns:a16="http://schemas.microsoft.com/office/drawing/2014/main" id="{FAE76119-5BB9-4F28-87D8-CAD3B7BF6D86}"/>
                </a:ext>
              </a:extLst>
            </p:cNvPr>
            <p:cNvGrpSpPr>
              <a:grpSpLocks/>
            </p:cNvGrpSpPr>
            <p:nvPr/>
          </p:nvGrpSpPr>
          <p:grpSpPr bwMode="auto">
            <a:xfrm>
              <a:off x="1143000" y="2436812"/>
              <a:ext cx="5029200" cy="3811588"/>
              <a:chOff x="3657600" y="2436812"/>
              <a:chExt cx="5029200" cy="3811588"/>
            </a:xfrm>
          </p:grpSpPr>
          <p:sp>
            <p:nvSpPr>
              <p:cNvPr id="29725" name="Rectangle 49">
                <a:extLst>
                  <a:ext uri="{FF2B5EF4-FFF2-40B4-BE49-F238E27FC236}">
                    <a16:creationId xmlns:a16="http://schemas.microsoft.com/office/drawing/2014/main" id="{1FDC8316-2064-44D1-96ED-E373AAF09AAD}"/>
                  </a:ext>
                </a:extLst>
              </p:cNvPr>
              <p:cNvSpPr>
                <a:spLocks noChangeArrowheads="1"/>
              </p:cNvSpPr>
              <p:nvPr/>
            </p:nvSpPr>
            <p:spPr bwMode="auto">
              <a:xfrm>
                <a:off x="4800600" y="4529138"/>
                <a:ext cx="762000" cy="168275"/>
              </a:xfrm>
              <a:prstGeom prst="rect">
                <a:avLst/>
              </a:prstGeom>
              <a:solidFill>
                <a:srgbClr val="EAEAEA"/>
              </a:solidFill>
              <a:ln w="9525">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t>CRTM</a:t>
                </a:r>
              </a:p>
            </p:txBody>
          </p:sp>
          <p:grpSp>
            <p:nvGrpSpPr>
              <p:cNvPr id="29726" name="组合 45">
                <a:extLst>
                  <a:ext uri="{FF2B5EF4-FFF2-40B4-BE49-F238E27FC236}">
                    <a16:creationId xmlns:a16="http://schemas.microsoft.com/office/drawing/2014/main" id="{39BAFC89-2ECF-4BAE-A4DB-408560E4734A}"/>
                  </a:ext>
                </a:extLst>
              </p:cNvPr>
              <p:cNvGrpSpPr>
                <a:grpSpLocks/>
              </p:cNvGrpSpPr>
              <p:nvPr/>
            </p:nvGrpSpPr>
            <p:grpSpPr bwMode="auto">
              <a:xfrm>
                <a:off x="3657600" y="2436812"/>
                <a:ext cx="5029200" cy="3811588"/>
                <a:chOff x="3657600" y="2438400"/>
                <a:chExt cx="5029200" cy="3811588"/>
              </a:xfrm>
            </p:grpSpPr>
            <p:sp>
              <p:nvSpPr>
                <p:cNvPr id="29727" name="Rectangle 27">
                  <a:extLst>
                    <a:ext uri="{FF2B5EF4-FFF2-40B4-BE49-F238E27FC236}">
                      <a16:creationId xmlns:a16="http://schemas.microsoft.com/office/drawing/2014/main" id="{9257C779-8F62-4EB4-BF2B-B6AFC4D811E3}"/>
                    </a:ext>
                  </a:extLst>
                </p:cNvPr>
                <p:cNvSpPr>
                  <a:spLocks noChangeArrowheads="1"/>
                </p:cNvSpPr>
                <p:nvPr/>
              </p:nvSpPr>
              <p:spPr bwMode="auto">
                <a:xfrm>
                  <a:off x="3851275" y="2506663"/>
                  <a:ext cx="4779963" cy="1150937"/>
                </a:xfrm>
                <a:prstGeom prst="rect">
                  <a:avLst/>
                </a:prstGeom>
                <a:solidFill>
                  <a:srgbClr val="FFCC99"/>
                </a:solidFill>
                <a:ln w="25400">
                  <a:solidFill>
                    <a:schemeClr val="tx1"/>
                  </a:solidFill>
                  <a:miter lim="800000"/>
                  <a:headEnd/>
                  <a:tailEnd/>
                </a:ln>
              </p:spPr>
              <p:txBody>
                <a:bodyPr wrap="none"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9728" name="Text Box 28">
                  <a:extLst>
                    <a:ext uri="{FF2B5EF4-FFF2-40B4-BE49-F238E27FC236}">
                      <a16:creationId xmlns:a16="http://schemas.microsoft.com/office/drawing/2014/main" id="{BC263E11-B419-41F8-8DDA-8E56D41AC20D}"/>
                    </a:ext>
                  </a:extLst>
                </p:cNvPr>
                <p:cNvSpPr txBox="1">
                  <a:spLocks noChangeArrowheads="1"/>
                </p:cNvSpPr>
                <p:nvPr/>
              </p:nvSpPr>
              <p:spPr bwMode="auto">
                <a:xfrm>
                  <a:off x="3903663" y="2730500"/>
                  <a:ext cx="592137" cy="483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b="1">
                      <a:ea typeface="华文细黑" panose="02010600040101010101" pitchFamily="2" charset="-122"/>
                    </a:rPr>
                    <a:t>TCM</a:t>
                  </a:r>
                  <a:r>
                    <a:rPr lang="zh-CN" altLang="en-US" sz="1000" b="1">
                      <a:ea typeface="华文细黑" panose="02010600040101010101" pitchFamily="2" charset="-122"/>
                    </a:rPr>
                    <a:t>服务模块</a:t>
                  </a:r>
                  <a:r>
                    <a:rPr lang="en-US" altLang="zh-CN" sz="1000" b="1">
                      <a:ea typeface="华文细黑" panose="02010600040101010101" pitchFamily="2" charset="-122"/>
                    </a:rPr>
                    <a:t>(TSM) </a:t>
                  </a:r>
                </a:p>
              </p:txBody>
            </p:sp>
            <p:sp>
              <p:nvSpPr>
                <p:cNvPr id="29729" name="Rectangle 29">
                  <a:extLst>
                    <a:ext uri="{FF2B5EF4-FFF2-40B4-BE49-F238E27FC236}">
                      <a16:creationId xmlns:a16="http://schemas.microsoft.com/office/drawing/2014/main" id="{7F02701A-D3FD-472E-A501-B7DFCE8240CB}"/>
                    </a:ext>
                  </a:extLst>
                </p:cNvPr>
                <p:cNvSpPr>
                  <a:spLocks noChangeArrowheads="1"/>
                </p:cNvSpPr>
                <p:nvPr/>
              </p:nvSpPr>
              <p:spPr bwMode="auto">
                <a:xfrm>
                  <a:off x="3657600" y="2438400"/>
                  <a:ext cx="5029200" cy="38115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9730" name="Rectangle 30">
                  <a:extLst>
                    <a:ext uri="{FF2B5EF4-FFF2-40B4-BE49-F238E27FC236}">
                      <a16:creationId xmlns:a16="http://schemas.microsoft.com/office/drawing/2014/main" id="{8706EAC9-B182-4027-822B-DABF8D857B0A}"/>
                    </a:ext>
                  </a:extLst>
                </p:cNvPr>
                <p:cNvSpPr>
                  <a:spLocks noChangeArrowheads="1"/>
                </p:cNvSpPr>
                <p:nvPr/>
              </p:nvSpPr>
              <p:spPr bwMode="auto">
                <a:xfrm>
                  <a:off x="4724400" y="4267200"/>
                  <a:ext cx="914400" cy="503238"/>
                </a:xfrm>
                <a:prstGeom prst="rect">
                  <a:avLst/>
                </a:prstGeom>
                <a:noFill/>
                <a:ln w="19050">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lIns="18000" rIns="1800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b="1"/>
                    <a:t>BIOS</a:t>
                  </a:r>
                </a:p>
              </p:txBody>
            </p:sp>
            <p:sp>
              <p:nvSpPr>
                <p:cNvPr id="29731" name="Rectangle 31">
                  <a:extLst>
                    <a:ext uri="{FF2B5EF4-FFF2-40B4-BE49-F238E27FC236}">
                      <a16:creationId xmlns:a16="http://schemas.microsoft.com/office/drawing/2014/main" id="{C4942611-C817-4277-A352-1F7E9738FA02}"/>
                    </a:ext>
                  </a:extLst>
                </p:cNvPr>
                <p:cNvSpPr>
                  <a:spLocks noChangeArrowheads="1"/>
                </p:cNvSpPr>
                <p:nvPr/>
              </p:nvSpPr>
              <p:spPr bwMode="auto">
                <a:xfrm>
                  <a:off x="4724400" y="3881438"/>
                  <a:ext cx="946150" cy="288925"/>
                </a:xfrm>
                <a:prstGeom prst="rect">
                  <a:avLst/>
                </a:prstGeom>
                <a:solidFill>
                  <a:srgbClr val="FFFFCC"/>
                </a:solidFill>
                <a:ln w="9525">
                  <a:solidFill>
                    <a:schemeClr val="tx1"/>
                  </a:solidFill>
                  <a:prstDash val="dash"/>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b="1"/>
                    <a:t>操作系统</a:t>
                  </a:r>
                </a:p>
              </p:txBody>
            </p:sp>
            <p:sp>
              <p:nvSpPr>
                <p:cNvPr id="29732" name="Rectangle 32">
                  <a:extLst>
                    <a:ext uri="{FF2B5EF4-FFF2-40B4-BE49-F238E27FC236}">
                      <a16:creationId xmlns:a16="http://schemas.microsoft.com/office/drawing/2014/main" id="{33BC0813-6F96-41B9-97F5-5E4B4E342B83}"/>
                    </a:ext>
                  </a:extLst>
                </p:cNvPr>
                <p:cNvSpPr>
                  <a:spLocks noChangeArrowheads="1"/>
                </p:cNvSpPr>
                <p:nvPr/>
              </p:nvSpPr>
              <p:spPr bwMode="auto">
                <a:xfrm>
                  <a:off x="4724400" y="2847975"/>
                  <a:ext cx="990600" cy="539750"/>
                </a:xfrm>
                <a:prstGeom prst="rect">
                  <a:avLst/>
                </a:prstGeom>
                <a:solidFill>
                  <a:srgbClr val="FFFFFF"/>
                </a:solidFill>
                <a:ln w="9525">
                  <a:solidFill>
                    <a:schemeClr val="tx1"/>
                  </a:solidFill>
                  <a:miter lim="800000"/>
                  <a:headEnd/>
                  <a:tailEnd/>
                </a:ln>
              </p:spPr>
              <p:txBody>
                <a:bodyPr lIns="54000" rIns="540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b="1">
                      <a:ea typeface="华文细黑" panose="02010600040101010101" pitchFamily="2" charset="-122"/>
                    </a:rPr>
                    <a:t>运行时平台</a:t>
                  </a:r>
                </a:p>
                <a:p>
                  <a:pPr algn="ctr" eaLnBrk="1" hangingPunct="1"/>
                  <a:r>
                    <a:rPr lang="zh-CN" altLang="en-US" sz="1000" b="1">
                      <a:ea typeface="华文细黑" panose="02010600040101010101" pitchFamily="2" charset="-122"/>
                    </a:rPr>
                    <a:t>防护</a:t>
                  </a:r>
                </a:p>
              </p:txBody>
            </p:sp>
            <p:sp>
              <p:nvSpPr>
                <p:cNvPr id="29733" name="Rectangle 33">
                  <a:extLst>
                    <a:ext uri="{FF2B5EF4-FFF2-40B4-BE49-F238E27FC236}">
                      <a16:creationId xmlns:a16="http://schemas.microsoft.com/office/drawing/2014/main" id="{989F11ED-6D39-48F5-B1AD-8FC7A6763690}"/>
                    </a:ext>
                  </a:extLst>
                </p:cNvPr>
                <p:cNvSpPr>
                  <a:spLocks noChangeArrowheads="1"/>
                </p:cNvSpPr>
                <p:nvPr/>
              </p:nvSpPr>
              <p:spPr bwMode="auto">
                <a:xfrm>
                  <a:off x="6019800" y="3233738"/>
                  <a:ext cx="1066800" cy="327025"/>
                </a:xfrm>
                <a:prstGeom prst="rect">
                  <a:avLst/>
                </a:prstGeom>
                <a:solidFill>
                  <a:srgbClr val="FFFFFF"/>
                </a:solidFill>
                <a:ln w="9525">
                  <a:solidFill>
                    <a:schemeClr val="tx1"/>
                  </a:solidFill>
                  <a:miter lim="800000"/>
                  <a:headEnd/>
                  <a:tailEnd/>
                </a:ln>
              </p:spPr>
              <p:txBody>
                <a:bodyPr lIns="54000" rIns="540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b="1">
                      <a:ea typeface="华文细黑" panose="02010600040101010101" pitchFamily="2" charset="-122"/>
                    </a:rPr>
                    <a:t>身份证明</a:t>
                  </a:r>
                </a:p>
              </p:txBody>
            </p:sp>
            <p:sp>
              <p:nvSpPr>
                <p:cNvPr id="29734" name="Rectangle 34">
                  <a:extLst>
                    <a:ext uri="{FF2B5EF4-FFF2-40B4-BE49-F238E27FC236}">
                      <a16:creationId xmlns:a16="http://schemas.microsoft.com/office/drawing/2014/main" id="{F952670D-EB35-4706-9325-60BB6307AF3F}"/>
                    </a:ext>
                  </a:extLst>
                </p:cNvPr>
                <p:cNvSpPr>
                  <a:spLocks noChangeArrowheads="1"/>
                </p:cNvSpPr>
                <p:nvPr/>
              </p:nvSpPr>
              <p:spPr bwMode="auto">
                <a:xfrm>
                  <a:off x="6019800" y="2692400"/>
                  <a:ext cx="1066800" cy="325438"/>
                </a:xfrm>
                <a:prstGeom prst="rect">
                  <a:avLst/>
                </a:prstGeom>
                <a:solidFill>
                  <a:srgbClr val="FFFFFF"/>
                </a:solidFill>
                <a:ln w="9525">
                  <a:solidFill>
                    <a:schemeClr val="tx1"/>
                  </a:solidFill>
                  <a:miter lim="800000"/>
                  <a:headEnd/>
                  <a:tailEnd/>
                </a:ln>
              </p:spPr>
              <p:txBody>
                <a:bodyPr lIns="54000" rIns="540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b="1">
                      <a:ea typeface="华文细黑" panose="02010600040101010101" pitchFamily="2" charset="-122"/>
                    </a:rPr>
                    <a:t>完整性报告</a:t>
                  </a:r>
                </a:p>
              </p:txBody>
            </p:sp>
            <p:sp>
              <p:nvSpPr>
                <p:cNvPr id="29735" name="Rectangle 35">
                  <a:extLst>
                    <a:ext uri="{FF2B5EF4-FFF2-40B4-BE49-F238E27FC236}">
                      <a16:creationId xmlns:a16="http://schemas.microsoft.com/office/drawing/2014/main" id="{9357A9A7-F33F-4A89-991A-44128AC476A7}"/>
                    </a:ext>
                  </a:extLst>
                </p:cNvPr>
                <p:cNvSpPr>
                  <a:spLocks noChangeArrowheads="1"/>
                </p:cNvSpPr>
                <p:nvPr/>
              </p:nvSpPr>
              <p:spPr bwMode="auto">
                <a:xfrm>
                  <a:off x="7391400" y="3302000"/>
                  <a:ext cx="1066800" cy="252413"/>
                </a:xfrm>
                <a:prstGeom prst="rect">
                  <a:avLst/>
                </a:prstGeom>
                <a:solidFill>
                  <a:srgbClr val="FFFFFF"/>
                </a:solidFill>
                <a:ln w="9525">
                  <a:solidFill>
                    <a:schemeClr val="tx1"/>
                  </a:solidFill>
                  <a:miter lim="800000"/>
                  <a:headEnd/>
                  <a:tailEnd/>
                </a:ln>
              </p:spPr>
              <p:txBody>
                <a:bodyPr lIns="54000" rIns="540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b="1">
                      <a:ea typeface="华文细黑" panose="02010600040101010101" pitchFamily="2" charset="-122"/>
                    </a:rPr>
                    <a:t>密钥保护</a:t>
                  </a:r>
                </a:p>
              </p:txBody>
            </p:sp>
            <p:sp>
              <p:nvSpPr>
                <p:cNvPr id="29736" name="Rectangle 36">
                  <a:extLst>
                    <a:ext uri="{FF2B5EF4-FFF2-40B4-BE49-F238E27FC236}">
                      <a16:creationId xmlns:a16="http://schemas.microsoft.com/office/drawing/2014/main" id="{240BC3F9-2B78-45C5-957B-379A2A2821B8}"/>
                    </a:ext>
                  </a:extLst>
                </p:cNvPr>
                <p:cNvSpPr>
                  <a:spLocks noChangeArrowheads="1"/>
                </p:cNvSpPr>
                <p:nvPr/>
              </p:nvSpPr>
              <p:spPr bwMode="auto">
                <a:xfrm>
                  <a:off x="7391400" y="3024188"/>
                  <a:ext cx="1066800" cy="252412"/>
                </a:xfrm>
                <a:prstGeom prst="rect">
                  <a:avLst/>
                </a:prstGeom>
                <a:solidFill>
                  <a:srgbClr val="FFFFFF"/>
                </a:solidFill>
                <a:ln w="9525">
                  <a:solidFill>
                    <a:schemeClr val="tx1"/>
                  </a:solidFill>
                  <a:miter lim="800000"/>
                  <a:headEnd/>
                  <a:tailEnd/>
                </a:ln>
              </p:spPr>
              <p:txBody>
                <a:bodyPr lIns="0" r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b="1">
                      <a:ea typeface="华文细黑" panose="02010600040101010101" pitchFamily="2" charset="-122"/>
                    </a:rPr>
                    <a:t>平台数据安全</a:t>
                  </a:r>
                </a:p>
              </p:txBody>
            </p:sp>
            <p:sp>
              <p:nvSpPr>
                <p:cNvPr id="29737" name="Rectangle 37">
                  <a:extLst>
                    <a:ext uri="{FF2B5EF4-FFF2-40B4-BE49-F238E27FC236}">
                      <a16:creationId xmlns:a16="http://schemas.microsoft.com/office/drawing/2014/main" id="{741D454A-6C04-4750-AF81-CC0BFED64878}"/>
                    </a:ext>
                  </a:extLst>
                </p:cNvPr>
                <p:cNvSpPr>
                  <a:spLocks noChangeArrowheads="1"/>
                </p:cNvSpPr>
                <p:nvPr/>
              </p:nvSpPr>
              <p:spPr bwMode="auto">
                <a:xfrm>
                  <a:off x="7391400" y="2719388"/>
                  <a:ext cx="1066800" cy="252412"/>
                </a:xfrm>
                <a:prstGeom prst="rect">
                  <a:avLst/>
                </a:prstGeom>
                <a:solidFill>
                  <a:srgbClr val="FFFFFF"/>
                </a:solidFill>
                <a:ln w="9525">
                  <a:solidFill>
                    <a:schemeClr val="tx1"/>
                  </a:solidFill>
                  <a:miter lim="800000"/>
                  <a:headEnd/>
                  <a:tailEnd/>
                </a:ln>
              </p:spPr>
              <p:txBody>
                <a:bodyPr lIns="54000" rIns="540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b="1">
                      <a:ea typeface="华文细黑" panose="02010600040101010101" pitchFamily="2" charset="-122"/>
                    </a:rPr>
                    <a:t>密码学服务</a:t>
                  </a:r>
                  <a:endParaRPr lang="zh-CN" altLang="en-US" sz="1000" b="1"/>
                </a:p>
              </p:txBody>
            </p:sp>
            <p:sp>
              <p:nvSpPr>
                <p:cNvPr id="29738" name="Text Box 38">
                  <a:extLst>
                    <a:ext uri="{FF2B5EF4-FFF2-40B4-BE49-F238E27FC236}">
                      <a16:creationId xmlns:a16="http://schemas.microsoft.com/office/drawing/2014/main" id="{E8770457-A14D-45DD-9EBE-30C9946D8A07}"/>
                    </a:ext>
                  </a:extLst>
                </p:cNvPr>
                <p:cNvSpPr txBox="1">
                  <a:spLocks noChangeArrowheads="1"/>
                </p:cNvSpPr>
                <p:nvPr/>
              </p:nvSpPr>
              <p:spPr bwMode="auto">
                <a:xfrm>
                  <a:off x="4540250" y="3276600"/>
                  <a:ext cx="26035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000" b="1"/>
                    <a:t>信任链</a:t>
                  </a:r>
                </a:p>
              </p:txBody>
            </p:sp>
            <p:sp>
              <p:nvSpPr>
                <p:cNvPr id="29739" name="Text Box 39">
                  <a:extLst>
                    <a:ext uri="{FF2B5EF4-FFF2-40B4-BE49-F238E27FC236}">
                      <a16:creationId xmlns:a16="http://schemas.microsoft.com/office/drawing/2014/main" id="{8FA98255-5222-467D-935B-13A80E6C5827}"/>
                    </a:ext>
                  </a:extLst>
                </p:cNvPr>
                <p:cNvSpPr txBox="1">
                  <a:spLocks noChangeArrowheads="1"/>
                </p:cNvSpPr>
                <p:nvPr/>
              </p:nvSpPr>
              <p:spPr bwMode="auto">
                <a:xfrm>
                  <a:off x="3657600" y="3810000"/>
                  <a:ext cx="762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ea typeface="华文细黑" panose="02010600040101010101" pitchFamily="2" charset="-122"/>
                    </a:rPr>
                    <a:t>可信计算密码支撑平台</a:t>
                  </a:r>
                </a:p>
              </p:txBody>
            </p:sp>
            <p:sp>
              <p:nvSpPr>
                <p:cNvPr id="29740" name="Rectangle 50">
                  <a:extLst>
                    <a:ext uri="{FF2B5EF4-FFF2-40B4-BE49-F238E27FC236}">
                      <a16:creationId xmlns:a16="http://schemas.microsoft.com/office/drawing/2014/main" id="{30E2295B-4995-476C-8ED9-8D52F26CAFAF}"/>
                    </a:ext>
                  </a:extLst>
                </p:cNvPr>
                <p:cNvSpPr>
                  <a:spLocks noChangeArrowheads="1"/>
                </p:cNvSpPr>
                <p:nvPr/>
              </p:nvSpPr>
              <p:spPr bwMode="auto">
                <a:xfrm>
                  <a:off x="4527550" y="2586038"/>
                  <a:ext cx="1246188" cy="2735262"/>
                </a:xfrm>
                <a:prstGeom prst="rect">
                  <a:avLst/>
                </a:prstGeom>
                <a:noFill/>
                <a:ln w="12700">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9741" name="Rectangle 51">
                  <a:extLst>
                    <a:ext uri="{FF2B5EF4-FFF2-40B4-BE49-F238E27FC236}">
                      <a16:creationId xmlns:a16="http://schemas.microsoft.com/office/drawing/2014/main" id="{6AEA37C1-F517-471B-B22B-73A7BFC3BB15}"/>
                    </a:ext>
                  </a:extLst>
                </p:cNvPr>
                <p:cNvSpPr>
                  <a:spLocks noChangeArrowheads="1"/>
                </p:cNvSpPr>
                <p:nvPr/>
              </p:nvSpPr>
              <p:spPr bwMode="auto">
                <a:xfrm>
                  <a:off x="5943600" y="2586038"/>
                  <a:ext cx="1219200" cy="2735262"/>
                </a:xfrm>
                <a:prstGeom prst="rect">
                  <a:avLst/>
                </a:prstGeom>
                <a:noFill/>
                <a:ln w="12700">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9742" name="Rectangle 52">
                  <a:extLst>
                    <a:ext uri="{FF2B5EF4-FFF2-40B4-BE49-F238E27FC236}">
                      <a16:creationId xmlns:a16="http://schemas.microsoft.com/office/drawing/2014/main" id="{FAF8C693-A429-42D4-9C9F-3AB77C3D425E}"/>
                    </a:ext>
                  </a:extLst>
                </p:cNvPr>
                <p:cNvSpPr>
                  <a:spLocks noChangeArrowheads="1"/>
                </p:cNvSpPr>
                <p:nvPr/>
              </p:nvSpPr>
              <p:spPr bwMode="auto">
                <a:xfrm>
                  <a:off x="7315200" y="2590800"/>
                  <a:ext cx="1219200" cy="2730500"/>
                </a:xfrm>
                <a:prstGeom prst="rect">
                  <a:avLst/>
                </a:prstGeom>
                <a:noFill/>
                <a:ln w="12700">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grpSp>
          <p:nvGrpSpPr>
            <p:cNvPr id="29719" name="Group 53">
              <a:extLst>
                <a:ext uri="{FF2B5EF4-FFF2-40B4-BE49-F238E27FC236}">
                  <a16:creationId xmlns:a16="http://schemas.microsoft.com/office/drawing/2014/main" id="{3EE819DE-4D5B-4CD1-AFD3-EC8773100726}"/>
                </a:ext>
              </a:extLst>
            </p:cNvPr>
            <p:cNvGrpSpPr>
              <a:grpSpLocks/>
            </p:cNvGrpSpPr>
            <p:nvPr/>
          </p:nvGrpSpPr>
          <p:grpSpPr bwMode="auto">
            <a:xfrm>
              <a:off x="2012950" y="5465763"/>
              <a:ext cx="3948113" cy="636587"/>
              <a:chOff x="1440" y="3504"/>
              <a:chExt cx="3312" cy="425"/>
            </a:xfrm>
          </p:grpSpPr>
          <p:sp>
            <p:nvSpPr>
              <p:cNvPr id="29720" name="Rectangle 54">
                <a:extLst>
                  <a:ext uri="{FF2B5EF4-FFF2-40B4-BE49-F238E27FC236}">
                    <a16:creationId xmlns:a16="http://schemas.microsoft.com/office/drawing/2014/main" id="{D00CF643-B072-43E6-A05D-B3C0ECC95261}"/>
                  </a:ext>
                </a:extLst>
              </p:cNvPr>
              <p:cNvSpPr>
                <a:spLocks noChangeArrowheads="1"/>
              </p:cNvSpPr>
              <p:nvPr/>
            </p:nvSpPr>
            <p:spPr bwMode="auto">
              <a:xfrm>
                <a:off x="1440" y="3504"/>
                <a:ext cx="3312" cy="425"/>
              </a:xfrm>
              <a:prstGeom prst="rect">
                <a:avLst/>
              </a:prstGeom>
              <a:solidFill>
                <a:schemeClr val="bg1"/>
              </a:solidFill>
              <a:ln w="25400">
                <a:solidFill>
                  <a:srgbClr val="800080"/>
                </a:solidFill>
                <a:miter lim="800000"/>
                <a:headEnd/>
                <a:tailEnd/>
              </a:ln>
            </p:spPr>
            <p:txBody>
              <a:bodyPr wrap="none"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lnSpc>
                    <a:spcPct val="97000"/>
                  </a:lnSpc>
                </a:pPr>
                <a:r>
                  <a:rPr lang="en-US" altLang="zh-CN" sz="1400" b="1">
                    <a:solidFill>
                      <a:schemeClr val="accent2"/>
                    </a:solidFill>
                    <a:latin typeface="Times New Roman" panose="02020603050405020304" pitchFamily="18" charset="0"/>
                  </a:rPr>
                  <a:t>  </a:t>
                </a:r>
                <a:r>
                  <a:rPr lang="zh-CN" altLang="en-US" sz="1000" b="1">
                    <a:solidFill>
                      <a:srgbClr val="7030A0"/>
                    </a:solidFill>
                    <a:latin typeface="Times New Roman" panose="02020603050405020304" pitchFamily="18" charset="0"/>
                  </a:rPr>
                  <a:t>中国 密</a:t>
                </a:r>
              </a:p>
              <a:p>
                <a:pPr eaLnBrk="1" hangingPunct="1">
                  <a:lnSpc>
                    <a:spcPct val="97000"/>
                  </a:lnSpc>
                </a:pPr>
                <a:r>
                  <a:rPr lang="zh-CN" altLang="en-US" sz="1000" b="1">
                    <a:solidFill>
                      <a:srgbClr val="7030A0"/>
                    </a:solidFill>
                    <a:latin typeface="Times New Roman" panose="02020603050405020304" pitchFamily="18" charset="0"/>
                  </a:rPr>
                  <a:t>   码 算法 </a:t>
                </a:r>
              </a:p>
              <a:p>
                <a:pPr eaLnBrk="1" hangingPunct="1">
                  <a:lnSpc>
                    <a:spcPct val="97000"/>
                  </a:lnSpc>
                </a:pPr>
                <a:r>
                  <a:rPr lang="zh-CN" altLang="en-US" sz="1000" b="1">
                    <a:solidFill>
                      <a:srgbClr val="7030A0"/>
                    </a:solidFill>
                    <a:latin typeface="Times New Roman" panose="02020603050405020304" pitchFamily="18" charset="0"/>
                  </a:rPr>
                  <a:t>   引     擎</a:t>
                </a:r>
              </a:p>
            </p:txBody>
          </p:sp>
          <p:sp>
            <p:nvSpPr>
              <p:cNvPr id="29721" name="Rectangle 55">
                <a:extLst>
                  <a:ext uri="{FF2B5EF4-FFF2-40B4-BE49-F238E27FC236}">
                    <a16:creationId xmlns:a16="http://schemas.microsoft.com/office/drawing/2014/main" id="{7DEB0BDD-E416-41CD-8ED3-2BAA4419F6BC}"/>
                  </a:ext>
                </a:extLst>
              </p:cNvPr>
              <p:cNvSpPr>
                <a:spLocks noChangeArrowheads="1"/>
              </p:cNvSpPr>
              <p:nvPr/>
            </p:nvSpPr>
            <p:spPr bwMode="auto">
              <a:xfrm>
                <a:off x="2057" y="3552"/>
                <a:ext cx="785" cy="155"/>
              </a:xfrm>
              <a:prstGeom prst="rect">
                <a:avLst/>
              </a:prstGeom>
              <a:solidFill>
                <a:schemeClr val="bg1"/>
              </a:solidFill>
              <a:ln w="6350">
                <a:solidFill>
                  <a:schemeClr val="tx1"/>
                </a:solidFill>
                <a:miter lim="800000"/>
                <a:headEnd/>
                <a:tailEnd/>
              </a:ln>
            </p:spPr>
            <p:txBody>
              <a:bodyPr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lnSpc>
                    <a:spcPct val="97000"/>
                  </a:lnSpc>
                </a:pPr>
                <a:r>
                  <a:rPr lang="en-US" altLang="zh-CN" b="1">
                    <a:solidFill>
                      <a:srgbClr val="7030A0"/>
                    </a:solidFill>
                    <a:latin typeface="Times New Roman" panose="02020603050405020304" pitchFamily="18" charset="0"/>
                  </a:rPr>
                  <a:t>SM2(256</a:t>
                </a:r>
                <a:r>
                  <a:rPr lang="zh-CN" altLang="en-US" b="1">
                    <a:solidFill>
                      <a:srgbClr val="7030A0"/>
                    </a:solidFill>
                    <a:latin typeface="Times New Roman" panose="02020603050405020304" pitchFamily="18" charset="0"/>
                  </a:rPr>
                  <a:t>位</a:t>
                </a:r>
                <a:r>
                  <a:rPr lang="en-US" altLang="zh-CN" b="1">
                    <a:solidFill>
                      <a:srgbClr val="7030A0"/>
                    </a:solidFill>
                    <a:latin typeface="Times New Roman" panose="02020603050405020304" pitchFamily="18" charset="0"/>
                  </a:rPr>
                  <a:t>ECC)</a:t>
                </a:r>
              </a:p>
            </p:txBody>
          </p:sp>
          <p:sp>
            <p:nvSpPr>
              <p:cNvPr id="29722" name="Rectangle 56">
                <a:extLst>
                  <a:ext uri="{FF2B5EF4-FFF2-40B4-BE49-F238E27FC236}">
                    <a16:creationId xmlns:a16="http://schemas.microsoft.com/office/drawing/2014/main" id="{C5127493-1C2E-47BB-AD9C-64EC01A13E27}"/>
                  </a:ext>
                </a:extLst>
              </p:cNvPr>
              <p:cNvSpPr>
                <a:spLocks noChangeArrowheads="1"/>
              </p:cNvSpPr>
              <p:nvPr/>
            </p:nvSpPr>
            <p:spPr bwMode="auto">
              <a:xfrm>
                <a:off x="2884" y="3557"/>
                <a:ext cx="776" cy="150"/>
              </a:xfrm>
              <a:prstGeom prst="rect">
                <a:avLst/>
              </a:prstGeom>
              <a:solidFill>
                <a:schemeClr val="bg1"/>
              </a:solidFill>
              <a:ln w="6350">
                <a:solidFill>
                  <a:schemeClr val="tx1"/>
                </a:solidFill>
                <a:miter lim="800000"/>
                <a:headEnd/>
                <a:tailEnd/>
              </a:ln>
            </p:spPr>
            <p:txBody>
              <a:bodyPr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lnSpc>
                    <a:spcPct val="97000"/>
                  </a:lnSpc>
                </a:pPr>
                <a:r>
                  <a:rPr lang="en-US" altLang="zh-CN" b="1">
                    <a:solidFill>
                      <a:srgbClr val="7030A0"/>
                    </a:solidFill>
                    <a:latin typeface="Times New Roman" panose="02020603050405020304" pitchFamily="18" charset="0"/>
                  </a:rPr>
                  <a:t>SM3(256</a:t>
                </a:r>
                <a:r>
                  <a:rPr lang="zh-CN" altLang="en-US" b="1">
                    <a:solidFill>
                      <a:srgbClr val="7030A0"/>
                    </a:solidFill>
                    <a:latin typeface="Times New Roman" panose="02020603050405020304" pitchFamily="18" charset="0"/>
                  </a:rPr>
                  <a:t>位</a:t>
                </a:r>
                <a:r>
                  <a:rPr lang="en-US" altLang="zh-CN" b="1">
                    <a:solidFill>
                      <a:srgbClr val="7030A0"/>
                    </a:solidFill>
                    <a:latin typeface="Times New Roman" panose="02020603050405020304" pitchFamily="18" charset="0"/>
                  </a:rPr>
                  <a:t>Hash)</a:t>
                </a:r>
              </a:p>
            </p:txBody>
          </p:sp>
          <p:sp>
            <p:nvSpPr>
              <p:cNvPr id="29723" name="Rectangle 57">
                <a:extLst>
                  <a:ext uri="{FF2B5EF4-FFF2-40B4-BE49-F238E27FC236}">
                    <a16:creationId xmlns:a16="http://schemas.microsoft.com/office/drawing/2014/main" id="{0C4F5369-912E-4F51-8930-46D5EA2B8394}"/>
                  </a:ext>
                </a:extLst>
              </p:cNvPr>
              <p:cNvSpPr>
                <a:spLocks noChangeArrowheads="1"/>
              </p:cNvSpPr>
              <p:nvPr/>
            </p:nvSpPr>
            <p:spPr bwMode="auto">
              <a:xfrm>
                <a:off x="3715" y="3560"/>
                <a:ext cx="938" cy="172"/>
              </a:xfrm>
              <a:prstGeom prst="rect">
                <a:avLst/>
              </a:prstGeom>
              <a:solidFill>
                <a:schemeClr val="bg1"/>
              </a:solidFill>
              <a:ln w="6350">
                <a:solidFill>
                  <a:schemeClr val="tx1"/>
                </a:solidFill>
                <a:miter lim="800000"/>
                <a:headEnd/>
                <a:tailEnd/>
              </a:ln>
            </p:spPr>
            <p:txBody>
              <a:bodyPr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lnSpc>
                    <a:spcPct val="97000"/>
                  </a:lnSpc>
                </a:pPr>
                <a:r>
                  <a:rPr lang="en-US" altLang="zh-CN" b="1">
                    <a:solidFill>
                      <a:srgbClr val="7030A0"/>
                    </a:solidFill>
                    <a:latin typeface="Times New Roman" panose="02020603050405020304" pitchFamily="18" charset="0"/>
                  </a:rPr>
                  <a:t>SMS-4(128</a:t>
                </a:r>
                <a:r>
                  <a:rPr lang="zh-CN" altLang="en-US" b="1">
                    <a:solidFill>
                      <a:srgbClr val="7030A0"/>
                    </a:solidFill>
                    <a:latin typeface="Times New Roman" panose="02020603050405020304" pitchFamily="18" charset="0"/>
                  </a:rPr>
                  <a:t>位分组</a:t>
                </a:r>
                <a:r>
                  <a:rPr lang="en-US" altLang="zh-CN" b="1">
                    <a:solidFill>
                      <a:srgbClr val="7030A0"/>
                    </a:solidFill>
                    <a:latin typeface="Times New Roman" panose="02020603050405020304" pitchFamily="18" charset="0"/>
                  </a:rPr>
                  <a:t>)</a:t>
                </a:r>
              </a:p>
            </p:txBody>
          </p:sp>
          <p:sp>
            <p:nvSpPr>
              <p:cNvPr id="29724" name="Rectangle 58">
                <a:extLst>
                  <a:ext uri="{FF2B5EF4-FFF2-40B4-BE49-F238E27FC236}">
                    <a16:creationId xmlns:a16="http://schemas.microsoft.com/office/drawing/2014/main" id="{0A0F44C7-46C1-4E33-85BA-9DE953A6106D}"/>
                  </a:ext>
                </a:extLst>
              </p:cNvPr>
              <p:cNvSpPr>
                <a:spLocks noChangeArrowheads="1"/>
              </p:cNvSpPr>
              <p:nvPr/>
            </p:nvSpPr>
            <p:spPr bwMode="auto">
              <a:xfrm>
                <a:off x="2057" y="3770"/>
                <a:ext cx="2596" cy="118"/>
              </a:xfrm>
              <a:prstGeom prst="rect">
                <a:avLst/>
              </a:prstGeom>
              <a:solidFill>
                <a:schemeClr val="bg1"/>
              </a:solidFill>
              <a:ln w="6350">
                <a:solidFill>
                  <a:schemeClr val="tx1"/>
                </a:solidFill>
                <a:miter lim="800000"/>
                <a:headEnd/>
                <a:tailEnd/>
              </a:ln>
            </p:spPr>
            <p:txBody>
              <a:bodyPr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lnSpc>
                    <a:spcPct val="97000"/>
                  </a:lnSpc>
                </a:pPr>
                <a:r>
                  <a:rPr lang="en-US" altLang="zh-CN" b="1">
                    <a:solidFill>
                      <a:srgbClr val="7030A0"/>
                    </a:solidFill>
                    <a:latin typeface="Times New Roman" panose="02020603050405020304" pitchFamily="18" charset="0"/>
                  </a:rPr>
                  <a:t>RNG</a:t>
                </a:r>
              </a:p>
            </p:txBody>
          </p:sp>
        </p:grpSp>
      </p:grpSp>
      <p:sp>
        <p:nvSpPr>
          <p:cNvPr id="51" name="Rectangle 17">
            <a:extLst>
              <a:ext uri="{FF2B5EF4-FFF2-40B4-BE49-F238E27FC236}">
                <a16:creationId xmlns:a16="http://schemas.microsoft.com/office/drawing/2014/main" id="{F122C31C-BA05-41D5-A3AB-C685B3123E7B}"/>
              </a:ext>
            </a:extLst>
          </p:cNvPr>
          <p:cNvSpPr txBox="1">
            <a:spLocks noChangeArrowheads="1"/>
          </p:cNvSpPr>
          <p:nvPr/>
        </p:nvSpPr>
        <p:spPr>
          <a:xfrm>
            <a:off x="457200" y="457200"/>
            <a:ext cx="3962400" cy="639763"/>
          </a:xfrm>
          <a:prstGeom prst="rect">
            <a:avLst/>
          </a:prstGeom>
          <a:noFill/>
          <a:ln/>
        </p:spPr>
        <p:txBody>
          <a:bodyPr/>
          <a:lstStyle/>
          <a:p>
            <a:pPr>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自主可信计算平台架构</a:t>
            </a:r>
          </a:p>
        </p:txBody>
      </p:sp>
      <p:sp>
        <p:nvSpPr>
          <p:cNvPr id="29701" name="矩形 48">
            <a:extLst>
              <a:ext uri="{FF2B5EF4-FFF2-40B4-BE49-F238E27FC236}">
                <a16:creationId xmlns:a16="http://schemas.microsoft.com/office/drawing/2014/main" id="{4DFC0B1A-0652-4729-8590-24EB6A4566BD}"/>
              </a:ext>
            </a:extLst>
          </p:cNvPr>
          <p:cNvSpPr>
            <a:spLocks noChangeArrowheads="1"/>
          </p:cNvSpPr>
          <p:nvPr/>
        </p:nvSpPr>
        <p:spPr bwMode="auto">
          <a:xfrm>
            <a:off x="5029200" y="1466850"/>
            <a:ext cx="3505200" cy="4038600"/>
          </a:xfrm>
          <a:prstGeom prst="rect">
            <a:avLst/>
          </a:prstGeom>
          <a:solidFill>
            <a:srgbClr val="CCECFF"/>
          </a:solidFill>
          <a:ln w="12700">
            <a:solidFill>
              <a:srgbClr val="FFC000"/>
            </a:solidFill>
            <a:round/>
            <a:headEnd/>
            <a:tailEnd type="triangle" w="med" len="med"/>
          </a:ln>
        </p:spPr>
        <p:txBody>
          <a:bodyPr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55" name="立方体 54">
            <a:extLst>
              <a:ext uri="{FF2B5EF4-FFF2-40B4-BE49-F238E27FC236}">
                <a16:creationId xmlns:a16="http://schemas.microsoft.com/office/drawing/2014/main" id="{A6576483-53A7-4535-83E5-FADACDB695C3}"/>
              </a:ext>
            </a:extLst>
          </p:cNvPr>
          <p:cNvSpPr/>
          <p:nvPr/>
        </p:nvSpPr>
        <p:spPr bwMode="auto">
          <a:xfrm>
            <a:off x="5562600" y="4421188"/>
            <a:ext cx="2667000" cy="815975"/>
          </a:xfrm>
          <a:prstGeom prst="cube">
            <a:avLst>
              <a:gd name="adj" fmla="val 31447"/>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lin ang="0" scaled="1"/>
            <a:tileRect/>
          </a:gradFill>
          <a:ln w="9525">
            <a:solidFill>
              <a:srgbClr val="000066"/>
            </a:solidFill>
            <a:round/>
            <a:headEnd/>
            <a:tailEnd type="triangle" w="med" len="med"/>
          </a:ln>
          <a:effectLst/>
        </p:spPr>
        <p:txBody>
          <a:bodyPr anchor="ctr"/>
          <a:lstStyle/>
          <a:p>
            <a:pPr algn="ctr">
              <a:defRPr/>
            </a:pPr>
            <a:r>
              <a:rPr lang="zh-CN" altLang="en-US" sz="1200" b="1" dirty="0">
                <a:latin typeface="Arial" charset="0"/>
              </a:rPr>
              <a:t>可信密码模块</a:t>
            </a:r>
            <a:r>
              <a:rPr lang="en-US" altLang="zh-CN" sz="1200" b="1" dirty="0">
                <a:latin typeface="Arial" charset="0"/>
              </a:rPr>
              <a:t>TCM</a:t>
            </a:r>
            <a:endParaRPr lang="zh-CN" altLang="en-US" sz="1200" b="1" dirty="0">
              <a:latin typeface="Arial" charset="0"/>
            </a:endParaRPr>
          </a:p>
        </p:txBody>
      </p:sp>
      <p:sp>
        <p:nvSpPr>
          <p:cNvPr id="29703" name="立方体 50">
            <a:extLst>
              <a:ext uri="{FF2B5EF4-FFF2-40B4-BE49-F238E27FC236}">
                <a16:creationId xmlns:a16="http://schemas.microsoft.com/office/drawing/2014/main" id="{58BBD5C1-85EF-4180-89BE-050102E9E599}"/>
              </a:ext>
            </a:extLst>
          </p:cNvPr>
          <p:cNvSpPr>
            <a:spLocks noChangeArrowheads="1"/>
          </p:cNvSpPr>
          <p:nvPr/>
        </p:nvSpPr>
        <p:spPr bwMode="auto">
          <a:xfrm>
            <a:off x="5562600" y="4162425"/>
            <a:ext cx="1828800" cy="504825"/>
          </a:xfrm>
          <a:prstGeom prst="cube">
            <a:avLst>
              <a:gd name="adj" fmla="val 23037"/>
            </a:avLst>
          </a:prstGeom>
          <a:gradFill rotWithShape="1">
            <a:gsLst>
              <a:gs pos="0">
                <a:srgbClr val="FFFF80"/>
              </a:gs>
              <a:gs pos="50000">
                <a:srgbClr val="FFFFB3"/>
              </a:gs>
              <a:gs pos="100000">
                <a:srgbClr val="FFFFDA"/>
              </a:gs>
            </a:gsLst>
            <a:lin ang="18900000" scaled="1"/>
          </a:gradFill>
          <a:ln w="9525">
            <a:solidFill>
              <a:srgbClr val="000066"/>
            </a:solidFill>
            <a:round/>
            <a:headEnd/>
            <a:tailEnd type="triangle" w="med" len="med"/>
          </a:ln>
        </p:spPr>
        <p:txBody>
          <a:bodyPr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t>安全芯片驱动</a:t>
            </a:r>
          </a:p>
        </p:txBody>
      </p:sp>
      <p:sp>
        <p:nvSpPr>
          <p:cNvPr id="29704" name="立方体 51">
            <a:extLst>
              <a:ext uri="{FF2B5EF4-FFF2-40B4-BE49-F238E27FC236}">
                <a16:creationId xmlns:a16="http://schemas.microsoft.com/office/drawing/2014/main" id="{2E0D56E1-6CF8-4E97-AAC4-A56ECEC5D501}"/>
              </a:ext>
            </a:extLst>
          </p:cNvPr>
          <p:cNvSpPr>
            <a:spLocks noChangeArrowheads="1"/>
          </p:cNvSpPr>
          <p:nvPr/>
        </p:nvSpPr>
        <p:spPr bwMode="auto">
          <a:xfrm>
            <a:off x="5562600" y="3633788"/>
            <a:ext cx="1851025" cy="644525"/>
          </a:xfrm>
          <a:prstGeom prst="cube">
            <a:avLst>
              <a:gd name="adj" fmla="val 23037"/>
            </a:avLst>
          </a:prstGeom>
          <a:gradFill rotWithShape="1">
            <a:gsLst>
              <a:gs pos="0">
                <a:srgbClr val="E5FD91"/>
              </a:gs>
              <a:gs pos="50000">
                <a:srgbClr val="EDFCBD"/>
              </a:gs>
              <a:gs pos="100000">
                <a:srgbClr val="F6FDDF"/>
              </a:gs>
            </a:gsLst>
            <a:lin ang="0" scaled="1"/>
          </a:gradFill>
          <a:ln w="9525">
            <a:solidFill>
              <a:srgbClr val="000066"/>
            </a:solidFill>
            <a:round/>
            <a:headEnd/>
            <a:tailEnd type="triangle" w="med" len="med"/>
          </a:ln>
        </p:spPr>
        <p:txBody>
          <a:bodyPr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t>可信密码服务模块</a:t>
            </a:r>
            <a:r>
              <a:rPr lang="en-US" altLang="zh-CN" sz="1200" b="1"/>
              <a:t>TSM</a:t>
            </a:r>
            <a:endParaRPr lang="zh-CN" altLang="en-US" sz="1200" b="1"/>
          </a:p>
        </p:txBody>
      </p:sp>
      <p:cxnSp>
        <p:nvCxnSpPr>
          <p:cNvPr id="29705" name="直接连接符 52">
            <a:extLst>
              <a:ext uri="{FF2B5EF4-FFF2-40B4-BE49-F238E27FC236}">
                <a16:creationId xmlns:a16="http://schemas.microsoft.com/office/drawing/2014/main" id="{DC638560-4469-4D8C-9222-93FB74DF3A02}"/>
              </a:ext>
            </a:extLst>
          </p:cNvPr>
          <p:cNvCxnSpPr>
            <a:cxnSpLocks noChangeShapeType="1"/>
          </p:cNvCxnSpPr>
          <p:nvPr/>
        </p:nvCxnSpPr>
        <p:spPr bwMode="auto">
          <a:xfrm flipV="1">
            <a:off x="5638800" y="3200400"/>
            <a:ext cx="1514475" cy="14288"/>
          </a:xfrm>
          <a:prstGeom prst="line">
            <a:avLst/>
          </a:prstGeom>
          <a:noFill/>
          <a:ln w="31750" algn="ctr">
            <a:solidFill>
              <a:schemeClr val="tx1"/>
            </a:solidFill>
            <a:prstDash val="dash"/>
            <a:round/>
            <a:headEnd/>
            <a:tailEnd/>
          </a:ln>
          <a:extLst>
            <a:ext uri="{909E8E84-426E-40DD-AFC4-6F175D3DCCD1}">
              <a14:hiddenFill xmlns:a14="http://schemas.microsoft.com/office/drawing/2010/main">
                <a:noFill/>
              </a14:hiddenFill>
            </a:ext>
          </a:extLst>
        </p:spPr>
      </p:cxnSp>
      <p:sp>
        <p:nvSpPr>
          <p:cNvPr id="29706" name="上下箭头 53">
            <a:extLst>
              <a:ext uri="{FF2B5EF4-FFF2-40B4-BE49-F238E27FC236}">
                <a16:creationId xmlns:a16="http://schemas.microsoft.com/office/drawing/2014/main" id="{B87BB596-169E-4CC6-9FC2-9764F5D4622C}"/>
              </a:ext>
            </a:extLst>
          </p:cNvPr>
          <p:cNvSpPr>
            <a:spLocks noChangeArrowheads="1"/>
          </p:cNvSpPr>
          <p:nvPr/>
        </p:nvSpPr>
        <p:spPr bwMode="auto">
          <a:xfrm>
            <a:off x="6705600" y="2667000"/>
            <a:ext cx="193675" cy="908050"/>
          </a:xfrm>
          <a:prstGeom prst="upDownArrow">
            <a:avLst>
              <a:gd name="adj1" fmla="val 50000"/>
              <a:gd name="adj2" fmla="val 49772"/>
            </a:avLst>
          </a:prstGeom>
          <a:solidFill>
            <a:schemeClr val="bg1"/>
          </a:solidFill>
          <a:ln w="12700">
            <a:solidFill>
              <a:schemeClr val="tx1"/>
            </a:solidFill>
            <a:round/>
            <a:headEnd/>
            <a:tailEnd type="triangle" w="med" len="med"/>
          </a:ln>
        </p:spPr>
        <p:txBody>
          <a:bodyPr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29707" name="上下箭头 54">
            <a:extLst>
              <a:ext uri="{FF2B5EF4-FFF2-40B4-BE49-F238E27FC236}">
                <a16:creationId xmlns:a16="http://schemas.microsoft.com/office/drawing/2014/main" id="{90F39D26-CE1C-4FA5-B5E3-64826B71941E}"/>
              </a:ext>
            </a:extLst>
          </p:cNvPr>
          <p:cNvSpPr>
            <a:spLocks noChangeArrowheads="1"/>
          </p:cNvSpPr>
          <p:nvPr/>
        </p:nvSpPr>
        <p:spPr bwMode="auto">
          <a:xfrm>
            <a:off x="5867400" y="2667000"/>
            <a:ext cx="212725" cy="927100"/>
          </a:xfrm>
          <a:prstGeom prst="upDownArrow">
            <a:avLst>
              <a:gd name="adj1" fmla="val 50000"/>
              <a:gd name="adj2" fmla="val 49676"/>
            </a:avLst>
          </a:prstGeom>
          <a:solidFill>
            <a:schemeClr val="bg1"/>
          </a:solidFill>
          <a:ln w="12700">
            <a:solidFill>
              <a:schemeClr val="tx1"/>
            </a:solidFill>
            <a:round/>
            <a:headEnd/>
            <a:tailEnd type="triangle" w="med" len="med"/>
          </a:ln>
        </p:spPr>
        <p:txBody>
          <a:bodyPr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29708" name="立方体 55">
            <a:extLst>
              <a:ext uri="{FF2B5EF4-FFF2-40B4-BE49-F238E27FC236}">
                <a16:creationId xmlns:a16="http://schemas.microsoft.com/office/drawing/2014/main" id="{80D0054D-7804-4945-BFF0-7DC5D1DBE612}"/>
              </a:ext>
            </a:extLst>
          </p:cNvPr>
          <p:cNvSpPr>
            <a:spLocks noChangeArrowheads="1"/>
          </p:cNvSpPr>
          <p:nvPr/>
        </p:nvSpPr>
        <p:spPr bwMode="auto">
          <a:xfrm>
            <a:off x="5507038" y="1965325"/>
            <a:ext cx="1027112" cy="679450"/>
          </a:xfrm>
          <a:prstGeom prst="cube">
            <a:avLst>
              <a:gd name="adj" fmla="val 28500"/>
            </a:avLst>
          </a:prstGeom>
          <a:blipFill dpi="0" rotWithShape="1">
            <a:blip r:embed="rId2"/>
            <a:srcRect/>
            <a:tile tx="0" ty="0" sx="100000" sy="100000" flip="none" algn="tl"/>
          </a:blipFill>
          <a:ln w="9525">
            <a:solidFill>
              <a:srgbClr val="000066"/>
            </a:solidFill>
            <a:round/>
            <a:headEnd/>
            <a:tailEnd type="triangle" w="med" len="med"/>
          </a:ln>
        </p:spPr>
        <p:txBody>
          <a:bodyPr lIns="36000" rIns="360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a:t>TCM</a:t>
            </a:r>
            <a:r>
              <a:rPr lang="zh-CN" altLang="en-US" sz="1200" b="1"/>
              <a:t>配置管理</a:t>
            </a:r>
          </a:p>
        </p:txBody>
      </p:sp>
      <p:sp>
        <p:nvSpPr>
          <p:cNvPr id="29709" name="立方体 56">
            <a:extLst>
              <a:ext uri="{FF2B5EF4-FFF2-40B4-BE49-F238E27FC236}">
                <a16:creationId xmlns:a16="http://schemas.microsoft.com/office/drawing/2014/main" id="{C46EB2A1-9A2A-4426-BE71-3DB20C54BA7A}"/>
              </a:ext>
            </a:extLst>
          </p:cNvPr>
          <p:cNvSpPr>
            <a:spLocks noChangeArrowheads="1"/>
          </p:cNvSpPr>
          <p:nvPr/>
        </p:nvSpPr>
        <p:spPr bwMode="auto">
          <a:xfrm>
            <a:off x="6356350" y="1949450"/>
            <a:ext cx="1130300" cy="679450"/>
          </a:xfrm>
          <a:prstGeom prst="cube">
            <a:avLst>
              <a:gd name="adj" fmla="val 29491"/>
            </a:avLst>
          </a:prstGeom>
          <a:blipFill dpi="0" rotWithShape="1">
            <a:blip r:embed="rId3"/>
            <a:srcRect/>
            <a:tile tx="0" ty="0" sx="100000" sy="100000" flip="none" algn="tl"/>
          </a:blipFill>
          <a:ln w="9525">
            <a:solidFill>
              <a:srgbClr val="000066"/>
            </a:solidFill>
            <a:round/>
            <a:headEnd/>
            <a:tailEnd type="triangle" w="med" len="med"/>
          </a:ln>
        </p:spPr>
        <p:txBody>
          <a:bodyPr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a:t>TCM</a:t>
            </a:r>
            <a:r>
              <a:rPr lang="zh-CN" altLang="en-US" sz="1200" b="1"/>
              <a:t>应用</a:t>
            </a:r>
          </a:p>
        </p:txBody>
      </p:sp>
      <p:sp>
        <p:nvSpPr>
          <p:cNvPr id="29710" name="立方体 57">
            <a:extLst>
              <a:ext uri="{FF2B5EF4-FFF2-40B4-BE49-F238E27FC236}">
                <a16:creationId xmlns:a16="http://schemas.microsoft.com/office/drawing/2014/main" id="{C462D5DF-E2BF-409D-AD6E-F4D800A61E11}"/>
              </a:ext>
            </a:extLst>
          </p:cNvPr>
          <p:cNvSpPr>
            <a:spLocks noChangeArrowheads="1"/>
          </p:cNvSpPr>
          <p:nvPr/>
        </p:nvSpPr>
        <p:spPr bwMode="auto">
          <a:xfrm>
            <a:off x="7296150" y="1939925"/>
            <a:ext cx="862013" cy="2717800"/>
          </a:xfrm>
          <a:prstGeom prst="cube">
            <a:avLst>
              <a:gd name="adj" fmla="val 23819"/>
            </a:avLst>
          </a:prstGeom>
          <a:gradFill rotWithShape="1">
            <a:gsLst>
              <a:gs pos="0">
                <a:srgbClr val="80FFFF"/>
              </a:gs>
              <a:gs pos="50000">
                <a:srgbClr val="B3FFFF"/>
              </a:gs>
              <a:gs pos="100000">
                <a:srgbClr val="DAFFFF"/>
              </a:gs>
            </a:gsLst>
            <a:lin ang="0" scaled="1"/>
          </a:gradFill>
          <a:ln w="9525">
            <a:solidFill>
              <a:srgbClr val="000066"/>
            </a:solidFill>
            <a:round/>
            <a:headEnd/>
            <a:tailEnd type="triangle" w="med" len="med"/>
          </a:ln>
        </p:spPr>
        <p:txBody>
          <a:bodyPr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b="1"/>
              <a:t>信</a:t>
            </a:r>
            <a:endParaRPr lang="en-US" altLang="zh-CN" sz="1400" b="1"/>
          </a:p>
          <a:p>
            <a:pPr algn="ctr" eaLnBrk="1" hangingPunct="1"/>
            <a:r>
              <a:rPr lang="zh-CN" altLang="en-US" sz="1400" b="1"/>
              <a:t>任</a:t>
            </a:r>
            <a:endParaRPr lang="en-US" altLang="zh-CN" sz="1400" b="1"/>
          </a:p>
          <a:p>
            <a:pPr algn="ctr" eaLnBrk="1" hangingPunct="1"/>
            <a:r>
              <a:rPr lang="zh-CN" altLang="en-US" sz="1400" b="1"/>
              <a:t>链</a:t>
            </a:r>
          </a:p>
        </p:txBody>
      </p:sp>
      <p:sp>
        <p:nvSpPr>
          <p:cNvPr id="29711" name="圆角矩形 58">
            <a:extLst>
              <a:ext uri="{FF2B5EF4-FFF2-40B4-BE49-F238E27FC236}">
                <a16:creationId xmlns:a16="http://schemas.microsoft.com/office/drawing/2014/main" id="{827CA0AA-D85F-4045-B874-F6A9B1FB2E51}"/>
              </a:ext>
            </a:extLst>
          </p:cNvPr>
          <p:cNvSpPr>
            <a:spLocks noChangeArrowheads="1"/>
          </p:cNvSpPr>
          <p:nvPr/>
        </p:nvSpPr>
        <p:spPr bwMode="auto">
          <a:xfrm>
            <a:off x="5257800" y="3048000"/>
            <a:ext cx="457200" cy="350838"/>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round/>
                <a:headEnd/>
                <a:tailEnd type="triangle" w="med" len="med"/>
              </a14:hiddenLine>
            </a:ext>
          </a:extLst>
        </p:spPr>
        <p:txBody>
          <a:bodyPr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t>平台接口</a:t>
            </a:r>
          </a:p>
        </p:txBody>
      </p:sp>
      <p:sp>
        <p:nvSpPr>
          <p:cNvPr id="29712" name="圆角矩形 59">
            <a:extLst>
              <a:ext uri="{FF2B5EF4-FFF2-40B4-BE49-F238E27FC236}">
                <a16:creationId xmlns:a16="http://schemas.microsoft.com/office/drawing/2014/main" id="{6DB18259-3092-4A93-BA4C-360D58492272}"/>
              </a:ext>
            </a:extLst>
          </p:cNvPr>
          <p:cNvSpPr>
            <a:spLocks noChangeArrowheads="1"/>
          </p:cNvSpPr>
          <p:nvPr/>
        </p:nvSpPr>
        <p:spPr bwMode="auto">
          <a:xfrm>
            <a:off x="5105400" y="3810000"/>
            <a:ext cx="495300" cy="1101725"/>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round/>
                <a:headEnd/>
                <a:tailEnd type="triangle" w="med" len="med"/>
              </a14:hiddenLine>
            </a:ext>
          </a:extLst>
        </p:spPr>
        <p:txBody>
          <a:bodyPr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b="1">
                <a:solidFill>
                  <a:srgbClr val="002060"/>
                </a:solidFill>
              </a:rPr>
              <a:t>可信计算密码支撑平台</a:t>
            </a:r>
          </a:p>
        </p:txBody>
      </p:sp>
      <p:sp>
        <p:nvSpPr>
          <p:cNvPr id="29713" name="圆角矩形 60">
            <a:extLst>
              <a:ext uri="{FF2B5EF4-FFF2-40B4-BE49-F238E27FC236}">
                <a16:creationId xmlns:a16="http://schemas.microsoft.com/office/drawing/2014/main" id="{61DB590D-3101-4525-AB88-74FC3A0DFF32}"/>
              </a:ext>
            </a:extLst>
          </p:cNvPr>
          <p:cNvSpPr>
            <a:spLocks noChangeArrowheads="1"/>
          </p:cNvSpPr>
          <p:nvPr/>
        </p:nvSpPr>
        <p:spPr bwMode="auto">
          <a:xfrm>
            <a:off x="6018213" y="1466850"/>
            <a:ext cx="1657350" cy="352425"/>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round/>
                <a:headEnd/>
                <a:tailEnd type="triangle" w="med" len="med"/>
              </a14:hiddenLine>
            </a:ext>
          </a:extLst>
        </p:spPr>
        <p:txBody>
          <a:bodyPr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t>密码平台应用</a:t>
            </a:r>
          </a:p>
        </p:txBody>
      </p:sp>
      <p:sp>
        <p:nvSpPr>
          <p:cNvPr id="67" name="Rectangle 35">
            <a:extLst>
              <a:ext uri="{FF2B5EF4-FFF2-40B4-BE49-F238E27FC236}">
                <a16:creationId xmlns:a16="http://schemas.microsoft.com/office/drawing/2014/main" id="{32706F74-E9AF-4B06-8D0E-013716C539DC}"/>
              </a:ext>
            </a:extLst>
          </p:cNvPr>
          <p:cNvSpPr>
            <a:spLocks noChangeArrowheads="1"/>
          </p:cNvSpPr>
          <p:nvPr/>
        </p:nvSpPr>
        <p:spPr bwMode="auto">
          <a:xfrm>
            <a:off x="2057400" y="6019800"/>
            <a:ext cx="1052513"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236538" indent="-236538"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20000"/>
              </a:spcBef>
              <a:buClr>
                <a:srgbClr val="FF7C23"/>
              </a:buClr>
            </a:pPr>
            <a:r>
              <a:rPr lang="zh-CN" altLang="en-US" sz="1400" b="1">
                <a:latin typeface="华文琥珀" panose="02010800040101010101" pitchFamily="2" charset="-122"/>
                <a:ea typeface="华文琥珀" panose="02010800040101010101" pitchFamily="2" charset="-122"/>
              </a:rPr>
              <a:t>技术架构</a:t>
            </a:r>
            <a:endParaRPr lang="en-US" altLang="zh-CN" sz="1400" b="1">
              <a:latin typeface="华文琥珀" panose="02010800040101010101" pitchFamily="2" charset="-122"/>
              <a:ea typeface="华文琥珀" panose="02010800040101010101" pitchFamily="2" charset="-122"/>
            </a:endParaRPr>
          </a:p>
        </p:txBody>
      </p:sp>
      <p:sp>
        <p:nvSpPr>
          <p:cNvPr id="68" name="Rectangle 35">
            <a:extLst>
              <a:ext uri="{FF2B5EF4-FFF2-40B4-BE49-F238E27FC236}">
                <a16:creationId xmlns:a16="http://schemas.microsoft.com/office/drawing/2014/main" id="{00BA4C07-4387-4804-B43D-98F597DDE0DE}"/>
              </a:ext>
            </a:extLst>
          </p:cNvPr>
          <p:cNvSpPr>
            <a:spLocks noChangeArrowheads="1"/>
          </p:cNvSpPr>
          <p:nvPr/>
        </p:nvSpPr>
        <p:spPr bwMode="auto">
          <a:xfrm>
            <a:off x="6121400" y="5505450"/>
            <a:ext cx="10890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236538" indent="-236538"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20000"/>
              </a:spcBef>
              <a:buClr>
                <a:srgbClr val="FF7C23"/>
              </a:buClr>
            </a:pPr>
            <a:r>
              <a:rPr lang="zh-CN" altLang="en-US" sz="1400">
                <a:latin typeface="华文琥珀" panose="02010800040101010101" pitchFamily="2" charset="-122"/>
                <a:ea typeface="华文琥珀" panose="02010800040101010101" pitchFamily="2" charset="-122"/>
              </a:rPr>
              <a:t>产品架构</a:t>
            </a:r>
            <a:endParaRPr lang="en-US" altLang="zh-CN" sz="1400">
              <a:latin typeface="华文琥珀" panose="02010800040101010101" pitchFamily="2" charset="-122"/>
              <a:ea typeface="华文琥珀" panose="02010800040101010101" pitchFamily="2" charset="-122"/>
            </a:endParaRPr>
          </a:p>
        </p:txBody>
      </p:sp>
      <p:sp>
        <p:nvSpPr>
          <p:cNvPr id="29715" name="灯片编号占位符 1">
            <a:extLst>
              <a:ext uri="{FF2B5EF4-FFF2-40B4-BE49-F238E27FC236}">
                <a16:creationId xmlns:a16="http://schemas.microsoft.com/office/drawing/2014/main" id="{2B89348C-AE14-454B-9F79-D9CDB0DF0A4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F19CD075-A1D3-419B-B16C-BB3D196CFCA0}" type="slidenum">
              <a:rPr lang="en-US" altLang="zh-CN" sz="1400">
                <a:solidFill>
                  <a:schemeClr val="bg1"/>
                </a:solidFill>
              </a:rPr>
              <a:pPr eaLnBrk="1" hangingPunct="1"/>
              <a:t>43</a:t>
            </a:fld>
            <a:endParaRPr lang="en-US" altLang="zh-CN" sz="140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7"/>
                                        </p:tgtEl>
                                        <p:attrNameLst>
                                          <p:attrName>style.visibility</p:attrName>
                                        </p:attrNameLst>
                                      </p:cBhvr>
                                      <p:to>
                                        <p:strVal val="visible"/>
                                      </p:to>
                                    </p:set>
                                    <p:animEffect transition="in" filter="blinds(horizontal)">
                                      <p:cBhvr>
                                        <p:cTn id="10" dur="500"/>
                                        <p:tgtEl>
                                          <p:spTgt spid="67"/>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9701"/>
                                        </p:tgtEl>
                                        <p:attrNameLst>
                                          <p:attrName>style.visibility</p:attrName>
                                        </p:attrNameLst>
                                      </p:cBhvr>
                                      <p:to>
                                        <p:strVal val="visible"/>
                                      </p:to>
                                    </p:set>
                                    <p:animEffect transition="in" filter="blinds(horizontal)">
                                      <p:cBhvr>
                                        <p:cTn id="15" dur="500"/>
                                        <p:tgtEl>
                                          <p:spTgt spid="29701"/>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55"/>
                                        </p:tgtEl>
                                        <p:attrNameLst>
                                          <p:attrName>style.visibility</p:attrName>
                                        </p:attrNameLst>
                                      </p:cBhvr>
                                      <p:to>
                                        <p:strVal val="visible"/>
                                      </p:to>
                                    </p:set>
                                    <p:animEffect transition="in" filter="blinds(horizontal)">
                                      <p:cBhvr>
                                        <p:cTn id="18" dur="500"/>
                                        <p:tgtEl>
                                          <p:spTgt spid="55"/>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29703"/>
                                        </p:tgtEl>
                                        <p:attrNameLst>
                                          <p:attrName>style.visibility</p:attrName>
                                        </p:attrNameLst>
                                      </p:cBhvr>
                                      <p:to>
                                        <p:strVal val="visible"/>
                                      </p:to>
                                    </p:set>
                                    <p:animEffect transition="in" filter="blinds(horizontal)">
                                      <p:cBhvr>
                                        <p:cTn id="21" dur="500"/>
                                        <p:tgtEl>
                                          <p:spTgt spid="29703"/>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29704"/>
                                        </p:tgtEl>
                                        <p:attrNameLst>
                                          <p:attrName>style.visibility</p:attrName>
                                        </p:attrNameLst>
                                      </p:cBhvr>
                                      <p:to>
                                        <p:strVal val="visible"/>
                                      </p:to>
                                    </p:set>
                                    <p:animEffect transition="in" filter="blinds(horizontal)">
                                      <p:cBhvr>
                                        <p:cTn id="24" dur="500"/>
                                        <p:tgtEl>
                                          <p:spTgt spid="29704"/>
                                        </p:tgtEl>
                                      </p:cBhvr>
                                    </p:animEffect>
                                  </p:childTnLst>
                                </p:cTn>
                              </p:par>
                              <p:par>
                                <p:cTn id="25" presetID="3" presetClass="entr" presetSubtype="10" fill="hold" nodeType="withEffect">
                                  <p:stCondLst>
                                    <p:cond delay="0"/>
                                  </p:stCondLst>
                                  <p:childTnLst>
                                    <p:set>
                                      <p:cBhvr>
                                        <p:cTn id="26" dur="1" fill="hold">
                                          <p:stCondLst>
                                            <p:cond delay="0"/>
                                          </p:stCondLst>
                                        </p:cTn>
                                        <p:tgtEl>
                                          <p:spTgt spid="29705"/>
                                        </p:tgtEl>
                                        <p:attrNameLst>
                                          <p:attrName>style.visibility</p:attrName>
                                        </p:attrNameLst>
                                      </p:cBhvr>
                                      <p:to>
                                        <p:strVal val="visible"/>
                                      </p:to>
                                    </p:set>
                                    <p:animEffect transition="in" filter="blinds(horizontal)">
                                      <p:cBhvr>
                                        <p:cTn id="27" dur="500"/>
                                        <p:tgtEl>
                                          <p:spTgt spid="29705"/>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29706"/>
                                        </p:tgtEl>
                                        <p:attrNameLst>
                                          <p:attrName>style.visibility</p:attrName>
                                        </p:attrNameLst>
                                      </p:cBhvr>
                                      <p:to>
                                        <p:strVal val="visible"/>
                                      </p:to>
                                    </p:set>
                                    <p:animEffect transition="in" filter="blinds(horizontal)">
                                      <p:cBhvr>
                                        <p:cTn id="30" dur="500"/>
                                        <p:tgtEl>
                                          <p:spTgt spid="29706"/>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29707"/>
                                        </p:tgtEl>
                                        <p:attrNameLst>
                                          <p:attrName>style.visibility</p:attrName>
                                        </p:attrNameLst>
                                      </p:cBhvr>
                                      <p:to>
                                        <p:strVal val="visible"/>
                                      </p:to>
                                    </p:set>
                                    <p:animEffect transition="in" filter="blinds(horizontal)">
                                      <p:cBhvr>
                                        <p:cTn id="33" dur="500"/>
                                        <p:tgtEl>
                                          <p:spTgt spid="29707"/>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29708"/>
                                        </p:tgtEl>
                                        <p:attrNameLst>
                                          <p:attrName>style.visibility</p:attrName>
                                        </p:attrNameLst>
                                      </p:cBhvr>
                                      <p:to>
                                        <p:strVal val="visible"/>
                                      </p:to>
                                    </p:set>
                                    <p:animEffect transition="in" filter="blinds(horizontal)">
                                      <p:cBhvr>
                                        <p:cTn id="36" dur="500"/>
                                        <p:tgtEl>
                                          <p:spTgt spid="29708"/>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29709"/>
                                        </p:tgtEl>
                                        <p:attrNameLst>
                                          <p:attrName>style.visibility</p:attrName>
                                        </p:attrNameLst>
                                      </p:cBhvr>
                                      <p:to>
                                        <p:strVal val="visible"/>
                                      </p:to>
                                    </p:set>
                                    <p:animEffect transition="in" filter="blinds(horizontal)">
                                      <p:cBhvr>
                                        <p:cTn id="39" dur="500"/>
                                        <p:tgtEl>
                                          <p:spTgt spid="29709"/>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29710"/>
                                        </p:tgtEl>
                                        <p:attrNameLst>
                                          <p:attrName>style.visibility</p:attrName>
                                        </p:attrNameLst>
                                      </p:cBhvr>
                                      <p:to>
                                        <p:strVal val="visible"/>
                                      </p:to>
                                    </p:set>
                                    <p:animEffect transition="in" filter="blinds(horizontal)">
                                      <p:cBhvr>
                                        <p:cTn id="42" dur="500"/>
                                        <p:tgtEl>
                                          <p:spTgt spid="29710"/>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29711"/>
                                        </p:tgtEl>
                                        <p:attrNameLst>
                                          <p:attrName>style.visibility</p:attrName>
                                        </p:attrNameLst>
                                      </p:cBhvr>
                                      <p:to>
                                        <p:strVal val="visible"/>
                                      </p:to>
                                    </p:set>
                                    <p:animEffect transition="in" filter="blinds(horizontal)">
                                      <p:cBhvr>
                                        <p:cTn id="45" dur="500"/>
                                        <p:tgtEl>
                                          <p:spTgt spid="29711"/>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29712"/>
                                        </p:tgtEl>
                                        <p:attrNameLst>
                                          <p:attrName>style.visibility</p:attrName>
                                        </p:attrNameLst>
                                      </p:cBhvr>
                                      <p:to>
                                        <p:strVal val="visible"/>
                                      </p:to>
                                    </p:set>
                                    <p:animEffect transition="in" filter="blinds(horizontal)">
                                      <p:cBhvr>
                                        <p:cTn id="48" dur="500"/>
                                        <p:tgtEl>
                                          <p:spTgt spid="29712"/>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29713"/>
                                        </p:tgtEl>
                                        <p:attrNameLst>
                                          <p:attrName>style.visibility</p:attrName>
                                        </p:attrNameLst>
                                      </p:cBhvr>
                                      <p:to>
                                        <p:strVal val="visible"/>
                                      </p:to>
                                    </p:set>
                                    <p:animEffect transition="in" filter="blinds(horizontal)">
                                      <p:cBhvr>
                                        <p:cTn id="51" dur="500"/>
                                        <p:tgtEl>
                                          <p:spTgt spid="29713"/>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68"/>
                                        </p:tgtEl>
                                        <p:attrNameLst>
                                          <p:attrName>style.visibility</p:attrName>
                                        </p:attrNameLst>
                                      </p:cBhvr>
                                      <p:to>
                                        <p:strVal val="visible"/>
                                      </p:to>
                                    </p:set>
                                    <p:animEffect transition="in" filter="blinds(horizontal)">
                                      <p:cBhvr>
                                        <p:cTn id="54"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1" grpId="0" animBg="1"/>
      <p:bldP spid="55" grpId="0" animBg="1"/>
      <p:bldP spid="29703" grpId="0" animBg="1"/>
      <p:bldP spid="29704" grpId="0" animBg="1"/>
      <p:bldP spid="29706" grpId="0" animBg="1"/>
      <p:bldP spid="29707" grpId="0" animBg="1"/>
      <p:bldP spid="29708" grpId="0" animBg="1"/>
      <p:bldP spid="29709" grpId="0" animBg="1"/>
      <p:bldP spid="29710" grpId="0" animBg="1"/>
      <p:bldP spid="29711" grpId="0"/>
      <p:bldP spid="29712" grpId="0"/>
      <p:bldP spid="29713" grpId="0"/>
      <p:bldP spid="67" grpId="0"/>
      <p:bldP spid="68"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26">
            <a:extLst>
              <a:ext uri="{FF2B5EF4-FFF2-40B4-BE49-F238E27FC236}">
                <a16:creationId xmlns:a16="http://schemas.microsoft.com/office/drawing/2014/main" id="{FED2278B-D9D6-4B3E-8C39-FF2AD68CF505}"/>
              </a:ext>
            </a:extLst>
          </p:cNvPr>
          <p:cNvGrpSpPr>
            <a:grpSpLocks/>
          </p:cNvGrpSpPr>
          <p:nvPr/>
        </p:nvGrpSpPr>
        <p:grpSpPr bwMode="auto">
          <a:xfrm>
            <a:off x="838200" y="1600200"/>
            <a:ext cx="5334000" cy="3630613"/>
            <a:chOff x="1524000" y="1962150"/>
            <a:chExt cx="5334000" cy="3630613"/>
          </a:xfrm>
        </p:grpSpPr>
        <p:sp>
          <p:nvSpPr>
            <p:cNvPr id="4" name="Rectangle 3">
              <a:extLst>
                <a:ext uri="{FF2B5EF4-FFF2-40B4-BE49-F238E27FC236}">
                  <a16:creationId xmlns:a16="http://schemas.microsoft.com/office/drawing/2014/main" id="{6D974506-C3F0-4CD4-8C85-1EF788440361}"/>
                </a:ext>
              </a:extLst>
            </p:cNvPr>
            <p:cNvSpPr>
              <a:spLocks noChangeArrowheads="1"/>
            </p:cNvSpPr>
            <p:nvPr/>
          </p:nvSpPr>
          <p:spPr bwMode="auto">
            <a:xfrm>
              <a:off x="2293938" y="2068513"/>
              <a:ext cx="4264025" cy="708025"/>
            </a:xfrm>
            <a:prstGeom prst="rect">
              <a:avLst/>
            </a:prstGeom>
            <a:solidFill>
              <a:srgbClr val="FFFF99"/>
            </a:solidFill>
            <a:ln w="9525">
              <a:solidFill>
                <a:schemeClr val="tx1"/>
              </a:solidFill>
              <a:miter lim="800000"/>
              <a:headEnd/>
              <a:tailEnd/>
            </a:ln>
            <a:effectLst>
              <a:outerShdw dist="85194" dir="1593903" algn="ctr" rotWithShape="0">
                <a:srgbClr val="000099"/>
              </a:outerShdw>
            </a:effectLst>
          </p:spPr>
          <p:txBody>
            <a:bodyPr anchor="ctr">
              <a:normAutofit/>
            </a:bodyPr>
            <a:lstStyle>
              <a:defPPr>
                <a:defRPr lang="en-US"/>
              </a:defPPr>
              <a:lvl1pPr algn="l" rtl="0" fontAlgn="base">
                <a:spcBef>
                  <a:spcPct val="0"/>
                </a:spcBef>
                <a:spcAft>
                  <a:spcPct val="0"/>
                </a:spcAft>
                <a:defRPr sz="2800" b="1" kern="1200">
                  <a:solidFill>
                    <a:schemeClr val="tx1"/>
                  </a:solidFill>
                  <a:latin typeface="Arial" pitchFamily="34" charset="0"/>
                  <a:ea typeface="黑体" pitchFamily="2" charset="-122"/>
                  <a:cs typeface="+mn-cs"/>
                </a:defRPr>
              </a:lvl1pPr>
              <a:lvl2pPr marL="457200" algn="l" rtl="0" fontAlgn="base">
                <a:spcBef>
                  <a:spcPct val="0"/>
                </a:spcBef>
                <a:spcAft>
                  <a:spcPct val="0"/>
                </a:spcAft>
                <a:defRPr sz="2800" b="1" kern="1200">
                  <a:solidFill>
                    <a:schemeClr val="tx1"/>
                  </a:solidFill>
                  <a:latin typeface="Arial" pitchFamily="34" charset="0"/>
                  <a:ea typeface="黑体" pitchFamily="2" charset="-122"/>
                  <a:cs typeface="+mn-cs"/>
                </a:defRPr>
              </a:lvl2pPr>
              <a:lvl3pPr marL="914400" algn="l" rtl="0" fontAlgn="base">
                <a:spcBef>
                  <a:spcPct val="0"/>
                </a:spcBef>
                <a:spcAft>
                  <a:spcPct val="0"/>
                </a:spcAft>
                <a:defRPr sz="2800" b="1" kern="1200">
                  <a:solidFill>
                    <a:schemeClr val="tx1"/>
                  </a:solidFill>
                  <a:latin typeface="Arial" pitchFamily="34" charset="0"/>
                  <a:ea typeface="黑体" pitchFamily="2" charset="-122"/>
                  <a:cs typeface="+mn-cs"/>
                </a:defRPr>
              </a:lvl3pPr>
              <a:lvl4pPr marL="1371600" algn="l" rtl="0" fontAlgn="base">
                <a:spcBef>
                  <a:spcPct val="0"/>
                </a:spcBef>
                <a:spcAft>
                  <a:spcPct val="0"/>
                </a:spcAft>
                <a:defRPr sz="2800" b="1" kern="1200">
                  <a:solidFill>
                    <a:schemeClr val="tx1"/>
                  </a:solidFill>
                  <a:latin typeface="Arial" pitchFamily="34" charset="0"/>
                  <a:ea typeface="黑体" pitchFamily="2" charset="-122"/>
                  <a:cs typeface="+mn-cs"/>
                </a:defRPr>
              </a:lvl4pPr>
              <a:lvl5pPr marL="1828800" algn="l" rtl="0" fontAlgn="base">
                <a:spcBef>
                  <a:spcPct val="0"/>
                </a:spcBef>
                <a:spcAft>
                  <a:spcPct val="0"/>
                </a:spcAft>
                <a:defRPr sz="2800" b="1" kern="1200">
                  <a:solidFill>
                    <a:schemeClr val="tx1"/>
                  </a:solidFill>
                  <a:latin typeface="Arial" pitchFamily="34" charset="0"/>
                  <a:ea typeface="黑体" pitchFamily="2" charset="-122"/>
                  <a:cs typeface="+mn-cs"/>
                </a:defRPr>
              </a:lvl5pPr>
              <a:lvl6pPr marL="2286000" algn="l" defTabSz="914400" rtl="0" eaLnBrk="1" latinLnBrk="0" hangingPunct="1">
                <a:defRPr sz="2800" b="1" kern="1200">
                  <a:solidFill>
                    <a:schemeClr val="tx1"/>
                  </a:solidFill>
                  <a:latin typeface="Arial" pitchFamily="34" charset="0"/>
                  <a:ea typeface="黑体" pitchFamily="2" charset="-122"/>
                  <a:cs typeface="+mn-cs"/>
                </a:defRPr>
              </a:lvl6pPr>
              <a:lvl7pPr marL="2743200" algn="l" defTabSz="914400" rtl="0" eaLnBrk="1" latinLnBrk="0" hangingPunct="1">
                <a:defRPr sz="2800" b="1" kern="1200">
                  <a:solidFill>
                    <a:schemeClr val="tx1"/>
                  </a:solidFill>
                  <a:latin typeface="Arial" pitchFamily="34" charset="0"/>
                  <a:ea typeface="黑体" pitchFamily="2" charset="-122"/>
                  <a:cs typeface="+mn-cs"/>
                </a:defRPr>
              </a:lvl7pPr>
              <a:lvl8pPr marL="3200400" algn="l" defTabSz="914400" rtl="0" eaLnBrk="1" latinLnBrk="0" hangingPunct="1">
                <a:defRPr sz="2800" b="1" kern="1200">
                  <a:solidFill>
                    <a:schemeClr val="tx1"/>
                  </a:solidFill>
                  <a:latin typeface="Arial" pitchFamily="34" charset="0"/>
                  <a:ea typeface="黑体" pitchFamily="2" charset="-122"/>
                  <a:cs typeface="+mn-cs"/>
                </a:defRPr>
              </a:lvl8pPr>
              <a:lvl9pPr marL="3657600" algn="l" defTabSz="914400" rtl="0" eaLnBrk="1" latinLnBrk="0" hangingPunct="1">
                <a:defRPr sz="2800" b="1" kern="1200">
                  <a:solidFill>
                    <a:schemeClr val="tx1"/>
                  </a:solidFill>
                  <a:latin typeface="Arial" pitchFamily="34" charset="0"/>
                  <a:ea typeface="黑体" pitchFamily="2" charset="-122"/>
                  <a:cs typeface="+mn-cs"/>
                </a:defRPr>
              </a:lvl9pPr>
            </a:lstStyle>
            <a:p>
              <a:pPr algn="ctr">
                <a:defRPr/>
              </a:pPr>
              <a:r>
                <a:rPr lang="zh-CN" altLang="en-US" sz="1600" dirty="0">
                  <a:latin typeface="微软雅黑" pitchFamily="34" charset="-122"/>
                  <a:ea typeface="微软雅黑" pitchFamily="34" charset="-122"/>
                </a:rPr>
                <a:t>总体</a:t>
              </a:r>
            </a:p>
            <a:p>
              <a:pPr algn="ctr">
                <a:defRPr/>
              </a:pPr>
              <a:r>
                <a:rPr lang="en-US" altLang="zh-CN" sz="1600" dirty="0">
                  <a:latin typeface="微软雅黑" pitchFamily="34" charset="-122"/>
                  <a:ea typeface="微软雅黑" pitchFamily="34" charset="-122"/>
                </a:rPr>
                <a:t>(</a:t>
              </a:r>
              <a:r>
                <a:rPr lang="zh-CN" altLang="en-US" sz="1600" dirty="0">
                  <a:latin typeface="微软雅黑" pitchFamily="34" charset="-122"/>
                  <a:ea typeface="微软雅黑" pitchFamily="34" charset="-122"/>
                </a:rPr>
                <a:t>可信计算密码支撑平台功能原理</a:t>
              </a:r>
              <a:r>
                <a:rPr lang="en-US" altLang="zh-CN" sz="1600" dirty="0">
                  <a:latin typeface="微软雅黑" pitchFamily="34" charset="-122"/>
                  <a:ea typeface="微软雅黑" pitchFamily="34" charset="-122"/>
                </a:rPr>
                <a:t>)</a:t>
              </a:r>
            </a:p>
          </p:txBody>
        </p:sp>
        <p:sp>
          <p:nvSpPr>
            <p:cNvPr id="5" name="Rectangle 4">
              <a:extLst>
                <a:ext uri="{FF2B5EF4-FFF2-40B4-BE49-F238E27FC236}">
                  <a16:creationId xmlns:a16="http://schemas.microsoft.com/office/drawing/2014/main" id="{C855C7D7-FC7C-4C43-8230-BFA2C485CA9D}"/>
                </a:ext>
              </a:extLst>
            </p:cNvPr>
            <p:cNvSpPr>
              <a:spLocks noChangeArrowheads="1"/>
            </p:cNvSpPr>
            <p:nvPr/>
          </p:nvSpPr>
          <p:spPr bwMode="auto">
            <a:xfrm>
              <a:off x="2293938" y="3033713"/>
              <a:ext cx="2693987" cy="646112"/>
            </a:xfrm>
            <a:prstGeom prst="rect">
              <a:avLst/>
            </a:prstGeom>
            <a:solidFill>
              <a:srgbClr val="FFFF99"/>
            </a:solidFill>
            <a:ln w="9525">
              <a:solidFill>
                <a:schemeClr val="tx1"/>
              </a:solidFill>
              <a:miter lim="800000"/>
              <a:headEnd/>
              <a:tailEnd/>
            </a:ln>
            <a:effectLst>
              <a:outerShdw dist="85194" dir="1593903" algn="ctr" rotWithShape="0">
                <a:srgbClr val="000099"/>
              </a:outerShdw>
            </a:effectLst>
          </p:spPr>
          <p:txBody>
            <a:bodyPr anchor="ctr">
              <a:normAutofit/>
            </a:bodyPr>
            <a:lstStyle>
              <a:defPPr>
                <a:defRPr lang="en-US"/>
              </a:defPPr>
              <a:lvl1pPr algn="l" rtl="0" fontAlgn="base">
                <a:spcBef>
                  <a:spcPct val="0"/>
                </a:spcBef>
                <a:spcAft>
                  <a:spcPct val="0"/>
                </a:spcAft>
                <a:defRPr sz="2800" b="1" kern="1200">
                  <a:solidFill>
                    <a:schemeClr val="tx1"/>
                  </a:solidFill>
                  <a:latin typeface="Arial" pitchFamily="34" charset="0"/>
                  <a:ea typeface="黑体" pitchFamily="2" charset="-122"/>
                  <a:cs typeface="+mn-cs"/>
                </a:defRPr>
              </a:lvl1pPr>
              <a:lvl2pPr marL="457200" algn="l" rtl="0" fontAlgn="base">
                <a:spcBef>
                  <a:spcPct val="0"/>
                </a:spcBef>
                <a:spcAft>
                  <a:spcPct val="0"/>
                </a:spcAft>
                <a:defRPr sz="2800" b="1" kern="1200">
                  <a:solidFill>
                    <a:schemeClr val="tx1"/>
                  </a:solidFill>
                  <a:latin typeface="Arial" pitchFamily="34" charset="0"/>
                  <a:ea typeface="黑体" pitchFamily="2" charset="-122"/>
                  <a:cs typeface="+mn-cs"/>
                </a:defRPr>
              </a:lvl2pPr>
              <a:lvl3pPr marL="914400" algn="l" rtl="0" fontAlgn="base">
                <a:spcBef>
                  <a:spcPct val="0"/>
                </a:spcBef>
                <a:spcAft>
                  <a:spcPct val="0"/>
                </a:spcAft>
                <a:defRPr sz="2800" b="1" kern="1200">
                  <a:solidFill>
                    <a:schemeClr val="tx1"/>
                  </a:solidFill>
                  <a:latin typeface="Arial" pitchFamily="34" charset="0"/>
                  <a:ea typeface="黑体" pitchFamily="2" charset="-122"/>
                  <a:cs typeface="+mn-cs"/>
                </a:defRPr>
              </a:lvl3pPr>
              <a:lvl4pPr marL="1371600" algn="l" rtl="0" fontAlgn="base">
                <a:spcBef>
                  <a:spcPct val="0"/>
                </a:spcBef>
                <a:spcAft>
                  <a:spcPct val="0"/>
                </a:spcAft>
                <a:defRPr sz="2800" b="1" kern="1200">
                  <a:solidFill>
                    <a:schemeClr val="tx1"/>
                  </a:solidFill>
                  <a:latin typeface="Arial" pitchFamily="34" charset="0"/>
                  <a:ea typeface="黑体" pitchFamily="2" charset="-122"/>
                  <a:cs typeface="+mn-cs"/>
                </a:defRPr>
              </a:lvl4pPr>
              <a:lvl5pPr marL="1828800" algn="l" rtl="0" fontAlgn="base">
                <a:spcBef>
                  <a:spcPct val="0"/>
                </a:spcBef>
                <a:spcAft>
                  <a:spcPct val="0"/>
                </a:spcAft>
                <a:defRPr sz="2800" b="1" kern="1200">
                  <a:solidFill>
                    <a:schemeClr val="tx1"/>
                  </a:solidFill>
                  <a:latin typeface="Arial" pitchFamily="34" charset="0"/>
                  <a:ea typeface="黑体" pitchFamily="2" charset="-122"/>
                  <a:cs typeface="+mn-cs"/>
                </a:defRPr>
              </a:lvl5pPr>
              <a:lvl6pPr marL="2286000" algn="l" defTabSz="914400" rtl="0" eaLnBrk="1" latinLnBrk="0" hangingPunct="1">
                <a:defRPr sz="2800" b="1" kern="1200">
                  <a:solidFill>
                    <a:schemeClr val="tx1"/>
                  </a:solidFill>
                  <a:latin typeface="Arial" pitchFamily="34" charset="0"/>
                  <a:ea typeface="黑体" pitchFamily="2" charset="-122"/>
                  <a:cs typeface="+mn-cs"/>
                </a:defRPr>
              </a:lvl6pPr>
              <a:lvl7pPr marL="2743200" algn="l" defTabSz="914400" rtl="0" eaLnBrk="1" latinLnBrk="0" hangingPunct="1">
                <a:defRPr sz="2800" b="1" kern="1200">
                  <a:solidFill>
                    <a:schemeClr val="tx1"/>
                  </a:solidFill>
                  <a:latin typeface="Arial" pitchFamily="34" charset="0"/>
                  <a:ea typeface="黑体" pitchFamily="2" charset="-122"/>
                  <a:cs typeface="+mn-cs"/>
                </a:defRPr>
              </a:lvl7pPr>
              <a:lvl8pPr marL="3200400" algn="l" defTabSz="914400" rtl="0" eaLnBrk="1" latinLnBrk="0" hangingPunct="1">
                <a:defRPr sz="2800" b="1" kern="1200">
                  <a:solidFill>
                    <a:schemeClr val="tx1"/>
                  </a:solidFill>
                  <a:latin typeface="Arial" pitchFamily="34" charset="0"/>
                  <a:ea typeface="黑体" pitchFamily="2" charset="-122"/>
                  <a:cs typeface="+mn-cs"/>
                </a:defRPr>
              </a:lvl8pPr>
              <a:lvl9pPr marL="3657600" algn="l" defTabSz="914400" rtl="0" eaLnBrk="1" latinLnBrk="0" hangingPunct="1">
                <a:defRPr sz="2800" b="1" kern="1200">
                  <a:solidFill>
                    <a:schemeClr val="tx1"/>
                  </a:solidFill>
                  <a:latin typeface="Arial" pitchFamily="34" charset="0"/>
                  <a:ea typeface="黑体" pitchFamily="2" charset="-122"/>
                  <a:cs typeface="+mn-cs"/>
                </a:defRPr>
              </a:lvl9pPr>
            </a:lstStyle>
            <a:p>
              <a:pPr algn="ctr">
                <a:defRPr/>
              </a:pPr>
              <a:r>
                <a:rPr lang="en-US" altLang="zh-CN" sz="1600" dirty="0">
                  <a:latin typeface="微软雅黑" pitchFamily="34" charset="-122"/>
                  <a:ea typeface="微软雅黑" pitchFamily="34" charset="-122"/>
                </a:rPr>
                <a:t>TCM</a:t>
              </a:r>
              <a:r>
                <a:rPr lang="zh-CN" altLang="en-US" sz="1600" dirty="0">
                  <a:latin typeface="微软雅黑" pitchFamily="34" charset="-122"/>
                  <a:ea typeface="微软雅黑" pitchFamily="34" charset="-122"/>
                </a:rPr>
                <a:t>规范</a:t>
              </a:r>
            </a:p>
          </p:txBody>
        </p:sp>
        <p:sp>
          <p:nvSpPr>
            <p:cNvPr id="6" name="Rectangle 5">
              <a:extLst>
                <a:ext uri="{FF2B5EF4-FFF2-40B4-BE49-F238E27FC236}">
                  <a16:creationId xmlns:a16="http://schemas.microsoft.com/office/drawing/2014/main" id="{3600714D-0BFA-40AC-BF03-0F869E269114}"/>
                </a:ext>
              </a:extLst>
            </p:cNvPr>
            <p:cNvSpPr>
              <a:spLocks noChangeArrowheads="1"/>
            </p:cNvSpPr>
            <p:nvPr/>
          </p:nvSpPr>
          <p:spPr bwMode="auto">
            <a:xfrm>
              <a:off x="2662238" y="4011613"/>
              <a:ext cx="2371725" cy="692150"/>
            </a:xfrm>
            <a:prstGeom prst="rect">
              <a:avLst/>
            </a:prstGeom>
            <a:solidFill>
              <a:srgbClr val="FFFF99"/>
            </a:solidFill>
            <a:ln w="9525">
              <a:solidFill>
                <a:schemeClr val="tx1"/>
              </a:solidFill>
              <a:miter lim="800000"/>
              <a:headEnd/>
              <a:tailEnd/>
            </a:ln>
            <a:effectLst>
              <a:outerShdw dist="85194" dir="1593903" algn="ctr" rotWithShape="0">
                <a:srgbClr val="000099"/>
              </a:outerShdw>
            </a:effectLst>
          </p:spPr>
          <p:txBody>
            <a:bodyPr anchor="ctr">
              <a:normAutofit/>
            </a:bodyPr>
            <a:lstStyle>
              <a:defPPr>
                <a:defRPr lang="en-US"/>
              </a:defPPr>
              <a:lvl1pPr algn="l" rtl="0" fontAlgn="base">
                <a:spcBef>
                  <a:spcPct val="0"/>
                </a:spcBef>
                <a:spcAft>
                  <a:spcPct val="0"/>
                </a:spcAft>
                <a:defRPr sz="2800" b="1" kern="1200">
                  <a:solidFill>
                    <a:schemeClr val="tx1"/>
                  </a:solidFill>
                  <a:latin typeface="Arial" pitchFamily="34" charset="0"/>
                  <a:ea typeface="黑体" pitchFamily="2" charset="-122"/>
                  <a:cs typeface="+mn-cs"/>
                </a:defRPr>
              </a:lvl1pPr>
              <a:lvl2pPr marL="457200" algn="l" rtl="0" fontAlgn="base">
                <a:spcBef>
                  <a:spcPct val="0"/>
                </a:spcBef>
                <a:spcAft>
                  <a:spcPct val="0"/>
                </a:spcAft>
                <a:defRPr sz="2800" b="1" kern="1200">
                  <a:solidFill>
                    <a:schemeClr val="tx1"/>
                  </a:solidFill>
                  <a:latin typeface="Arial" pitchFamily="34" charset="0"/>
                  <a:ea typeface="黑体" pitchFamily="2" charset="-122"/>
                  <a:cs typeface="+mn-cs"/>
                </a:defRPr>
              </a:lvl2pPr>
              <a:lvl3pPr marL="914400" algn="l" rtl="0" fontAlgn="base">
                <a:spcBef>
                  <a:spcPct val="0"/>
                </a:spcBef>
                <a:spcAft>
                  <a:spcPct val="0"/>
                </a:spcAft>
                <a:defRPr sz="2800" b="1" kern="1200">
                  <a:solidFill>
                    <a:schemeClr val="tx1"/>
                  </a:solidFill>
                  <a:latin typeface="Arial" pitchFamily="34" charset="0"/>
                  <a:ea typeface="黑体" pitchFamily="2" charset="-122"/>
                  <a:cs typeface="+mn-cs"/>
                </a:defRPr>
              </a:lvl3pPr>
              <a:lvl4pPr marL="1371600" algn="l" rtl="0" fontAlgn="base">
                <a:spcBef>
                  <a:spcPct val="0"/>
                </a:spcBef>
                <a:spcAft>
                  <a:spcPct val="0"/>
                </a:spcAft>
                <a:defRPr sz="2800" b="1" kern="1200">
                  <a:solidFill>
                    <a:schemeClr val="tx1"/>
                  </a:solidFill>
                  <a:latin typeface="Arial" pitchFamily="34" charset="0"/>
                  <a:ea typeface="黑体" pitchFamily="2" charset="-122"/>
                  <a:cs typeface="+mn-cs"/>
                </a:defRPr>
              </a:lvl4pPr>
              <a:lvl5pPr marL="1828800" algn="l" rtl="0" fontAlgn="base">
                <a:spcBef>
                  <a:spcPct val="0"/>
                </a:spcBef>
                <a:spcAft>
                  <a:spcPct val="0"/>
                </a:spcAft>
                <a:defRPr sz="2800" b="1" kern="1200">
                  <a:solidFill>
                    <a:schemeClr val="tx1"/>
                  </a:solidFill>
                  <a:latin typeface="Arial" pitchFamily="34" charset="0"/>
                  <a:ea typeface="黑体" pitchFamily="2" charset="-122"/>
                  <a:cs typeface="+mn-cs"/>
                </a:defRPr>
              </a:lvl5pPr>
              <a:lvl6pPr marL="2286000" algn="l" defTabSz="914400" rtl="0" eaLnBrk="1" latinLnBrk="0" hangingPunct="1">
                <a:defRPr sz="2800" b="1" kern="1200">
                  <a:solidFill>
                    <a:schemeClr val="tx1"/>
                  </a:solidFill>
                  <a:latin typeface="Arial" pitchFamily="34" charset="0"/>
                  <a:ea typeface="黑体" pitchFamily="2" charset="-122"/>
                  <a:cs typeface="+mn-cs"/>
                </a:defRPr>
              </a:lvl6pPr>
              <a:lvl7pPr marL="2743200" algn="l" defTabSz="914400" rtl="0" eaLnBrk="1" latinLnBrk="0" hangingPunct="1">
                <a:defRPr sz="2800" b="1" kern="1200">
                  <a:solidFill>
                    <a:schemeClr val="tx1"/>
                  </a:solidFill>
                  <a:latin typeface="Arial" pitchFamily="34" charset="0"/>
                  <a:ea typeface="黑体" pitchFamily="2" charset="-122"/>
                  <a:cs typeface="+mn-cs"/>
                </a:defRPr>
              </a:lvl7pPr>
              <a:lvl8pPr marL="3200400" algn="l" defTabSz="914400" rtl="0" eaLnBrk="1" latinLnBrk="0" hangingPunct="1">
                <a:defRPr sz="2800" b="1" kern="1200">
                  <a:solidFill>
                    <a:schemeClr val="tx1"/>
                  </a:solidFill>
                  <a:latin typeface="Arial" pitchFamily="34" charset="0"/>
                  <a:ea typeface="黑体" pitchFamily="2" charset="-122"/>
                  <a:cs typeface="+mn-cs"/>
                </a:defRPr>
              </a:lvl8pPr>
              <a:lvl9pPr marL="3657600" algn="l" defTabSz="914400" rtl="0" eaLnBrk="1" latinLnBrk="0" hangingPunct="1">
                <a:defRPr sz="2800" b="1" kern="1200">
                  <a:solidFill>
                    <a:schemeClr val="tx1"/>
                  </a:solidFill>
                  <a:latin typeface="Arial" pitchFamily="34" charset="0"/>
                  <a:ea typeface="黑体" pitchFamily="2" charset="-122"/>
                  <a:cs typeface="+mn-cs"/>
                </a:defRPr>
              </a:lvl9pPr>
            </a:lstStyle>
            <a:p>
              <a:pPr algn="ctr">
                <a:defRPr/>
              </a:pPr>
              <a:r>
                <a:rPr lang="en-US" altLang="zh-CN" sz="1600" dirty="0">
                  <a:latin typeface="微软雅黑" pitchFamily="34" charset="-122"/>
                  <a:ea typeface="微软雅黑" pitchFamily="34" charset="-122"/>
                </a:rPr>
                <a:t>TSM</a:t>
              </a:r>
              <a:r>
                <a:rPr lang="zh-CN" altLang="en-US" sz="1600" dirty="0">
                  <a:latin typeface="微软雅黑" pitchFamily="34" charset="-122"/>
                  <a:ea typeface="微软雅黑" pitchFamily="34" charset="-122"/>
                </a:rPr>
                <a:t>规范</a:t>
              </a:r>
            </a:p>
          </p:txBody>
        </p:sp>
        <p:sp>
          <p:nvSpPr>
            <p:cNvPr id="7" name="Rectangle 6">
              <a:extLst>
                <a:ext uri="{FF2B5EF4-FFF2-40B4-BE49-F238E27FC236}">
                  <a16:creationId xmlns:a16="http://schemas.microsoft.com/office/drawing/2014/main" id="{01BBBF3F-8475-4C22-8FD9-3C46D6867230}"/>
                </a:ext>
              </a:extLst>
            </p:cNvPr>
            <p:cNvSpPr>
              <a:spLocks noChangeArrowheads="1"/>
            </p:cNvSpPr>
            <p:nvPr/>
          </p:nvSpPr>
          <p:spPr bwMode="auto">
            <a:xfrm>
              <a:off x="2293938" y="4938713"/>
              <a:ext cx="2693987" cy="504825"/>
            </a:xfrm>
            <a:prstGeom prst="rect">
              <a:avLst/>
            </a:prstGeom>
            <a:solidFill>
              <a:srgbClr val="FFFF99"/>
            </a:solidFill>
            <a:ln w="9525">
              <a:solidFill>
                <a:schemeClr val="tx1"/>
              </a:solidFill>
              <a:miter lim="800000"/>
              <a:headEnd/>
              <a:tailEnd/>
            </a:ln>
            <a:effectLst>
              <a:outerShdw dist="85194" dir="1593903" algn="ctr" rotWithShape="0">
                <a:srgbClr val="000099"/>
              </a:outerShdw>
            </a:effectLst>
          </p:spPr>
          <p:txBody>
            <a:bodyPr anchor="ctr">
              <a:normAutofit/>
            </a:bodyPr>
            <a:lstStyle>
              <a:defPPr>
                <a:defRPr lang="en-US"/>
              </a:defPPr>
              <a:lvl1pPr algn="l" rtl="0" fontAlgn="base">
                <a:spcBef>
                  <a:spcPct val="0"/>
                </a:spcBef>
                <a:spcAft>
                  <a:spcPct val="0"/>
                </a:spcAft>
                <a:defRPr sz="2800" b="1" kern="1200">
                  <a:solidFill>
                    <a:schemeClr val="tx1"/>
                  </a:solidFill>
                  <a:latin typeface="Arial" pitchFamily="34" charset="0"/>
                  <a:ea typeface="黑体" pitchFamily="2" charset="-122"/>
                  <a:cs typeface="+mn-cs"/>
                </a:defRPr>
              </a:lvl1pPr>
              <a:lvl2pPr marL="457200" algn="l" rtl="0" fontAlgn="base">
                <a:spcBef>
                  <a:spcPct val="0"/>
                </a:spcBef>
                <a:spcAft>
                  <a:spcPct val="0"/>
                </a:spcAft>
                <a:defRPr sz="2800" b="1" kern="1200">
                  <a:solidFill>
                    <a:schemeClr val="tx1"/>
                  </a:solidFill>
                  <a:latin typeface="Arial" pitchFamily="34" charset="0"/>
                  <a:ea typeface="黑体" pitchFamily="2" charset="-122"/>
                  <a:cs typeface="+mn-cs"/>
                </a:defRPr>
              </a:lvl2pPr>
              <a:lvl3pPr marL="914400" algn="l" rtl="0" fontAlgn="base">
                <a:spcBef>
                  <a:spcPct val="0"/>
                </a:spcBef>
                <a:spcAft>
                  <a:spcPct val="0"/>
                </a:spcAft>
                <a:defRPr sz="2800" b="1" kern="1200">
                  <a:solidFill>
                    <a:schemeClr val="tx1"/>
                  </a:solidFill>
                  <a:latin typeface="Arial" pitchFamily="34" charset="0"/>
                  <a:ea typeface="黑体" pitchFamily="2" charset="-122"/>
                  <a:cs typeface="+mn-cs"/>
                </a:defRPr>
              </a:lvl3pPr>
              <a:lvl4pPr marL="1371600" algn="l" rtl="0" fontAlgn="base">
                <a:spcBef>
                  <a:spcPct val="0"/>
                </a:spcBef>
                <a:spcAft>
                  <a:spcPct val="0"/>
                </a:spcAft>
                <a:defRPr sz="2800" b="1" kern="1200">
                  <a:solidFill>
                    <a:schemeClr val="tx1"/>
                  </a:solidFill>
                  <a:latin typeface="Arial" pitchFamily="34" charset="0"/>
                  <a:ea typeface="黑体" pitchFamily="2" charset="-122"/>
                  <a:cs typeface="+mn-cs"/>
                </a:defRPr>
              </a:lvl4pPr>
              <a:lvl5pPr marL="1828800" algn="l" rtl="0" fontAlgn="base">
                <a:spcBef>
                  <a:spcPct val="0"/>
                </a:spcBef>
                <a:spcAft>
                  <a:spcPct val="0"/>
                </a:spcAft>
                <a:defRPr sz="2800" b="1" kern="1200">
                  <a:solidFill>
                    <a:schemeClr val="tx1"/>
                  </a:solidFill>
                  <a:latin typeface="Arial" pitchFamily="34" charset="0"/>
                  <a:ea typeface="黑体" pitchFamily="2" charset="-122"/>
                  <a:cs typeface="+mn-cs"/>
                </a:defRPr>
              </a:lvl5pPr>
              <a:lvl6pPr marL="2286000" algn="l" defTabSz="914400" rtl="0" eaLnBrk="1" latinLnBrk="0" hangingPunct="1">
                <a:defRPr sz="2800" b="1" kern="1200">
                  <a:solidFill>
                    <a:schemeClr val="tx1"/>
                  </a:solidFill>
                  <a:latin typeface="Arial" pitchFamily="34" charset="0"/>
                  <a:ea typeface="黑体" pitchFamily="2" charset="-122"/>
                  <a:cs typeface="+mn-cs"/>
                </a:defRPr>
              </a:lvl6pPr>
              <a:lvl7pPr marL="2743200" algn="l" defTabSz="914400" rtl="0" eaLnBrk="1" latinLnBrk="0" hangingPunct="1">
                <a:defRPr sz="2800" b="1" kern="1200">
                  <a:solidFill>
                    <a:schemeClr val="tx1"/>
                  </a:solidFill>
                  <a:latin typeface="Arial" pitchFamily="34" charset="0"/>
                  <a:ea typeface="黑体" pitchFamily="2" charset="-122"/>
                  <a:cs typeface="+mn-cs"/>
                </a:defRPr>
              </a:lvl7pPr>
              <a:lvl8pPr marL="3200400" algn="l" defTabSz="914400" rtl="0" eaLnBrk="1" latinLnBrk="0" hangingPunct="1">
                <a:defRPr sz="2800" b="1" kern="1200">
                  <a:solidFill>
                    <a:schemeClr val="tx1"/>
                  </a:solidFill>
                  <a:latin typeface="Arial" pitchFamily="34" charset="0"/>
                  <a:ea typeface="黑体" pitchFamily="2" charset="-122"/>
                  <a:cs typeface="+mn-cs"/>
                </a:defRPr>
              </a:lvl8pPr>
              <a:lvl9pPr marL="3657600" algn="l" defTabSz="914400" rtl="0" eaLnBrk="1" latinLnBrk="0" hangingPunct="1">
                <a:defRPr sz="2800" b="1" kern="1200">
                  <a:solidFill>
                    <a:schemeClr val="tx1"/>
                  </a:solidFill>
                  <a:latin typeface="Arial" pitchFamily="34" charset="0"/>
                  <a:ea typeface="黑体" pitchFamily="2" charset="-122"/>
                  <a:cs typeface="+mn-cs"/>
                </a:defRPr>
              </a:lvl9pPr>
            </a:lstStyle>
            <a:p>
              <a:pPr algn="ctr">
                <a:defRPr/>
              </a:pPr>
              <a:r>
                <a:rPr lang="en-US" altLang="zh-CN" sz="1600" dirty="0">
                  <a:latin typeface="微软雅黑" pitchFamily="34" charset="-122"/>
                  <a:ea typeface="微软雅黑" pitchFamily="34" charset="-122"/>
                </a:rPr>
                <a:t>PC</a:t>
              </a:r>
              <a:r>
                <a:rPr lang="zh-CN" altLang="en-US" sz="1600" dirty="0">
                  <a:latin typeface="微软雅黑" pitchFamily="34" charset="-122"/>
                  <a:ea typeface="微软雅黑" pitchFamily="34" charset="-122"/>
                </a:rPr>
                <a:t>平台</a:t>
              </a:r>
              <a:r>
                <a:rPr lang="en-US" altLang="zh-CN" sz="1600" dirty="0">
                  <a:latin typeface="微软雅黑" pitchFamily="34" charset="-122"/>
                  <a:ea typeface="微软雅黑" pitchFamily="34" charset="-122"/>
                </a:rPr>
                <a:t>TCM</a:t>
              </a:r>
              <a:r>
                <a:rPr lang="zh-CN" altLang="en-US" sz="1600" dirty="0">
                  <a:latin typeface="微软雅黑" pitchFamily="34" charset="-122"/>
                  <a:ea typeface="微软雅黑" pitchFamily="34" charset="-122"/>
                </a:rPr>
                <a:t>接口规范</a:t>
              </a:r>
            </a:p>
          </p:txBody>
        </p:sp>
        <p:sp>
          <p:nvSpPr>
            <p:cNvPr id="8" name="Rectangle 7">
              <a:extLst>
                <a:ext uri="{FF2B5EF4-FFF2-40B4-BE49-F238E27FC236}">
                  <a16:creationId xmlns:a16="http://schemas.microsoft.com/office/drawing/2014/main" id="{6E3F01D2-5A96-477A-8B1D-C2B103579A5C}"/>
                </a:ext>
              </a:extLst>
            </p:cNvPr>
            <p:cNvSpPr>
              <a:spLocks noChangeArrowheads="1"/>
            </p:cNvSpPr>
            <p:nvPr/>
          </p:nvSpPr>
          <p:spPr bwMode="auto">
            <a:xfrm>
              <a:off x="5311775" y="3036888"/>
              <a:ext cx="1292225" cy="598487"/>
            </a:xfrm>
            <a:prstGeom prst="rect">
              <a:avLst/>
            </a:prstGeom>
            <a:solidFill>
              <a:srgbClr val="FFFF99"/>
            </a:solidFill>
            <a:ln w="9525">
              <a:solidFill>
                <a:schemeClr val="tx1"/>
              </a:solidFill>
              <a:miter lim="800000"/>
              <a:headEnd/>
              <a:tailEnd/>
            </a:ln>
            <a:effectLst>
              <a:outerShdw dist="85194" dir="1593903" algn="ctr" rotWithShape="0">
                <a:srgbClr val="000099"/>
              </a:outerShdw>
            </a:effectLst>
          </p:spPr>
          <p:txBody>
            <a:bodyPr lIns="36000" rIns="36000" anchor="ctr">
              <a:normAutofit/>
            </a:bodyPr>
            <a:lstStyle>
              <a:defPPr>
                <a:defRPr lang="en-US"/>
              </a:defPPr>
              <a:lvl1pPr algn="l" rtl="0" fontAlgn="base">
                <a:spcBef>
                  <a:spcPct val="0"/>
                </a:spcBef>
                <a:spcAft>
                  <a:spcPct val="0"/>
                </a:spcAft>
                <a:defRPr sz="2800" b="1" kern="1200">
                  <a:solidFill>
                    <a:schemeClr val="tx1"/>
                  </a:solidFill>
                  <a:latin typeface="Arial" pitchFamily="34" charset="0"/>
                  <a:ea typeface="黑体" pitchFamily="2" charset="-122"/>
                  <a:cs typeface="+mn-cs"/>
                </a:defRPr>
              </a:lvl1pPr>
              <a:lvl2pPr marL="457200" algn="l" rtl="0" fontAlgn="base">
                <a:spcBef>
                  <a:spcPct val="0"/>
                </a:spcBef>
                <a:spcAft>
                  <a:spcPct val="0"/>
                </a:spcAft>
                <a:defRPr sz="2800" b="1" kern="1200">
                  <a:solidFill>
                    <a:schemeClr val="tx1"/>
                  </a:solidFill>
                  <a:latin typeface="Arial" pitchFamily="34" charset="0"/>
                  <a:ea typeface="黑体" pitchFamily="2" charset="-122"/>
                  <a:cs typeface="+mn-cs"/>
                </a:defRPr>
              </a:lvl2pPr>
              <a:lvl3pPr marL="914400" algn="l" rtl="0" fontAlgn="base">
                <a:spcBef>
                  <a:spcPct val="0"/>
                </a:spcBef>
                <a:spcAft>
                  <a:spcPct val="0"/>
                </a:spcAft>
                <a:defRPr sz="2800" b="1" kern="1200">
                  <a:solidFill>
                    <a:schemeClr val="tx1"/>
                  </a:solidFill>
                  <a:latin typeface="Arial" pitchFamily="34" charset="0"/>
                  <a:ea typeface="黑体" pitchFamily="2" charset="-122"/>
                  <a:cs typeface="+mn-cs"/>
                </a:defRPr>
              </a:lvl3pPr>
              <a:lvl4pPr marL="1371600" algn="l" rtl="0" fontAlgn="base">
                <a:spcBef>
                  <a:spcPct val="0"/>
                </a:spcBef>
                <a:spcAft>
                  <a:spcPct val="0"/>
                </a:spcAft>
                <a:defRPr sz="2800" b="1" kern="1200">
                  <a:solidFill>
                    <a:schemeClr val="tx1"/>
                  </a:solidFill>
                  <a:latin typeface="Arial" pitchFamily="34" charset="0"/>
                  <a:ea typeface="黑体" pitchFamily="2" charset="-122"/>
                  <a:cs typeface="+mn-cs"/>
                </a:defRPr>
              </a:lvl4pPr>
              <a:lvl5pPr marL="1828800" algn="l" rtl="0" fontAlgn="base">
                <a:spcBef>
                  <a:spcPct val="0"/>
                </a:spcBef>
                <a:spcAft>
                  <a:spcPct val="0"/>
                </a:spcAft>
                <a:defRPr sz="2800" b="1" kern="1200">
                  <a:solidFill>
                    <a:schemeClr val="tx1"/>
                  </a:solidFill>
                  <a:latin typeface="Arial" pitchFamily="34" charset="0"/>
                  <a:ea typeface="黑体" pitchFamily="2" charset="-122"/>
                  <a:cs typeface="+mn-cs"/>
                </a:defRPr>
              </a:lvl5pPr>
              <a:lvl6pPr marL="2286000" algn="l" defTabSz="914400" rtl="0" eaLnBrk="1" latinLnBrk="0" hangingPunct="1">
                <a:defRPr sz="2800" b="1" kern="1200">
                  <a:solidFill>
                    <a:schemeClr val="tx1"/>
                  </a:solidFill>
                  <a:latin typeface="Arial" pitchFamily="34" charset="0"/>
                  <a:ea typeface="黑体" pitchFamily="2" charset="-122"/>
                  <a:cs typeface="+mn-cs"/>
                </a:defRPr>
              </a:lvl6pPr>
              <a:lvl7pPr marL="2743200" algn="l" defTabSz="914400" rtl="0" eaLnBrk="1" latinLnBrk="0" hangingPunct="1">
                <a:defRPr sz="2800" b="1" kern="1200">
                  <a:solidFill>
                    <a:schemeClr val="tx1"/>
                  </a:solidFill>
                  <a:latin typeface="Arial" pitchFamily="34" charset="0"/>
                  <a:ea typeface="黑体" pitchFamily="2" charset="-122"/>
                  <a:cs typeface="+mn-cs"/>
                </a:defRPr>
              </a:lvl7pPr>
              <a:lvl8pPr marL="3200400" algn="l" defTabSz="914400" rtl="0" eaLnBrk="1" latinLnBrk="0" hangingPunct="1">
                <a:defRPr sz="2800" b="1" kern="1200">
                  <a:solidFill>
                    <a:schemeClr val="tx1"/>
                  </a:solidFill>
                  <a:latin typeface="Arial" pitchFamily="34" charset="0"/>
                  <a:ea typeface="黑体" pitchFamily="2" charset="-122"/>
                  <a:cs typeface="+mn-cs"/>
                </a:defRPr>
              </a:lvl8pPr>
              <a:lvl9pPr marL="3657600" algn="l" defTabSz="914400" rtl="0" eaLnBrk="1" latinLnBrk="0" hangingPunct="1">
                <a:defRPr sz="2800" b="1" kern="1200">
                  <a:solidFill>
                    <a:schemeClr val="tx1"/>
                  </a:solidFill>
                  <a:latin typeface="Arial" pitchFamily="34" charset="0"/>
                  <a:ea typeface="黑体" pitchFamily="2" charset="-122"/>
                  <a:cs typeface="+mn-cs"/>
                </a:defRPr>
              </a:lvl9pPr>
            </a:lstStyle>
            <a:p>
              <a:pPr algn="ctr">
                <a:defRPr/>
              </a:pPr>
              <a:r>
                <a:rPr lang="en-US" altLang="zh-CN" sz="1400" dirty="0">
                  <a:latin typeface="微软雅黑" pitchFamily="34" charset="-122"/>
                  <a:ea typeface="微软雅黑" pitchFamily="34" charset="-122"/>
                </a:rPr>
                <a:t>TCM</a:t>
              </a:r>
              <a:r>
                <a:rPr lang="zh-CN" altLang="en-US" sz="1400" dirty="0">
                  <a:latin typeface="微软雅黑" pitchFamily="34" charset="-122"/>
                  <a:ea typeface="微软雅黑" pitchFamily="34" charset="-122"/>
                </a:rPr>
                <a:t>数据结构</a:t>
              </a:r>
            </a:p>
          </p:txBody>
        </p:sp>
        <p:sp>
          <p:nvSpPr>
            <p:cNvPr id="9" name="Rectangle 8">
              <a:extLst>
                <a:ext uri="{FF2B5EF4-FFF2-40B4-BE49-F238E27FC236}">
                  <a16:creationId xmlns:a16="http://schemas.microsoft.com/office/drawing/2014/main" id="{C10EBEFD-81BA-4ED8-9704-429EC4F84633}"/>
                </a:ext>
              </a:extLst>
            </p:cNvPr>
            <p:cNvSpPr>
              <a:spLocks noChangeArrowheads="1"/>
            </p:cNvSpPr>
            <p:nvPr/>
          </p:nvSpPr>
          <p:spPr bwMode="auto">
            <a:xfrm>
              <a:off x="5337175" y="4048125"/>
              <a:ext cx="1292225" cy="627063"/>
            </a:xfrm>
            <a:prstGeom prst="rect">
              <a:avLst/>
            </a:prstGeom>
            <a:solidFill>
              <a:srgbClr val="FFFF99"/>
            </a:solidFill>
            <a:ln w="9525">
              <a:solidFill>
                <a:schemeClr val="tx1"/>
              </a:solidFill>
              <a:miter lim="800000"/>
              <a:headEnd/>
              <a:tailEnd/>
            </a:ln>
            <a:effectLst>
              <a:outerShdw dist="85194" dir="1593903" algn="ctr" rotWithShape="0">
                <a:srgbClr val="000099"/>
              </a:outerShdw>
            </a:effectLst>
          </p:spPr>
          <p:txBody>
            <a:bodyPr lIns="36000" rIns="36000" anchor="ctr">
              <a:normAutofit/>
            </a:bodyPr>
            <a:lstStyle>
              <a:defPPr>
                <a:defRPr lang="en-US"/>
              </a:defPPr>
              <a:lvl1pPr algn="l" rtl="0" fontAlgn="base">
                <a:spcBef>
                  <a:spcPct val="0"/>
                </a:spcBef>
                <a:spcAft>
                  <a:spcPct val="0"/>
                </a:spcAft>
                <a:defRPr sz="2800" b="1" kern="1200">
                  <a:solidFill>
                    <a:schemeClr val="tx1"/>
                  </a:solidFill>
                  <a:latin typeface="Arial" pitchFamily="34" charset="0"/>
                  <a:ea typeface="黑体" pitchFamily="2" charset="-122"/>
                  <a:cs typeface="+mn-cs"/>
                </a:defRPr>
              </a:lvl1pPr>
              <a:lvl2pPr marL="457200" algn="l" rtl="0" fontAlgn="base">
                <a:spcBef>
                  <a:spcPct val="0"/>
                </a:spcBef>
                <a:spcAft>
                  <a:spcPct val="0"/>
                </a:spcAft>
                <a:defRPr sz="2800" b="1" kern="1200">
                  <a:solidFill>
                    <a:schemeClr val="tx1"/>
                  </a:solidFill>
                  <a:latin typeface="Arial" pitchFamily="34" charset="0"/>
                  <a:ea typeface="黑体" pitchFamily="2" charset="-122"/>
                  <a:cs typeface="+mn-cs"/>
                </a:defRPr>
              </a:lvl2pPr>
              <a:lvl3pPr marL="914400" algn="l" rtl="0" fontAlgn="base">
                <a:spcBef>
                  <a:spcPct val="0"/>
                </a:spcBef>
                <a:spcAft>
                  <a:spcPct val="0"/>
                </a:spcAft>
                <a:defRPr sz="2800" b="1" kern="1200">
                  <a:solidFill>
                    <a:schemeClr val="tx1"/>
                  </a:solidFill>
                  <a:latin typeface="Arial" pitchFamily="34" charset="0"/>
                  <a:ea typeface="黑体" pitchFamily="2" charset="-122"/>
                  <a:cs typeface="+mn-cs"/>
                </a:defRPr>
              </a:lvl3pPr>
              <a:lvl4pPr marL="1371600" algn="l" rtl="0" fontAlgn="base">
                <a:spcBef>
                  <a:spcPct val="0"/>
                </a:spcBef>
                <a:spcAft>
                  <a:spcPct val="0"/>
                </a:spcAft>
                <a:defRPr sz="2800" b="1" kern="1200">
                  <a:solidFill>
                    <a:schemeClr val="tx1"/>
                  </a:solidFill>
                  <a:latin typeface="Arial" pitchFamily="34" charset="0"/>
                  <a:ea typeface="黑体" pitchFamily="2" charset="-122"/>
                  <a:cs typeface="+mn-cs"/>
                </a:defRPr>
              </a:lvl4pPr>
              <a:lvl5pPr marL="1828800" algn="l" rtl="0" fontAlgn="base">
                <a:spcBef>
                  <a:spcPct val="0"/>
                </a:spcBef>
                <a:spcAft>
                  <a:spcPct val="0"/>
                </a:spcAft>
                <a:defRPr sz="2800" b="1" kern="1200">
                  <a:solidFill>
                    <a:schemeClr val="tx1"/>
                  </a:solidFill>
                  <a:latin typeface="Arial" pitchFamily="34" charset="0"/>
                  <a:ea typeface="黑体" pitchFamily="2" charset="-122"/>
                  <a:cs typeface="+mn-cs"/>
                </a:defRPr>
              </a:lvl5pPr>
              <a:lvl6pPr marL="2286000" algn="l" defTabSz="914400" rtl="0" eaLnBrk="1" latinLnBrk="0" hangingPunct="1">
                <a:defRPr sz="2800" b="1" kern="1200">
                  <a:solidFill>
                    <a:schemeClr val="tx1"/>
                  </a:solidFill>
                  <a:latin typeface="Arial" pitchFamily="34" charset="0"/>
                  <a:ea typeface="黑体" pitchFamily="2" charset="-122"/>
                  <a:cs typeface="+mn-cs"/>
                </a:defRPr>
              </a:lvl6pPr>
              <a:lvl7pPr marL="2743200" algn="l" defTabSz="914400" rtl="0" eaLnBrk="1" latinLnBrk="0" hangingPunct="1">
                <a:defRPr sz="2800" b="1" kern="1200">
                  <a:solidFill>
                    <a:schemeClr val="tx1"/>
                  </a:solidFill>
                  <a:latin typeface="Arial" pitchFamily="34" charset="0"/>
                  <a:ea typeface="黑体" pitchFamily="2" charset="-122"/>
                  <a:cs typeface="+mn-cs"/>
                </a:defRPr>
              </a:lvl7pPr>
              <a:lvl8pPr marL="3200400" algn="l" defTabSz="914400" rtl="0" eaLnBrk="1" latinLnBrk="0" hangingPunct="1">
                <a:defRPr sz="2800" b="1" kern="1200">
                  <a:solidFill>
                    <a:schemeClr val="tx1"/>
                  </a:solidFill>
                  <a:latin typeface="Arial" pitchFamily="34" charset="0"/>
                  <a:ea typeface="黑体" pitchFamily="2" charset="-122"/>
                  <a:cs typeface="+mn-cs"/>
                </a:defRPr>
              </a:lvl8pPr>
              <a:lvl9pPr marL="3657600" algn="l" defTabSz="914400" rtl="0" eaLnBrk="1" latinLnBrk="0" hangingPunct="1">
                <a:defRPr sz="2800" b="1" kern="1200">
                  <a:solidFill>
                    <a:schemeClr val="tx1"/>
                  </a:solidFill>
                  <a:latin typeface="Arial" pitchFamily="34" charset="0"/>
                  <a:ea typeface="黑体" pitchFamily="2" charset="-122"/>
                  <a:cs typeface="+mn-cs"/>
                </a:defRPr>
              </a:lvl9pPr>
            </a:lstStyle>
            <a:p>
              <a:pPr algn="ctr">
                <a:defRPr/>
              </a:pPr>
              <a:r>
                <a:rPr lang="en-US" altLang="zh-CN" sz="1400" dirty="0">
                  <a:latin typeface="微软雅黑" pitchFamily="34" charset="-122"/>
                  <a:ea typeface="微软雅黑" pitchFamily="34" charset="-122"/>
                </a:rPr>
                <a:t>TSM</a:t>
              </a:r>
              <a:r>
                <a:rPr lang="zh-CN" altLang="en-US" sz="1400" dirty="0">
                  <a:latin typeface="微软雅黑" pitchFamily="34" charset="-122"/>
                  <a:ea typeface="微软雅黑" pitchFamily="34" charset="-122"/>
                </a:rPr>
                <a:t>数据结构</a:t>
              </a:r>
            </a:p>
          </p:txBody>
        </p:sp>
        <p:sp>
          <p:nvSpPr>
            <p:cNvPr id="10" name="Line 9">
              <a:extLst>
                <a:ext uri="{FF2B5EF4-FFF2-40B4-BE49-F238E27FC236}">
                  <a16:creationId xmlns:a16="http://schemas.microsoft.com/office/drawing/2014/main" id="{71EA3659-C288-44EE-BBF2-28AEA61F7EDF}"/>
                </a:ext>
              </a:extLst>
            </p:cNvPr>
            <p:cNvSpPr>
              <a:spLocks noChangeShapeType="1"/>
            </p:cNvSpPr>
            <p:nvPr/>
          </p:nvSpPr>
          <p:spPr bwMode="auto">
            <a:xfrm flipH="1">
              <a:off x="5029200" y="3362325"/>
              <a:ext cx="252413" cy="0"/>
            </a:xfrm>
            <a:prstGeom prst="line">
              <a:avLst/>
            </a:prstGeom>
            <a:noFill/>
            <a:ln w="38100">
              <a:solidFill>
                <a:schemeClr val="tx1"/>
              </a:solidFill>
              <a:round/>
              <a:headEnd/>
              <a:tailEnd type="stealth" w="med" len="med"/>
            </a:ln>
            <a:effectLst/>
          </p:spPr>
          <p:txBody>
            <a:bodyPr>
              <a:normAutofit fontScale="25000" lnSpcReduction="20000"/>
            </a:bodyPr>
            <a:lstStyle>
              <a:defPPr>
                <a:defRPr lang="en-US"/>
              </a:defPPr>
              <a:lvl1pPr algn="l" rtl="0" fontAlgn="base">
                <a:spcBef>
                  <a:spcPct val="0"/>
                </a:spcBef>
                <a:spcAft>
                  <a:spcPct val="0"/>
                </a:spcAft>
                <a:defRPr sz="2800" b="1" kern="1200">
                  <a:solidFill>
                    <a:schemeClr val="tx1"/>
                  </a:solidFill>
                  <a:latin typeface="Arial" pitchFamily="34" charset="0"/>
                  <a:ea typeface="黑体" pitchFamily="2" charset="-122"/>
                  <a:cs typeface="+mn-cs"/>
                </a:defRPr>
              </a:lvl1pPr>
              <a:lvl2pPr marL="457200" algn="l" rtl="0" fontAlgn="base">
                <a:spcBef>
                  <a:spcPct val="0"/>
                </a:spcBef>
                <a:spcAft>
                  <a:spcPct val="0"/>
                </a:spcAft>
                <a:defRPr sz="2800" b="1" kern="1200">
                  <a:solidFill>
                    <a:schemeClr val="tx1"/>
                  </a:solidFill>
                  <a:latin typeface="Arial" pitchFamily="34" charset="0"/>
                  <a:ea typeface="黑体" pitchFamily="2" charset="-122"/>
                  <a:cs typeface="+mn-cs"/>
                </a:defRPr>
              </a:lvl2pPr>
              <a:lvl3pPr marL="914400" algn="l" rtl="0" fontAlgn="base">
                <a:spcBef>
                  <a:spcPct val="0"/>
                </a:spcBef>
                <a:spcAft>
                  <a:spcPct val="0"/>
                </a:spcAft>
                <a:defRPr sz="2800" b="1" kern="1200">
                  <a:solidFill>
                    <a:schemeClr val="tx1"/>
                  </a:solidFill>
                  <a:latin typeface="Arial" pitchFamily="34" charset="0"/>
                  <a:ea typeface="黑体" pitchFamily="2" charset="-122"/>
                  <a:cs typeface="+mn-cs"/>
                </a:defRPr>
              </a:lvl3pPr>
              <a:lvl4pPr marL="1371600" algn="l" rtl="0" fontAlgn="base">
                <a:spcBef>
                  <a:spcPct val="0"/>
                </a:spcBef>
                <a:spcAft>
                  <a:spcPct val="0"/>
                </a:spcAft>
                <a:defRPr sz="2800" b="1" kern="1200">
                  <a:solidFill>
                    <a:schemeClr val="tx1"/>
                  </a:solidFill>
                  <a:latin typeface="Arial" pitchFamily="34" charset="0"/>
                  <a:ea typeface="黑体" pitchFamily="2" charset="-122"/>
                  <a:cs typeface="+mn-cs"/>
                </a:defRPr>
              </a:lvl4pPr>
              <a:lvl5pPr marL="1828800" algn="l" rtl="0" fontAlgn="base">
                <a:spcBef>
                  <a:spcPct val="0"/>
                </a:spcBef>
                <a:spcAft>
                  <a:spcPct val="0"/>
                </a:spcAft>
                <a:defRPr sz="2800" b="1" kern="1200">
                  <a:solidFill>
                    <a:schemeClr val="tx1"/>
                  </a:solidFill>
                  <a:latin typeface="Arial" pitchFamily="34" charset="0"/>
                  <a:ea typeface="黑体" pitchFamily="2" charset="-122"/>
                  <a:cs typeface="+mn-cs"/>
                </a:defRPr>
              </a:lvl5pPr>
              <a:lvl6pPr marL="2286000" algn="l" defTabSz="914400" rtl="0" eaLnBrk="1" latinLnBrk="0" hangingPunct="1">
                <a:defRPr sz="2800" b="1" kern="1200">
                  <a:solidFill>
                    <a:schemeClr val="tx1"/>
                  </a:solidFill>
                  <a:latin typeface="Arial" pitchFamily="34" charset="0"/>
                  <a:ea typeface="黑体" pitchFamily="2" charset="-122"/>
                  <a:cs typeface="+mn-cs"/>
                </a:defRPr>
              </a:lvl6pPr>
              <a:lvl7pPr marL="2743200" algn="l" defTabSz="914400" rtl="0" eaLnBrk="1" latinLnBrk="0" hangingPunct="1">
                <a:defRPr sz="2800" b="1" kern="1200">
                  <a:solidFill>
                    <a:schemeClr val="tx1"/>
                  </a:solidFill>
                  <a:latin typeface="Arial" pitchFamily="34" charset="0"/>
                  <a:ea typeface="黑体" pitchFamily="2" charset="-122"/>
                  <a:cs typeface="+mn-cs"/>
                </a:defRPr>
              </a:lvl7pPr>
              <a:lvl8pPr marL="3200400" algn="l" defTabSz="914400" rtl="0" eaLnBrk="1" latinLnBrk="0" hangingPunct="1">
                <a:defRPr sz="2800" b="1" kern="1200">
                  <a:solidFill>
                    <a:schemeClr val="tx1"/>
                  </a:solidFill>
                  <a:latin typeface="Arial" pitchFamily="34" charset="0"/>
                  <a:ea typeface="黑体" pitchFamily="2" charset="-122"/>
                  <a:cs typeface="+mn-cs"/>
                </a:defRPr>
              </a:lvl8pPr>
              <a:lvl9pPr marL="3657600" algn="l" defTabSz="914400" rtl="0" eaLnBrk="1" latinLnBrk="0" hangingPunct="1">
                <a:defRPr sz="2800" b="1" kern="1200">
                  <a:solidFill>
                    <a:schemeClr val="tx1"/>
                  </a:solidFill>
                  <a:latin typeface="Arial" pitchFamily="34" charset="0"/>
                  <a:ea typeface="黑体" pitchFamily="2" charset="-122"/>
                  <a:cs typeface="+mn-cs"/>
                </a:defRPr>
              </a:lvl9pPr>
            </a:lstStyle>
            <a:p>
              <a:pPr>
                <a:defRPr/>
              </a:pPr>
              <a:endParaRPr lang="zh-CN" altLang="en-US" sz="1200">
                <a:latin typeface="Arial" charset="0"/>
              </a:endParaRPr>
            </a:p>
          </p:txBody>
        </p:sp>
        <p:sp>
          <p:nvSpPr>
            <p:cNvPr id="11" name="Line 10">
              <a:extLst>
                <a:ext uri="{FF2B5EF4-FFF2-40B4-BE49-F238E27FC236}">
                  <a16:creationId xmlns:a16="http://schemas.microsoft.com/office/drawing/2014/main" id="{5EB06C86-B76B-48C9-B4D9-903BD702C74A}"/>
                </a:ext>
              </a:extLst>
            </p:cNvPr>
            <p:cNvSpPr>
              <a:spLocks noChangeShapeType="1"/>
            </p:cNvSpPr>
            <p:nvPr/>
          </p:nvSpPr>
          <p:spPr bwMode="auto">
            <a:xfrm flipH="1">
              <a:off x="5105400" y="4346575"/>
              <a:ext cx="215900" cy="0"/>
            </a:xfrm>
            <a:prstGeom prst="line">
              <a:avLst/>
            </a:prstGeom>
            <a:noFill/>
            <a:ln w="38100">
              <a:solidFill>
                <a:schemeClr val="tx1"/>
              </a:solidFill>
              <a:round/>
              <a:headEnd/>
              <a:tailEnd type="stealth" w="med" len="med"/>
            </a:ln>
            <a:effectLst/>
          </p:spPr>
          <p:txBody>
            <a:bodyPr>
              <a:normAutofit fontScale="25000" lnSpcReduction="20000"/>
            </a:bodyPr>
            <a:lstStyle>
              <a:defPPr>
                <a:defRPr lang="en-US"/>
              </a:defPPr>
              <a:lvl1pPr algn="l" rtl="0" fontAlgn="base">
                <a:spcBef>
                  <a:spcPct val="0"/>
                </a:spcBef>
                <a:spcAft>
                  <a:spcPct val="0"/>
                </a:spcAft>
                <a:defRPr sz="2800" b="1" kern="1200">
                  <a:solidFill>
                    <a:schemeClr val="tx1"/>
                  </a:solidFill>
                  <a:latin typeface="Arial" pitchFamily="34" charset="0"/>
                  <a:ea typeface="黑体" pitchFamily="2" charset="-122"/>
                  <a:cs typeface="+mn-cs"/>
                </a:defRPr>
              </a:lvl1pPr>
              <a:lvl2pPr marL="457200" algn="l" rtl="0" fontAlgn="base">
                <a:spcBef>
                  <a:spcPct val="0"/>
                </a:spcBef>
                <a:spcAft>
                  <a:spcPct val="0"/>
                </a:spcAft>
                <a:defRPr sz="2800" b="1" kern="1200">
                  <a:solidFill>
                    <a:schemeClr val="tx1"/>
                  </a:solidFill>
                  <a:latin typeface="Arial" pitchFamily="34" charset="0"/>
                  <a:ea typeface="黑体" pitchFamily="2" charset="-122"/>
                  <a:cs typeface="+mn-cs"/>
                </a:defRPr>
              </a:lvl2pPr>
              <a:lvl3pPr marL="914400" algn="l" rtl="0" fontAlgn="base">
                <a:spcBef>
                  <a:spcPct val="0"/>
                </a:spcBef>
                <a:spcAft>
                  <a:spcPct val="0"/>
                </a:spcAft>
                <a:defRPr sz="2800" b="1" kern="1200">
                  <a:solidFill>
                    <a:schemeClr val="tx1"/>
                  </a:solidFill>
                  <a:latin typeface="Arial" pitchFamily="34" charset="0"/>
                  <a:ea typeface="黑体" pitchFamily="2" charset="-122"/>
                  <a:cs typeface="+mn-cs"/>
                </a:defRPr>
              </a:lvl3pPr>
              <a:lvl4pPr marL="1371600" algn="l" rtl="0" fontAlgn="base">
                <a:spcBef>
                  <a:spcPct val="0"/>
                </a:spcBef>
                <a:spcAft>
                  <a:spcPct val="0"/>
                </a:spcAft>
                <a:defRPr sz="2800" b="1" kern="1200">
                  <a:solidFill>
                    <a:schemeClr val="tx1"/>
                  </a:solidFill>
                  <a:latin typeface="Arial" pitchFamily="34" charset="0"/>
                  <a:ea typeface="黑体" pitchFamily="2" charset="-122"/>
                  <a:cs typeface="+mn-cs"/>
                </a:defRPr>
              </a:lvl4pPr>
              <a:lvl5pPr marL="1828800" algn="l" rtl="0" fontAlgn="base">
                <a:spcBef>
                  <a:spcPct val="0"/>
                </a:spcBef>
                <a:spcAft>
                  <a:spcPct val="0"/>
                </a:spcAft>
                <a:defRPr sz="2800" b="1" kern="1200">
                  <a:solidFill>
                    <a:schemeClr val="tx1"/>
                  </a:solidFill>
                  <a:latin typeface="Arial" pitchFamily="34" charset="0"/>
                  <a:ea typeface="黑体" pitchFamily="2" charset="-122"/>
                  <a:cs typeface="+mn-cs"/>
                </a:defRPr>
              </a:lvl5pPr>
              <a:lvl6pPr marL="2286000" algn="l" defTabSz="914400" rtl="0" eaLnBrk="1" latinLnBrk="0" hangingPunct="1">
                <a:defRPr sz="2800" b="1" kern="1200">
                  <a:solidFill>
                    <a:schemeClr val="tx1"/>
                  </a:solidFill>
                  <a:latin typeface="Arial" pitchFamily="34" charset="0"/>
                  <a:ea typeface="黑体" pitchFamily="2" charset="-122"/>
                  <a:cs typeface="+mn-cs"/>
                </a:defRPr>
              </a:lvl6pPr>
              <a:lvl7pPr marL="2743200" algn="l" defTabSz="914400" rtl="0" eaLnBrk="1" latinLnBrk="0" hangingPunct="1">
                <a:defRPr sz="2800" b="1" kern="1200">
                  <a:solidFill>
                    <a:schemeClr val="tx1"/>
                  </a:solidFill>
                  <a:latin typeface="Arial" pitchFamily="34" charset="0"/>
                  <a:ea typeface="黑体" pitchFamily="2" charset="-122"/>
                  <a:cs typeface="+mn-cs"/>
                </a:defRPr>
              </a:lvl7pPr>
              <a:lvl8pPr marL="3200400" algn="l" defTabSz="914400" rtl="0" eaLnBrk="1" latinLnBrk="0" hangingPunct="1">
                <a:defRPr sz="2800" b="1" kern="1200">
                  <a:solidFill>
                    <a:schemeClr val="tx1"/>
                  </a:solidFill>
                  <a:latin typeface="Arial" pitchFamily="34" charset="0"/>
                  <a:ea typeface="黑体" pitchFamily="2" charset="-122"/>
                  <a:cs typeface="+mn-cs"/>
                </a:defRPr>
              </a:lvl8pPr>
              <a:lvl9pPr marL="3657600" algn="l" defTabSz="914400" rtl="0" eaLnBrk="1" latinLnBrk="0" hangingPunct="1">
                <a:defRPr sz="2800" b="1" kern="1200">
                  <a:solidFill>
                    <a:schemeClr val="tx1"/>
                  </a:solidFill>
                  <a:latin typeface="Arial" pitchFamily="34" charset="0"/>
                  <a:ea typeface="黑体" pitchFamily="2" charset="-122"/>
                  <a:cs typeface="+mn-cs"/>
                </a:defRPr>
              </a:lvl9pPr>
            </a:lstStyle>
            <a:p>
              <a:pPr>
                <a:defRPr/>
              </a:pPr>
              <a:endParaRPr lang="zh-CN" altLang="en-US" sz="1200">
                <a:latin typeface="Arial" charset="0"/>
              </a:endParaRPr>
            </a:p>
          </p:txBody>
        </p:sp>
        <p:sp>
          <p:nvSpPr>
            <p:cNvPr id="12" name="Line 11">
              <a:extLst>
                <a:ext uri="{FF2B5EF4-FFF2-40B4-BE49-F238E27FC236}">
                  <a16:creationId xmlns:a16="http://schemas.microsoft.com/office/drawing/2014/main" id="{2351263F-165D-48CE-885D-97658C476185}"/>
                </a:ext>
              </a:extLst>
            </p:cNvPr>
            <p:cNvSpPr>
              <a:spLocks noChangeShapeType="1"/>
            </p:cNvSpPr>
            <p:nvPr/>
          </p:nvSpPr>
          <p:spPr bwMode="auto">
            <a:xfrm>
              <a:off x="2430463" y="3709988"/>
              <a:ext cx="0" cy="1250950"/>
            </a:xfrm>
            <a:prstGeom prst="line">
              <a:avLst/>
            </a:prstGeom>
            <a:noFill/>
            <a:ln w="38100">
              <a:solidFill>
                <a:schemeClr val="tx1"/>
              </a:solidFill>
              <a:round/>
              <a:headEnd/>
              <a:tailEnd type="stealth" w="med" len="med"/>
            </a:ln>
            <a:effectLst/>
          </p:spPr>
          <p:txBody>
            <a:bodyPr>
              <a:normAutofit fontScale="25000" lnSpcReduction="20000"/>
            </a:bodyPr>
            <a:lstStyle>
              <a:defPPr>
                <a:defRPr lang="en-US"/>
              </a:defPPr>
              <a:lvl1pPr algn="l" rtl="0" fontAlgn="base">
                <a:spcBef>
                  <a:spcPct val="0"/>
                </a:spcBef>
                <a:spcAft>
                  <a:spcPct val="0"/>
                </a:spcAft>
                <a:defRPr sz="2800" b="1" kern="1200">
                  <a:solidFill>
                    <a:schemeClr val="tx1"/>
                  </a:solidFill>
                  <a:latin typeface="Arial" pitchFamily="34" charset="0"/>
                  <a:ea typeface="黑体" pitchFamily="2" charset="-122"/>
                  <a:cs typeface="+mn-cs"/>
                </a:defRPr>
              </a:lvl1pPr>
              <a:lvl2pPr marL="457200" algn="l" rtl="0" fontAlgn="base">
                <a:spcBef>
                  <a:spcPct val="0"/>
                </a:spcBef>
                <a:spcAft>
                  <a:spcPct val="0"/>
                </a:spcAft>
                <a:defRPr sz="2800" b="1" kern="1200">
                  <a:solidFill>
                    <a:schemeClr val="tx1"/>
                  </a:solidFill>
                  <a:latin typeface="Arial" pitchFamily="34" charset="0"/>
                  <a:ea typeface="黑体" pitchFamily="2" charset="-122"/>
                  <a:cs typeface="+mn-cs"/>
                </a:defRPr>
              </a:lvl2pPr>
              <a:lvl3pPr marL="914400" algn="l" rtl="0" fontAlgn="base">
                <a:spcBef>
                  <a:spcPct val="0"/>
                </a:spcBef>
                <a:spcAft>
                  <a:spcPct val="0"/>
                </a:spcAft>
                <a:defRPr sz="2800" b="1" kern="1200">
                  <a:solidFill>
                    <a:schemeClr val="tx1"/>
                  </a:solidFill>
                  <a:latin typeface="Arial" pitchFamily="34" charset="0"/>
                  <a:ea typeface="黑体" pitchFamily="2" charset="-122"/>
                  <a:cs typeface="+mn-cs"/>
                </a:defRPr>
              </a:lvl3pPr>
              <a:lvl4pPr marL="1371600" algn="l" rtl="0" fontAlgn="base">
                <a:spcBef>
                  <a:spcPct val="0"/>
                </a:spcBef>
                <a:spcAft>
                  <a:spcPct val="0"/>
                </a:spcAft>
                <a:defRPr sz="2800" b="1" kern="1200">
                  <a:solidFill>
                    <a:schemeClr val="tx1"/>
                  </a:solidFill>
                  <a:latin typeface="Arial" pitchFamily="34" charset="0"/>
                  <a:ea typeface="黑体" pitchFamily="2" charset="-122"/>
                  <a:cs typeface="+mn-cs"/>
                </a:defRPr>
              </a:lvl4pPr>
              <a:lvl5pPr marL="1828800" algn="l" rtl="0" fontAlgn="base">
                <a:spcBef>
                  <a:spcPct val="0"/>
                </a:spcBef>
                <a:spcAft>
                  <a:spcPct val="0"/>
                </a:spcAft>
                <a:defRPr sz="2800" b="1" kern="1200">
                  <a:solidFill>
                    <a:schemeClr val="tx1"/>
                  </a:solidFill>
                  <a:latin typeface="Arial" pitchFamily="34" charset="0"/>
                  <a:ea typeface="黑体" pitchFamily="2" charset="-122"/>
                  <a:cs typeface="+mn-cs"/>
                </a:defRPr>
              </a:lvl5pPr>
              <a:lvl6pPr marL="2286000" algn="l" defTabSz="914400" rtl="0" eaLnBrk="1" latinLnBrk="0" hangingPunct="1">
                <a:defRPr sz="2800" b="1" kern="1200">
                  <a:solidFill>
                    <a:schemeClr val="tx1"/>
                  </a:solidFill>
                  <a:latin typeface="Arial" pitchFamily="34" charset="0"/>
                  <a:ea typeface="黑体" pitchFamily="2" charset="-122"/>
                  <a:cs typeface="+mn-cs"/>
                </a:defRPr>
              </a:lvl6pPr>
              <a:lvl7pPr marL="2743200" algn="l" defTabSz="914400" rtl="0" eaLnBrk="1" latinLnBrk="0" hangingPunct="1">
                <a:defRPr sz="2800" b="1" kern="1200">
                  <a:solidFill>
                    <a:schemeClr val="tx1"/>
                  </a:solidFill>
                  <a:latin typeface="Arial" pitchFamily="34" charset="0"/>
                  <a:ea typeface="黑体" pitchFamily="2" charset="-122"/>
                  <a:cs typeface="+mn-cs"/>
                </a:defRPr>
              </a:lvl7pPr>
              <a:lvl8pPr marL="3200400" algn="l" defTabSz="914400" rtl="0" eaLnBrk="1" latinLnBrk="0" hangingPunct="1">
                <a:defRPr sz="2800" b="1" kern="1200">
                  <a:solidFill>
                    <a:schemeClr val="tx1"/>
                  </a:solidFill>
                  <a:latin typeface="Arial" pitchFamily="34" charset="0"/>
                  <a:ea typeface="黑体" pitchFamily="2" charset="-122"/>
                  <a:cs typeface="+mn-cs"/>
                </a:defRPr>
              </a:lvl8pPr>
              <a:lvl9pPr marL="3657600" algn="l" defTabSz="914400" rtl="0" eaLnBrk="1" latinLnBrk="0" hangingPunct="1">
                <a:defRPr sz="2800" b="1" kern="1200">
                  <a:solidFill>
                    <a:schemeClr val="tx1"/>
                  </a:solidFill>
                  <a:latin typeface="Arial" pitchFamily="34" charset="0"/>
                  <a:ea typeface="黑体" pitchFamily="2" charset="-122"/>
                  <a:cs typeface="+mn-cs"/>
                </a:defRPr>
              </a:lvl9pPr>
            </a:lstStyle>
            <a:p>
              <a:pPr>
                <a:defRPr/>
              </a:pPr>
              <a:endParaRPr lang="zh-CN" altLang="en-US" sz="1200">
                <a:latin typeface="Arial" charset="0"/>
              </a:endParaRPr>
            </a:p>
          </p:txBody>
        </p:sp>
        <p:sp>
          <p:nvSpPr>
            <p:cNvPr id="13" name="Line 12">
              <a:extLst>
                <a:ext uri="{FF2B5EF4-FFF2-40B4-BE49-F238E27FC236}">
                  <a16:creationId xmlns:a16="http://schemas.microsoft.com/office/drawing/2014/main" id="{7FDFC899-9A68-4A4F-ACD7-69D331DEB859}"/>
                </a:ext>
              </a:extLst>
            </p:cNvPr>
            <p:cNvSpPr>
              <a:spLocks noChangeShapeType="1"/>
            </p:cNvSpPr>
            <p:nvPr/>
          </p:nvSpPr>
          <p:spPr bwMode="auto">
            <a:xfrm>
              <a:off x="3695700" y="2776538"/>
              <a:ext cx="0" cy="257175"/>
            </a:xfrm>
            <a:prstGeom prst="line">
              <a:avLst/>
            </a:prstGeom>
            <a:noFill/>
            <a:ln w="38100">
              <a:solidFill>
                <a:schemeClr val="tx1"/>
              </a:solidFill>
              <a:round/>
              <a:headEnd/>
              <a:tailEnd type="stealth" w="med" len="med"/>
            </a:ln>
            <a:effectLst/>
          </p:spPr>
          <p:txBody>
            <a:bodyPr>
              <a:normAutofit fontScale="25000" lnSpcReduction="20000"/>
            </a:bodyPr>
            <a:lstStyle>
              <a:defPPr>
                <a:defRPr lang="en-US"/>
              </a:defPPr>
              <a:lvl1pPr algn="l" rtl="0" fontAlgn="base">
                <a:spcBef>
                  <a:spcPct val="0"/>
                </a:spcBef>
                <a:spcAft>
                  <a:spcPct val="0"/>
                </a:spcAft>
                <a:defRPr sz="2800" b="1" kern="1200">
                  <a:solidFill>
                    <a:schemeClr val="tx1"/>
                  </a:solidFill>
                  <a:latin typeface="Arial" pitchFamily="34" charset="0"/>
                  <a:ea typeface="黑体" pitchFamily="2" charset="-122"/>
                  <a:cs typeface="+mn-cs"/>
                </a:defRPr>
              </a:lvl1pPr>
              <a:lvl2pPr marL="457200" algn="l" rtl="0" fontAlgn="base">
                <a:spcBef>
                  <a:spcPct val="0"/>
                </a:spcBef>
                <a:spcAft>
                  <a:spcPct val="0"/>
                </a:spcAft>
                <a:defRPr sz="2800" b="1" kern="1200">
                  <a:solidFill>
                    <a:schemeClr val="tx1"/>
                  </a:solidFill>
                  <a:latin typeface="Arial" pitchFamily="34" charset="0"/>
                  <a:ea typeface="黑体" pitchFamily="2" charset="-122"/>
                  <a:cs typeface="+mn-cs"/>
                </a:defRPr>
              </a:lvl2pPr>
              <a:lvl3pPr marL="914400" algn="l" rtl="0" fontAlgn="base">
                <a:spcBef>
                  <a:spcPct val="0"/>
                </a:spcBef>
                <a:spcAft>
                  <a:spcPct val="0"/>
                </a:spcAft>
                <a:defRPr sz="2800" b="1" kern="1200">
                  <a:solidFill>
                    <a:schemeClr val="tx1"/>
                  </a:solidFill>
                  <a:latin typeface="Arial" pitchFamily="34" charset="0"/>
                  <a:ea typeface="黑体" pitchFamily="2" charset="-122"/>
                  <a:cs typeface="+mn-cs"/>
                </a:defRPr>
              </a:lvl3pPr>
              <a:lvl4pPr marL="1371600" algn="l" rtl="0" fontAlgn="base">
                <a:spcBef>
                  <a:spcPct val="0"/>
                </a:spcBef>
                <a:spcAft>
                  <a:spcPct val="0"/>
                </a:spcAft>
                <a:defRPr sz="2800" b="1" kern="1200">
                  <a:solidFill>
                    <a:schemeClr val="tx1"/>
                  </a:solidFill>
                  <a:latin typeface="Arial" pitchFamily="34" charset="0"/>
                  <a:ea typeface="黑体" pitchFamily="2" charset="-122"/>
                  <a:cs typeface="+mn-cs"/>
                </a:defRPr>
              </a:lvl4pPr>
              <a:lvl5pPr marL="1828800" algn="l" rtl="0" fontAlgn="base">
                <a:spcBef>
                  <a:spcPct val="0"/>
                </a:spcBef>
                <a:spcAft>
                  <a:spcPct val="0"/>
                </a:spcAft>
                <a:defRPr sz="2800" b="1" kern="1200">
                  <a:solidFill>
                    <a:schemeClr val="tx1"/>
                  </a:solidFill>
                  <a:latin typeface="Arial" pitchFamily="34" charset="0"/>
                  <a:ea typeface="黑体" pitchFamily="2" charset="-122"/>
                  <a:cs typeface="+mn-cs"/>
                </a:defRPr>
              </a:lvl5pPr>
              <a:lvl6pPr marL="2286000" algn="l" defTabSz="914400" rtl="0" eaLnBrk="1" latinLnBrk="0" hangingPunct="1">
                <a:defRPr sz="2800" b="1" kern="1200">
                  <a:solidFill>
                    <a:schemeClr val="tx1"/>
                  </a:solidFill>
                  <a:latin typeface="Arial" pitchFamily="34" charset="0"/>
                  <a:ea typeface="黑体" pitchFamily="2" charset="-122"/>
                  <a:cs typeface="+mn-cs"/>
                </a:defRPr>
              </a:lvl6pPr>
              <a:lvl7pPr marL="2743200" algn="l" defTabSz="914400" rtl="0" eaLnBrk="1" latinLnBrk="0" hangingPunct="1">
                <a:defRPr sz="2800" b="1" kern="1200">
                  <a:solidFill>
                    <a:schemeClr val="tx1"/>
                  </a:solidFill>
                  <a:latin typeface="Arial" pitchFamily="34" charset="0"/>
                  <a:ea typeface="黑体" pitchFamily="2" charset="-122"/>
                  <a:cs typeface="+mn-cs"/>
                </a:defRPr>
              </a:lvl7pPr>
              <a:lvl8pPr marL="3200400" algn="l" defTabSz="914400" rtl="0" eaLnBrk="1" latinLnBrk="0" hangingPunct="1">
                <a:defRPr sz="2800" b="1" kern="1200">
                  <a:solidFill>
                    <a:schemeClr val="tx1"/>
                  </a:solidFill>
                  <a:latin typeface="Arial" pitchFamily="34" charset="0"/>
                  <a:ea typeface="黑体" pitchFamily="2" charset="-122"/>
                  <a:cs typeface="+mn-cs"/>
                </a:defRPr>
              </a:lvl8pPr>
              <a:lvl9pPr marL="3657600" algn="l" defTabSz="914400" rtl="0" eaLnBrk="1" latinLnBrk="0" hangingPunct="1">
                <a:defRPr sz="2800" b="1" kern="1200">
                  <a:solidFill>
                    <a:schemeClr val="tx1"/>
                  </a:solidFill>
                  <a:latin typeface="Arial" pitchFamily="34" charset="0"/>
                  <a:ea typeface="黑体" pitchFamily="2" charset="-122"/>
                  <a:cs typeface="+mn-cs"/>
                </a:defRPr>
              </a:lvl9pPr>
            </a:lstStyle>
            <a:p>
              <a:pPr>
                <a:defRPr/>
              </a:pPr>
              <a:endParaRPr lang="zh-CN" altLang="en-US" sz="1200">
                <a:latin typeface="Arial" charset="0"/>
              </a:endParaRPr>
            </a:p>
          </p:txBody>
        </p:sp>
        <p:sp>
          <p:nvSpPr>
            <p:cNvPr id="14" name="Line 13">
              <a:extLst>
                <a:ext uri="{FF2B5EF4-FFF2-40B4-BE49-F238E27FC236}">
                  <a16:creationId xmlns:a16="http://schemas.microsoft.com/office/drawing/2014/main" id="{38B5698D-6B2B-41D0-AB11-53F2A6475FEE}"/>
                </a:ext>
              </a:extLst>
            </p:cNvPr>
            <p:cNvSpPr>
              <a:spLocks noChangeShapeType="1"/>
            </p:cNvSpPr>
            <p:nvPr/>
          </p:nvSpPr>
          <p:spPr bwMode="auto">
            <a:xfrm>
              <a:off x="3727450" y="3663950"/>
              <a:ext cx="0" cy="361950"/>
            </a:xfrm>
            <a:prstGeom prst="line">
              <a:avLst/>
            </a:prstGeom>
            <a:noFill/>
            <a:ln w="38100">
              <a:solidFill>
                <a:schemeClr val="tx1"/>
              </a:solidFill>
              <a:round/>
              <a:headEnd type="stealth" w="med" len="med"/>
              <a:tailEnd type="stealth" w="med" len="med"/>
            </a:ln>
            <a:effectLst/>
          </p:spPr>
          <p:txBody>
            <a:bodyPr>
              <a:normAutofit fontScale="25000" lnSpcReduction="20000"/>
            </a:bodyPr>
            <a:lstStyle>
              <a:defPPr>
                <a:defRPr lang="en-US"/>
              </a:defPPr>
              <a:lvl1pPr algn="l" rtl="0" fontAlgn="base">
                <a:spcBef>
                  <a:spcPct val="0"/>
                </a:spcBef>
                <a:spcAft>
                  <a:spcPct val="0"/>
                </a:spcAft>
                <a:defRPr sz="2800" b="1" kern="1200">
                  <a:solidFill>
                    <a:schemeClr val="tx1"/>
                  </a:solidFill>
                  <a:latin typeface="Arial" pitchFamily="34" charset="0"/>
                  <a:ea typeface="黑体" pitchFamily="2" charset="-122"/>
                  <a:cs typeface="+mn-cs"/>
                </a:defRPr>
              </a:lvl1pPr>
              <a:lvl2pPr marL="457200" algn="l" rtl="0" fontAlgn="base">
                <a:spcBef>
                  <a:spcPct val="0"/>
                </a:spcBef>
                <a:spcAft>
                  <a:spcPct val="0"/>
                </a:spcAft>
                <a:defRPr sz="2800" b="1" kern="1200">
                  <a:solidFill>
                    <a:schemeClr val="tx1"/>
                  </a:solidFill>
                  <a:latin typeface="Arial" pitchFamily="34" charset="0"/>
                  <a:ea typeface="黑体" pitchFamily="2" charset="-122"/>
                  <a:cs typeface="+mn-cs"/>
                </a:defRPr>
              </a:lvl2pPr>
              <a:lvl3pPr marL="914400" algn="l" rtl="0" fontAlgn="base">
                <a:spcBef>
                  <a:spcPct val="0"/>
                </a:spcBef>
                <a:spcAft>
                  <a:spcPct val="0"/>
                </a:spcAft>
                <a:defRPr sz="2800" b="1" kern="1200">
                  <a:solidFill>
                    <a:schemeClr val="tx1"/>
                  </a:solidFill>
                  <a:latin typeface="Arial" pitchFamily="34" charset="0"/>
                  <a:ea typeface="黑体" pitchFamily="2" charset="-122"/>
                  <a:cs typeface="+mn-cs"/>
                </a:defRPr>
              </a:lvl3pPr>
              <a:lvl4pPr marL="1371600" algn="l" rtl="0" fontAlgn="base">
                <a:spcBef>
                  <a:spcPct val="0"/>
                </a:spcBef>
                <a:spcAft>
                  <a:spcPct val="0"/>
                </a:spcAft>
                <a:defRPr sz="2800" b="1" kern="1200">
                  <a:solidFill>
                    <a:schemeClr val="tx1"/>
                  </a:solidFill>
                  <a:latin typeface="Arial" pitchFamily="34" charset="0"/>
                  <a:ea typeface="黑体" pitchFamily="2" charset="-122"/>
                  <a:cs typeface="+mn-cs"/>
                </a:defRPr>
              </a:lvl4pPr>
              <a:lvl5pPr marL="1828800" algn="l" rtl="0" fontAlgn="base">
                <a:spcBef>
                  <a:spcPct val="0"/>
                </a:spcBef>
                <a:spcAft>
                  <a:spcPct val="0"/>
                </a:spcAft>
                <a:defRPr sz="2800" b="1" kern="1200">
                  <a:solidFill>
                    <a:schemeClr val="tx1"/>
                  </a:solidFill>
                  <a:latin typeface="Arial" pitchFamily="34" charset="0"/>
                  <a:ea typeface="黑体" pitchFamily="2" charset="-122"/>
                  <a:cs typeface="+mn-cs"/>
                </a:defRPr>
              </a:lvl5pPr>
              <a:lvl6pPr marL="2286000" algn="l" defTabSz="914400" rtl="0" eaLnBrk="1" latinLnBrk="0" hangingPunct="1">
                <a:defRPr sz="2800" b="1" kern="1200">
                  <a:solidFill>
                    <a:schemeClr val="tx1"/>
                  </a:solidFill>
                  <a:latin typeface="Arial" pitchFamily="34" charset="0"/>
                  <a:ea typeface="黑体" pitchFamily="2" charset="-122"/>
                  <a:cs typeface="+mn-cs"/>
                </a:defRPr>
              </a:lvl6pPr>
              <a:lvl7pPr marL="2743200" algn="l" defTabSz="914400" rtl="0" eaLnBrk="1" latinLnBrk="0" hangingPunct="1">
                <a:defRPr sz="2800" b="1" kern="1200">
                  <a:solidFill>
                    <a:schemeClr val="tx1"/>
                  </a:solidFill>
                  <a:latin typeface="Arial" pitchFamily="34" charset="0"/>
                  <a:ea typeface="黑体" pitchFamily="2" charset="-122"/>
                  <a:cs typeface="+mn-cs"/>
                </a:defRPr>
              </a:lvl7pPr>
              <a:lvl8pPr marL="3200400" algn="l" defTabSz="914400" rtl="0" eaLnBrk="1" latinLnBrk="0" hangingPunct="1">
                <a:defRPr sz="2800" b="1" kern="1200">
                  <a:solidFill>
                    <a:schemeClr val="tx1"/>
                  </a:solidFill>
                  <a:latin typeface="Arial" pitchFamily="34" charset="0"/>
                  <a:ea typeface="黑体" pitchFamily="2" charset="-122"/>
                  <a:cs typeface="+mn-cs"/>
                </a:defRPr>
              </a:lvl8pPr>
              <a:lvl9pPr marL="3657600" algn="l" defTabSz="914400" rtl="0" eaLnBrk="1" latinLnBrk="0" hangingPunct="1">
                <a:defRPr sz="2800" b="1" kern="1200">
                  <a:solidFill>
                    <a:schemeClr val="tx1"/>
                  </a:solidFill>
                  <a:latin typeface="Arial" pitchFamily="34" charset="0"/>
                  <a:ea typeface="黑体" pitchFamily="2" charset="-122"/>
                  <a:cs typeface="+mn-cs"/>
                </a:defRPr>
              </a:lvl9pPr>
            </a:lstStyle>
            <a:p>
              <a:pPr>
                <a:defRPr/>
              </a:pPr>
              <a:endParaRPr lang="zh-CN" altLang="en-US" sz="1200">
                <a:latin typeface="Arial" charset="0"/>
              </a:endParaRPr>
            </a:p>
          </p:txBody>
        </p:sp>
        <p:sp>
          <p:nvSpPr>
            <p:cNvPr id="30742" name="Rectangle 14">
              <a:extLst>
                <a:ext uri="{FF2B5EF4-FFF2-40B4-BE49-F238E27FC236}">
                  <a16:creationId xmlns:a16="http://schemas.microsoft.com/office/drawing/2014/main" id="{525EE032-A45C-4299-B338-5A0E40F78D18}"/>
                </a:ext>
              </a:extLst>
            </p:cNvPr>
            <p:cNvSpPr>
              <a:spLocks noChangeArrowheads="1"/>
            </p:cNvSpPr>
            <p:nvPr/>
          </p:nvSpPr>
          <p:spPr bwMode="auto">
            <a:xfrm>
              <a:off x="1524000" y="1962150"/>
              <a:ext cx="5334000" cy="3630613"/>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ea typeface="黑体" panose="02010609060101010101" pitchFamily="49" charset="-122"/>
              </a:endParaRPr>
            </a:p>
          </p:txBody>
        </p:sp>
        <p:sp>
          <p:nvSpPr>
            <p:cNvPr id="30743" name="Rectangle 15">
              <a:extLst>
                <a:ext uri="{FF2B5EF4-FFF2-40B4-BE49-F238E27FC236}">
                  <a16:creationId xmlns:a16="http://schemas.microsoft.com/office/drawing/2014/main" id="{32360EC7-3522-4C4F-A819-E8EAB29B5969}"/>
                </a:ext>
              </a:extLst>
            </p:cNvPr>
            <p:cNvSpPr>
              <a:spLocks noChangeArrowheads="1"/>
            </p:cNvSpPr>
            <p:nvPr/>
          </p:nvSpPr>
          <p:spPr bwMode="auto">
            <a:xfrm>
              <a:off x="1554163" y="2520950"/>
              <a:ext cx="593725" cy="206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b="1">
                  <a:solidFill>
                    <a:srgbClr val="000066"/>
                  </a:solidFill>
                  <a:latin typeface="华文新魏" panose="02010800040101010101" pitchFamily="2" charset="-122"/>
                  <a:ea typeface="华文新魏" panose="02010800040101010101" pitchFamily="2" charset="-122"/>
                </a:rPr>
                <a:t>可信计算密码支撑平台</a:t>
              </a:r>
              <a:r>
                <a:rPr lang="zh-CN" altLang="en-US" sz="2000" b="1">
                  <a:latin typeface="黑体" panose="02010609060101010101" pitchFamily="49" charset="-122"/>
                  <a:ea typeface="黑体" panose="02010609060101010101" pitchFamily="49" charset="-122"/>
                </a:rPr>
                <a:t>技术规范</a:t>
              </a:r>
            </a:p>
          </p:txBody>
        </p:sp>
        <p:sp>
          <p:nvSpPr>
            <p:cNvPr id="17" name="Rectangle 16">
              <a:extLst>
                <a:ext uri="{FF2B5EF4-FFF2-40B4-BE49-F238E27FC236}">
                  <a16:creationId xmlns:a16="http://schemas.microsoft.com/office/drawing/2014/main" id="{5D28BC13-C74B-477D-A181-36AE00AEA0FC}"/>
                </a:ext>
              </a:extLst>
            </p:cNvPr>
            <p:cNvSpPr>
              <a:spLocks noChangeArrowheads="1"/>
            </p:cNvSpPr>
            <p:nvPr/>
          </p:nvSpPr>
          <p:spPr bwMode="auto">
            <a:xfrm>
              <a:off x="5338763" y="4957763"/>
              <a:ext cx="1293812" cy="484187"/>
            </a:xfrm>
            <a:prstGeom prst="rect">
              <a:avLst/>
            </a:prstGeom>
            <a:solidFill>
              <a:srgbClr val="FFFF99"/>
            </a:solidFill>
            <a:ln w="9525">
              <a:solidFill>
                <a:schemeClr val="tx1"/>
              </a:solidFill>
              <a:miter lim="800000"/>
              <a:headEnd/>
              <a:tailEnd/>
            </a:ln>
            <a:effectLst>
              <a:outerShdw dist="85194" dir="1593903" algn="ctr" rotWithShape="0">
                <a:srgbClr val="000099"/>
              </a:outerShdw>
            </a:effectLst>
          </p:spPr>
          <p:txBody>
            <a:bodyPr anchor="ctr">
              <a:normAutofit/>
            </a:bodyPr>
            <a:lstStyle>
              <a:defPPr>
                <a:defRPr lang="en-US"/>
              </a:defPPr>
              <a:lvl1pPr algn="l" rtl="0" fontAlgn="base">
                <a:spcBef>
                  <a:spcPct val="0"/>
                </a:spcBef>
                <a:spcAft>
                  <a:spcPct val="0"/>
                </a:spcAft>
                <a:defRPr sz="2800" b="1" kern="1200">
                  <a:solidFill>
                    <a:schemeClr val="tx1"/>
                  </a:solidFill>
                  <a:latin typeface="Arial" pitchFamily="34" charset="0"/>
                  <a:ea typeface="黑体" pitchFamily="2" charset="-122"/>
                  <a:cs typeface="+mn-cs"/>
                </a:defRPr>
              </a:lvl1pPr>
              <a:lvl2pPr marL="457200" algn="l" rtl="0" fontAlgn="base">
                <a:spcBef>
                  <a:spcPct val="0"/>
                </a:spcBef>
                <a:spcAft>
                  <a:spcPct val="0"/>
                </a:spcAft>
                <a:defRPr sz="2800" b="1" kern="1200">
                  <a:solidFill>
                    <a:schemeClr val="tx1"/>
                  </a:solidFill>
                  <a:latin typeface="Arial" pitchFamily="34" charset="0"/>
                  <a:ea typeface="黑体" pitchFamily="2" charset="-122"/>
                  <a:cs typeface="+mn-cs"/>
                </a:defRPr>
              </a:lvl2pPr>
              <a:lvl3pPr marL="914400" algn="l" rtl="0" fontAlgn="base">
                <a:spcBef>
                  <a:spcPct val="0"/>
                </a:spcBef>
                <a:spcAft>
                  <a:spcPct val="0"/>
                </a:spcAft>
                <a:defRPr sz="2800" b="1" kern="1200">
                  <a:solidFill>
                    <a:schemeClr val="tx1"/>
                  </a:solidFill>
                  <a:latin typeface="Arial" pitchFamily="34" charset="0"/>
                  <a:ea typeface="黑体" pitchFamily="2" charset="-122"/>
                  <a:cs typeface="+mn-cs"/>
                </a:defRPr>
              </a:lvl3pPr>
              <a:lvl4pPr marL="1371600" algn="l" rtl="0" fontAlgn="base">
                <a:spcBef>
                  <a:spcPct val="0"/>
                </a:spcBef>
                <a:spcAft>
                  <a:spcPct val="0"/>
                </a:spcAft>
                <a:defRPr sz="2800" b="1" kern="1200">
                  <a:solidFill>
                    <a:schemeClr val="tx1"/>
                  </a:solidFill>
                  <a:latin typeface="Arial" pitchFamily="34" charset="0"/>
                  <a:ea typeface="黑体" pitchFamily="2" charset="-122"/>
                  <a:cs typeface="+mn-cs"/>
                </a:defRPr>
              </a:lvl4pPr>
              <a:lvl5pPr marL="1828800" algn="l" rtl="0" fontAlgn="base">
                <a:spcBef>
                  <a:spcPct val="0"/>
                </a:spcBef>
                <a:spcAft>
                  <a:spcPct val="0"/>
                </a:spcAft>
                <a:defRPr sz="2800" b="1" kern="1200">
                  <a:solidFill>
                    <a:schemeClr val="tx1"/>
                  </a:solidFill>
                  <a:latin typeface="Arial" pitchFamily="34" charset="0"/>
                  <a:ea typeface="黑体" pitchFamily="2" charset="-122"/>
                  <a:cs typeface="+mn-cs"/>
                </a:defRPr>
              </a:lvl5pPr>
              <a:lvl6pPr marL="2286000" algn="l" defTabSz="914400" rtl="0" eaLnBrk="1" latinLnBrk="0" hangingPunct="1">
                <a:defRPr sz="2800" b="1" kern="1200">
                  <a:solidFill>
                    <a:schemeClr val="tx1"/>
                  </a:solidFill>
                  <a:latin typeface="Arial" pitchFamily="34" charset="0"/>
                  <a:ea typeface="黑体" pitchFamily="2" charset="-122"/>
                  <a:cs typeface="+mn-cs"/>
                </a:defRPr>
              </a:lvl6pPr>
              <a:lvl7pPr marL="2743200" algn="l" defTabSz="914400" rtl="0" eaLnBrk="1" latinLnBrk="0" hangingPunct="1">
                <a:defRPr sz="2800" b="1" kern="1200">
                  <a:solidFill>
                    <a:schemeClr val="tx1"/>
                  </a:solidFill>
                  <a:latin typeface="Arial" pitchFamily="34" charset="0"/>
                  <a:ea typeface="黑体" pitchFamily="2" charset="-122"/>
                  <a:cs typeface="+mn-cs"/>
                </a:defRPr>
              </a:lvl7pPr>
              <a:lvl8pPr marL="3200400" algn="l" defTabSz="914400" rtl="0" eaLnBrk="1" latinLnBrk="0" hangingPunct="1">
                <a:defRPr sz="2800" b="1" kern="1200">
                  <a:solidFill>
                    <a:schemeClr val="tx1"/>
                  </a:solidFill>
                  <a:latin typeface="Arial" pitchFamily="34" charset="0"/>
                  <a:ea typeface="黑体" pitchFamily="2" charset="-122"/>
                  <a:cs typeface="+mn-cs"/>
                </a:defRPr>
              </a:lvl8pPr>
              <a:lvl9pPr marL="3657600" algn="l" defTabSz="914400" rtl="0" eaLnBrk="1" latinLnBrk="0" hangingPunct="1">
                <a:defRPr sz="2800" b="1" kern="1200">
                  <a:solidFill>
                    <a:schemeClr val="tx1"/>
                  </a:solidFill>
                  <a:latin typeface="Arial" pitchFamily="34" charset="0"/>
                  <a:ea typeface="黑体" pitchFamily="2" charset="-122"/>
                  <a:cs typeface="+mn-cs"/>
                </a:defRPr>
              </a:lvl9pPr>
            </a:lstStyle>
            <a:p>
              <a:pPr algn="ctr">
                <a:defRPr/>
              </a:pPr>
              <a:r>
                <a:rPr lang="zh-CN" altLang="en-US" sz="1400" dirty="0">
                  <a:latin typeface="微软雅黑" pitchFamily="34" charset="-122"/>
                  <a:ea typeface="微软雅黑" pitchFamily="34" charset="-122"/>
                </a:rPr>
                <a:t>数字证书规范</a:t>
              </a:r>
            </a:p>
          </p:txBody>
        </p:sp>
      </p:grpSp>
      <p:sp>
        <p:nvSpPr>
          <p:cNvPr id="21" name="矩形 20">
            <a:extLst>
              <a:ext uri="{FF2B5EF4-FFF2-40B4-BE49-F238E27FC236}">
                <a16:creationId xmlns:a16="http://schemas.microsoft.com/office/drawing/2014/main" id="{44413480-10DD-4EA4-9BC8-0E857618915C}"/>
              </a:ext>
            </a:extLst>
          </p:cNvPr>
          <p:cNvSpPr/>
          <p:nvPr/>
        </p:nvSpPr>
        <p:spPr bwMode="auto">
          <a:xfrm>
            <a:off x="838200" y="5495925"/>
            <a:ext cx="5272088" cy="523875"/>
          </a:xfrm>
          <a:prstGeom prst="rect">
            <a:avLst/>
          </a:prstGeom>
          <a:solidFill>
            <a:schemeClr val="accent2">
              <a:lumMod val="20000"/>
              <a:lumOff val="80000"/>
            </a:schemeClr>
          </a:solidFill>
          <a:ln w="9525">
            <a:solidFill>
              <a:schemeClr val="tx1"/>
            </a:solidFill>
            <a:prstDash val="dash"/>
            <a:miter lim="800000"/>
            <a:headEnd/>
            <a:tailEnd/>
          </a:ln>
          <a:effectLst>
            <a:outerShdw dist="85194" dir="1593903" algn="ctr" rotWithShape="0">
              <a:srgbClr val="C00000"/>
            </a:outerShdw>
          </a:effectLst>
        </p:spPr>
        <p:txBody>
          <a:bodyPr anchor="ctr">
            <a:normAutofit/>
          </a:bodyPr>
          <a:lstStyle>
            <a:defPPr>
              <a:defRPr lang="en-US"/>
            </a:defPPr>
            <a:lvl1pPr algn="l" rtl="0" fontAlgn="base">
              <a:spcBef>
                <a:spcPct val="0"/>
              </a:spcBef>
              <a:spcAft>
                <a:spcPct val="0"/>
              </a:spcAft>
              <a:defRPr sz="2800" b="1" kern="1200">
                <a:solidFill>
                  <a:schemeClr val="tx1"/>
                </a:solidFill>
                <a:latin typeface="Arial" pitchFamily="34" charset="0"/>
                <a:ea typeface="黑体" pitchFamily="2" charset="-122"/>
                <a:cs typeface="+mn-cs"/>
              </a:defRPr>
            </a:lvl1pPr>
            <a:lvl2pPr marL="457200" algn="l" rtl="0" fontAlgn="base">
              <a:spcBef>
                <a:spcPct val="0"/>
              </a:spcBef>
              <a:spcAft>
                <a:spcPct val="0"/>
              </a:spcAft>
              <a:defRPr sz="2800" b="1" kern="1200">
                <a:solidFill>
                  <a:schemeClr val="tx1"/>
                </a:solidFill>
                <a:latin typeface="Arial" pitchFamily="34" charset="0"/>
                <a:ea typeface="黑体" pitchFamily="2" charset="-122"/>
                <a:cs typeface="+mn-cs"/>
              </a:defRPr>
            </a:lvl2pPr>
            <a:lvl3pPr marL="914400" algn="l" rtl="0" fontAlgn="base">
              <a:spcBef>
                <a:spcPct val="0"/>
              </a:spcBef>
              <a:spcAft>
                <a:spcPct val="0"/>
              </a:spcAft>
              <a:defRPr sz="2800" b="1" kern="1200">
                <a:solidFill>
                  <a:schemeClr val="tx1"/>
                </a:solidFill>
                <a:latin typeface="Arial" pitchFamily="34" charset="0"/>
                <a:ea typeface="黑体" pitchFamily="2" charset="-122"/>
                <a:cs typeface="+mn-cs"/>
              </a:defRPr>
            </a:lvl3pPr>
            <a:lvl4pPr marL="1371600" algn="l" rtl="0" fontAlgn="base">
              <a:spcBef>
                <a:spcPct val="0"/>
              </a:spcBef>
              <a:spcAft>
                <a:spcPct val="0"/>
              </a:spcAft>
              <a:defRPr sz="2800" b="1" kern="1200">
                <a:solidFill>
                  <a:schemeClr val="tx1"/>
                </a:solidFill>
                <a:latin typeface="Arial" pitchFamily="34" charset="0"/>
                <a:ea typeface="黑体" pitchFamily="2" charset="-122"/>
                <a:cs typeface="+mn-cs"/>
              </a:defRPr>
            </a:lvl4pPr>
            <a:lvl5pPr marL="1828800" algn="l" rtl="0" fontAlgn="base">
              <a:spcBef>
                <a:spcPct val="0"/>
              </a:spcBef>
              <a:spcAft>
                <a:spcPct val="0"/>
              </a:spcAft>
              <a:defRPr sz="2800" b="1" kern="1200">
                <a:solidFill>
                  <a:schemeClr val="tx1"/>
                </a:solidFill>
                <a:latin typeface="Arial" pitchFamily="34" charset="0"/>
                <a:ea typeface="黑体" pitchFamily="2" charset="-122"/>
                <a:cs typeface="+mn-cs"/>
              </a:defRPr>
            </a:lvl5pPr>
            <a:lvl6pPr marL="2286000" algn="l" defTabSz="914400" rtl="0" eaLnBrk="1" latinLnBrk="0" hangingPunct="1">
              <a:defRPr sz="2800" b="1" kern="1200">
                <a:solidFill>
                  <a:schemeClr val="tx1"/>
                </a:solidFill>
                <a:latin typeface="Arial" pitchFamily="34" charset="0"/>
                <a:ea typeface="黑体" pitchFamily="2" charset="-122"/>
                <a:cs typeface="+mn-cs"/>
              </a:defRPr>
            </a:lvl6pPr>
            <a:lvl7pPr marL="2743200" algn="l" defTabSz="914400" rtl="0" eaLnBrk="1" latinLnBrk="0" hangingPunct="1">
              <a:defRPr sz="2800" b="1" kern="1200">
                <a:solidFill>
                  <a:schemeClr val="tx1"/>
                </a:solidFill>
                <a:latin typeface="Arial" pitchFamily="34" charset="0"/>
                <a:ea typeface="黑体" pitchFamily="2" charset="-122"/>
                <a:cs typeface="+mn-cs"/>
              </a:defRPr>
            </a:lvl7pPr>
            <a:lvl8pPr marL="3200400" algn="l" defTabSz="914400" rtl="0" eaLnBrk="1" latinLnBrk="0" hangingPunct="1">
              <a:defRPr sz="2800" b="1" kern="1200">
                <a:solidFill>
                  <a:schemeClr val="tx1"/>
                </a:solidFill>
                <a:latin typeface="Arial" pitchFamily="34" charset="0"/>
                <a:ea typeface="黑体" pitchFamily="2" charset="-122"/>
                <a:cs typeface="+mn-cs"/>
              </a:defRPr>
            </a:lvl8pPr>
            <a:lvl9pPr marL="3657600" algn="l" defTabSz="914400" rtl="0" eaLnBrk="1" latinLnBrk="0" hangingPunct="1">
              <a:defRPr sz="2800" b="1" kern="1200">
                <a:solidFill>
                  <a:schemeClr val="tx1"/>
                </a:solidFill>
                <a:latin typeface="Arial" pitchFamily="34" charset="0"/>
                <a:ea typeface="黑体" pitchFamily="2" charset="-122"/>
                <a:cs typeface="+mn-cs"/>
              </a:defRPr>
            </a:lvl9pPr>
          </a:lstStyle>
          <a:p>
            <a:pPr algn="ctr">
              <a:spcBef>
                <a:spcPct val="50000"/>
              </a:spcBef>
              <a:defRPr/>
            </a:pPr>
            <a:r>
              <a:rPr lang="zh-CN" altLang="en-US" sz="1600" dirty="0">
                <a:latin typeface="微软雅黑" pitchFamily="34" charset="-122"/>
                <a:ea typeface="微软雅黑" pitchFamily="34" charset="-122"/>
              </a:rPr>
              <a:t>可信计算平台密码方案</a:t>
            </a:r>
          </a:p>
        </p:txBody>
      </p:sp>
      <p:sp>
        <p:nvSpPr>
          <p:cNvPr id="23" name="上箭头 22">
            <a:extLst>
              <a:ext uri="{FF2B5EF4-FFF2-40B4-BE49-F238E27FC236}">
                <a16:creationId xmlns:a16="http://schemas.microsoft.com/office/drawing/2014/main" id="{722F92E0-01ED-43B3-BE20-EC92091B3BA1}"/>
              </a:ext>
            </a:extLst>
          </p:cNvPr>
          <p:cNvSpPr/>
          <p:nvPr/>
        </p:nvSpPr>
        <p:spPr>
          <a:xfrm>
            <a:off x="3352800" y="5257800"/>
            <a:ext cx="457200" cy="228600"/>
          </a:xfrm>
          <a:prstGeom prst="upArrow">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5" name="Rectangle 36">
            <a:extLst>
              <a:ext uri="{FF2B5EF4-FFF2-40B4-BE49-F238E27FC236}">
                <a16:creationId xmlns:a16="http://schemas.microsoft.com/office/drawing/2014/main" id="{4BC1B671-EAE9-4AAF-9DD1-99E60921F37F}"/>
              </a:ext>
            </a:extLst>
          </p:cNvPr>
          <p:cNvSpPr>
            <a:spLocks noChangeArrowheads="1"/>
          </p:cNvSpPr>
          <p:nvPr/>
        </p:nvSpPr>
        <p:spPr bwMode="auto">
          <a:xfrm>
            <a:off x="533400" y="457200"/>
            <a:ext cx="5257800" cy="609600"/>
          </a:xfrm>
          <a:prstGeom prst="rect">
            <a:avLst/>
          </a:prstGeom>
          <a:noFill/>
          <a:ln w="9525">
            <a:noFill/>
            <a:miter lim="800000"/>
            <a:headEnd/>
            <a:tailEnd/>
          </a:ln>
          <a:effectLst/>
        </p:spPr>
        <p:txBody>
          <a:bodyPr anchor="b"/>
          <a:lstStyle/>
          <a:p>
            <a:pPr>
              <a:lnSpc>
                <a:spcPts val="3200"/>
              </a:lnSpc>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自主可信计算技术规范体系</a:t>
            </a:r>
          </a:p>
        </p:txBody>
      </p:sp>
      <p:grpSp>
        <p:nvGrpSpPr>
          <p:cNvPr id="3" name="组合 27">
            <a:extLst>
              <a:ext uri="{FF2B5EF4-FFF2-40B4-BE49-F238E27FC236}">
                <a16:creationId xmlns:a16="http://schemas.microsoft.com/office/drawing/2014/main" id="{D7D0A64B-0F44-48E6-A935-23F32E8C78A4}"/>
              </a:ext>
            </a:extLst>
          </p:cNvPr>
          <p:cNvGrpSpPr>
            <a:grpSpLocks/>
          </p:cNvGrpSpPr>
          <p:nvPr/>
        </p:nvGrpSpPr>
        <p:grpSpPr bwMode="auto">
          <a:xfrm>
            <a:off x="6172200" y="1600200"/>
            <a:ext cx="2667000" cy="4876800"/>
            <a:chOff x="6858000" y="1962150"/>
            <a:chExt cx="2271891" cy="4876800"/>
          </a:xfrm>
        </p:grpSpPr>
        <p:sp>
          <p:nvSpPr>
            <p:cNvPr id="20" name="矩形 19">
              <a:extLst>
                <a:ext uri="{FF2B5EF4-FFF2-40B4-BE49-F238E27FC236}">
                  <a16:creationId xmlns:a16="http://schemas.microsoft.com/office/drawing/2014/main" id="{8D542793-647A-4A16-9D18-3916E05A845F}"/>
                </a:ext>
              </a:extLst>
            </p:cNvPr>
            <p:cNvSpPr/>
            <p:nvPr/>
          </p:nvSpPr>
          <p:spPr bwMode="auto">
            <a:xfrm>
              <a:off x="7239353" y="1962150"/>
              <a:ext cx="914166" cy="3581400"/>
            </a:xfrm>
            <a:prstGeom prst="rect">
              <a:avLst/>
            </a:prstGeom>
            <a:solidFill>
              <a:schemeClr val="accent1">
                <a:lumMod val="20000"/>
                <a:lumOff val="80000"/>
              </a:schemeClr>
            </a:solidFill>
            <a:ln w="38100">
              <a:solidFill>
                <a:schemeClr val="tx1"/>
              </a:solidFill>
              <a:miter lim="800000"/>
              <a:headEnd/>
              <a:tailEnd/>
            </a:ln>
            <a:effectLst>
              <a:outerShdw dist="85194" dir="1593903" algn="ctr" rotWithShape="0">
                <a:srgbClr val="FF0000"/>
              </a:outerShdw>
            </a:effectLst>
          </p:spPr>
          <p:txBody>
            <a:bodyPr anchor="ctr">
              <a:normAutofit/>
            </a:bodyPr>
            <a:lstStyle>
              <a:defPPr>
                <a:defRPr lang="en-US"/>
              </a:defPPr>
              <a:lvl1pPr algn="l" rtl="0" fontAlgn="base">
                <a:spcBef>
                  <a:spcPct val="0"/>
                </a:spcBef>
                <a:spcAft>
                  <a:spcPct val="0"/>
                </a:spcAft>
                <a:defRPr sz="2800" b="1" kern="1200">
                  <a:solidFill>
                    <a:schemeClr val="tx1"/>
                  </a:solidFill>
                  <a:latin typeface="Arial" pitchFamily="34" charset="0"/>
                  <a:ea typeface="黑体" pitchFamily="2" charset="-122"/>
                  <a:cs typeface="+mn-cs"/>
                </a:defRPr>
              </a:lvl1pPr>
              <a:lvl2pPr marL="457200" algn="l" rtl="0" fontAlgn="base">
                <a:spcBef>
                  <a:spcPct val="0"/>
                </a:spcBef>
                <a:spcAft>
                  <a:spcPct val="0"/>
                </a:spcAft>
                <a:defRPr sz="2800" b="1" kern="1200">
                  <a:solidFill>
                    <a:schemeClr val="tx1"/>
                  </a:solidFill>
                  <a:latin typeface="Arial" pitchFamily="34" charset="0"/>
                  <a:ea typeface="黑体" pitchFamily="2" charset="-122"/>
                  <a:cs typeface="+mn-cs"/>
                </a:defRPr>
              </a:lvl2pPr>
              <a:lvl3pPr marL="914400" algn="l" rtl="0" fontAlgn="base">
                <a:spcBef>
                  <a:spcPct val="0"/>
                </a:spcBef>
                <a:spcAft>
                  <a:spcPct val="0"/>
                </a:spcAft>
                <a:defRPr sz="2800" b="1" kern="1200">
                  <a:solidFill>
                    <a:schemeClr val="tx1"/>
                  </a:solidFill>
                  <a:latin typeface="Arial" pitchFamily="34" charset="0"/>
                  <a:ea typeface="黑体" pitchFamily="2" charset="-122"/>
                  <a:cs typeface="+mn-cs"/>
                </a:defRPr>
              </a:lvl3pPr>
              <a:lvl4pPr marL="1371600" algn="l" rtl="0" fontAlgn="base">
                <a:spcBef>
                  <a:spcPct val="0"/>
                </a:spcBef>
                <a:spcAft>
                  <a:spcPct val="0"/>
                </a:spcAft>
                <a:defRPr sz="2800" b="1" kern="1200">
                  <a:solidFill>
                    <a:schemeClr val="tx1"/>
                  </a:solidFill>
                  <a:latin typeface="Arial" pitchFamily="34" charset="0"/>
                  <a:ea typeface="黑体" pitchFamily="2" charset="-122"/>
                  <a:cs typeface="+mn-cs"/>
                </a:defRPr>
              </a:lvl4pPr>
              <a:lvl5pPr marL="1828800" algn="l" rtl="0" fontAlgn="base">
                <a:spcBef>
                  <a:spcPct val="0"/>
                </a:spcBef>
                <a:spcAft>
                  <a:spcPct val="0"/>
                </a:spcAft>
                <a:defRPr sz="2800" b="1" kern="1200">
                  <a:solidFill>
                    <a:schemeClr val="tx1"/>
                  </a:solidFill>
                  <a:latin typeface="Arial" pitchFamily="34" charset="0"/>
                  <a:ea typeface="黑体" pitchFamily="2" charset="-122"/>
                  <a:cs typeface="+mn-cs"/>
                </a:defRPr>
              </a:lvl5pPr>
              <a:lvl6pPr marL="2286000" algn="l" defTabSz="914400" rtl="0" eaLnBrk="1" latinLnBrk="0" hangingPunct="1">
                <a:defRPr sz="2800" b="1" kern="1200">
                  <a:solidFill>
                    <a:schemeClr val="tx1"/>
                  </a:solidFill>
                  <a:latin typeface="Arial" pitchFamily="34" charset="0"/>
                  <a:ea typeface="黑体" pitchFamily="2" charset="-122"/>
                  <a:cs typeface="+mn-cs"/>
                </a:defRPr>
              </a:lvl6pPr>
              <a:lvl7pPr marL="2743200" algn="l" defTabSz="914400" rtl="0" eaLnBrk="1" latinLnBrk="0" hangingPunct="1">
                <a:defRPr sz="2800" b="1" kern="1200">
                  <a:solidFill>
                    <a:schemeClr val="tx1"/>
                  </a:solidFill>
                  <a:latin typeface="Arial" pitchFamily="34" charset="0"/>
                  <a:ea typeface="黑体" pitchFamily="2" charset="-122"/>
                  <a:cs typeface="+mn-cs"/>
                </a:defRPr>
              </a:lvl7pPr>
              <a:lvl8pPr marL="3200400" algn="l" defTabSz="914400" rtl="0" eaLnBrk="1" latinLnBrk="0" hangingPunct="1">
                <a:defRPr sz="2800" b="1" kern="1200">
                  <a:solidFill>
                    <a:schemeClr val="tx1"/>
                  </a:solidFill>
                  <a:latin typeface="Arial" pitchFamily="34" charset="0"/>
                  <a:ea typeface="黑体" pitchFamily="2" charset="-122"/>
                  <a:cs typeface="+mn-cs"/>
                </a:defRPr>
              </a:lvl8pPr>
              <a:lvl9pPr marL="3657600" algn="l" defTabSz="914400" rtl="0" eaLnBrk="1" latinLnBrk="0" hangingPunct="1">
                <a:defRPr sz="2800" b="1" kern="1200">
                  <a:solidFill>
                    <a:schemeClr val="tx1"/>
                  </a:solidFill>
                  <a:latin typeface="Arial" pitchFamily="34" charset="0"/>
                  <a:ea typeface="黑体" pitchFamily="2" charset="-122"/>
                  <a:cs typeface="+mn-cs"/>
                </a:defRPr>
              </a:lvl9pPr>
            </a:lstStyle>
            <a:p>
              <a:pPr algn="ctr">
                <a:spcBef>
                  <a:spcPct val="50000"/>
                </a:spcBef>
                <a:defRPr/>
              </a:pPr>
              <a:r>
                <a:rPr lang="zh-CN" altLang="en-US" sz="1600" dirty="0">
                  <a:latin typeface="微软雅黑" pitchFamily="34" charset="-122"/>
                  <a:ea typeface="微软雅黑" pitchFamily="34" charset="-122"/>
                </a:rPr>
                <a:t>可信计算密码支撑平台功能与接口规范</a:t>
              </a:r>
            </a:p>
          </p:txBody>
        </p:sp>
        <p:sp>
          <p:nvSpPr>
            <p:cNvPr id="24" name="右箭头 23">
              <a:extLst>
                <a:ext uri="{FF2B5EF4-FFF2-40B4-BE49-F238E27FC236}">
                  <a16:creationId xmlns:a16="http://schemas.microsoft.com/office/drawing/2014/main" id="{E44EB53F-B1F2-4993-9881-EDC704B9AB36}"/>
                </a:ext>
              </a:extLst>
            </p:cNvPr>
            <p:cNvSpPr/>
            <p:nvPr/>
          </p:nvSpPr>
          <p:spPr>
            <a:xfrm>
              <a:off x="6858000" y="3409950"/>
              <a:ext cx="381353" cy="533400"/>
            </a:xfrm>
            <a:prstGeom prst="rightArrow">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6" name="圆角矩形标注 25">
              <a:extLst>
                <a:ext uri="{FF2B5EF4-FFF2-40B4-BE49-F238E27FC236}">
                  <a16:creationId xmlns:a16="http://schemas.microsoft.com/office/drawing/2014/main" id="{A4AAF211-7A30-401D-B11C-1EF3CB3EFE74}"/>
                </a:ext>
              </a:extLst>
            </p:cNvPr>
            <p:cNvSpPr/>
            <p:nvPr/>
          </p:nvSpPr>
          <p:spPr>
            <a:xfrm>
              <a:off x="7239353" y="5791200"/>
              <a:ext cx="1890538" cy="1047750"/>
            </a:xfrm>
            <a:prstGeom prst="wedgeRoundRectCallout">
              <a:avLst>
                <a:gd name="adj1" fmla="val -21325"/>
                <a:gd name="adj2" fmla="val -76785"/>
                <a:gd name="adj3" fmla="val 16667"/>
              </a:avLst>
            </a:prstGeom>
            <a:solidFill>
              <a:srgbClr val="C5CED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265113" indent="-265113">
                <a:defRPr/>
              </a:pPr>
              <a:r>
                <a:rPr lang="en-US" altLang="zh-CN" sz="1400" b="1" dirty="0">
                  <a:solidFill>
                    <a:schemeClr val="tx1"/>
                  </a:solidFill>
                  <a:latin typeface="微软雅黑" pitchFamily="34" charset="-122"/>
                  <a:ea typeface="微软雅黑" pitchFamily="34" charset="-122"/>
                </a:rPr>
                <a:t>1</a:t>
              </a:r>
              <a:r>
                <a:rPr lang="zh-CN" altLang="en-US" sz="1400" b="1" dirty="0">
                  <a:solidFill>
                    <a:schemeClr val="tx1"/>
                  </a:solidFill>
                  <a:latin typeface="微软雅黑" pitchFamily="34" charset="-122"/>
                  <a:ea typeface="微软雅黑" pitchFamily="34" charset="-122"/>
                </a:rPr>
                <a:t>、</a:t>
              </a:r>
              <a:r>
                <a:rPr lang="en-US" altLang="zh-CN" sz="1400" b="1" dirty="0">
                  <a:solidFill>
                    <a:schemeClr val="tx1"/>
                  </a:solidFill>
                  <a:latin typeface="微软雅黑" pitchFamily="34" charset="-122"/>
                  <a:ea typeface="微软雅黑" pitchFamily="34" charset="-122"/>
                </a:rPr>
                <a:t>2007</a:t>
              </a:r>
              <a:r>
                <a:rPr lang="zh-CN" altLang="en-US" sz="1400" b="1" dirty="0">
                  <a:solidFill>
                    <a:schemeClr val="tx1"/>
                  </a:solidFill>
                  <a:latin typeface="微软雅黑" pitchFamily="34" charset="-122"/>
                  <a:ea typeface="微软雅黑" pitchFamily="34" charset="-122"/>
                </a:rPr>
                <a:t>年</a:t>
              </a:r>
              <a:r>
                <a:rPr lang="en-US" altLang="zh-CN" sz="1400" b="1" dirty="0">
                  <a:solidFill>
                    <a:schemeClr val="tx1"/>
                  </a:solidFill>
                  <a:latin typeface="微软雅黑" pitchFamily="34" charset="-122"/>
                  <a:ea typeface="微软雅黑" pitchFamily="34" charset="-122"/>
                </a:rPr>
                <a:t>12</a:t>
              </a:r>
              <a:r>
                <a:rPr lang="zh-CN" altLang="en-US" sz="1400" b="1" dirty="0">
                  <a:solidFill>
                    <a:schemeClr val="tx1"/>
                  </a:solidFill>
                  <a:latin typeface="微软雅黑" pitchFamily="34" charset="-122"/>
                  <a:ea typeface="微软雅黑" pitchFamily="34" charset="-122"/>
                </a:rPr>
                <a:t>月</a:t>
              </a:r>
              <a:r>
                <a:rPr lang="en-US" altLang="zh-CN" sz="1400" b="1" dirty="0">
                  <a:solidFill>
                    <a:schemeClr val="tx1"/>
                  </a:solidFill>
                  <a:latin typeface="微软雅黑" pitchFamily="34" charset="-122"/>
                  <a:ea typeface="微软雅黑" pitchFamily="34" charset="-122"/>
                </a:rPr>
                <a:t>28</a:t>
              </a:r>
              <a:r>
                <a:rPr lang="zh-CN" altLang="en-US" sz="1400" b="1" dirty="0">
                  <a:solidFill>
                    <a:schemeClr val="tx1"/>
                  </a:solidFill>
                  <a:latin typeface="微软雅黑" pitchFamily="34" charset="-122"/>
                  <a:ea typeface="微软雅黑" pitchFamily="34" charset="-122"/>
                </a:rPr>
                <a:t>日国密局公告发布</a:t>
              </a:r>
              <a:endParaRPr lang="en-US" altLang="zh-CN" sz="1400" b="1" dirty="0">
                <a:solidFill>
                  <a:schemeClr val="tx1"/>
                </a:solidFill>
                <a:latin typeface="微软雅黑" pitchFamily="34" charset="-122"/>
                <a:ea typeface="微软雅黑" pitchFamily="34" charset="-122"/>
              </a:endParaRPr>
            </a:p>
            <a:p>
              <a:pPr marL="265113" indent="-265113">
                <a:defRPr/>
              </a:pPr>
              <a:r>
                <a:rPr lang="en-US" altLang="zh-CN" sz="1400" b="1" dirty="0">
                  <a:solidFill>
                    <a:schemeClr val="tx1"/>
                  </a:solidFill>
                  <a:latin typeface="微软雅黑" pitchFamily="34" charset="-122"/>
                  <a:ea typeface="微软雅黑" pitchFamily="34" charset="-122"/>
                </a:rPr>
                <a:t>2</a:t>
              </a:r>
              <a:r>
                <a:rPr lang="zh-CN" altLang="en-US" sz="1400" b="1" dirty="0">
                  <a:solidFill>
                    <a:schemeClr val="tx1"/>
                  </a:solidFill>
                  <a:latin typeface="微软雅黑" pitchFamily="34" charset="-122"/>
                  <a:ea typeface="微软雅黑" pitchFamily="34" charset="-122"/>
                </a:rPr>
                <a:t>、</a:t>
              </a:r>
              <a:r>
                <a:rPr lang="en-US" altLang="zh-CN" sz="1400" b="1" dirty="0">
                  <a:solidFill>
                    <a:schemeClr val="tx1"/>
                  </a:solidFill>
                  <a:latin typeface="微软雅黑" pitchFamily="34" charset="-122"/>
                  <a:ea typeface="微软雅黑" pitchFamily="34" charset="-122"/>
                </a:rPr>
                <a:t>2008</a:t>
              </a:r>
              <a:r>
                <a:rPr lang="zh-CN" altLang="en-US" sz="1400" b="1" dirty="0">
                  <a:solidFill>
                    <a:schemeClr val="tx1"/>
                  </a:solidFill>
                  <a:latin typeface="微软雅黑" pitchFamily="34" charset="-122"/>
                  <a:ea typeface="微软雅黑" pitchFamily="34" charset="-122"/>
                </a:rPr>
                <a:t>年已在安标委形成报批稿</a:t>
              </a:r>
            </a:p>
          </p:txBody>
        </p:sp>
      </p:grpSp>
      <p:sp>
        <p:nvSpPr>
          <p:cNvPr id="30727" name="灯片编号占位符 1">
            <a:extLst>
              <a:ext uri="{FF2B5EF4-FFF2-40B4-BE49-F238E27FC236}">
                <a16:creationId xmlns:a16="http://schemas.microsoft.com/office/drawing/2014/main" id="{170B7AEF-9661-4D80-9B8F-1E3F94B889D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72A2C823-33DB-4BE6-93F6-0267EC9BA947}" type="slidenum">
              <a:rPr lang="en-US" altLang="zh-CN" sz="1400">
                <a:solidFill>
                  <a:schemeClr val="bg1"/>
                </a:solidFill>
              </a:rPr>
              <a:pPr eaLnBrk="1" hangingPunct="1"/>
              <a:t>44</a:t>
            </a:fld>
            <a:endParaRPr lang="en-US" altLang="zh-CN" sz="140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linds(horizontal)">
                                      <p:cBhvr>
                                        <p:cTn id="7" dur="500"/>
                                        <p:tgtEl>
                                          <p:spTgt spid="2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blinds(horizontal)">
                                      <p:cBhvr>
                                        <p:cTn id="10" dur="500"/>
                                        <p:tgtEl>
                                          <p:spTgt spid="21"/>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blinds(horizontal)">
                                      <p:cBhvr>
                                        <p:cTn id="15" dur="500"/>
                                        <p:tgtEl>
                                          <p:spTgt spid="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blinds(horizontal)">
                                      <p:cBhvr>
                                        <p:cTn id="2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3"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3">
            <a:extLst>
              <a:ext uri="{FF2B5EF4-FFF2-40B4-BE49-F238E27FC236}">
                <a16:creationId xmlns:a16="http://schemas.microsoft.com/office/drawing/2014/main" id="{600D2479-669C-49B5-B2C2-CD55EC96568F}"/>
              </a:ext>
            </a:extLst>
          </p:cNvPr>
          <p:cNvSpPr txBox="1">
            <a:spLocks noChangeArrowheads="1"/>
          </p:cNvSpPr>
          <p:nvPr/>
        </p:nvSpPr>
        <p:spPr bwMode="auto">
          <a:xfrm>
            <a:off x="609600" y="1295400"/>
            <a:ext cx="8077200" cy="1092200"/>
          </a:xfrm>
          <a:prstGeom prst="rect">
            <a:avLst/>
          </a:prstGeom>
          <a:noFill/>
          <a:ln w="9525">
            <a:noFill/>
            <a:miter lim="800000"/>
            <a:headEnd/>
            <a:tailEnd/>
          </a:ln>
        </p:spPr>
        <p:txBody>
          <a:bodyPr lIns="18000" rIns="18000">
            <a:spAutoFit/>
          </a:bodyPr>
          <a:lstStyle/>
          <a:p>
            <a:pPr>
              <a:lnSpc>
                <a:spcPts val="2600"/>
              </a:lnSpc>
              <a:spcBef>
                <a:spcPct val="50000"/>
              </a:spcBef>
              <a:defRPr/>
            </a:pPr>
            <a:r>
              <a:rPr lang="en-US" altLang="zh-CN" sz="2000" b="1" dirty="0">
                <a:latin typeface="黑体" pitchFamily="2" charset="-122"/>
                <a:ea typeface="黑体" pitchFamily="2" charset="-122"/>
              </a:rPr>
              <a:t>  </a:t>
            </a:r>
            <a:r>
              <a:rPr lang="zh-CN" altLang="en-US" sz="1800" b="1" dirty="0">
                <a:latin typeface="+mn-ea"/>
                <a:ea typeface="+mn-ea"/>
              </a:rPr>
              <a:t>为推进现有安全应用平滑移植至</a:t>
            </a:r>
            <a:r>
              <a:rPr lang="en-US" altLang="zh-CN" sz="1800" b="1" dirty="0">
                <a:latin typeface="+mn-ea"/>
                <a:ea typeface="+mn-ea"/>
              </a:rPr>
              <a:t>TCM</a:t>
            </a:r>
            <a:r>
              <a:rPr lang="zh-CN" altLang="en-US" sz="1800" b="1" dirty="0">
                <a:latin typeface="+mn-ea"/>
                <a:ea typeface="+mn-ea"/>
              </a:rPr>
              <a:t>上，制定了通用的</a:t>
            </a:r>
            <a:r>
              <a:rPr lang="en-US" altLang="zh-CN" sz="1800" b="1" dirty="0">
                <a:latin typeface="+mn-ea"/>
                <a:ea typeface="+mn-ea"/>
              </a:rPr>
              <a:t>TCM</a:t>
            </a:r>
            <a:r>
              <a:rPr lang="zh-CN" altLang="en-US" sz="1800" b="1" dirty="0">
                <a:latin typeface="+mn-ea"/>
                <a:ea typeface="+mn-ea"/>
              </a:rPr>
              <a:t>应用接口标准</a:t>
            </a:r>
            <a:r>
              <a:rPr lang="en-US" altLang="zh-CN" sz="1800" b="1" dirty="0">
                <a:latin typeface="+mn-ea"/>
                <a:ea typeface="+mn-ea"/>
              </a:rPr>
              <a:t>《</a:t>
            </a:r>
            <a:r>
              <a:rPr lang="zh-CN" altLang="en-US" sz="1800" b="1" dirty="0">
                <a:latin typeface="+mn-ea"/>
                <a:ea typeface="+mn-ea"/>
              </a:rPr>
              <a:t>可信计算平台密码应用接口规范</a:t>
            </a:r>
            <a:r>
              <a:rPr lang="en-US" altLang="zh-CN" sz="1800" b="1" dirty="0">
                <a:latin typeface="+mn-ea"/>
                <a:ea typeface="+mn-ea"/>
              </a:rPr>
              <a:t>》</a:t>
            </a:r>
            <a:r>
              <a:rPr lang="zh-CN" altLang="en-US" sz="1800" b="1" dirty="0">
                <a:latin typeface="+mn-ea"/>
                <a:ea typeface="+mn-ea"/>
              </a:rPr>
              <a:t>，使安全应用以</a:t>
            </a:r>
            <a:r>
              <a:rPr lang="en-US" altLang="zh-CN" sz="1800" b="1" dirty="0">
                <a:latin typeface="+mn-ea"/>
                <a:ea typeface="+mn-ea"/>
              </a:rPr>
              <a:t>CryptoAPI</a:t>
            </a:r>
            <a:r>
              <a:rPr lang="zh-CN" altLang="en-US" sz="1800" b="1" dirty="0">
                <a:latin typeface="+mn-ea"/>
                <a:ea typeface="+mn-ea"/>
              </a:rPr>
              <a:t>、</a:t>
            </a:r>
            <a:r>
              <a:rPr lang="en-US" altLang="zh-CN" sz="1800" b="1" dirty="0">
                <a:latin typeface="+mn-ea"/>
                <a:ea typeface="+mn-ea"/>
              </a:rPr>
              <a:t>CNG-API</a:t>
            </a:r>
            <a:r>
              <a:rPr lang="zh-CN" altLang="en-US" sz="1800" b="1" dirty="0">
                <a:latin typeface="+mn-ea"/>
                <a:ea typeface="+mn-ea"/>
              </a:rPr>
              <a:t>、</a:t>
            </a:r>
            <a:r>
              <a:rPr lang="en-US" altLang="zh-CN" sz="1800" b="1" dirty="0">
                <a:latin typeface="+mn-ea"/>
                <a:ea typeface="+mn-ea"/>
              </a:rPr>
              <a:t>PKCS-API</a:t>
            </a:r>
            <a:r>
              <a:rPr lang="zh-CN" altLang="en-US" sz="1800" b="1" dirty="0">
                <a:latin typeface="+mn-ea"/>
                <a:ea typeface="+mn-ea"/>
              </a:rPr>
              <a:t>接口形式直接实现</a:t>
            </a:r>
            <a:r>
              <a:rPr lang="en-US" altLang="zh-CN" sz="1800" b="1" dirty="0">
                <a:latin typeface="+mn-ea"/>
                <a:ea typeface="+mn-ea"/>
              </a:rPr>
              <a:t>TCM</a:t>
            </a:r>
            <a:r>
              <a:rPr lang="zh-CN" altLang="en-US" sz="1800" b="1" dirty="0">
                <a:latin typeface="+mn-ea"/>
                <a:ea typeface="+mn-ea"/>
              </a:rPr>
              <a:t>功能调用，</a:t>
            </a:r>
            <a:r>
              <a:rPr lang="zh-CN" altLang="en-US" sz="1800" b="1" dirty="0">
                <a:solidFill>
                  <a:srgbClr val="FF0000"/>
                </a:solidFill>
                <a:latin typeface="+mn-ea"/>
                <a:ea typeface="+mn-ea"/>
              </a:rPr>
              <a:t>使</a:t>
            </a:r>
            <a:r>
              <a:rPr lang="en-US" altLang="zh-CN" sz="1800" b="1" dirty="0">
                <a:solidFill>
                  <a:srgbClr val="FF0000"/>
                </a:solidFill>
                <a:latin typeface="+mn-ea"/>
                <a:ea typeface="+mn-ea"/>
              </a:rPr>
              <a:t>TCM</a:t>
            </a:r>
            <a:r>
              <a:rPr lang="zh-CN" altLang="en-US" sz="1800" b="1" dirty="0">
                <a:solidFill>
                  <a:srgbClr val="FF0000"/>
                </a:solidFill>
                <a:latin typeface="+mn-ea"/>
                <a:ea typeface="+mn-ea"/>
              </a:rPr>
              <a:t>成为构建安全应用的信任根</a:t>
            </a:r>
            <a:r>
              <a:rPr lang="zh-CN" altLang="en-US" sz="1800" b="1" dirty="0">
                <a:latin typeface="+mn-ea"/>
                <a:ea typeface="+mn-ea"/>
              </a:rPr>
              <a:t>。</a:t>
            </a:r>
          </a:p>
        </p:txBody>
      </p:sp>
      <p:sp>
        <p:nvSpPr>
          <p:cNvPr id="31747" name="Rectangle 4">
            <a:extLst>
              <a:ext uri="{FF2B5EF4-FFF2-40B4-BE49-F238E27FC236}">
                <a16:creationId xmlns:a16="http://schemas.microsoft.com/office/drawing/2014/main" id="{F418EAC5-0F6E-4BA5-B31F-88F68DCE8FF8}"/>
              </a:ext>
            </a:extLst>
          </p:cNvPr>
          <p:cNvSpPr>
            <a:spLocks noChangeArrowheads="1"/>
          </p:cNvSpPr>
          <p:nvPr/>
        </p:nvSpPr>
        <p:spPr bwMode="auto">
          <a:xfrm>
            <a:off x="1752600" y="3373438"/>
            <a:ext cx="6324600" cy="590550"/>
          </a:xfrm>
          <a:prstGeom prst="rect">
            <a:avLst/>
          </a:prstGeom>
          <a:solidFill>
            <a:srgbClr val="00FFFF"/>
          </a:solidFill>
          <a:ln w="9525">
            <a:solidFill>
              <a:srgbClr val="000000"/>
            </a:solidFill>
            <a:miter lim="800000"/>
            <a:headEnd/>
            <a:tailEnd/>
          </a:ln>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1748" name="Rectangle 5">
            <a:extLst>
              <a:ext uri="{FF2B5EF4-FFF2-40B4-BE49-F238E27FC236}">
                <a16:creationId xmlns:a16="http://schemas.microsoft.com/office/drawing/2014/main" id="{B87B1AA2-5D1A-45A3-97DD-E1A4314EBAD0}"/>
              </a:ext>
            </a:extLst>
          </p:cNvPr>
          <p:cNvSpPr>
            <a:spLocks noChangeArrowheads="1"/>
          </p:cNvSpPr>
          <p:nvPr/>
        </p:nvSpPr>
        <p:spPr bwMode="auto">
          <a:xfrm>
            <a:off x="4981575" y="4826000"/>
            <a:ext cx="1477963" cy="481013"/>
          </a:xfrm>
          <a:prstGeom prst="rect">
            <a:avLst/>
          </a:prstGeom>
          <a:solidFill>
            <a:srgbClr val="FFFFFF"/>
          </a:solidFill>
          <a:ln w="9525">
            <a:solidFill>
              <a:srgbClr val="000000"/>
            </a:solidFill>
            <a:prstDash val="dash"/>
            <a:miter lim="800000"/>
            <a:headEnd/>
            <a:tailEnd/>
          </a:ln>
        </p:spPr>
        <p:txBody>
          <a:bodyPr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b="1">
                <a:latin typeface="Times New Roman" panose="02020603050405020304" pitchFamily="18" charset="0"/>
              </a:rPr>
              <a:t>CNG</a:t>
            </a:r>
            <a:endParaRPr lang="en-US" altLang="zh-CN" sz="1600" b="1"/>
          </a:p>
        </p:txBody>
      </p:sp>
      <p:sp>
        <p:nvSpPr>
          <p:cNvPr id="31749" name="Rectangle 6">
            <a:extLst>
              <a:ext uri="{FF2B5EF4-FFF2-40B4-BE49-F238E27FC236}">
                <a16:creationId xmlns:a16="http://schemas.microsoft.com/office/drawing/2014/main" id="{D4A03709-E17C-4821-A9DC-CEC915EEB736}"/>
              </a:ext>
            </a:extLst>
          </p:cNvPr>
          <p:cNvSpPr>
            <a:spLocks noChangeArrowheads="1"/>
          </p:cNvSpPr>
          <p:nvPr/>
        </p:nvSpPr>
        <p:spPr bwMode="auto">
          <a:xfrm>
            <a:off x="3581400" y="4826000"/>
            <a:ext cx="1219200" cy="481013"/>
          </a:xfrm>
          <a:prstGeom prst="rect">
            <a:avLst/>
          </a:prstGeom>
          <a:solidFill>
            <a:srgbClr val="FFFFFF"/>
          </a:solidFill>
          <a:ln w="9525">
            <a:solidFill>
              <a:srgbClr val="000000"/>
            </a:solidFill>
            <a:prstDash val="dash"/>
            <a:miter lim="800000"/>
            <a:headEnd/>
            <a:tailEnd/>
          </a:ln>
        </p:spPr>
        <p:txBody>
          <a:bodyPr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b="1">
                <a:latin typeface="Times New Roman" panose="02020603050405020304" pitchFamily="18" charset="0"/>
              </a:rPr>
              <a:t>CSP</a:t>
            </a:r>
            <a:endParaRPr lang="en-US" altLang="zh-CN" sz="1600" b="1"/>
          </a:p>
        </p:txBody>
      </p:sp>
      <p:sp>
        <p:nvSpPr>
          <p:cNvPr id="31750" name="Rectangle 7">
            <a:extLst>
              <a:ext uri="{FF2B5EF4-FFF2-40B4-BE49-F238E27FC236}">
                <a16:creationId xmlns:a16="http://schemas.microsoft.com/office/drawing/2014/main" id="{C640FB4A-3660-4ED0-A088-9EF7045AF0C8}"/>
              </a:ext>
            </a:extLst>
          </p:cNvPr>
          <p:cNvSpPr>
            <a:spLocks noChangeArrowheads="1"/>
          </p:cNvSpPr>
          <p:nvPr/>
        </p:nvSpPr>
        <p:spPr bwMode="auto">
          <a:xfrm>
            <a:off x="6629400" y="4826000"/>
            <a:ext cx="1295400" cy="481013"/>
          </a:xfrm>
          <a:prstGeom prst="rect">
            <a:avLst/>
          </a:prstGeom>
          <a:solidFill>
            <a:srgbClr val="FFFFFF"/>
          </a:solidFill>
          <a:ln w="9525">
            <a:solidFill>
              <a:srgbClr val="000000"/>
            </a:solidFill>
            <a:prstDash val="dash"/>
            <a:miter lim="800000"/>
            <a:headEnd/>
            <a:tailEnd/>
          </a:ln>
        </p:spPr>
        <p:txBody>
          <a:bodyPr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b="1">
                <a:latin typeface="Times New Roman" panose="02020603050405020304" pitchFamily="18" charset="0"/>
              </a:rPr>
              <a:t>PKCS11</a:t>
            </a:r>
            <a:endParaRPr lang="en-US" altLang="zh-CN" sz="1600" b="1"/>
          </a:p>
        </p:txBody>
      </p:sp>
      <p:sp>
        <p:nvSpPr>
          <p:cNvPr id="31751" name="Rectangle 8">
            <a:extLst>
              <a:ext uri="{FF2B5EF4-FFF2-40B4-BE49-F238E27FC236}">
                <a16:creationId xmlns:a16="http://schemas.microsoft.com/office/drawing/2014/main" id="{B78FF2C3-7751-49D8-8AC7-32BE8E7FC406}"/>
              </a:ext>
            </a:extLst>
          </p:cNvPr>
          <p:cNvSpPr>
            <a:spLocks noChangeArrowheads="1"/>
          </p:cNvSpPr>
          <p:nvPr/>
        </p:nvSpPr>
        <p:spPr bwMode="auto">
          <a:xfrm>
            <a:off x="1042988" y="4826000"/>
            <a:ext cx="1804987" cy="481013"/>
          </a:xfrm>
          <a:prstGeom prst="rect">
            <a:avLst/>
          </a:prstGeom>
          <a:solidFill>
            <a:srgbClr val="FFFFFF"/>
          </a:solidFill>
          <a:ln w="9525">
            <a:solidFill>
              <a:srgbClr val="000000"/>
            </a:solidFill>
            <a:miter lim="800000"/>
            <a:headEnd/>
            <a:tailEnd/>
          </a:ln>
        </p:spPr>
        <p:txBody>
          <a:bodyPr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b="1">
                <a:latin typeface="Times New Roman" panose="02020603050405020304" pitchFamily="18" charset="0"/>
              </a:rPr>
              <a:t>TSM</a:t>
            </a:r>
            <a:endParaRPr lang="en-US" altLang="zh-CN" sz="1600" b="1"/>
          </a:p>
        </p:txBody>
      </p:sp>
      <p:sp>
        <p:nvSpPr>
          <p:cNvPr id="31752" name="Rectangle 9">
            <a:extLst>
              <a:ext uri="{FF2B5EF4-FFF2-40B4-BE49-F238E27FC236}">
                <a16:creationId xmlns:a16="http://schemas.microsoft.com/office/drawing/2014/main" id="{13E21941-70F2-4D1E-96FF-8C866CC2FBEB}"/>
              </a:ext>
            </a:extLst>
          </p:cNvPr>
          <p:cNvSpPr>
            <a:spLocks noChangeArrowheads="1"/>
          </p:cNvSpPr>
          <p:nvPr/>
        </p:nvSpPr>
        <p:spPr bwMode="auto">
          <a:xfrm>
            <a:off x="1042988" y="5659438"/>
            <a:ext cx="1804987" cy="481012"/>
          </a:xfrm>
          <a:prstGeom prst="rect">
            <a:avLst/>
          </a:prstGeom>
          <a:solidFill>
            <a:srgbClr val="00FFFF"/>
          </a:solidFill>
          <a:ln w="9525">
            <a:solidFill>
              <a:srgbClr val="000000"/>
            </a:solidFill>
            <a:miter lim="800000"/>
            <a:headEnd/>
            <a:tailEnd/>
          </a:ln>
        </p:spPr>
        <p:txBody>
          <a:bodyPr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chemeClr val="tx2"/>
                </a:solidFill>
                <a:latin typeface="Times New Roman" panose="02020603050405020304" pitchFamily="18" charset="0"/>
              </a:rPr>
              <a:t>TCM</a:t>
            </a:r>
            <a:endParaRPr lang="en-US" altLang="zh-CN" sz="1400" b="1">
              <a:solidFill>
                <a:schemeClr val="tx2"/>
              </a:solidFill>
            </a:endParaRPr>
          </a:p>
        </p:txBody>
      </p:sp>
      <p:sp>
        <p:nvSpPr>
          <p:cNvPr id="31753" name="Line 10">
            <a:extLst>
              <a:ext uri="{FF2B5EF4-FFF2-40B4-BE49-F238E27FC236}">
                <a16:creationId xmlns:a16="http://schemas.microsoft.com/office/drawing/2014/main" id="{3310FAC1-2CE4-40C0-B43E-7C8D94171219}"/>
              </a:ext>
            </a:extLst>
          </p:cNvPr>
          <p:cNvSpPr>
            <a:spLocks noChangeShapeType="1"/>
          </p:cNvSpPr>
          <p:nvPr/>
        </p:nvSpPr>
        <p:spPr bwMode="auto">
          <a:xfrm>
            <a:off x="2027238" y="5311775"/>
            <a:ext cx="3175" cy="360363"/>
          </a:xfrm>
          <a:prstGeom prst="line">
            <a:avLst/>
          </a:prstGeom>
          <a:noFill/>
          <a:ln w="317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54" name="Rectangle 11">
            <a:extLst>
              <a:ext uri="{FF2B5EF4-FFF2-40B4-BE49-F238E27FC236}">
                <a16:creationId xmlns:a16="http://schemas.microsoft.com/office/drawing/2014/main" id="{436E9BC4-8479-4A0A-96A4-DA7D74AEA8A8}"/>
              </a:ext>
            </a:extLst>
          </p:cNvPr>
          <p:cNvSpPr>
            <a:spLocks noChangeArrowheads="1"/>
          </p:cNvSpPr>
          <p:nvPr/>
        </p:nvSpPr>
        <p:spPr bwMode="auto">
          <a:xfrm>
            <a:off x="1042988" y="4505325"/>
            <a:ext cx="1804987" cy="320675"/>
          </a:xfrm>
          <a:prstGeom prst="rect">
            <a:avLst/>
          </a:prstGeom>
          <a:solidFill>
            <a:srgbClr val="00FFFF"/>
          </a:solidFill>
          <a:ln w="9525">
            <a:solidFill>
              <a:srgbClr val="000000"/>
            </a:solidFill>
            <a:miter lim="800000"/>
            <a:headEnd/>
            <a:tailEnd/>
          </a:ln>
        </p:spPr>
        <p:txBody>
          <a:bodyPr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b="1">
                <a:latin typeface="Times New Roman" panose="02020603050405020304" pitchFamily="18" charset="0"/>
              </a:rPr>
              <a:t>TSPI</a:t>
            </a:r>
            <a:endParaRPr lang="en-US" altLang="zh-CN" sz="1600" b="1"/>
          </a:p>
        </p:txBody>
      </p:sp>
      <p:sp>
        <p:nvSpPr>
          <p:cNvPr id="31755" name="Rectangle 12">
            <a:extLst>
              <a:ext uri="{FF2B5EF4-FFF2-40B4-BE49-F238E27FC236}">
                <a16:creationId xmlns:a16="http://schemas.microsoft.com/office/drawing/2014/main" id="{945D9C85-CEC2-48DF-A498-642AB85A066E}"/>
              </a:ext>
            </a:extLst>
          </p:cNvPr>
          <p:cNvSpPr>
            <a:spLocks noChangeArrowheads="1"/>
          </p:cNvSpPr>
          <p:nvPr/>
        </p:nvSpPr>
        <p:spPr bwMode="auto">
          <a:xfrm>
            <a:off x="3581400" y="3449638"/>
            <a:ext cx="1219200" cy="381000"/>
          </a:xfrm>
          <a:prstGeom prst="rect">
            <a:avLst/>
          </a:prstGeom>
          <a:solidFill>
            <a:srgbClr val="00FF00"/>
          </a:solidFill>
          <a:ln w="9525">
            <a:solidFill>
              <a:srgbClr val="000000"/>
            </a:solidFill>
            <a:miter lim="800000"/>
            <a:headEnd/>
            <a:tailEnd/>
          </a:ln>
        </p:spPr>
        <p:txBody>
          <a:bodyPr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b="1">
                <a:latin typeface="Times New Roman" panose="02020603050405020304" pitchFamily="18" charset="0"/>
              </a:rPr>
              <a:t>CryptoAPI</a:t>
            </a:r>
            <a:endParaRPr lang="en-US" altLang="zh-CN" sz="1600" b="1"/>
          </a:p>
        </p:txBody>
      </p:sp>
      <p:sp>
        <p:nvSpPr>
          <p:cNvPr id="31756" name="Rectangle 13">
            <a:extLst>
              <a:ext uri="{FF2B5EF4-FFF2-40B4-BE49-F238E27FC236}">
                <a16:creationId xmlns:a16="http://schemas.microsoft.com/office/drawing/2014/main" id="{13F75AB7-2E0F-46CF-932E-D3E970417365}"/>
              </a:ext>
            </a:extLst>
          </p:cNvPr>
          <p:cNvSpPr>
            <a:spLocks noChangeArrowheads="1"/>
          </p:cNvSpPr>
          <p:nvPr/>
        </p:nvSpPr>
        <p:spPr bwMode="auto">
          <a:xfrm>
            <a:off x="6629400" y="3449638"/>
            <a:ext cx="1319213" cy="381000"/>
          </a:xfrm>
          <a:prstGeom prst="rect">
            <a:avLst/>
          </a:prstGeom>
          <a:solidFill>
            <a:srgbClr val="00FF00"/>
          </a:solidFill>
          <a:ln w="9525">
            <a:solidFill>
              <a:srgbClr val="000000"/>
            </a:solidFill>
            <a:miter lim="800000"/>
            <a:headEnd/>
            <a:tailEnd/>
          </a:ln>
        </p:spPr>
        <p:txBody>
          <a:bodyPr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b="1">
                <a:latin typeface="Times New Roman" panose="02020603050405020304" pitchFamily="18" charset="0"/>
              </a:rPr>
              <a:t>PKCS-API</a:t>
            </a:r>
            <a:endParaRPr lang="en-US" altLang="zh-CN" sz="1600" b="1"/>
          </a:p>
        </p:txBody>
      </p:sp>
      <p:sp>
        <p:nvSpPr>
          <p:cNvPr id="31757" name="Rectangle 14">
            <a:extLst>
              <a:ext uri="{FF2B5EF4-FFF2-40B4-BE49-F238E27FC236}">
                <a16:creationId xmlns:a16="http://schemas.microsoft.com/office/drawing/2014/main" id="{16478F3F-5797-4B09-9D8F-676669857FFE}"/>
              </a:ext>
            </a:extLst>
          </p:cNvPr>
          <p:cNvSpPr>
            <a:spLocks noChangeArrowheads="1"/>
          </p:cNvSpPr>
          <p:nvPr/>
        </p:nvSpPr>
        <p:spPr bwMode="auto">
          <a:xfrm>
            <a:off x="5029200" y="3449638"/>
            <a:ext cx="1371600" cy="381000"/>
          </a:xfrm>
          <a:prstGeom prst="rect">
            <a:avLst/>
          </a:prstGeom>
          <a:solidFill>
            <a:srgbClr val="00FF00"/>
          </a:solidFill>
          <a:ln w="9525">
            <a:solidFill>
              <a:srgbClr val="000000"/>
            </a:solidFill>
            <a:miter lim="800000"/>
            <a:headEnd/>
            <a:tailEnd/>
          </a:ln>
        </p:spPr>
        <p:txBody>
          <a:bodyPr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b="1">
                <a:latin typeface="Times New Roman" panose="02020603050405020304" pitchFamily="18" charset="0"/>
              </a:rPr>
              <a:t>CNG -API</a:t>
            </a:r>
            <a:endParaRPr lang="en-US" altLang="zh-CN" sz="1600" b="1"/>
          </a:p>
        </p:txBody>
      </p:sp>
      <p:sp>
        <p:nvSpPr>
          <p:cNvPr id="31758" name="Rectangle 15">
            <a:extLst>
              <a:ext uri="{FF2B5EF4-FFF2-40B4-BE49-F238E27FC236}">
                <a16:creationId xmlns:a16="http://schemas.microsoft.com/office/drawing/2014/main" id="{B9E9C968-5861-4031-843A-62A2C8457A2E}"/>
              </a:ext>
            </a:extLst>
          </p:cNvPr>
          <p:cNvSpPr>
            <a:spLocks noChangeArrowheads="1"/>
          </p:cNvSpPr>
          <p:nvPr/>
        </p:nvSpPr>
        <p:spPr bwMode="auto">
          <a:xfrm>
            <a:off x="1042988" y="2819400"/>
            <a:ext cx="7058025" cy="401638"/>
          </a:xfrm>
          <a:prstGeom prst="rect">
            <a:avLst/>
          </a:prstGeom>
          <a:solidFill>
            <a:srgbClr val="FFFFFF"/>
          </a:solidFill>
          <a:ln w="9525">
            <a:solidFill>
              <a:srgbClr val="000000"/>
            </a:solidFill>
            <a:miter lim="800000"/>
            <a:headEnd/>
            <a:tailEnd/>
          </a:ln>
        </p:spPr>
        <p:txBody>
          <a:bodyPr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latin typeface="Times New Roman" panose="02020603050405020304" pitchFamily="18" charset="0"/>
              </a:rPr>
              <a:t>安全应用</a:t>
            </a:r>
            <a:endParaRPr lang="zh-CN" altLang="en-US" sz="1600" b="1"/>
          </a:p>
        </p:txBody>
      </p:sp>
      <p:sp>
        <p:nvSpPr>
          <p:cNvPr id="31759" name="AutoShape 16">
            <a:extLst>
              <a:ext uri="{FF2B5EF4-FFF2-40B4-BE49-F238E27FC236}">
                <a16:creationId xmlns:a16="http://schemas.microsoft.com/office/drawing/2014/main" id="{9CDB6621-935F-49C9-8327-51F9C282CEA7}"/>
              </a:ext>
            </a:extLst>
          </p:cNvPr>
          <p:cNvSpPr>
            <a:spLocks noChangeArrowheads="1"/>
          </p:cNvSpPr>
          <p:nvPr/>
        </p:nvSpPr>
        <p:spPr bwMode="auto">
          <a:xfrm>
            <a:off x="3810000" y="3197225"/>
            <a:ext cx="328613" cy="252413"/>
          </a:xfrm>
          <a:prstGeom prst="upDownArrow">
            <a:avLst>
              <a:gd name="adj1" fmla="val 50000"/>
              <a:gd name="adj2" fmla="val 20000"/>
            </a:avLst>
          </a:prstGeom>
          <a:solidFill>
            <a:srgbClr val="FFFFFF"/>
          </a:solidFill>
          <a:ln w="9525">
            <a:solidFill>
              <a:srgbClr val="000000"/>
            </a:solidFill>
            <a:miter lim="800000"/>
            <a:headEnd/>
            <a:tailEnd/>
          </a:ln>
        </p:spPr>
        <p:txBody>
          <a:bodyPr vert="eaVert"/>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1760" name="AutoShape 17">
            <a:extLst>
              <a:ext uri="{FF2B5EF4-FFF2-40B4-BE49-F238E27FC236}">
                <a16:creationId xmlns:a16="http://schemas.microsoft.com/office/drawing/2014/main" id="{53671C9A-7981-4D5A-A49B-B4B7677C8898}"/>
              </a:ext>
            </a:extLst>
          </p:cNvPr>
          <p:cNvSpPr>
            <a:spLocks noChangeArrowheads="1"/>
          </p:cNvSpPr>
          <p:nvPr/>
        </p:nvSpPr>
        <p:spPr bwMode="auto">
          <a:xfrm>
            <a:off x="5486400" y="3197225"/>
            <a:ext cx="328613" cy="252413"/>
          </a:xfrm>
          <a:prstGeom prst="upDownArrow">
            <a:avLst>
              <a:gd name="adj1" fmla="val 50000"/>
              <a:gd name="adj2" fmla="val 20000"/>
            </a:avLst>
          </a:prstGeom>
          <a:solidFill>
            <a:srgbClr val="FFFFFF"/>
          </a:solidFill>
          <a:ln w="9525">
            <a:solidFill>
              <a:srgbClr val="000000"/>
            </a:solidFill>
            <a:miter lim="800000"/>
            <a:headEnd/>
            <a:tailEnd/>
          </a:ln>
        </p:spPr>
        <p:txBody>
          <a:bodyPr vert="eaVert"/>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1761" name="AutoShape 18">
            <a:extLst>
              <a:ext uri="{FF2B5EF4-FFF2-40B4-BE49-F238E27FC236}">
                <a16:creationId xmlns:a16="http://schemas.microsoft.com/office/drawing/2014/main" id="{B6FCF3C2-9459-4B25-B5DE-190958BB7D6B}"/>
              </a:ext>
            </a:extLst>
          </p:cNvPr>
          <p:cNvSpPr>
            <a:spLocks noChangeArrowheads="1"/>
          </p:cNvSpPr>
          <p:nvPr/>
        </p:nvSpPr>
        <p:spPr bwMode="auto">
          <a:xfrm>
            <a:off x="7086600" y="3197225"/>
            <a:ext cx="327025" cy="252413"/>
          </a:xfrm>
          <a:prstGeom prst="upDownArrow">
            <a:avLst>
              <a:gd name="adj1" fmla="val 50000"/>
              <a:gd name="adj2" fmla="val 20000"/>
            </a:avLst>
          </a:prstGeom>
          <a:solidFill>
            <a:srgbClr val="FFFFFF"/>
          </a:solidFill>
          <a:ln w="9525">
            <a:solidFill>
              <a:srgbClr val="000000"/>
            </a:solidFill>
            <a:miter lim="800000"/>
            <a:headEnd/>
            <a:tailEnd/>
          </a:ln>
        </p:spPr>
        <p:txBody>
          <a:bodyPr vert="eaVert"/>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1762" name="Line 19">
            <a:extLst>
              <a:ext uri="{FF2B5EF4-FFF2-40B4-BE49-F238E27FC236}">
                <a16:creationId xmlns:a16="http://schemas.microsoft.com/office/drawing/2014/main" id="{4255FB7E-30DC-4A31-A3C5-ACC10A94F3FF}"/>
              </a:ext>
            </a:extLst>
          </p:cNvPr>
          <p:cNvSpPr>
            <a:spLocks noChangeShapeType="1"/>
          </p:cNvSpPr>
          <p:nvPr/>
        </p:nvSpPr>
        <p:spPr bwMode="auto">
          <a:xfrm>
            <a:off x="2027238" y="4211638"/>
            <a:ext cx="5253037" cy="1587"/>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63" name="Line 20">
            <a:extLst>
              <a:ext uri="{FF2B5EF4-FFF2-40B4-BE49-F238E27FC236}">
                <a16:creationId xmlns:a16="http://schemas.microsoft.com/office/drawing/2014/main" id="{1F9B32A6-80C8-4871-8BF5-BC93C510C128}"/>
              </a:ext>
            </a:extLst>
          </p:cNvPr>
          <p:cNvSpPr>
            <a:spLocks noChangeShapeType="1"/>
          </p:cNvSpPr>
          <p:nvPr/>
        </p:nvSpPr>
        <p:spPr bwMode="auto">
          <a:xfrm>
            <a:off x="2027238" y="4238625"/>
            <a:ext cx="3175" cy="277813"/>
          </a:xfrm>
          <a:prstGeom prst="line">
            <a:avLst/>
          </a:prstGeom>
          <a:noFill/>
          <a:ln w="317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64" name="Line 21">
            <a:extLst>
              <a:ext uri="{FF2B5EF4-FFF2-40B4-BE49-F238E27FC236}">
                <a16:creationId xmlns:a16="http://schemas.microsoft.com/office/drawing/2014/main" id="{C15D85B5-F1FA-4218-A447-C581F81457E7}"/>
              </a:ext>
            </a:extLst>
          </p:cNvPr>
          <p:cNvSpPr>
            <a:spLocks noChangeShapeType="1"/>
          </p:cNvSpPr>
          <p:nvPr/>
        </p:nvSpPr>
        <p:spPr bwMode="auto">
          <a:xfrm flipV="1">
            <a:off x="7280275" y="3830638"/>
            <a:ext cx="1588" cy="360362"/>
          </a:xfrm>
          <a:prstGeom prst="line">
            <a:avLst/>
          </a:prstGeom>
          <a:noFill/>
          <a:ln w="317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65" name="Line 22">
            <a:extLst>
              <a:ext uri="{FF2B5EF4-FFF2-40B4-BE49-F238E27FC236}">
                <a16:creationId xmlns:a16="http://schemas.microsoft.com/office/drawing/2014/main" id="{C563B00F-D65D-4246-B12F-2734BAB40FC0}"/>
              </a:ext>
            </a:extLst>
          </p:cNvPr>
          <p:cNvSpPr>
            <a:spLocks noChangeShapeType="1"/>
          </p:cNvSpPr>
          <p:nvPr/>
        </p:nvSpPr>
        <p:spPr bwMode="auto">
          <a:xfrm flipV="1">
            <a:off x="5711825" y="3830638"/>
            <a:ext cx="3175" cy="360362"/>
          </a:xfrm>
          <a:prstGeom prst="line">
            <a:avLst/>
          </a:prstGeom>
          <a:noFill/>
          <a:ln w="317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66" name="Line 23">
            <a:extLst>
              <a:ext uri="{FF2B5EF4-FFF2-40B4-BE49-F238E27FC236}">
                <a16:creationId xmlns:a16="http://schemas.microsoft.com/office/drawing/2014/main" id="{60714E73-5BE0-4355-ACFE-E27174064EE5}"/>
              </a:ext>
            </a:extLst>
          </p:cNvPr>
          <p:cNvSpPr>
            <a:spLocks noChangeShapeType="1"/>
          </p:cNvSpPr>
          <p:nvPr/>
        </p:nvSpPr>
        <p:spPr bwMode="auto">
          <a:xfrm flipV="1">
            <a:off x="4187825" y="3830638"/>
            <a:ext cx="3175" cy="360362"/>
          </a:xfrm>
          <a:prstGeom prst="line">
            <a:avLst/>
          </a:prstGeom>
          <a:noFill/>
          <a:ln w="317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67" name="Line 24">
            <a:extLst>
              <a:ext uri="{FF2B5EF4-FFF2-40B4-BE49-F238E27FC236}">
                <a16:creationId xmlns:a16="http://schemas.microsoft.com/office/drawing/2014/main" id="{002F344B-3439-4573-9DCE-A66A7EEB18CD}"/>
              </a:ext>
            </a:extLst>
          </p:cNvPr>
          <p:cNvSpPr>
            <a:spLocks noChangeShapeType="1"/>
          </p:cNvSpPr>
          <p:nvPr/>
        </p:nvSpPr>
        <p:spPr bwMode="auto">
          <a:xfrm>
            <a:off x="4187825" y="4187825"/>
            <a:ext cx="3175" cy="638175"/>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68" name="Line 25">
            <a:extLst>
              <a:ext uri="{FF2B5EF4-FFF2-40B4-BE49-F238E27FC236}">
                <a16:creationId xmlns:a16="http://schemas.microsoft.com/office/drawing/2014/main" id="{DDCB4BA1-19A7-45DD-8524-079A5F19FC2D}"/>
              </a:ext>
            </a:extLst>
          </p:cNvPr>
          <p:cNvSpPr>
            <a:spLocks noChangeShapeType="1"/>
          </p:cNvSpPr>
          <p:nvPr/>
        </p:nvSpPr>
        <p:spPr bwMode="auto">
          <a:xfrm>
            <a:off x="5715000" y="4187825"/>
            <a:ext cx="3175" cy="638175"/>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69" name="Line 26">
            <a:extLst>
              <a:ext uri="{FF2B5EF4-FFF2-40B4-BE49-F238E27FC236}">
                <a16:creationId xmlns:a16="http://schemas.microsoft.com/office/drawing/2014/main" id="{9E2CE9A8-7000-4BFF-A8FF-A3969A0524A9}"/>
              </a:ext>
            </a:extLst>
          </p:cNvPr>
          <p:cNvSpPr>
            <a:spLocks noChangeShapeType="1"/>
          </p:cNvSpPr>
          <p:nvPr/>
        </p:nvSpPr>
        <p:spPr bwMode="auto">
          <a:xfrm>
            <a:off x="7280275" y="4187825"/>
            <a:ext cx="1588" cy="638175"/>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70" name="Line 27">
            <a:extLst>
              <a:ext uri="{FF2B5EF4-FFF2-40B4-BE49-F238E27FC236}">
                <a16:creationId xmlns:a16="http://schemas.microsoft.com/office/drawing/2014/main" id="{E86BE496-90A0-4C3F-B975-76B3C7D642D6}"/>
              </a:ext>
            </a:extLst>
          </p:cNvPr>
          <p:cNvSpPr>
            <a:spLocks noChangeShapeType="1"/>
          </p:cNvSpPr>
          <p:nvPr/>
        </p:nvSpPr>
        <p:spPr bwMode="auto">
          <a:xfrm flipV="1">
            <a:off x="2846388" y="5949950"/>
            <a:ext cx="4433887" cy="1588"/>
          </a:xfrm>
          <a:prstGeom prst="line">
            <a:avLst/>
          </a:prstGeom>
          <a:noFill/>
          <a:ln w="9525">
            <a:solidFill>
              <a:srgbClr val="000000"/>
            </a:solidFill>
            <a:prstDash val="dash"/>
            <a:round/>
            <a:headEnd type="stealth"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31771" name="Line 28">
            <a:extLst>
              <a:ext uri="{FF2B5EF4-FFF2-40B4-BE49-F238E27FC236}">
                <a16:creationId xmlns:a16="http://schemas.microsoft.com/office/drawing/2014/main" id="{C2F0C6EB-BBC7-42AE-A92D-A041A3A28C75}"/>
              </a:ext>
            </a:extLst>
          </p:cNvPr>
          <p:cNvSpPr>
            <a:spLocks noChangeShapeType="1"/>
          </p:cNvSpPr>
          <p:nvPr/>
        </p:nvSpPr>
        <p:spPr bwMode="auto">
          <a:xfrm>
            <a:off x="4225925" y="5311775"/>
            <a:ext cx="3175" cy="639763"/>
          </a:xfrm>
          <a:prstGeom prst="line">
            <a:avLst/>
          </a:prstGeom>
          <a:noFill/>
          <a:ln w="9525">
            <a:solidFill>
              <a:srgbClr val="000000"/>
            </a:solidFill>
            <a:prstDash val="dash"/>
            <a:round/>
            <a:headEnd type="stealth"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31772" name="Line 29">
            <a:extLst>
              <a:ext uri="{FF2B5EF4-FFF2-40B4-BE49-F238E27FC236}">
                <a16:creationId xmlns:a16="http://schemas.microsoft.com/office/drawing/2014/main" id="{B42C024D-D449-4D2D-9387-B629A08571CE}"/>
              </a:ext>
            </a:extLst>
          </p:cNvPr>
          <p:cNvSpPr>
            <a:spLocks noChangeShapeType="1"/>
          </p:cNvSpPr>
          <p:nvPr/>
        </p:nvSpPr>
        <p:spPr bwMode="auto">
          <a:xfrm>
            <a:off x="5715000" y="5307013"/>
            <a:ext cx="3175" cy="642937"/>
          </a:xfrm>
          <a:prstGeom prst="line">
            <a:avLst/>
          </a:prstGeom>
          <a:noFill/>
          <a:ln w="9525">
            <a:solidFill>
              <a:srgbClr val="000000"/>
            </a:solidFill>
            <a:prstDash val="dash"/>
            <a:round/>
            <a:headEnd type="stealth"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31773" name="Line 30">
            <a:extLst>
              <a:ext uri="{FF2B5EF4-FFF2-40B4-BE49-F238E27FC236}">
                <a16:creationId xmlns:a16="http://schemas.microsoft.com/office/drawing/2014/main" id="{587BABF9-5E7A-46F5-AA2A-52B115D835A8}"/>
              </a:ext>
            </a:extLst>
          </p:cNvPr>
          <p:cNvSpPr>
            <a:spLocks noChangeShapeType="1"/>
          </p:cNvSpPr>
          <p:nvPr/>
        </p:nvSpPr>
        <p:spPr bwMode="auto">
          <a:xfrm>
            <a:off x="7280275" y="5307013"/>
            <a:ext cx="1588" cy="642937"/>
          </a:xfrm>
          <a:prstGeom prst="line">
            <a:avLst/>
          </a:prstGeom>
          <a:noFill/>
          <a:ln w="9525">
            <a:solidFill>
              <a:srgbClr val="000000"/>
            </a:solidFill>
            <a:prstDash val="dash"/>
            <a:round/>
            <a:headEnd type="stealth"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31774" name="Text Box 31">
            <a:extLst>
              <a:ext uri="{FF2B5EF4-FFF2-40B4-BE49-F238E27FC236}">
                <a16:creationId xmlns:a16="http://schemas.microsoft.com/office/drawing/2014/main" id="{F2C1317E-5F0D-4CF0-B4E1-D65BEC11C169}"/>
              </a:ext>
            </a:extLst>
          </p:cNvPr>
          <p:cNvSpPr txBox="1">
            <a:spLocks noChangeArrowheads="1"/>
          </p:cNvSpPr>
          <p:nvPr/>
        </p:nvSpPr>
        <p:spPr bwMode="auto">
          <a:xfrm>
            <a:off x="1905000" y="3449638"/>
            <a:ext cx="114300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400" b="1">
                <a:solidFill>
                  <a:srgbClr val="000066"/>
                </a:solidFill>
              </a:rPr>
              <a:t>可信计算平台密码应用接口</a:t>
            </a:r>
          </a:p>
        </p:txBody>
      </p:sp>
      <p:sp>
        <p:nvSpPr>
          <p:cNvPr id="33" name="Rectangle 17">
            <a:extLst>
              <a:ext uri="{FF2B5EF4-FFF2-40B4-BE49-F238E27FC236}">
                <a16:creationId xmlns:a16="http://schemas.microsoft.com/office/drawing/2014/main" id="{622A2605-DA18-48B6-87A6-8F1CA667E347}"/>
              </a:ext>
            </a:extLst>
          </p:cNvPr>
          <p:cNvSpPr txBox="1">
            <a:spLocks noChangeArrowheads="1"/>
          </p:cNvSpPr>
          <p:nvPr/>
        </p:nvSpPr>
        <p:spPr>
          <a:xfrm>
            <a:off x="457200" y="609600"/>
            <a:ext cx="3733800" cy="533400"/>
          </a:xfrm>
          <a:prstGeom prst="rect">
            <a:avLst/>
          </a:prstGeom>
          <a:noFill/>
          <a:ln/>
        </p:spPr>
        <p:txBody>
          <a:bodyPr/>
          <a:lstStyle/>
          <a:p>
            <a:pPr>
              <a:lnSpc>
                <a:spcPts val="3200"/>
              </a:lnSpc>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制定</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TCM</a:t>
            </a: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通用接口标准</a:t>
            </a:r>
          </a:p>
        </p:txBody>
      </p:sp>
      <p:sp>
        <p:nvSpPr>
          <p:cNvPr id="31776" name="灯片编号占位符 1">
            <a:extLst>
              <a:ext uri="{FF2B5EF4-FFF2-40B4-BE49-F238E27FC236}">
                <a16:creationId xmlns:a16="http://schemas.microsoft.com/office/drawing/2014/main" id="{6FE47D57-9570-45C5-A180-9FBE5A52A0E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0F921DB0-126C-4310-83AE-66124D05D585}" type="slidenum">
              <a:rPr lang="en-US" altLang="zh-CN" sz="1400">
                <a:solidFill>
                  <a:schemeClr val="bg1"/>
                </a:solidFill>
              </a:rPr>
              <a:pPr eaLnBrk="1" hangingPunct="1"/>
              <a:t>45</a:t>
            </a:fld>
            <a:endParaRPr lang="en-US" altLang="zh-CN" sz="140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126C91-0B00-423F-8DCB-23FEE714202B}"/>
              </a:ext>
            </a:extLst>
          </p:cNvPr>
          <p:cNvSpPr>
            <a:spLocks noGrp="1"/>
          </p:cNvSpPr>
          <p:nvPr>
            <p:ph type="title"/>
          </p:nvPr>
        </p:nvSpPr>
        <p:spPr/>
        <p:txBody>
          <a:bodyPr/>
          <a:lstStyle/>
          <a:p>
            <a:r>
              <a:rPr lang="zh-CN" altLang="en-US" dirty="0"/>
              <a:t>中国可信计算规范</a:t>
            </a:r>
          </a:p>
        </p:txBody>
      </p:sp>
      <p:sp>
        <p:nvSpPr>
          <p:cNvPr id="4" name="灯片编号占位符 3">
            <a:extLst>
              <a:ext uri="{FF2B5EF4-FFF2-40B4-BE49-F238E27FC236}">
                <a16:creationId xmlns:a16="http://schemas.microsoft.com/office/drawing/2014/main" id="{E19A51AC-D1DC-4B4E-A62B-3D652E55AAA2}"/>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46</a:t>
            </a:fld>
            <a:endParaRPr lang="en-US" altLang="zh-CN"/>
          </a:p>
        </p:txBody>
      </p:sp>
      <p:pic>
        <p:nvPicPr>
          <p:cNvPr id="13" name="内容占位符 12">
            <a:extLst>
              <a:ext uri="{FF2B5EF4-FFF2-40B4-BE49-F238E27FC236}">
                <a16:creationId xmlns:a16="http://schemas.microsoft.com/office/drawing/2014/main" id="{780D606F-CC28-4C61-9D79-B6CCC16B62F9}"/>
              </a:ext>
            </a:extLst>
          </p:cNvPr>
          <p:cNvPicPr>
            <a:picLocks noGrp="1" noChangeAspect="1"/>
          </p:cNvPicPr>
          <p:nvPr>
            <p:ph idx="1"/>
          </p:nvPr>
        </p:nvPicPr>
        <p:blipFill>
          <a:blip r:embed="rId2"/>
          <a:stretch>
            <a:fillRect/>
          </a:stretch>
        </p:blipFill>
        <p:spPr>
          <a:xfrm>
            <a:off x="242565" y="1447800"/>
            <a:ext cx="8658870" cy="4462162"/>
          </a:xfrm>
        </p:spPr>
      </p:pic>
    </p:spTree>
    <p:extLst>
      <p:ext uri="{BB962C8B-B14F-4D97-AF65-F5344CB8AC3E}">
        <p14:creationId xmlns:p14="http://schemas.microsoft.com/office/powerpoint/2010/main" val="393227820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FBC54F-3E1F-4BA3-A7BF-1AA6F65BD66A}"/>
              </a:ext>
            </a:extLst>
          </p:cNvPr>
          <p:cNvSpPr>
            <a:spLocks noGrp="1"/>
          </p:cNvSpPr>
          <p:nvPr>
            <p:ph type="title"/>
          </p:nvPr>
        </p:nvSpPr>
        <p:spPr/>
        <p:txBody>
          <a:bodyPr/>
          <a:lstStyle/>
          <a:p>
            <a:r>
              <a:rPr lang="zh-CN" altLang="en-US" dirty="0"/>
              <a:t>中国可信计算规范</a:t>
            </a:r>
          </a:p>
        </p:txBody>
      </p:sp>
      <p:sp>
        <p:nvSpPr>
          <p:cNvPr id="3" name="内容占位符 2">
            <a:extLst>
              <a:ext uri="{FF2B5EF4-FFF2-40B4-BE49-F238E27FC236}">
                <a16:creationId xmlns:a16="http://schemas.microsoft.com/office/drawing/2014/main" id="{76EFDC4E-4C1C-4D7A-9EB4-40F7EF5C425B}"/>
              </a:ext>
            </a:extLst>
          </p:cNvPr>
          <p:cNvSpPr>
            <a:spLocks noGrp="1"/>
          </p:cNvSpPr>
          <p:nvPr>
            <p:ph idx="1"/>
          </p:nvPr>
        </p:nvSpPr>
        <p:spPr/>
        <p:txBody>
          <a:bodyPr/>
          <a:lstStyle/>
          <a:p>
            <a:pPr>
              <a:buFont typeface="Wingdings" panose="05000000000000000000" pitchFamily="2" charset="2"/>
              <a:buChar char="l"/>
            </a:pPr>
            <a:r>
              <a:rPr lang="en-US" altLang="zh-CN" dirty="0"/>
              <a:t>GB</a:t>
            </a:r>
            <a:r>
              <a:rPr lang="zh-CN" altLang="en-US" dirty="0"/>
              <a:t>是国家标准的代码，是汉语拼音</a:t>
            </a:r>
            <a:r>
              <a:rPr lang="en-US" altLang="zh-CN" dirty="0" err="1"/>
              <a:t>guobiao</a:t>
            </a:r>
            <a:r>
              <a:rPr lang="zh-CN" altLang="en-US" dirty="0"/>
              <a:t>的简写</a:t>
            </a:r>
            <a:r>
              <a:rPr lang="en-US" altLang="zh-CN" dirty="0"/>
              <a:t>GB</a:t>
            </a:r>
            <a:r>
              <a:rPr lang="zh-CN" altLang="en-US" dirty="0"/>
              <a:t>后加上“</a:t>
            </a:r>
            <a:r>
              <a:rPr lang="en-US" altLang="zh-CN" dirty="0"/>
              <a:t>/T”</a:t>
            </a:r>
            <a:r>
              <a:rPr lang="zh-CN" altLang="en-US" dirty="0"/>
              <a:t>就是推荐性国家标准的意思了，如果不加</a:t>
            </a:r>
            <a:r>
              <a:rPr lang="en-US" altLang="zh-CN" dirty="0"/>
              <a:t>T</a:t>
            </a:r>
            <a:r>
              <a:rPr lang="zh-CN" altLang="en-US" dirty="0"/>
              <a:t>，则是强制性国家标准，如果加</a:t>
            </a:r>
            <a:r>
              <a:rPr lang="en-US" altLang="zh-CN" dirty="0"/>
              <a:t>/Z</a:t>
            </a:r>
            <a:r>
              <a:rPr lang="zh-CN" altLang="en-US" dirty="0"/>
              <a:t>，则代表指导性标准，强制性更弱。由</a:t>
            </a:r>
            <a:r>
              <a:rPr lang="en-US" altLang="zh-CN" dirty="0"/>
              <a:t>GB/T40650-2021</a:t>
            </a:r>
            <a:r>
              <a:rPr lang="zh-CN" altLang="en-US" dirty="0"/>
              <a:t>来说可分为三个部分来解析：</a:t>
            </a:r>
          </a:p>
          <a:p>
            <a:endParaRPr lang="zh-CN" altLang="en-US" dirty="0"/>
          </a:p>
          <a:p>
            <a:pPr marL="0" indent="0">
              <a:buNone/>
            </a:pPr>
            <a:r>
              <a:rPr lang="zh-CN" altLang="en-US" dirty="0"/>
              <a:t>①</a:t>
            </a:r>
            <a:r>
              <a:rPr lang="en-US" altLang="zh-CN" dirty="0"/>
              <a:t>GB/T </a:t>
            </a:r>
            <a:r>
              <a:rPr lang="zh-CN" altLang="en-US" dirty="0"/>
              <a:t>是一部分（推荐性国家标准）</a:t>
            </a:r>
          </a:p>
          <a:p>
            <a:endParaRPr lang="zh-CN" altLang="en-US" dirty="0"/>
          </a:p>
          <a:p>
            <a:pPr marL="0" indent="0">
              <a:buNone/>
            </a:pPr>
            <a:r>
              <a:rPr lang="zh-CN" altLang="en-US" dirty="0"/>
              <a:t>②</a:t>
            </a:r>
            <a:r>
              <a:rPr lang="en-US" altLang="zh-CN" dirty="0"/>
              <a:t>40650</a:t>
            </a:r>
            <a:r>
              <a:rPr lang="zh-CN" altLang="en-US" dirty="0"/>
              <a:t>是一部分（代表这国家标准的编号）</a:t>
            </a:r>
          </a:p>
          <a:p>
            <a:endParaRPr lang="zh-CN" altLang="en-US" dirty="0"/>
          </a:p>
          <a:p>
            <a:pPr marL="0" indent="0">
              <a:buNone/>
            </a:pPr>
            <a:r>
              <a:rPr lang="zh-CN" altLang="en-US" dirty="0"/>
              <a:t>③</a:t>
            </a:r>
            <a:r>
              <a:rPr lang="en-US" altLang="zh-CN" dirty="0"/>
              <a:t>2021 </a:t>
            </a:r>
            <a:r>
              <a:rPr lang="zh-CN" altLang="en-US" dirty="0"/>
              <a:t>又是的一部分（代表颁布这个国家标准的年份）</a:t>
            </a:r>
            <a:endParaRPr lang="en-US" altLang="zh-CN" dirty="0"/>
          </a:p>
          <a:p>
            <a:pPr marL="0" indent="0">
              <a:buNone/>
            </a:pPr>
            <a:endParaRPr lang="en-US" altLang="zh-CN" dirty="0"/>
          </a:p>
          <a:p>
            <a:pPr marL="0" indent="0">
              <a:buNone/>
            </a:pPr>
            <a:r>
              <a:rPr lang="zh-CN" altLang="en-US" dirty="0"/>
              <a:t>     这类推荐性标准任何单位都有权决定是否采用，违反这类标准，不承担经济或法律方面的责任。但是，一经接受并采用，或各方商定同意纳入经济合同中，就成为各方必须共同遵守的技术依据，具有法律上的约束性。</a:t>
            </a:r>
          </a:p>
        </p:txBody>
      </p:sp>
      <p:sp>
        <p:nvSpPr>
          <p:cNvPr id="4" name="灯片编号占位符 3">
            <a:extLst>
              <a:ext uri="{FF2B5EF4-FFF2-40B4-BE49-F238E27FC236}">
                <a16:creationId xmlns:a16="http://schemas.microsoft.com/office/drawing/2014/main" id="{C8FCA340-79DE-4C54-91E9-6CB7D9E2B818}"/>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47</a:t>
            </a:fld>
            <a:endParaRPr lang="en-US" altLang="zh-CN"/>
          </a:p>
        </p:txBody>
      </p:sp>
    </p:spTree>
    <p:extLst>
      <p:ext uri="{BB962C8B-B14F-4D97-AF65-F5344CB8AC3E}">
        <p14:creationId xmlns:p14="http://schemas.microsoft.com/office/powerpoint/2010/main" val="6925261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E66A3D-3D38-4632-A036-B490F3026B8F}"/>
              </a:ext>
            </a:extLst>
          </p:cNvPr>
          <p:cNvSpPr>
            <a:spLocks noGrp="1"/>
          </p:cNvSpPr>
          <p:nvPr>
            <p:ph type="title"/>
          </p:nvPr>
        </p:nvSpPr>
        <p:spPr/>
        <p:txBody>
          <a:bodyPr/>
          <a:lstStyle/>
          <a:p>
            <a:r>
              <a:rPr lang="en-US" altLang="zh-CN" dirty="0"/>
              <a:t>TPM2.0</a:t>
            </a:r>
            <a:r>
              <a:rPr lang="zh-CN" altLang="en-US" dirty="0"/>
              <a:t>规范</a:t>
            </a:r>
          </a:p>
        </p:txBody>
      </p:sp>
      <p:pic>
        <p:nvPicPr>
          <p:cNvPr id="6" name="内容占位符 5">
            <a:extLst>
              <a:ext uri="{FF2B5EF4-FFF2-40B4-BE49-F238E27FC236}">
                <a16:creationId xmlns:a16="http://schemas.microsoft.com/office/drawing/2014/main" id="{8D0FA7E5-AD00-4111-8045-70BDF25A3073}"/>
              </a:ext>
            </a:extLst>
          </p:cNvPr>
          <p:cNvPicPr>
            <a:picLocks noGrp="1" noChangeAspect="1"/>
          </p:cNvPicPr>
          <p:nvPr>
            <p:ph idx="1"/>
          </p:nvPr>
        </p:nvPicPr>
        <p:blipFill>
          <a:blip r:embed="rId2"/>
          <a:stretch>
            <a:fillRect/>
          </a:stretch>
        </p:blipFill>
        <p:spPr>
          <a:xfrm>
            <a:off x="1142999" y="1524000"/>
            <a:ext cx="7162801" cy="4343400"/>
          </a:xfrm>
          <a:effectLst>
            <a:innerShdw blurRad="63500" dist="50800" dir="10800000">
              <a:prstClr val="black">
                <a:alpha val="50000"/>
              </a:prstClr>
            </a:innerShdw>
          </a:effectLst>
        </p:spPr>
      </p:pic>
      <p:sp>
        <p:nvSpPr>
          <p:cNvPr id="4" name="灯片编号占位符 3">
            <a:extLst>
              <a:ext uri="{FF2B5EF4-FFF2-40B4-BE49-F238E27FC236}">
                <a16:creationId xmlns:a16="http://schemas.microsoft.com/office/drawing/2014/main" id="{04EC7446-DDB6-4BC7-AB84-EBBCBCB22815}"/>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48</a:t>
            </a:fld>
            <a:endParaRPr lang="en-US" altLang="zh-CN"/>
          </a:p>
        </p:txBody>
      </p:sp>
    </p:spTree>
    <p:extLst>
      <p:ext uri="{BB962C8B-B14F-4D97-AF65-F5344CB8AC3E}">
        <p14:creationId xmlns:p14="http://schemas.microsoft.com/office/powerpoint/2010/main" val="16922396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14DFAE-7898-4C44-8352-616E62ED907A}"/>
              </a:ext>
            </a:extLst>
          </p:cNvPr>
          <p:cNvSpPr>
            <a:spLocks noGrp="1"/>
          </p:cNvSpPr>
          <p:nvPr>
            <p:ph type="title"/>
          </p:nvPr>
        </p:nvSpPr>
        <p:spPr>
          <a:xfrm>
            <a:off x="152400" y="228600"/>
            <a:ext cx="6400800" cy="639763"/>
          </a:xfrm>
        </p:spPr>
        <p:txBody>
          <a:bodyPr/>
          <a:lstStyle/>
          <a:p>
            <a:r>
              <a:rPr lang="zh-CN" altLang="en-US" dirty="0"/>
              <a:t>可信计算规范</a:t>
            </a:r>
            <a:r>
              <a:rPr lang="en-US" altLang="zh-CN" dirty="0"/>
              <a:t>---</a:t>
            </a:r>
            <a:r>
              <a:rPr lang="zh-CN" altLang="en-US" dirty="0"/>
              <a:t>可信计算体系结构</a:t>
            </a:r>
          </a:p>
        </p:txBody>
      </p:sp>
      <p:sp>
        <p:nvSpPr>
          <p:cNvPr id="4" name="灯片编号占位符 3">
            <a:extLst>
              <a:ext uri="{FF2B5EF4-FFF2-40B4-BE49-F238E27FC236}">
                <a16:creationId xmlns:a16="http://schemas.microsoft.com/office/drawing/2014/main" id="{029FA634-F883-4F24-9E5D-8386D50482BC}"/>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49</a:t>
            </a:fld>
            <a:endParaRPr lang="en-US" altLang="zh-CN"/>
          </a:p>
        </p:txBody>
      </p:sp>
      <p:pic>
        <p:nvPicPr>
          <p:cNvPr id="20" name="内容占位符 19">
            <a:extLst>
              <a:ext uri="{FF2B5EF4-FFF2-40B4-BE49-F238E27FC236}">
                <a16:creationId xmlns:a16="http://schemas.microsoft.com/office/drawing/2014/main" id="{16CA040C-98FF-49C3-8B48-A19F35B75B5A}"/>
              </a:ext>
            </a:extLst>
          </p:cNvPr>
          <p:cNvPicPr>
            <a:picLocks noGrp="1" noChangeAspect="1"/>
          </p:cNvPicPr>
          <p:nvPr>
            <p:ph idx="1"/>
          </p:nvPr>
        </p:nvPicPr>
        <p:blipFill>
          <a:blip r:embed="rId2"/>
          <a:stretch>
            <a:fillRect/>
          </a:stretch>
        </p:blipFill>
        <p:spPr>
          <a:xfrm>
            <a:off x="76200" y="1143000"/>
            <a:ext cx="8991600" cy="533399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73518176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p:cTn id="7" dur="500" fill="hold"/>
                                        <p:tgtEl>
                                          <p:spTgt spid="20"/>
                                        </p:tgtEl>
                                        <p:attrNameLst>
                                          <p:attrName>ppt_w</p:attrName>
                                        </p:attrNameLst>
                                      </p:cBhvr>
                                      <p:tavLst>
                                        <p:tav tm="0">
                                          <p:val>
                                            <p:fltVal val="0"/>
                                          </p:val>
                                        </p:tav>
                                        <p:tav tm="100000">
                                          <p:val>
                                            <p:strVal val="#ppt_w"/>
                                          </p:val>
                                        </p:tav>
                                      </p:tavLst>
                                    </p:anim>
                                    <p:anim calcmode="lin" valueType="num">
                                      <p:cBhvr>
                                        <p:cTn id="8" dur="500" fill="hold"/>
                                        <p:tgtEl>
                                          <p:spTgt spid="20"/>
                                        </p:tgtEl>
                                        <p:attrNameLst>
                                          <p:attrName>ppt_h</p:attrName>
                                        </p:attrNameLst>
                                      </p:cBhvr>
                                      <p:tavLst>
                                        <p:tav tm="0">
                                          <p:val>
                                            <p:fltVal val="0"/>
                                          </p:val>
                                        </p:tav>
                                        <p:tav tm="100000">
                                          <p:val>
                                            <p:strVal val="#ppt_h"/>
                                          </p:val>
                                        </p:tav>
                                      </p:tavLst>
                                    </p:anim>
                                    <p:animEffect transition="in" filter="fade">
                                      <p:cBhvr>
                                        <p:cTn id="9"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CCCC2A-FA54-4B30-B02C-8D2E054C776D}"/>
              </a:ext>
            </a:extLst>
          </p:cNvPr>
          <p:cNvSpPr>
            <a:spLocks noGrp="1"/>
          </p:cNvSpPr>
          <p:nvPr>
            <p:ph type="title"/>
          </p:nvPr>
        </p:nvSpPr>
        <p:spPr/>
        <p:txBody>
          <a:bodyPr/>
          <a:lstStyle/>
          <a:p>
            <a:endParaRPr lang="zh-CN" altLang="en-US"/>
          </a:p>
        </p:txBody>
      </p:sp>
      <p:pic>
        <p:nvPicPr>
          <p:cNvPr id="6" name="内容占位符 5">
            <a:extLst>
              <a:ext uri="{FF2B5EF4-FFF2-40B4-BE49-F238E27FC236}">
                <a16:creationId xmlns:a16="http://schemas.microsoft.com/office/drawing/2014/main" id="{61049996-59CB-483B-825F-E99E796AAE3D}"/>
              </a:ext>
            </a:extLst>
          </p:cNvPr>
          <p:cNvPicPr>
            <a:picLocks noGrp="1" noChangeAspect="1"/>
          </p:cNvPicPr>
          <p:nvPr>
            <p:ph idx="1"/>
          </p:nvPr>
        </p:nvPicPr>
        <p:blipFill>
          <a:blip r:embed="rId2"/>
          <a:stretch>
            <a:fillRect/>
          </a:stretch>
        </p:blipFill>
        <p:spPr>
          <a:xfrm>
            <a:off x="216647" y="1981200"/>
            <a:ext cx="8710706" cy="3581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灯片编号占位符 3">
            <a:extLst>
              <a:ext uri="{FF2B5EF4-FFF2-40B4-BE49-F238E27FC236}">
                <a16:creationId xmlns:a16="http://schemas.microsoft.com/office/drawing/2014/main" id="{0E9CB6EB-0674-4394-B82C-3FD7D6AF89C7}"/>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50</a:t>
            </a:fld>
            <a:endParaRPr lang="en-US" altLang="zh-CN"/>
          </a:p>
        </p:txBody>
      </p:sp>
    </p:spTree>
    <p:extLst>
      <p:ext uri="{BB962C8B-B14F-4D97-AF65-F5344CB8AC3E}">
        <p14:creationId xmlns:p14="http://schemas.microsoft.com/office/powerpoint/2010/main" val="370612799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4478BF-027F-429C-AFB7-93271A832288}"/>
              </a:ext>
            </a:extLst>
          </p:cNvPr>
          <p:cNvSpPr>
            <a:spLocks noGrp="1"/>
          </p:cNvSpPr>
          <p:nvPr>
            <p:ph type="title"/>
          </p:nvPr>
        </p:nvSpPr>
        <p:spPr/>
        <p:txBody>
          <a:bodyPr/>
          <a:lstStyle/>
          <a:p>
            <a:r>
              <a:rPr lang="zh-CN" altLang="en-US" dirty="0"/>
              <a:t>可信计算规范中的缩略语</a:t>
            </a:r>
          </a:p>
        </p:txBody>
      </p:sp>
      <p:pic>
        <p:nvPicPr>
          <p:cNvPr id="6" name="内容占位符 5">
            <a:extLst>
              <a:ext uri="{FF2B5EF4-FFF2-40B4-BE49-F238E27FC236}">
                <a16:creationId xmlns:a16="http://schemas.microsoft.com/office/drawing/2014/main" id="{0D370D3B-DF7A-4DEB-87C3-447A54D38E44}"/>
              </a:ext>
            </a:extLst>
          </p:cNvPr>
          <p:cNvPicPr>
            <a:picLocks noGrp="1" noChangeAspect="1"/>
          </p:cNvPicPr>
          <p:nvPr>
            <p:ph idx="1"/>
          </p:nvPr>
        </p:nvPicPr>
        <p:blipFill>
          <a:blip r:embed="rId2"/>
          <a:stretch>
            <a:fillRect/>
          </a:stretch>
        </p:blipFill>
        <p:spPr>
          <a:xfrm>
            <a:off x="431800" y="1600200"/>
            <a:ext cx="8297863" cy="4572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灯片编号占位符 3">
            <a:extLst>
              <a:ext uri="{FF2B5EF4-FFF2-40B4-BE49-F238E27FC236}">
                <a16:creationId xmlns:a16="http://schemas.microsoft.com/office/drawing/2014/main" id="{705F366C-BBF5-47FF-AD45-A0B0835D24D2}"/>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51</a:t>
            </a:fld>
            <a:endParaRPr lang="en-US" altLang="zh-CN"/>
          </a:p>
        </p:txBody>
      </p:sp>
    </p:spTree>
    <p:extLst>
      <p:ext uri="{BB962C8B-B14F-4D97-AF65-F5344CB8AC3E}">
        <p14:creationId xmlns:p14="http://schemas.microsoft.com/office/powerpoint/2010/main" val="255726857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526A9B-5BFA-4E82-AD22-8D6A227E68D5}"/>
              </a:ext>
            </a:extLst>
          </p:cNvPr>
          <p:cNvSpPr>
            <a:spLocks noGrp="1"/>
          </p:cNvSpPr>
          <p:nvPr>
            <p:ph type="title"/>
          </p:nvPr>
        </p:nvSpPr>
        <p:spPr/>
        <p:txBody>
          <a:bodyPr/>
          <a:lstStyle/>
          <a:p>
            <a:r>
              <a:rPr lang="zh-CN" altLang="en-US" dirty="0"/>
              <a:t>可信计算体系结构</a:t>
            </a:r>
          </a:p>
        </p:txBody>
      </p:sp>
      <p:sp>
        <p:nvSpPr>
          <p:cNvPr id="3" name="内容占位符 2">
            <a:extLst>
              <a:ext uri="{FF2B5EF4-FFF2-40B4-BE49-F238E27FC236}">
                <a16:creationId xmlns:a16="http://schemas.microsoft.com/office/drawing/2014/main" id="{9CF09435-4785-4ECD-B81D-55F72EC45714}"/>
              </a:ext>
            </a:extLst>
          </p:cNvPr>
          <p:cNvSpPr>
            <a:spLocks noGrp="1"/>
          </p:cNvSpPr>
          <p:nvPr>
            <p:ph idx="1"/>
          </p:nvPr>
        </p:nvSpPr>
        <p:spPr>
          <a:xfrm>
            <a:off x="304800" y="1752600"/>
            <a:ext cx="8296656" cy="3733800"/>
          </a:xfrm>
        </p:spPr>
        <p:txBody>
          <a:bodyPr/>
          <a:lstStyle/>
          <a:p>
            <a:pPr>
              <a:buClr>
                <a:srgbClr val="FF0000"/>
              </a:buClr>
              <a:buFont typeface="Wingdings" panose="05000000000000000000" pitchFamily="2" charset="2"/>
              <a:buChar char="ü"/>
            </a:pPr>
            <a:r>
              <a:rPr lang="zh-CN" altLang="en-US" sz="2800" b="1" kern="1200"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可信计算的体系由可信计算节点及其间的可信连接构成，为其所在的网络环境提供相应等级的安全保障。可信计算节点可根据其所处业务环境部署不同功能的应用程序，可信计算节点包括可信计算节点（服务）和可信计算节点（终端），不同类型的可信节点可独立或相互间通过可信连接构成可信计算体系。</a:t>
            </a:r>
          </a:p>
        </p:txBody>
      </p:sp>
      <p:sp>
        <p:nvSpPr>
          <p:cNvPr id="4" name="灯片编号占位符 3">
            <a:extLst>
              <a:ext uri="{FF2B5EF4-FFF2-40B4-BE49-F238E27FC236}">
                <a16:creationId xmlns:a16="http://schemas.microsoft.com/office/drawing/2014/main" id="{3922435F-166E-4B1A-B22A-3882E982E30C}"/>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52</a:t>
            </a:fld>
            <a:endParaRPr lang="en-US" altLang="zh-CN"/>
          </a:p>
        </p:txBody>
      </p:sp>
    </p:spTree>
    <p:extLst>
      <p:ext uri="{BB962C8B-B14F-4D97-AF65-F5344CB8AC3E}">
        <p14:creationId xmlns:p14="http://schemas.microsoft.com/office/powerpoint/2010/main" val="360257824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4AB182-2F5D-498B-9C43-AA700DDD3194}"/>
              </a:ext>
            </a:extLst>
          </p:cNvPr>
          <p:cNvSpPr>
            <a:spLocks noGrp="1"/>
          </p:cNvSpPr>
          <p:nvPr>
            <p:ph type="title"/>
          </p:nvPr>
        </p:nvSpPr>
        <p:spPr/>
        <p:txBody>
          <a:bodyPr/>
          <a:lstStyle/>
          <a:p>
            <a:r>
              <a:rPr lang="zh-CN" altLang="en-US" dirty="0"/>
              <a:t>可信计算体系结构</a:t>
            </a:r>
          </a:p>
        </p:txBody>
      </p:sp>
      <p:pic>
        <p:nvPicPr>
          <p:cNvPr id="6" name="内容占位符 5">
            <a:extLst>
              <a:ext uri="{FF2B5EF4-FFF2-40B4-BE49-F238E27FC236}">
                <a16:creationId xmlns:a16="http://schemas.microsoft.com/office/drawing/2014/main" id="{87BDA2DB-0DC7-48D0-8565-4E2C87631B2D}"/>
              </a:ext>
            </a:extLst>
          </p:cNvPr>
          <p:cNvPicPr>
            <a:picLocks noGrp="1" noChangeAspect="1"/>
          </p:cNvPicPr>
          <p:nvPr>
            <p:ph idx="1"/>
          </p:nvPr>
        </p:nvPicPr>
        <p:blipFill>
          <a:blip r:embed="rId2"/>
          <a:stretch>
            <a:fillRect/>
          </a:stretch>
        </p:blipFill>
        <p:spPr>
          <a:xfrm>
            <a:off x="304800" y="1524000"/>
            <a:ext cx="8534400" cy="4648200"/>
          </a:xfrm>
        </p:spPr>
      </p:pic>
      <p:sp>
        <p:nvSpPr>
          <p:cNvPr id="4" name="灯片编号占位符 3">
            <a:extLst>
              <a:ext uri="{FF2B5EF4-FFF2-40B4-BE49-F238E27FC236}">
                <a16:creationId xmlns:a16="http://schemas.microsoft.com/office/drawing/2014/main" id="{0CCD8C17-2DB6-482F-8A1F-2317F9B37792}"/>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53</a:t>
            </a:fld>
            <a:endParaRPr lang="en-US" altLang="zh-CN"/>
          </a:p>
        </p:txBody>
      </p:sp>
    </p:spTree>
    <p:extLst>
      <p:ext uri="{BB962C8B-B14F-4D97-AF65-F5344CB8AC3E}">
        <p14:creationId xmlns:p14="http://schemas.microsoft.com/office/powerpoint/2010/main" val="91607997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0896B3-AC24-481B-922F-B88E87A6DD37}"/>
              </a:ext>
            </a:extLst>
          </p:cNvPr>
          <p:cNvSpPr>
            <a:spLocks noGrp="1"/>
          </p:cNvSpPr>
          <p:nvPr>
            <p:ph type="title"/>
          </p:nvPr>
        </p:nvSpPr>
        <p:spPr/>
        <p:txBody>
          <a:bodyPr/>
          <a:lstStyle/>
          <a:p>
            <a:r>
              <a:rPr lang="zh-CN" altLang="en-US" dirty="0"/>
              <a:t>可信计算体系结构</a:t>
            </a:r>
          </a:p>
        </p:txBody>
      </p:sp>
      <p:sp>
        <p:nvSpPr>
          <p:cNvPr id="3" name="内容占位符 2">
            <a:extLst>
              <a:ext uri="{FF2B5EF4-FFF2-40B4-BE49-F238E27FC236}">
                <a16:creationId xmlns:a16="http://schemas.microsoft.com/office/drawing/2014/main" id="{566977C0-0F1A-4EF8-8BEC-501603232F5E}"/>
              </a:ext>
            </a:extLst>
          </p:cNvPr>
          <p:cNvSpPr>
            <a:spLocks noGrp="1"/>
          </p:cNvSpPr>
          <p:nvPr>
            <p:ph idx="1"/>
          </p:nvPr>
        </p:nvSpPr>
        <p:spPr>
          <a:xfrm>
            <a:off x="304800" y="1371600"/>
            <a:ext cx="8458200" cy="4648200"/>
          </a:xfrm>
        </p:spPr>
        <p:txBody>
          <a:bodyPr/>
          <a:lstStyle/>
          <a:p>
            <a:pPr algn="just">
              <a:buFont typeface="Wingdings" panose="05000000000000000000" pitchFamily="2" charset="2"/>
              <a:buChar char="u"/>
            </a:pPr>
            <a:r>
              <a:rPr lang="zh-CN" altLang="en-US" sz="2400" b="1" kern="1200"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可信计算节点由可信部件和计算部件组成。计算部件为程序提供计算、存储和网络资源，主要包括通用硬件和固件、操作系统及中间件、应用程序和网络等部分构成。</a:t>
            </a:r>
            <a:endParaRPr lang="en-US" altLang="zh-CN" sz="2400" b="1" kern="1200" dirty="0">
              <a:solidFill>
                <a:srgbClr val="000066"/>
              </a:solidFill>
              <a:latin typeface="华文细黑" panose="02010600040101010101" pitchFamily="2" charset="-122"/>
              <a:ea typeface="华文细黑" panose="02010600040101010101" pitchFamily="2" charset="-122"/>
              <a:cs typeface="Arial" panose="020B0604020202020204" pitchFamily="34" charset="0"/>
            </a:endParaRPr>
          </a:p>
          <a:p>
            <a:pPr algn="just">
              <a:buFont typeface="Wingdings" panose="05000000000000000000" pitchFamily="2" charset="2"/>
              <a:buChar char="u"/>
            </a:pPr>
            <a:endParaRPr lang="en-US" altLang="zh-CN" sz="2400" b="1" kern="1200" dirty="0">
              <a:solidFill>
                <a:srgbClr val="000066"/>
              </a:solidFill>
              <a:latin typeface="华文细黑" panose="02010600040101010101" pitchFamily="2" charset="-122"/>
              <a:ea typeface="华文细黑" panose="02010600040101010101" pitchFamily="2" charset="-122"/>
              <a:cs typeface="Arial" panose="020B0604020202020204" pitchFamily="34" charset="0"/>
            </a:endParaRPr>
          </a:p>
          <a:p>
            <a:pPr algn="just">
              <a:buFont typeface="Wingdings" panose="05000000000000000000" pitchFamily="2" charset="2"/>
              <a:buChar char="u"/>
            </a:pPr>
            <a:r>
              <a:rPr lang="zh-CN" altLang="en-US" sz="2400" b="1" kern="1200"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可信部件主要对计算部件进行度量和监控，其中监控功能依据不同的完整性度量模式为可选功能，可信部件同时提供密码算法、平台身份可信、平台数据安全保护等可信计算功能调用的支撑。</a:t>
            </a:r>
            <a:endParaRPr lang="en-US" altLang="zh-CN" sz="2400" b="1" kern="1200" dirty="0">
              <a:solidFill>
                <a:srgbClr val="000066"/>
              </a:solidFill>
              <a:latin typeface="华文细黑" panose="02010600040101010101" pitchFamily="2" charset="-122"/>
              <a:ea typeface="华文细黑" panose="02010600040101010101" pitchFamily="2" charset="-122"/>
              <a:cs typeface="Arial" panose="020B0604020202020204" pitchFamily="34" charset="0"/>
            </a:endParaRPr>
          </a:p>
          <a:p>
            <a:pPr algn="just">
              <a:buFont typeface="Wingdings" panose="05000000000000000000" pitchFamily="2" charset="2"/>
              <a:buChar char="u"/>
            </a:pPr>
            <a:endParaRPr lang="en-US" altLang="zh-CN" sz="2400" b="1" kern="1200" dirty="0">
              <a:solidFill>
                <a:srgbClr val="000066"/>
              </a:solidFill>
              <a:latin typeface="华文细黑" panose="02010600040101010101" pitchFamily="2" charset="-122"/>
              <a:ea typeface="华文细黑" panose="02010600040101010101" pitchFamily="2" charset="-122"/>
              <a:cs typeface="Arial" panose="020B0604020202020204" pitchFamily="34" charset="0"/>
            </a:endParaRPr>
          </a:p>
          <a:p>
            <a:pPr algn="just">
              <a:buFont typeface="Wingdings" panose="05000000000000000000" pitchFamily="2" charset="2"/>
              <a:buChar char="u"/>
            </a:pPr>
            <a:r>
              <a:rPr lang="zh-CN" altLang="en-US" sz="2400" b="1" kern="1200" dirty="0">
                <a:solidFill>
                  <a:srgbClr val="000066"/>
                </a:solidFill>
                <a:latin typeface="华文细黑" panose="02010600040101010101" pitchFamily="2" charset="-122"/>
                <a:ea typeface="华文细黑" panose="02010600040101010101" pitchFamily="2" charset="-122"/>
                <a:cs typeface="Arial" panose="020B0604020202020204" pitchFamily="34" charset="0"/>
              </a:rPr>
              <a:t>可信计算节点中的计算系统部件和可信部件逻辑相互独立，形成具备计算功能和防护功能并存的双体系结构。</a:t>
            </a:r>
          </a:p>
        </p:txBody>
      </p:sp>
      <p:sp>
        <p:nvSpPr>
          <p:cNvPr id="4" name="灯片编号占位符 3">
            <a:extLst>
              <a:ext uri="{FF2B5EF4-FFF2-40B4-BE49-F238E27FC236}">
                <a16:creationId xmlns:a16="http://schemas.microsoft.com/office/drawing/2014/main" id="{01FA0157-4EE6-4B54-AC2A-399913139EC3}"/>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54</a:t>
            </a:fld>
            <a:endParaRPr lang="en-US" altLang="zh-CN"/>
          </a:p>
        </p:txBody>
      </p:sp>
    </p:spTree>
    <p:extLst>
      <p:ext uri="{BB962C8B-B14F-4D97-AF65-F5344CB8AC3E}">
        <p14:creationId xmlns:p14="http://schemas.microsoft.com/office/powerpoint/2010/main" val="90372288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1BC5CC-195A-4832-8EAA-E350BB733BBD}"/>
              </a:ext>
            </a:extLst>
          </p:cNvPr>
          <p:cNvSpPr>
            <a:spLocks noGrp="1"/>
          </p:cNvSpPr>
          <p:nvPr>
            <p:ph type="title"/>
          </p:nvPr>
        </p:nvSpPr>
        <p:spPr/>
        <p:txBody>
          <a:bodyPr/>
          <a:lstStyle/>
          <a:p>
            <a:r>
              <a:rPr lang="zh-CN" altLang="en-US" dirty="0"/>
              <a:t>可信计算结点的构成</a:t>
            </a:r>
          </a:p>
        </p:txBody>
      </p:sp>
      <p:pic>
        <p:nvPicPr>
          <p:cNvPr id="6" name="内容占位符 5">
            <a:extLst>
              <a:ext uri="{FF2B5EF4-FFF2-40B4-BE49-F238E27FC236}">
                <a16:creationId xmlns:a16="http://schemas.microsoft.com/office/drawing/2014/main" id="{59739879-F700-40D0-A249-7A35128932A8}"/>
              </a:ext>
            </a:extLst>
          </p:cNvPr>
          <p:cNvPicPr>
            <a:picLocks noGrp="1" noChangeAspect="1"/>
          </p:cNvPicPr>
          <p:nvPr>
            <p:ph idx="1"/>
          </p:nvPr>
        </p:nvPicPr>
        <p:blipFill>
          <a:blip r:embed="rId2"/>
          <a:stretch>
            <a:fillRect/>
          </a:stretch>
        </p:blipFill>
        <p:spPr>
          <a:xfrm>
            <a:off x="266700" y="1447800"/>
            <a:ext cx="8610600" cy="4724400"/>
          </a:xfrm>
        </p:spPr>
      </p:pic>
      <p:sp>
        <p:nvSpPr>
          <p:cNvPr id="4" name="灯片编号占位符 3">
            <a:extLst>
              <a:ext uri="{FF2B5EF4-FFF2-40B4-BE49-F238E27FC236}">
                <a16:creationId xmlns:a16="http://schemas.microsoft.com/office/drawing/2014/main" id="{8B76A176-6561-4F21-9F13-458132FD57BC}"/>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55</a:t>
            </a:fld>
            <a:endParaRPr lang="en-US" altLang="zh-CN"/>
          </a:p>
        </p:txBody>
      </p:sp>
    </p:spTree>
    <p:extLst>
      <p:ext uri="{BB962C8B-B14F-4D97-AF65-F5344CB8AC3E}">
        <p14:creationId xmlns:p14="http://schemas.microsoft.com/office/powerpoint/2010/main" val="48528902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D2899A-8E54-4471-99FF-2997BA528BFC}"/>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CD6408E7-6E18-4389-AFAD-03A4A1956357}"/>
              </a:ext>
            </a:extLst>
          </p:cNvPr>
          <p:cNvSpPr>
            <a:spLocks noGrp="1"/>
          </p:cNvSpPr>
          <p:nvPr>
            <p:ph idx="1"/>
          </p:nvPr>
        </p:nvSpPr>
        <p:spPr>
          <a:xfrm>
            <a:off x="228600" y="1981200"/>
            <a:ext cx="8534400" cy="3276600"/>
          </a:xfrm>
        </p:spPr>
        <p:txBody>
          <a:bodyPr/>
          <a:lstStyle/>
          <a:p>
            <a:pPr algn="just">
              <a:buClr>
                <a:srgbClr val="FF6600"/>
              </a:buClr>
              <a:buFont typeface="Wingdings" panose="05000000000000000000" pitchFamily="2" charset="2"/>
              <a:buChar char="ü"/>
            </a:pPr>
            <a:r>
              <a:rPr lang="zh-CN" altLang="en-US" sz="2800" dirty="0"/>
              <a:t>可信部件主要包括：可信密码模块（ＴＣＭ）或可信平台模块（ＴＰＭ）、可信平台控制模块（ＴＰＣＭ）、可信平台主板、可信软件基（ＴＳＢ）和可信连接。可信部件具有三种工作模式，即裁决度量模式、报告度量模式和混合度量模式，三种工作模式依赖不同的可信部件。</a:t>
            </a:r>
          </a:p>
        </p:txBody>
      </p:sp>
      <p:sp>
        <p:nvSpPr>
          <p:cNvPr id="4" name="灯片编号占位符 3">
            <a:extLst>
              <a:ext uri="{FF2B5EF4-FFF2-40B4-BE49-F238E27FC236}">
                <a16:creationId xmlns:a16="http://schemas.microsoft.com/office/drawing/2014/main" id="{8A4EED8C-762D-4FE8-89BF-A2F8EC88F189}"/>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56</a:t>
            </a:fld>
            <a:endParaRPr lang="en-US" altLang="zh-CN"/>
          </a:p>
        </p:txBody>
      </p:sp>
    </p:spTree>
    <p:extLst>
      <p:ext uri="{BB962C8B-B14F-4D97-AF65-F5344CB8AC3E}">
        <p14:creationId xmlns:p14="http://schemas.microsoft.com/office/powerpoint/2010/main" val="400876969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4EE842-4E56-4585-8353-5B9B8396F7B5}"/>
              </a:ext>
            </a:extLst>
          </p:cNvPr>
          <p:cNvSpPr>
            <a:spLocks noGrp="1"/>
          </p:cNvSpPr>
          <p:nvPr>
            <p:ph type="title"/>
          </p:nvPr>
        </p:nvSpPr>
        <p:spPr/>
        <p:txBody>
          <a:bodyPr/>
          <a:lstStyle/>
          <a:p>
            <a:r>
              <a:rPr lang="zh-CN" altLang="en-US" dirty="0"/>
              <a:t>可信部件及完整性度量模式</a:t>
            </a:r>
          </a:p>
        </p:txBody>
      </p:sp>
      <p:sp>
        <p:nvSpPr>
          <p:cNvPr id="3" name="内容占位符 2">
            <a:extLst>
              <a:ext uri="{FF2B5EF4-FFF2-40B4-BE49-F238E27FC236}">
                <a16:creationId xmlns:a16="http://schemas.microsoft.com/office/drawing/2014/main" id="{74B10689-B5F0-437E-85D2-15B72D89C11D}"/>
              </a:ext>
            </a:extLst>
          </p:cNvPr>
          <p:cNvSpPr>
            <a:spLocks noGrp="1"/>
          </p:cNvSpPr>
          <p:nvPr>
            <p:ph idx="1"/>
          </p:nvPr>
        </p:nvSpPr>
        <p:spPr/>
        <p:txBody>
          <a:bodyPr/>
          <a:lstStyle/>
          <a:p>
            <a:r>
              <a:rPr lang="zh-CN" altLang="en-US" b="1" dirty="0"/>
              <a:t>可信密码模块／可信平台模块</a:t>
            </a:r>
          </a:p>
          <a:p>
            <a:r>
              <a:rPr lang="zh-CN" altLang="en-US" dirty="0"/>
              <a:t>可信密码模块（ＴＣＭ）／可信平台模块（ＴＰＭ）应提供密码算法支撑，具有完整性度量、可信存储及可信报告等功能。</a:t>
            </a:r>
            <a:endParaRPr lang="en-US" altLang="zh-CN" dirty="0"/>
          </a:p>
          <a:p>
            <a:endParaRPr lang="en-US" altLang="zh-CN" dirty="0"/>
          </a:p>
          <a:p>
            <a:r>
              <a:rPr lang="zh-CN" altLang="en-US" b="1" dirty="0"/>
              <a:t>可信平台控制模块</a:t>
            </a:r>
          </a:p>
          <a:p>
            <a:r>
              <a:rPr lang="zh-CN" altLang="en-US" dirty="0"/>
              <a:t>可信平台控制模块（ＴＰＣＭ）在ＴＣＭ／ＴＰＭ 的支撑下应具备主动度量和控制功能。ＴＰＣＭ 应是一个逻辑独立或者物理独立的实体，可采用独立的模块或物理封装、通过ＩＰ核或固件方式与ＴＣＭ／ＴＰＭ集成、虚拟化实现实体等形式。</a:t>
            </a:r>
            <a:endParaRPr lang="en-US" altLang="zh-CN" dirty="0"/>
          </a:p>
          <a:p>
            <a:endParaRPr lang="en-US" altLang="zh-CN" dirty="0"/>
          </a:p>
          <a:p>
            <a:r>
              <a:rPr lang="zh-CN" altLang="en-US" b="1" dirty="0"/>
              <a:t>可信平台主板</a:t>
            </a:r>
          </a:p>
          <a:p>
            <a:r>
              <a:rPr lang="zh-CN" altLang="en-US" dirty="0"/>
              <a:t>可信平台主板是集成了ＴＰＣＭ 的计算机主板，将 ＴＰＣＭ 作为信任根建立信任链，并提供 ＴＰＣＭ与其他硬件的连接。</a:t>
            </a:r>
          </a:p>
        </p:txBody>
      </p:sp>
      <p:sp>
        <p:nvSpPr>
          <p:cNvPr id="4" name="灯片编号占位符 3">
            <a:extLst>
              <a:ext uri="{FF2B5EF4-FFF2-40B4-BE49-F238E27FC236}">
                <a16:creationId xmlns:a16="http://schemas.microsoft.com/office/drawing/2014/main" id="{D8B5413F-7399-4AE1-93F3-D42B15DE5A33}"/>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57</a:t>
            </a:fld>
            <a:endParaRPr lang="en-US" altLang="zh-CN"/>
          </a:p>
        </p:txBody>
      </p:sp>
    </p:spTree>
    <p:extLst>
      <p:ext uri="{BB962C8B-B14F-4D97-AF65-F5344CB8AC3E}">
        <p14:creationId xmlns:p14="http://schemas.microsoft.com/office/powerpoint/2010/main" val="164470732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27C324-0F91-488A-87E0-10C124A7C505}"/>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40D2FA0B-17D5-4BBE-8016-15FC562676B7}"/>
              </a:ext>
            </a:extLst>
          </p:cNvPr>
          <p:cNvSpPr>
            <a:spLocks noGrp="1"/>
          </p:cNvSpPr>
          <p:nvPr>
            <p:ph idx="1"/>
          </p:nvPr>
        </p:nvSpPr>
        <p:spPr/>
        <p:txBody>
          <a:bodyPr/>
          <a:lstStyle/>
          <a:p>
            <a:r>
              <a:rPr lang="zh-CN" altLang="en-US" dirty="0"/>
              <a:t>可信软件基</a:t>
            </a:r>
          </a:p>
          <a:p>
            <a:r>
              <a:rPr lang="zh-CN" altLang="en-US" dirty="0"/>
              <a:t>可信软件基（</a:t>
            </a:r>
            <a:r>
              <a:rPr lang="en-US" altLang="zh-CN" dirty="0"/>
              <a:t>TSB</a:t>
            </a:r>
            <a:r>
              <a:rPr lang="zh-CN" altLang="en-US" dirty="0"/>
              <a:t>）实现对运行于宿主基础软件中应用程序的监控和度量。</a:t>
            </a:r>
            <a:r>
              <a:rPr lang="en-US" altLang="zh-CN" dirty="0"/>
              <a:t>TSB</a:t>
            </a:r>
            <a:r>
              <a:rPr lang="zh-CN" altLang="en-US" dirty="0"/>
              <a:t>组成结构及功能接口应符合</a:t>
            </a:r>
            <a:r>
              <a:rPr lang="en-US" altLang="zh-CN" dirty="0"/>
              <a:t>GB/T37935-2019</a:t>
            </a:r>
            <a:r>
              <a:rPr lang="zh-CN" altLang="en-US" dirty="0"/>
              <a:t>。</a:t>
            </a:r>
          </a:p>
          <a:p>
            <a:r>
              <a:rPr lang="zh-CN" altLang="en-US" dirty="0"/>
              <a:t>可信连接</a:t>
            </a:r>
          </a:p>
          <a:p>
            <a:r>
              <a:rPr lang="zh-CN" altLang="en-US" dirty="0"/>
              <a:t>可信连接实现可信计算节点接入网络时的身份鉴别和平台鉴别，包括用户身份鉴别、平台身份鉴别和平台完整性评估，确保只有可信计算节点才能访问网络。可信连接具体构成及功能接口应符合</a:t>
            </a:r>
            <a:r>
              <a:rPr lang="en-US" altLang="zh-CN" dirty="0"/>
              <a:t>GB/T29828-2013</a:t>
            </a:r>
            <a:r>
              <a:rPr lang="zh-CN" altLang="en-US" dirty="0"/>
              <a:t>。</a:t>
            </a:r>
          </a:p>
        </p:txBody>
      </p:sp>
      <p:sp>
        <p:nvSpPr>
          <p:cNvPr id="4" name="灯片编号占位符 3">
            <a:extLst>
              <a:ext uri="{FF2B5EF4-FFF2-40B4-BE49-F238E27FC236}">
                <a16:creationId xmlns:a16="http://schemas.microsoft.com/office/drawing/2014/main" id="{35FAEF7C-577D-4268-95E2-748BF8DDB833}"/>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58</a:t>
            </a:fld>
            <a:endParaRPr lang="en-US" altLang="zh-CN"/>
          </a:p>
        </p:txBody>
      </p:sp>
    </p:spTree>
    <p:extLst>
      <p:ext uri="{BB962C8B-B14F-4D97-AF65-F5344CB8AC3E}">
        <p14:creationId xmlns:p14="http://schemas.microsoft.com/office/powerpoint/2010/main" val="377513467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4C2527-7CC9-40F7-8093-5887C011E386}"/>
              </a:ext>
            </a:extLst>
          </p:cNvPr>
          <p:cNvSpPr>
            <a:spLocks noGrp="1"/>
          </p:cNvSpPr>
          <p:nvPr>
            <p:ph type="title"/>
          </p:nvPr>
        </p:nvSpPr>
        <p:spPr/>
        <p:txBody>
          <a:bodyPr/>
          <a:lstStyle/>
          <a:p>
            <a:r>
              <a:rPr lang="zh-CN" altLang="en-US" dirty="0"/>
              <a:t>完整性度量模式</a:t>
            </a:r>
          </a:p>
        </p:txBody>
      </p:sp>
      <p:sp>
        <p:nvSpPr>
          <p:cNvPr id="3" name="内容占位符 2">
            <a:extLst>
              <a:ext uri="{FF2B5EF4-FFF2-40B4-BE49-F238E27FC236}">
                <a16:creationId xmlns:a16="http://schemas.microsoft.com/office/drawing/2014/main" id="{D6C2F6DF-6C48-4EE2-B48F-892F02C230D5}"/>
              </a:ext>
            </a:extLst>
          </p:cNvPr>
          <p:cNvSpPr>
            <a:spLocks noGrp="1"/>
          </p:cNvSpPr>
          <p:nvPr>
            <p:ph idx="1"/>
          </p:nvPr>
        </p:nvSpPr>
        <p:spPr/>
        <p:txBody>
          <a:bodyPr/>
          <a:lstStyle/>
          <a:p>
            <a:pPr marL="0" indent="0">
              <a:buNone/>
            </a:pPr>
            <a:r>
              <a:rPr lang="zh-CN" altLang="en-US" sz="2400" b="1" dirty="0"/>
              <a:t>    </a:t>
            </a:r>
            <a:r>
              <a:rPr lang="en-US" altLang="zh-CN" sz="2400" b="1" dirty="0"/>
              <a:t>1</a:t>
            </a:r>
            <a:r>
              <a:rPr lang="zh-CN" altLang="en-US" sz="2400" b="1" dirty="0"/>
              <a:t>、裁决度量模式</a:t>
            </a:r>
            <a:endParaRPr lang="en-US" altLang="zh-CN" sz="2400" b="1" dirty="0"/>
          </a:p>
          <a:p>
            <a:pPr>
              <a:lnSpc>
                <a:spcPct val="150000"/>
              </a:lnSpc>
            </a:pPr>
            <a:r>
              <a:rPr lang="zh-CN" altLang="en-US" dirty="0"/>
              <a:t>在硬件及固件层，</a:t>
            </a:r>
            <a:r>
              <a:rPr lang="en-US" altLang="zh-CN" dirty="0"/>
              <a:t>TPCM</a:t>
            </a:r>
            <a:r>
              <a:rPr lang="zh-CN" altLang="en-US" dirty="0"/>
              <a:t> 应为可信计算节点中第一个运行的部件，作为可信计算节点的信任根，应用</a:t>
            </a:r>
            <a:r>
              <a:rPr lang="en-US" altLang="zh-CN" dirty="0"/>
              <a:t>TCM/TPM</a:t>
            </a:r>
            <a:r>
              <a:rPr lang="zh-CN" altLang="en-US" dirty="0"/>
              <a:t> 或其他的密码算法和完整性度量功能对</a:t>
            </a:r>
            <a:r>
              <a:rPr lang="en-US" altLang="zh-CN" dirty="0"/>
              <a:t>BIOS</a:t>
            </a:r>
            <a:r>
              <a:rPr lang="zh-CN" altLang="en-US" dirty="0"/>
              <a:t>、宿主基础软件等计算部件</a:t>
            </a:r>
            <a:r>
              <a:rPr lang="zh-CN" altLang="en-US" dirty="0">
                <a:solidFill>
                  <a:srgbClr val="FF0000"/>
                </a:solidFill>
              </a:rPr>
              <a:t>主动发起完整性度量操作，并依据度量结果进行主动裁决和控制</a:t>
            </a:r>
            <a:r>
              <a:rPr lang="zh-CN" altLang="en-US" dirty="0"/>
              <a:t>。</a:t>
            </a:r>
          </a:p>
          <a:p>
            <a:pPr>
              <a:lnSpc>
                <a:spcPct val="150000"/>
              </a:lnSpc>
            </a:pPr>
            <a:r>
              <a:rPr lang="zh-CN" altLang="en-US" dirty="0"/>
              <a:t>在宿主基础软件及中间件层，</a:t>
            </a:r>
            <a:r>
              <a:rPr lang="en-US" altLang="zh-CN" dirty="0"/>
              <a:t>TPCM</a:t>
            </a:r>
            <a:r>
              <a:rPr lang="zh-CN" altLang="en-US" dirty="0"/>
              <a:t>向上层提供使用</a:t>
            </a:r>
            <a:r>
              <a:rPr lang="en-US" altLang="zh-CN" dirty="0"/>
              <a:t>TPCM</a:t>
            </a:r>
            <a:r>
              <a:rPr lang="zh-CN" altLang="en-US" dirty="0"/>
              <a:t>基础资源的支撑，</a:t>
            </a:r>
            <a:r>
              <a:rPr lang="en-US" altLang="zh-CN" dirty="0">
                <a:solidFill>
                  <a:srgbClr val="FF0000"/>
                </a:solidFill>
              </a:rPr>
              <a:t>TSB</a:t>
            </a:r>
            <a:r>
              <a:rPr lang="zh-CN" altLang="en-US" dirty="0">
                <a:solidFill>
                  <a:srgbClr val="FF0000"/>
                </a:solidFill>
              </a:rPr>
              <a:t>通过调用</a:t>
            </a:r>
            <a:r>
              <a:rPr lang="en-US" altLang="zh-CN" dirty="0">
                <a:solidFill>
                  <a:srgbClr val="FF0000"/>
                </a:solidFill>
              </a:rPr>
              <a:t>TPCM</a:t>
            </a:r>
            <a:r>
              <a:rPr lang="zh-CN" altLang="en-US" dirty="0">
                <a:solidFill>
                  <a:srgbClr val="FF0000"/>
                </a:solidFill>
              </a:rPr>
              <a:t>的相关接口对应用软件进行主动监控和主动度量，对应用软件完全透明，保证应用软件启动时和运行中的可信。</a:t>
            </a:r>
            <a:r>
              <a:rPr lang="zh-CN" altLang="en-US" dirty="0"/>
              <a:t>可信计算节点在接入网络时，对于支持可信连接的网络部署，可信连接调用</a:t>
            </a:r>
            <a:r>
              <a:rPr lang="en-US" altLang="zh-CN" dirty="0"/>
              <a:t>TSB</a:t>
            </a:r>
            <a:r>
              <a:rPr lang="zh-CN" altLang="en-US" dirty="0"/>
              <a:t>和</a:t>
            </a:r>
            <a:r>
              <a:rPr lang="en-US" altLang="zh-CN" dirty="0"/>
              <a:t>TPCM</a:t>
            </a:r>
            <a:r>
              <a:rPr lang="zh-CN" altLang="en-US" dirty="0"/>
              <a:t>提供的完整性度量结果，进行相应操作。</a:t>
            </a:r>
          </a:p>
        </p:txBody>
      </p:sp>
      <p:sp>
        <p:nvSpPr>
          <p:cNvPr id="4" name="灯片编号占位符 3">
            <a:extLst>
              <a:ext uri="{FF2B5EF4-FFF2-40B4-BE49-F238E27FC236}">
                <a16:creationId xmlns:a16="http://schemas.microsoft.com/office/drawing/2014/main" id="{4E6E27DD-16EE-4054-AFAB-A6EFE029C3A1}"/>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59</a:t>
            </a:fld>
            <a:endParaRPr lang="en-US" altLang="zh-CN"/>
          </a:p>
        </p:txBody>
      </p:sp>
    </p:spTree>
    <p:extLst>
      <p:ext uri="{BB962C8B-B14F-4D97-AF65-F5344CB8AC3E}">
        <p14:creationId xmlns:p14="http://schemas.microsoft.com/office/powerpoint/2010/main" val="376585900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10E0FC-13FC-4746-9F8B-EA45B451A4A8}"/>
              </a:ext>
            </a:extLst>
          </p:cNvPr>
          <p:cNvSpPr>
            <a:spLocks noGrp="1"/>
          </p:cNvSpPr>
          <p:nvPr>
            <p:ph type="title"/>
          </p:nvPr>
        </p:nvSpPr>
        <p:spPr>
          <a:xfrm>
            <a:off x="457200" y="1828800"/>
            <a:ext cx="1168400" cy="1650253"/>
          </a:xfrm>
        </p:spPr>
        <p:txBody>
          <a:bodyPr/>
          <a:lstStyle/>
          <a:p>
            <a:r>
              <a:rPr lang="zh-CN" altLang="en-US" dirty="0">
                <a:solidFill>
                  <a:srgbClr val="FF0000"/>
                </a:solidFill>
              </a:rPr>
              <a:t>裁决</a:t>
            </a:r>
            <a:br>
              <a:rPr lang="en-US" altLang="zh-CN" dirty="0">
                <a:solidFill>
                  <a:srgbClr val="FF0000"/>
                </a:solidFill>
              </a:rPr>
            </a:br>
            <a:r>
              <a:rPr lang="zh-CN" altLang="en-US" dirty="0">
                <a:solidFill>
                  <a:srgbClr val="FF0000"/>
                </a:solidFill>
              </a:rPr>
              <a:t>度量</a:t>
            </a:r>
            <a:br>
              <a:rPr lang="en-US" altLang="zh-CN" dirty="0">
                <a:solidFill>
                  <a:srgbClr val="FF0000"/>
                </a:solidFill>
              </a:rPr>
            </a:br>
            <a:r>
              <a:rPr lang="zh-CN" altLang="en-US" dirty="0">
                <a:solidFill>
                  <a:srgbClr val="FF0000"/>
                </a:solidFill>
              </a:rPr>
              <a:t>模式</a:t>
            </a:r>
          </a:p>
        </p:txBody>
      </p:sp>
      <p:pic>
        <p:nvPicPr>
          <p:cNvPr id="6" name="内容占位符 5">
            <a:extLst>
              <a:ext uri="{FF2B5EF4-FFF2-40B4-BE49-F238E27FC236}">
                <a16:creationId xmlns:a16="http://schemas.microsoft.com/office/drawing/2014/main" id="{2A68235D-79C5-4F50-8A76-9CA0B70F498D}"/>
              </a:ext>
            </a:extLst>
          </p:cNvPr>
          <p:cNvPicPr>
            <a:picLocks noGrp="1" noChangeAspect="1"/>
          </p:cNvPicPr>
          <p:nvPr>
            <p:ph idx="1"/>
          </p:nvPr>
        </p:nvPicPr>
        <p:blipFill>
          <a:blip r:embed="rId2"/>
          <a:stretch>
            <a:fillRect/>
          </a:stretch>
        </p:blipFill>
        <p:spPr>
          <a:xfrm>
            <a:off x="3048000" y="152400"/>
            <a:ext cx="6019800" cy="6324600"/>
          </a:xfrm>
        </p:spPr>
      </p:pic>
      <p:sp>
        <p:nvSpPr>
          <p:cNvPr id="4" name="灯片编号占位符 3">
            <a:extLst>
              <a:ext uri="{FF2B5EF4-FFF2-40B4-BE49-F238E27FC236}">
                <a16:creationId xmlns:a16="http://schemas.microsoft.com/office/drawing/2014/main" id="{86811E55-FC26-4FA0-A18C-76DED9F91563}"/>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60</a:t>
            </a:fld>
            <a:endParaRPr lang="en-US" altLang="zh-CN"/>
          </a:p>
        </p:txBody>
      </p:sp>
      <p:sp>
        <p:nvSpPr>
          <p:cNvPr id="7" name="标题 1">
            <a:extLst>
              <a:ext uri="{FF2B5EF4-FFF2-40B4-BE49-F238E27FC236}">
                <a16:creationId xmlns:a16="http://schemas.microsoft.com/office/drawing/2014/main" id="{B4AF73D9-423B-469D-8E75-5D88ABA088DC}"/>
              </a:ext>
            </a:extLst>
          </p:cNvPr>
          <p:cNvSpPr txBox="1">
            <a:spLocks/>
          </p:cNvSpPr>
          <p:nvPr/>
        </p:nvSpPr>
        <p:spPr bwMode="auto">
          <a:xfrm>
            <a:off x="76200" y="304800"/>
            <a:ext cx="6248400"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bg1"/>
                </a:solidFill>
                <a:latin typeface="+mj-lt"/>
                <a:ea typeface="+mj-ea"/>
                <a:cs typeface="+mj-cs"/>
              </a:defRPr>
            </a:lvl1pPr>
            <a:lvl2pPr algn="l" rtl="0" eaLnBrk="0" fontAlgn="base" hangingPunct="0">
              <a:spcBef>
                <a:spcPct val="0"/>
              </a:spcBef>
              <a:spcAft>
                <a:spcPct val="0"/>
              </a:spcAft>
              <a:defRPr sz="3200" b="1">
                <a:solidFill>
                  <a:schemeClr val="bg1"/>
                </a:solidFill>
                <a:latin typeface="Arial" pitchFamily="34" charset="0"/>
                <a:ea typeface="黑体" pitchFamily="2" charset="-122"/>
              </a:defRPr>
            </a:lvl2pPr>
            <a:lvl3pPr algn="l" rtl="0" eaLnBrk="0" fontAlgn="base" hangingPunct="0">
              <a:spcBef>
                <a:spcPct val="0"/>
              </a:spcBef>
              <a:spcAft>
                <a:spcPct val="0"/>
              </a:spcAft>
              <a:defRPr sz="3200" b="1">
                <a:solidFill>
                  <a:schemeClr val="bg1"/>
                </a:solidFill>
                <a:latin typeface="Arial" pitchFamily="34" charset="0"/>
                <a:ea typeface="黑体" pitchFamily="2" charset="-122"/>
              </a:defRPr>
            </a:lvl3pPr>
            <a:lvl4pPr algn="l" rtl="0" eaLnBrk="0" fontAlgn="base" hangingPunct="0">
              <a:spcBef>
                <a:spcPct val="0"/>
              </a:spcBef>
              <a:spcAft>
                <a:spcPct val="0"/>
              </a:spcAft>
              <a:defRPr sz="3200" b="1">
                <a:solidFill>
                  <a:schemeClr val="bg1"/>
                </a:solidFill>
                <a:latin typeface="Arial" pitchFamily="34" charset="0"/>
                <a:ea typeface="黑体" pitchFamily="2" charset="-122"/>
              </a:defRPr>
            </a:lvl4pPr>
            <a:lvl5pPr algn="l" rtl="0" eaLnBrk="0" fontAlgn="base" hangingPunct="0">
              <a:spcBef>
                <a:spcPct val="0"/>
              </a:spcBef>
              <a:spcAft>
                <a:spcPct val="0"/>
              </a:spcAft>
              <a:defRPr sz="3200" b="1">
                <a:solidFill>
                  <a:schemeClr val="bg1"/>
                </a:solidFill>
                <a:latin typeface="Arial" pitchFamily="34" charset="0"/>
                <a:ea typeface="黑体" pitchFamily="2" charset="-122"/>
              </a:defRPr>
            </a:lvl5pPr>
            <a:lvl6pPr marL="457200" algn="l" rtl="0" fontAlgn="base">
              <a:spcBef>
                <a:spcPct val="0"/>
              </a:spcBef>
              <a:spcAft>
                <a:spcPct val="0"/>
              </a:spcAft>
              <a:defRPr sz="3200" b="1">
                <a:solidFill>
                  <a:schemeClr val="bg1"/>
                </a:solidFill>
                <a:latin typeface="Arial" pitchFamily="34" charset="0"/>
                <a:ea typeface="黑体" pitchFamily="2" charset="-122"/>
              </a:defRPr>
            </a:lvl6pPr>
            <a:lvl7pPr marL="914400" algn="l" rtl="0" fontAlgn="base">
              <a:spcBef>
                <a:spcPct val="0"/>
              </a:spcBef>
              <a:spcAft>
                <a:spcPct val="0"/>
              </a:spcAft>
              <a:defRPr sz="3200" b="1">
                <a:solidFill>
                  <a:schemeClr val="bg1"/>
                </a:solidFill>
                <a:latin typeface="Arial" pitchFamily="34" charset="0"/>
                <a:ea typeface="黑体" pitchFamily="2" charset="-122"/>
              </a:defRPr>
            </a:lvl7pPr>
            <a:lvl8pPr marL="1371600" algn="l" rtl="0" fontAlgn="base">
              <a:spcBef>
                <a:spcPct val="0"/>
              </a:spcBef>
              <a:spcAft>
                <a:spcPct val="0"/>
              </a:spcAft>
              <a:defRPr sz="3200" b="1">
                <a:solidFill>
                  <a:schemeClr val="bg1"/>
                </a:solidFill>
                <a:latin typeface="Arial" pitchFamily="34" charset="0"/>
                <a:ea typeface="黑体" pitchFamily="2" charset="-122"/>
              </a:defRPr>
            </a:lvl8pPr>
            <a:lvl9pPr marL="1828800" algn="l" rtl="0" fontAlgn="base">
              <a:spcBef>
                <a:spcPct val="0"/>
              </a:spcBef>
              <a:spcAft>
                <a:spcPct val="0"/>
              </a:spcAft>
              <a:defRPr sz="3200" b="1">
                <a:solidFill>
                  <a:schemeClr val="bg1"/>
                </a:solidFill>
                <a:latin typeface="Arial" pitchFamily="34" charset="0"/>
                <a:ea typeface="黑体" pitchFamily="2" charset="-122"/>
              </a:defRPr>
            </a:lvl9pPr>
          </a:lstStyle>
          <a:p>
            <a:r>
              <a:rPr lang="zh-CN" altLang="en-US" kern="0"/>
              <a:t>完整性度量模式</a:t>
            </a:r>
            <a:endParaRPr lang="zh-CN" altLang="en-US" kern="0" dirty="0"/>
          </a:p>
        </p:txBody>
      </p:sp>
    </p:spTree>
    <p:extLst>
      <p:ext uri="{BB962C8B-B14F-4D97-AF65-F5344CB8AC3E}">
        <p14:creationId xmlns:p14="http://schemas.microsoft.com/office/powerpoint/2010/main" val="312468518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979BBD-EAC9-4376-B03C-213D54167EC3}"/>
              </a:ext>
            </a:extLst>
          </p:cNvPr>
          <p:cNvSpPr>
            <a:spLocks noGrp="1"/>
          </p:cNvSpPr>
          <p:nvPr>
            <p:ph type="title"/>
          </p:nvPr>
        </p:nvSpPr>
        <p:spPr/>
        <p:txBody>
          <a:bodyPr/>
          <a:lstStyle/>
          <a:p>
            <a:r>
              <a:rPr lang="zh-CN" altLang="en-US" dirty="0"/>
              <a:t>完整性度量模式</a:t>
            </a:r>
          </a:p>
        </p:txBody>
      </p:sp>
      <p:sp>
        <p:nvSpPr>
          <p:cNvPr id="3" name="内容占位符 2">
            <a:extLst>
              <a:ext uri="{FF2B5EF4-FFF2-40B4-BE49-F238E27FC236}">
                <a16:creationId xmlns:a16="http://schemas.microsoft.com/office/drawing/2014/main" id="{57E2C4F4-F019-4166-BC14-773CECF2AA1A}"/>
              </a:ext>
            </a:extLst>
          </p:cNvPr>
          <p:cNvSpPr>
            <a:spLocks noGrp="1"/>
          </p:cNvSpPr>
          <p:nvPr>
            <p:ph idx="1"/>
          </p:nvPr>
        </p:nvSpPr>
        <p:spPr/>
        <p:txBody>
          <a:bodyPr/>
          <a:lstStyle/>
          <a:p>
            <a:pPr marL="0" indent="0">
              <a:buNone/>
            </a:pPr>
            <a:r>
              <a:rPr lang="en-US" altLang="zh-CN" sz="2400" b="1" dirty="0"/>
              <a:t>2</a:t>
            </a:r>
            <a:r>
              <a:rPr lang="zh-CN" altLang="en-US" sz="2400" b="1" dirty="0"/>
              <a:t>、报告度量模式</a:t>
            </a:r>
            <a:endParaRPr lang="en-US" altLang="zh-CN" sz="2400" b="1" dirty="0"/>
          </a:p>
          <a:p>
            <a:r>
              <a:rPr lang="zh-CN" altLang="en-US" dirty="0"/>
              <a:t>在硬件及固件层，ＢＩＯＳ中的ＣＲＴＭ 构成可信计算节点的信任根，并通过ＴＳＭ／ＴＳＳ等向上层提供使用ＴＣＭ／ＴＰＭ 等基础资源的支撑。</a:t>
            </a:r>
            <a:r>
              <a:rPr lang="zh-CN" altLang="en-US" dirty="0">
                <a:solidFill>
                  <a:srgbClr val="FF0000"/>
                </a:solidFill>
              </a:rPr>
              <a:t>在信任链建立过程中，各计算部件代码应调用 ＴＣＭ／ＴＰＭ 等的完整性度量接口对信任链建立的下一环节进行完整性度量，并报告度量结果，由应用程序或其使用者进行裁决</a:t>
            </a:r>
            <a:r>
              <a:rPr lang="zh-CN" altLang="en-US" dirty="0"/>
              <a:t>。</a:t>
            </a:r>
            <a:endParaRPr lang="en-US" altLang="zh-CN" dirty="0"/>
          </a:p>
          <a:p>
            <a:endParaRPr lang="zh-CN" altLang="en-US" dirty="0"/>
          </a:p>
          <a:p>
            <a:r>
              <a:rPr lang="zh-CN" altLang="en-US" dirty="0"/>
              <a:t>在宿主软件及中间件层，</a:t>
            </a:r>
            <a:r>
              <a:rPr lang="zh-CN" altLang="en-US" dirty="0">
                <a:solidFill>
                  <a:srgbClr val="FF0000"/>
                </a:solidFill>
              </a:rPr>
              <a:t>由应用层的应用程序调用ＴＳＭ／ＴＳＳ等相关接口进行完整性度量，并给出完整性报告，由应用程序使用者进行裁决</a:t>
            </a:r>
            <a:r>
              <a:rPr lang="zh-CN" altLang="en-US" dirty="0"/>
              <a:t>。对于支持可信连接的网络部署，可信连接调用ＴＳＭ／ＴＳＳ等提供的接口进行完整性度量，并根据度量结果进行相应操作。</a:t>
            </a:r>
          </a:p>
        </p:txBody>
      </p:sp>
      <p:sp>
        <p:nvSpPr>
          <p:cNvPr id="4" name="灯片编号占位符 3">
            <a:extLst>
              <a:ext uri="{FF2B5EF4-FFF2-40B4-BE49-F238E27FC236}">
                <a16:creationId xmlns:a16="http://schemas.microsoft.com/office/drawing/2014/main" id="{9A403620-663C-437E-A18B-2278D900BB74}"/>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61</a:t>
            </a:fld>
            <a:endParaRPr lang="en-US" altLang="zh-CN"/>
          </a:p>
        </p:txBody>
      </p:sp>
    </p:spTree>
    <p:extLst>
      <p:ext uri="{BB962C8B-B14F-4D97-AF65-F5344CB8AC3E}">
        <p14:creationId xmlns:p14="http://schemas.microsoft.com/office/powerpoint/2010/main" val="400437985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131416-ACF1-4EBB-A53F-BB3EF0071C35}"/>
              </a:ext>
            </a:extLst>
          </p:cNvPr>
          <p:cNvSpPr>
            <a:spLocks noGrp="1"/>
          </p:cNvSpPr>
          <p:nvPr>
            <p:ph type="title"/>
          </p:nvPr>
        </p:nvSpPr>
        <p:spPr/>
        <p:txBody>
          <a:bodyPr/>
          <a:lstStyle/>
          <a:p>
            <a:r>
              <a:rPr lang="zh-CN" altLang="en-US" dirty="0"/>
              <a:t>完整性度量模式</a:t>
            </a:r>
          </a:p>
        </p:txBody>
      </p:sp>
      <p:pic>
        <p:nvPicPr>
          <p:cNvPr id="6" name="内容占位符 5">
            <a:extLst>
              <a:ext uri="{FF2B5EF4-FFF2-40B4-BE49-F238E27FC236}">
                <a16:creationId xmlns:a16="http://schemas.microsoft.com/office/drawing/2014/main" id="{9D027A8E-F690-48F2-8B66-05AD6C9606CB}"/>
              </a:ext>
            </a:extLst>
          </p:cNvPr>
          <p:cNvPicPr>
            <a:picLocks noGrp="1" noChangeAspect="1"/>
          </p:cNvPicPr>
          <p:nvPr>
            <p:ph idx="1"/>
          </p:nvPr>
        </p:nvPicPr>
        <p:blipFill>
          <a:blip r:embed="rId2"/>
          <a:stretch>
            <a:fillRect/>
          </a:stretch>
        </p:blipFill>
        <p:spPr>
          <a:xfrm>
            <a:off x="2514600" y="1134035"/>
            <a:ext cx="4800600" cy="5410200"/>
          </a:xfrm>
        </p:spPr>
      </p:pic>
      <p:sp>
        <p:nvSpPr>
          <p:cNvPr id="4" name="灯片编号占位符 3">
            <a:extLst>
              <a:ext uri="{FF2B5EF4-FFF2-40B4-BE49-F238E27FC236}">
                <a16:creationId xmlns:a16="http://schemas.microsoft.com/office/drawing/2014/main" id="{01265EA6-A34E-4A20-ABF5-DB14BB3B2FD2}"/>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62</a:t>
            </a:fld>
            <a:endParaRPr lang="en-US" altLang="zh-CN"/>
          </a:p>
        </p:txBody>
      </p:sp>
      <p:sp>
        <p:nvSpPr>
          <p:cNvPr id="7" name="标题 1">
            <a:extLst>
              <a:ext uri="{FF2B5EF4-FFF2-40B4-BE49-F238E27FC236}">
                <a16:creationId xmlns:a16="http://schemas.microsoft.com/office/drawing/2014/main" id="{857266C1-E1CF-44A4-BBEF-C3F562B95271}"/>
              </a:ext>
            </a:extLst>
          </p:cNvPr>
          <p:cNvSpPr txBox="1">
            <a:spLocks/>
          </p:cNvSpPr>
          <p:nvPr/>
        </p:nvSpPr>
        <p:spPr bwMode="auto">
          <a:xfrm>
            <a:off x="660400" y="2286000"/>
            <a:ext cx="1168400" cy="1650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bg1"/>
                </a:solidFill>
                <a:latin typeface="+mj-lt"/>
                <a:ea typeface="+mj-ea"/>
                <a:cs typeface="+mj-cs"/>
              </a:defRPr>
            </a:lvl1pPr>
            <a:lvl2pPr algn="l" rtl="0" eaLnBrk="0" fontAlgn="base" hangingPunct="0">
              <a:spcBef>
                <a:spcPct val="0"/>
              </a:spcBef>
              <a:spcAft>
                <a:spcPct val="0"/>
              </a:spcAft>
              <a:defRPr sz="3200" b="1">
                <a:solidFill>
                  <a:schemeClr val="bg1"/>
                </a:solidFill>
                <a:latin typeface="Arial" pitchFamily="34" charset="0"/>
                <a:ea typeface="黑体" pitchFamily="2" charset="-122"/>
              </a:defRPr>
            </a:lvl2pPr>
            <a:lvl3pPr algn="l" rtl="0" eaLnBrk="0" fontAlgn="base" hangingPunct="0">
              <a:spcBef>
                <a:spcPct val="0"/>
              </a:spcBef>
              <a:spcAft>
                <a:spcPct val="0"/>
              </a:spcAft>
              <a:defRPr sz="3200" b="1">
                <a:solidFill>
                  <a:schemeClr val="bg1"/>
                </a:solidFill>
                <a:latin typeface="Arial" pitchFamily="34" charset="0"/>
                <a:ea typeface="黑体" pitchFamily="2" charset="-122"/>
              </a:defRPr>
            </a:lvl3pPr>
            <a:lvl4pPr algn="l" rtl="0" eaLnBrk="0" fontAlgn="base" hangingPunct="0">
              <a:spcBef>
                <a:spcPct val="0"/>
              </a:spcBef>
              <a:spcAft>
                <a:spcPct val="0"/>
              </a:spcAft>
              <a:defRPr sz="3200" b="1">
                <a:solidFill>
                  <a:schemeClr val="bg1"/>
                </a:solidFill>
                <a:latin typeface="Arial" pitchFamily="34" charset="0"/>
                <a:ea typeface="黑体" pitchFamily="2" charset="-122"/>
              </a:defRPr>
            </a:lvl4pPr>
            <a:lvl5pPr algn="l" rtl="0" eaLnBrk="0" fontAlgn="base" hangingPunct="0">
              <a:spcBef>
                <a:spcPct val="0"/>
              </a:spcBef>
              <a:spcAft>
                <a:spcPct val="0"/>
              </a:spcAft>
              <a:defRPr sz="3200" b="1">
                <a:solidFill>
                  <a:schemeClr val="bg1"/>
                </a:solidFill>
                <a:latin typeface="Arial" pitchFamily="34" charset="0"/>
                <a:ea typeface="黑体" pitchFamily="2" charset="-122"/>
              </a:defRPr>
            </a:lvl5pPr>
            <a:lvl6pPr marL="457200" algn="l" rtl="0" fontAlgn="base">
              <a:spcBef>
                <a:spcPct val="0"/>
              </a:spcBef>
              <a:spcAft>
                <a:spcPct val="0"/>
              </a:spcAft>
              <a:defRPr sz="3200" b="1">
                <a:solidFill>
                  <a:schemeClr val="bg1"/>
                </a:solidFill>
                <a:latin typeface="Arial" pitchFamily="34" charset="0"/>
                <a:ea typeface="黑体" pitchFamily="2" charset="-122"/>
              </a:defRPr>
            </a:lvl6pPr>
            <a:lvl7pPr marL="914400" algn="l" rtl="0" fontAlgn="base">
              <a:spcBef>
                <a:spcPct val="0"/>
              </a:spcBef>
              <a:spcAft>
                <a:spcPct val="0"/>
              </a:spcAft>
              <a:defRPr sz="3200" b="1">
                <a:solidFill>
                  <a:schemeClr val="bg1"/>
                </a:solidFill>
                <a:latin typeface="Arial" pitchFamily="34" charset="0"/>
                <a:ea typeface="黑体" pitchFamily="2" charset="-122"/>
              </a:defRPr>
            </a:lvl7pPr>
            <a:lvl8pPr marL="1371600" algn="l" rtl="0" fontAlgn="base">
              <a:spcBef>
                <a:spcPct val="0"/>
              </a:spcBef>
              <a:spcAft>
                <a:spcPct val="0"/>
              </a:spcAft>
              <a:defRPr sz="3200" b="1">
                <a:solidFill>
                  <a:schemeClr val="bg1"/>
                </a:solidFill>
                <a:latin typeface="Arial" pitchFamily="34" charset="0"/>
                <a:ea typeface="黑体" pitchFamily="2" charset="-122"/>
              </a:defRPr>
            </a:lvl8pPr>
            <a:lvl9pPr marL="1828800" algn="l" rtl="0" fontAlgn="base">
              <a:spcBef>
                <a:spcPct val="0"/>
              </a:spcBef>
              <a:spcAft>
                <a:spcPct val="0"/>
              </a:spcAft>
              <a:defRPr sz="3200" b="1">
                <a:solidFill>
                  <a:schemeClr val="bg1"/>
                </a:solidFill>
                <a:latin typeface="Arial" pitchFamily="34" charset="0"/>
                <a:ea typeface="黑体" pitchFamily="2" charset="-122"/>
              </a:defRPr>
            </a:lvl9pPr>
          </a:lstStyle>
          <a:p>
            <a:r>
              <a:rPr lang="zh-CN" altLang="en-US" kern="0" dirty="0">
                <a:solidFill>
                  <a:srgbClr val="FF0000"/>
                </a:solidFill>
              </a:rPr>
              <a:t>报告</a:t>
            </a:r>
            <a:br>
              <a:rPr lang="en-US" altLang="zh-CN" kern="0" dirty="0">
                <a:solidFill>
                  <a:srgbClr val="FF0000"/>
                </a:solidFill>
              </a:rPr>
            </a:br>
            <a:r>
              <a:rPr lang="zh-CN" altLang="en-US" kern="0" dirty="0">
                <a:solidFill>
                  <a:srgbClr val="FF0000"/>
                </a:solidFill>
              </a:rPr>
              <a:t>度量</a:t>
            </a:r>
            <a:br>
              <a:rPr lang="en-US" altLang="zh-CN" kern="0" dirty="0">
                <a:solidFill>
                  <a:srgbClr val="FF0000"/>
                </a:solidFill>
              </a:rPr>
            </a:br>
            <a:r>
              <a:rPr lang="zh-CN" altLang="en-US" kern="0" dirty="0">
                <a:solidFill>
                  <a:srgbClr val="FF0000"/>
                </a:solidFill>
              </a:rPr>
              <a:t>模式</a:t>
            </a:r>
          </a:p>
        </p:txBody>
      </p:sp>
    </p:spTree>
    <p:extLst>
      <p:ext uri="{BB962C8B-B14F-4D97-AF65-F5344CB8AC3E}">
        <p14:creationId xmlns:p14="http://schemas.microsoft.com/office/powerpoint/2010/main" val="173740431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979BBD-EAC9-4376-B03C-213D54167EC3}"/>
              </a:ext>
            </a:extLst>
          </p:cNvPr>
          <p:cNvSpPr>
            <a:spLocks noGrp="1"/>
          </p:cNvSpPr>
          <p:nvPr>
            <p:ph type="title"/>
          </p:nvPr>
        </p:nvSpPr>
        <p:spPr/>
        <p:txBody>
          <a:bodyPr/>
          <a:lstStyle/>
          <a:p>
            <a:r>
              <a:rPr lang="zh-CN" altLang="en-US" dirty="0"/>
              <a:t>完整性度量模式</a:t>
            </a:r>
          </a:p>
        </p:txBody>
      </p:sp>
      <p:sp>
        <p:nvSpPr>
          <p:cNvPr id="3" name="内容占位符 2">
            <a:extLst>
              <a:ext uri="{FF2B5EF4-FFF2-40B4-BE49-F238E27FC236}">
                <a16:creationId xmlns:a16="http://schemas.microsoft.com/office/drawing/2014/main" id="{57E2C4F4-F019-4166-BC14-773CECF2AA1A}"/>
              </a:ext>
            </a:extLst>
          </p:cNvPr>
          <p:cNvSpPr>
            <a:spLocks noGrp="1"/>
          </p:cNvSpPr>
          <p:nvPr>
            <p:ph idx="1"/>
          </p:nvPr>
        </p:nvSpPr>
        <p:spPr>
          <a:xfrm>
            <a:off x="423672" y="1905000"/>
            <a:ext cx="8296656" cy="1905000"/>
          </a:xfrm>
        </p:spPr>
        <p:txBody>
          <a:bodyPr/>
          <a:lstStyle/>
          <a:p>
            <a:pPr marL="0" indent="0">
              <a:buNone/>
            </a:pPr>
            <a:r>
              <a:rPr lang="en-US" altLang="zh-CN" sz="2400" b="1" dirty="0"/>
              <a:t>3</a:t>
            </a:r>
            <a:r>
              <a:rPr lang="zh-CN" altLang="en-US" sz="2400" b="1" dirty="0"/>
              <a:t>、混合度量模式</a:t>
            </a:r>
            <a:endParaRPr lang="en-US" altLang="zh-CN" sz="2400" b="1" dirty="0"/>
          </a:p>
          <a:p>
            <a:r>
              <a:rPr lang="zh-CN" altLang="en-US" dirty="0"/>
              <a:t>可信部件的混合度量模式参与部件应为ＴＣＭ／ＴＰＭ 和ＴＳＢ。</a:t>
            </a:r>
            <a:r>
              <a:rPr lang="zh-CN" altLang="en-US" dirty="0">
                <a:solidFill>
                  <a:srgbClr val="FF0000"/>
                </a:solidFill>
              </a:rPr>
              <a:t>信任链建立过程中，在硬件及固件层的ＴＣＭ／ＴＰＭ 工作于报告度量模式，在宿主基础软件及中间件层，ＴＳＢ通过调用ＴＣＭ／ＴＰＭ 相关接口工作于裁决度量模式。</a:t>
            </a:r>
          </a:p>
        </p:txBody>
      </p:sp>
      <p:sp>
        <p:nvSpPr>
          <p:cNvPr id="4" name="灯片编号占位符 3">
            <a:extLst>
              <a:ext uri="{FF2B5EF4-FFF2-40B4-BE49-F238E27FC236}">
                <a16:creationId xmlns:a16="http://schemas.microsoft.com/office/drawing/2014/main" id="{9A403620-663C-437E-A18B-2278D900BB74}"/>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63</a:t>
            </a:fld>
            <a:endParaRPr lang="en-US" altLang="zh-CN"/>
          </a:p>
        </p:txBody>
      </p:sp>
    </p:spTree>
    <p:extLst>
      <p:ext uri="{BB962C8B-B14F-4D97-AF65-F5344CB8AC3E}">
        <p14:creationId xmlns:p14="http://schemas.microsoft.com/office/powerpoint/2010/main" val="197489040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131416-ACF1-4EBB-A53F-BB3EF0071C35}"/>
              </a:ext>
            </a:extLst>
          </p:cNvPr>
          <p:cNvSpPr>
            <a:spLocks noGrp="1"/>
          </p:cNvSpPr>
          <p:nvPr>
            <p:ph type="title"/>
          </p:nvPr>
        </p:nvSpPr>
        <p:spPr/>
        <p:txBody>
          <a:bodyPr/>
          <a:lstStyle/>
          <a:p>
            <a:r>
              <a:rPr lang="zh-CN" altLang="en-US" dirty="0"/>
              <a:t>完整性度量模式</a:t>
            </a:r>
          </a:p>
        </p:txBody>
      </p:sp>
      <p:sp>
        <p:nvSpPr>
          <p:cNvPr id="4" name="灯片编号占位符 3">
            <a:extLst>
              <a:ext uri="{FF2B5EF4-FFF2-40B4-BE49-F238E27FC236}">
                <a16:creationId xmlns:a16="http://schemas.microsoft.com/office/drawing/2014/main" id="{01265EA6-A34E-4A20-ABF5-DB14BB3B2FD2}"/>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64</a:t>
            </a:fld>
            <a:endParaRPr lang="en-US" altLang="zh-CN"/>
          </a:p>
        </p:txBody>
      </p:sp>
      <p:sp>
        <p:nvSpPr>
          <p:cNvPr id="7" name="标题 1">
            <a:extLst>
              <a:ext uri="{FF2B5EF4-FFF2-40B4-BE49-F238E27FC236}">
                <a16:creationId xmlns:a16="http://schemas.microsoft.com/office/drawing/2014/main" id="{857266C1-E1CF-44A4-BBEF-C3F562B95271}"/>
              </a:ext>
            </a:extLst>
          </p:cNvPr>
          <p:cNvSpPr txBox="1">
            <a:spLocks/>
          </p:cNvSpPr>
          <p:nvPr/>
        </p:nvSpPr>
        <p:spPr bwMode="auto">
          <a:xfrm>
            <a:off x="660400" y="2286000"/>
            <a:ext cx="1168400" cy="1650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200" b="1">
                <a:solidFill>
                  <a:schemeClr val="bg1"/>
                </a:solidFill>
                <a:latin typeface="+mj-lt"/>
                <a:ea typeface="+mj-ea"/>
                <a:cs typeface="+mj-cs"/>
              </a:defRPr>
            </a:lvl1pPr>
            <a:lvl2pPr algn="l" rtl="0" eaLnBrk="0" fontAlgn="base" hangingPunct="0">
              <a:spcBef>
                <a:spcPct val="0"/>
              </a:spcBef>
              <a:spcAft>
                <a:spcPct val="0"/>
              </a:spcAft>
              <a:defRPr sz="3200" b="1">
                <a:solidFill>
                  <a:schemeClr val="bg1"/>
                </a:solidFill>
                <a:latin typeface="Arial" pitchFamily="34" charset="0"/>
                <a:ea typeface="黑体" pitchFamily="2" charset="-122"/>
              </a:defRPr>
            </a:lvl2pPr>
            <a:lvl3pPr algn="l" rtl="0" eaLnBrk="0" fontAlgn="base" hangingPunct="0">
              <a:spcBef>
                <a:spcPct val="0"/>
              </a:spcBef>
              <a:spcAft>
                <a:spcPct val="0"/>
              </a:spcAft>
              <a:defRPr sz="3200" b="1">
                <a:solidFill>
                  <a:schemeClr val="bg1"/>
                </a:solidFill>
                <a:latin typeface="Arial" pitchFamily="34" charset="0"/>
                <a:ea typeface="黑体" pitchFamily="2" charset="-122"/>
              </a:defRPr>
            </a:lvl3pPr>
            <a:lvl4pPr algn="l" rtl="0" eaLnBrk="0" fontAlgn="base" hangingPunct="0">
              <a:spcBef>
                <a:spcPct val="0"/>
              </a:spcBef>
              <a:spcAft>
                <a:spcPct val="0"/>
              </a:spcAft>
              <a:defRPr sz="3200" b="1">
                <a:solidFill>
                  <a:schemeClr val="bg1"/>
                </a:solidFill>
                <a:latin typeface="Arial" pitchFamily="34" charset="0"/>
                <a:ea typeface="黑体" pitchFamily="2" charset="-122"/>
              </a:defRPr>
            </a:lvl4pPr>
            <a:lvl5pPr algn="l" rtl="0" eaLnBrk="0" fontAlgn="base" hangingPunct="0">
              <a:spcBef>
                <a:spcPct val="0"/>
              </a:spcBef>
              <a:spcAft>
                <a:spcPct val="0"/>
              </a:spcAft>
              <a:defRPr sz="3200" b="1">
                <a:solidFill>
                  <a:schemeClr val="bg1"/>
                </a:solidFill>
                <a:latin typeface="Arial" pitchFamily="34" charset="0"/>
                <a:ea typeface="黑体" pitchFamily="2" charset="-122"/>
              </a:defRPr>
            </a:lvl5pPr>
            <a:lvl6pPr marL="457200" algn="l" rtl="0" fontAlgn="base">
              <a:spcBef>
                <a:spcPct val="0"/>
              </a:spcBef>
              <a:spcAft>
                <a:spcPct val="0"/>
              </a:spcAft>
              <a:defRPr sz="3200" b="1">
                <a:solidFill>
                  <a:schemeClr val="bg1"/>
                </a:solidFill>
                <a:latin typeface="Arial" pitchFamily="34" charset="0"/>
                <a:ea typeface="黑体" pitchFamily="2" charset="-122"/>
              </a:defRPr>
            </a:lvl6pPr>
            <a:lvl7pPr marL="914400" algn="l" rtl="0" fontAlgn="base">
              <a:spcBef>
                <a:spcPct val="0"/>
              </a:spcBef>
              <a:spcAft>
                <a:spcPct val="0"/>
              </a:spcAft>
              <a:defRPr sz="3200" b="1">
                <a:solidFill>
                  <a:schemeClr val="bg1"/>
                </a:solidFill>
                <a:latin typeface="Arial" pitchFamily="34" charset="0"/>
                <a:ea typeface="黑体" pitchFamily="2" charset="-122"/>
              </a:defRPr>
            </a:lvl7pPr>
            <a:lvl8pPr marL="1371600" algn="l" rtl="0" fontAlgn="base">
              <a:spcBef>
                <a:spcPct val="0"/>
              </a:spcBef>
              <a:spcAft>
                <a:spcPct val="0"/>
              </a:spcAft>
              <a:defRPr sz="3200" b="1">
                <a:solidFill>
                  <a:schemeClr val="bg1"/>
                </a:solidFill>
                <a:latin typeface="Arial" pitchFamily="34" charset="0"/>
                <a:ea typeface="黑体" pitchFamily="2" charset="-122"/>
              </a:defRPr>
            </a:lvl8pPr>
            <a:lvl9pPr marL="1828800" algn="l" rtl="0" fontAlgn="base">
              <a:spcBef>
                <a:spcPct val="0"/>
              </a:spcBef>
              <a:spcAft>
                <a:spcPct val="0"/>
              </a:spcAft>
              <a:defRPr sz="3200" b="1">
                <a:solidFill>
                  <a:schemeClr val="bg1"/>
                </a:solidFill>
                <a:latin typeface="Arial" pitchFamily="34" charset="0"/>
                <a:ea typeface="黑体" pitchFamily="2" charset="-122"/>
              </a:defRPr>
            </a:lvl9pPr>
          </a:lstStyle>
          <a:p>
            <a:r>
              <a:rPr lang="zh-CN" altLang="en-US" kern="0" dirty="0">
                <a:solidFill>
                  <a:srgbClr val="FF0000"/>
                </a:solidFill>
              </a:rPr>
              <a:t>混合</a:t>
            </a:r>
            <a:br>
              <a:rPr lang="en-US" altLang="zh-CN" kern="0" dirty="0">
                <a:solidFill>
                  <a:srgbClr val="FF0000"/>
                </a:solidFill>
              </a:rPr>
            </a:br>
            <a:r>
              <a:rPr lang="zh-CN" altLang="en-US" kern="0" dirty="0">
                <a:solidFill>
                  <a:srgbClr val="FF0000"/>
                </a:solidFill>
              </a:rPr>
              <a:t>度量</a:t>
            </a:r>
            <a:br>
              <a:rPr lang="en-US" altLang="zh-CN" kern="0" dirty="0">
                <a:solidFill>
                  <a:srgbClr val="FF0000"/>
                </a:solidFill>
              </a:rPr>
            </a:br>
            <a:r>
              <a:rPr lang="zh-CN" altLang="en-US" kern="0" dirty="0">
                <a:solidFill>
                  <a:srgbClr val="FF0000"/>
                </a:solidFill>
              </a:rPr>
              <a:t>模式</a:t>
            </a:r>
          </a:p>
        </p:txBody>
      </p:sp>
      <p:pic>
        <p:nvPicPr>
          <p:cNvPr id="8" name="内容占位符 7">
            <a:extLst>
              <a:ext uri="{FF2B5EF4-FFF2-40B4-BE49-F238E27FC236}">
                <a16:creationId xmlns:a16="http://schemas.microsoft.com/office/drawing/2014/main" id="{47FF1C2F-1BDE-4230-8A37-C7BB8557EB74}"/>
              </a:ext>
            </a:extLst>
          </p:cNvPr>
          <p:cNvPicPr>
            <a:picLocks noGrp="1" noChangeAspect="1"/>
          </p:cNvPicPr>
          <p:nvPr>
            <p:ph idx="1"/>
          </p:nvPr>
        </p:nvPicPr>
        <p:blipFill>
          <a:blip r:embed="rId2"/>
          <a:stretch>
            <a:fillRect/>
          </a:stretch>
        </p:blipFill>
        <p:spPr>
          <a:xfrm>
            <a:off x="3352800" y="76200"/>
            <a:ext cx="5562600" cy="6477000"/>
          </a:xfrm>
        </p:spPr>
      </p:pic>
    </p:spTree>
    <p:extLst>
      <p:ext uri="{BB962C8B-B14F-4D97-AF65-F5344CB8AC3E}">
        <p14:creationId xmlns:p14="http://schemas.microsoft.com/office/powerpoint/2010/main" val="29197253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42" name="Object 2">
            <a:extLst>
              <a:ext uri="{FF2B5EF4-FFF2-40B4-BE49-F238E27FC236}">
                <a16:creationId xmlns:a16="http://schemas.microsoft.com/office/drawing/2014/main" id="{2E74F02F-C04D-4CB3-87F6-184607FE477C}"/>
              </a:ext>
            </a:extLst>
          </p:cNvPr>
          <p:cNvGraphicFramePr>
            <a:graphicFrameLocks noChangeAspect="1"/>
          </p:cNvGraphicFramePr>
          <p:nvPr/>
        </p:nvGraphicFramePr>
        <p:xfrm>
          <a:off x="2667000" y="3479800"/>
          <a:ext cx="3887788" cy="2159000"/>
        </p:xfrm>
        <a:graphic>
          <a:graphicData uri="http://schemas.openxmlformats.org/presentationml/2006/ole">
            <mc:AlternateContent xmlns:mc="http://schemas.openxmlformats.org/markup-compatibility/2006">
              <mc:Choice xmlns:v="urn:schemas-microsoft-com:vml" Requires="v">
                <p:oleObj spid="_x0000_s3074" name="剪辑" r:id="rId3" imgW="5349600" imgH="2911320" progId="">
                  <p:embed/>
                </p:oleObj>
              </mc:Choice>
              <mc:Fallback>
                <p:oleObj name="剪辑" r:id="rId3" imgW="5349600" imgH="2911320" progId="">
                  <p:embed/>
                  <p:pic>
                    <p:nvPicPr>
                      <p:cNvPr id="10242" name="Object 2">
                        <a:extLst>
                          <a:ext uri="{FF2B5EF4-FFF2-40B4-BE49-F238E27FC236}">
                            <a16:creationId xmlns:a16="http://schemas.microsoft.com/office/drawing/2014/main" id="{2E74F02F-C04D-4CB3-87F6-184607FE47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7000" y="3479800"/>
                        <a:ext cx="3887788" cy="215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3731" name="Rectangle 3">
            <a:extLst>
              <a:ext uri="{FF2B5EF4-FFF2-40B4-BE49-F238E27FC236}">
                <a16:creationId xmlns:a16="http://schemas.microsoft.com/office/drawing/2014/main" id="{A3860E94-EC58-438B-9415-54200DDD4B9B}"/>
              </a:ext>
            </a:extLst>
          </p:cNvPr>
          <p:cNvSpPr>
            <a:spLocks noChangeArrowheads="1"/>
          </p:cNvSpPr>
          <p:nvPr/>
        </p:nvSpPr>
        <p:spPr bwMode="auto">
          <a:xfrm>
            <a:off x="3124200" y="2209800"/>
            <a:ext cx="2971800" cy="914400"/>
          </a:xfrm>
          <a:prstGeom prst="rect">
            <a:avLst/>
          </a:prstGeom>
          <a:noFill/>
          <a:ln w="9525">
            <a:noFill/>
            <a:miter lim="800000"/>
            <a:headEnd/>
            <a:tailEnd/>
          </a:ln>
          <a:effectLst/>
        </p:spPr>
        <p:txBody>
          <a:bodyPr anchor="b"/>
          <a:lstStyle/>
          <a:p>
            <a:pPr algn="ctr" fontAlgn="t">
              <a:lnSpc>
                <a:spcPts val="3200"/>
              </a:lnSpc>
              <a:defRPr/>
            </a:pPr>
            <a:r>
              <a:rPr kumimoji="1" lang="zh-CN" altLang="en-US" sz="6600" b="1">
                <a:solidFill>
                  <a:schemeClr val="accent2"/>
                </a:solidFill>
                <a:effectLst>
                  <a:outerShdw blurRad="38100" dist="38100" dir="2700000" algn="tl">
                    <a:srgbClr val="C0C0C0"/>
                  </a:outerShdw>
                </a:effectLst>
                <a:latin typeface="Times New Roman" pitchFamily="18" charset="0"/>
                <a:ea typeface="隶书" pitchFamily="49" charset="-122"/>
              </a:rPr>
              <a:t>谢谢！</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黑体"/>
        <a:cs typeface=""/>
      </a:majorFont>
      <a:minorFont>
        <a:latin typeface="Arial"/>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6037</TotalTime>
  <Words>5797</Words>
  <Application>Microsoft Office PowerPoint</Application>
  <PresentationFormat>全屏显示(4:3)</PresentationFormat>
  <Paragraphs>580</Paragraphs>
  <Slides>65</Slides>
  <Notes>2</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2</vt:i4>
      </vt:variant>
      <vt:variant>
        <vt:lpstr>幻灯片标题</vt:lpstr>
      </vt:variant>
      <vt:variant>
        <vt:i4>65</vt:i4>
      </vt:variant>
    </vt:vector>
  </HeadingPairs>
  <TitlesOfParts>
    <vt:vector size="84" baseType="lpstr">
      <vt:lpstr>黑体</vt:lpstr>
      <vt:lpstr>华文琥珀</vt:lpstr>
      <vt:lpstr>华文细黑</vt:lpstr>
      <vt:lpstr>华文新魏</vt:lpstr>
      <vt:lpstr>楷体_GB2312</vt:lpstr>
      <vt:lpstr>隶书</vt:lpstr>
      <vt:lpstr>宋体</vt:lpstr>
      <vt:lpstr>宋体-18030</vt:lpstr>
      <vt:lpstr>微软雅黑</vt:lpstr>
      <vt:lpstr>Arial</vt:lpstr>
      <vt:lpstr>Book Antiqua</vt:lpstr>
      <vt:lpstr>Bookman Old Style</vt:lpstr>
      <vt:lpstr>Times New Roman</vt:lpstr>
      <vt:lpstr>Trebuchet MS</vt:lpstr>
      <vt:lpstr>Verdana</vt:lpstr>
      <vt:lpstr>Wingdings</vt:lpstr>
      <vt:lpstr>默认设计模板</vt:lpstr>
      <vt:lpstr>位图图像</vt:lpstr>
      <vt:lpstr>剪辑</vt:lpstr>
      <vt:lpstr>PowerPoint 演示文稿</vt:lpstr>
      <vt:lpstr>可信计算技术理念</vt:lpstr>
      <vt:lpstr>定义可信密码模块(TCM)结构与功能</vt:lpstr>
      <vt:lpstr>由TCM构建3个信任根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自主可信计算标准发展总体思路</vt:lpstr>
      <vt:lpstr>建立自主可信计算产业联盟</vt:lpstr>
      <vt:lpstr>PowerPoint 演示文稿</vt:lpstr>
      <vt:lpstr>PowerPoint 演示文稿</vt:lpstr>
      <vt:lpstr>PowerPoint 演示文稿</vt:lpstr>
      <vt:lpstr>PowerPoint 演示文稿</vt:lpstr>
      <vt:lpstr>中国可信计算规范</vt:lpstr>
      <vt:lpstr>中国可信计算规范</vt:lpstr>
      <vt:lpstr>TPM2.0规范</vt:lpstr>
      <vt:lpstr>可信计算规范---可信计算体系结构</vt:lpstr>
      <vt:lpstr>PowerPoint 演示文稿</vt:lpstr>
      <vt:lpstr>可信计算规范中的缩略语</vt:lpstr>
      <vt:lpstr>可信计算体系结构</vt:lpstr>
      <vt:lpstr>可信计算体系结构</vt:lpstr>
      <vt:lpstr>可信计算体系结构</vt:lpstr>
      <vt:lpstr>可信计算结点的构成</vt:lpstr>
      <vt:lpstr>PowerPoint 演示文稿</vt:lpstr>
      <vt:lpstr>可信部件及完整性度量模式</vt:lpstr>
      <vt:lpstr>PowerPoint 演示文稿</vt:lpstr>
      <vt:lpstr>完整性度量模式</vt:lpstr>
      <vt:lpstr>裁决 度量 模式</vt:lpstr>
      <vt:lpstr>完整性度量模式</vt:lpstr>
      <vt:lpstr>完整性度量模式</vt:lpstr>
      <vt:lpstr>完整性度量模式</vt:lpstr>
      <vt:lpstr>完整性度量模式</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jiahy</dc:creator>
  <cp:lastModifiedBy>贾洪勇</cp:lastModifiedBy>
  <cp:revision>245</cp:revision>
  <cp:lastPrinted>1601-01-01T00:00:00Z</cp:lastPrinted>
  <dcterms:created xsi:type="dcterms:W3CDTF">1601-01-01T00:00:00Z</dcterms:created>
  <dcterms:modified xsi:type="dcterms:W3CDTF">2023-02-27T05:39:31Z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