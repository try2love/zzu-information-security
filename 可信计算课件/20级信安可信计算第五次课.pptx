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8"/>
  </p:notesMasterIdLst>
  <p:sldIdLst>
    <p:sldId id="456" r:id="rId2"/>
    <p:sldId id="457" r:id="rId3"/>
    <p:sldId id="458" r:id="rId4"/>
    <p:sldId id="459" r:id="rId5"/>
    <p:sldId id="460" r:id="rId6"/>
    <p:sldId id="461" r:id="rId7"/>
    <p:sldId id="462" r:id="rId8"/>
    <p:sldId id="463" r:id="rId9"/>
    <p:sldId id="464" r:id="rId10"/>
    <p:sldId id="465" r:id="rId11"/>
    <p:sldId id="466" r:id="rId12"/>
    <p:sldId id="468" r:id="rId13"/>
    <p:sldId id="513" r:id="rId14"/>
    <p:sldId id="469" r:id="rId15"/>
    <p:sldId id="470" r:id="rId16"/>
    <p:sldId id="471" r:id="rId17"/>
    <p:sldId id="472" r:id="rId18"/>
    <p:sldId id="473" r:id="rId19"/>
    <p:sldId id="474" r:id="rId20"/>
    <p:sldId id="475" r:id="rId21"/>
    <p:sldId id="476" r:id="rId22"/>
    <p:sldId id="477" r:id="rId23"/>
    <p:sldId id="478" r:id="rId24"/>
    <p:sldId id="479" r:id="rId25"/>
    <p:sldId id="509" r:id="rId26"/>
    <p:sldId id="480" r:id="rId27"/>
    <p:sldId id="481" r:id="rId28"/>
    <p:sldId id="482" r:id="rId29"/>
    <p:sldId id="510" r:id="rId30"/>
    <p:sldId id="484" r:id="rId31"/>
    <p:sldId id="511" r:id="rId32"/>
    <p:sldId id="485" r:id="rId33"/>
    <p:sldId id="486" r:id="rId34"/>
    <p:sldId id="487" r:id="rId35"/>
    <p:sldId id="488" r:id="rId36"/>
    <p:sldId id="489" r:id="rId37"/>
    <p:sldId id="491" r:id="rId38"/>
    <p:sldId id="492" r:id="rId39"/>
    <p:sldId id="493" r:id="rId40"/>
    <p:sldId id="494" r:id="rId41"/>
    <p:sldId id="495" r:id="rId42"/>
    <p:sldId id="496" r:id="rId43"/>
    <p:sldId id="497" r:id="rId44"/>
    <p:sldId id="498" r:id="rId45"/>
    <p:sldId id="499" r:id="rId46"/>
    <p:sldId id="500" r:id="rId47"/>
    <p:sldId id="501" r:id="rId48"/>
    <p:sldId id="502" r:id="rId49"/>
    <p:sldId id="512" r:id="rId50"/>
    <p:sldId id="503" r:id="rId51"/>
    <p:sldId id="504" r:id="rId52"/>
    <p:sldId id="505" r:id="rId53"/>
    <p:sldId id="506" r:id="rId54"/>
    <p:sldId id="507" r:id="rId55"/>
    <p:sldId id="508" r:id="rId56"/>
    <p:sldId id="313" r:id="rId57"/>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51DC"/>
    <a:srgbClr val="1F4EDA"/>
    <a:srgbClr val="1D4AD7"/>
    <a:srgbClr val="FF6600"/>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2" d="100"/>
          <a:sy n="82" d="100"/>
        </p:scale>
        <p:origin x="1296" y="6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F8773AA1-0ECB-449C-A6FE-AD4DBFDB5C1C}"/>
    <pc:docChg chg="undo custSel addSld delSld modSld sldOrd modMainMaster">
      <pc:chgData name="贾洪勇" userId="c61acc37-df11-4a3b-9efd-dde9ef084f5f" providerId="ADAL" clId="{F8773AA1-0ECB-449C-A6FE-AD4DBFDB5C1C}" dt="2022-03-19T14:27:35.303" v="1808" actId="22"/>
      <pc:docMkLst>
        <pc:docMk/>
      </pc:docMkLst>
      <pc:sldChg chg="modTransition">
        <pc:chgData name="贾洪勇" userId="c61acc37-df11-4a3b-9efd-dde9ef084f5f" providerId="ADAL" clId="{F8773AA1-0ECB-449C-A6FE-AD4DBFDB5C1C}" dt="2022-03-18T10:25:04.040" v="32"/>
        <pc:sldMkLst>
          <pc:docMk/>
          <pc:sldMk cId="0" sldId="313"/>
        </pc:sldMkLst>
      </pc:sldChg>
      <pc:sldChg chg="modTransition">
        <pc:chgData name="贾洪勇" userId="c61acc37-df11-4a3b-9efd-dde9ef084f5f" providerId="ADAL" clId="{F8773AA1-0ECB-449C-A6FE-AD4DBFDB5C1C}" dt="2022-03-18T10:25:04.040" v="32"/>
        <pc:sldMkLst>
          <pc:docMk/>
          <pc:sldMk cId="712223766" sldId="316"/>
        </pc:sldMkLst>
      </pc:sldChg>
      <pc:sldChg chg="modTransition">
        <pc:chgData name="贾洪勇" userId="c61acc37-df11-4a3b-9efd-dde9ef084f5f" providerId="ADAL" clId="{F8773AA1-0ECB-449C-A6FE-AD4DBFDB5C1C}" dt="2022-03-18T10:25:04.040" v="32"/>
        <pc:sldMkLst>
          <pc:docMk/>
          <pc:sldMk cId="0" sldId="317"/>
        </pc:sldMkLst>
      </pc:sldChg>
      <pc:sldChg chg="modTransition">
        <pc:chgData name="贾洪勇" userId="c61acc37-df11-4a3b-9efd-dde9ef084f5f" providerId="ADAL" clId="{F8773AA1-0ECB-449C-A6FE-AD4DBFDB5C1C}" dt="2022-03-18T10:25:04.040" v="32"/>
        <pc:sldMkLst>
          <pc:docMk/>
          <pc:sldMk cId="0" sldId="318"/>
        </pc:sldMkLst>
      </pc:sldChg>
      <pc:sldChg chg="modTransition">
        <pc:chgData name="贾洪勇" userId="c61acc37-df11-4a3b-9efd-dde9ef084f5f" providerId="ADAL" clId="{F8773AA1-0ECB-449C-A6FE-AD4DBFDB5C1C}" dt="2022-03-18T10:25:04.040" v="32"/>
        <pc:sldMkLst>
          <pc:docMk/>
          <pc:sldMk cId="0" sldId="319"/>
        </pc:sldMkLst>
      </pc:sldChg>
      <pc:sldChg chg="modTransition">
        <pc:chgData name="贾洪勇" userId="c61acc37-df11-4a3b-9efd-dde9ef084f5f" providerId="ADAL" clId="{F8773AA1-0ECB-449C-A6FE-AD4DBFDB5C1C}" dt="2022-03-18T10:25:04.040" v="32"/>
        <pc:sldMkLst>
          <pc:docMk/>
          <pc:sldMk cId="0" sldId="321"/>
        </pc:sldMkLst>
      </pc:sldChg>
      <pc:sldChg chg="modTransition">
        <pc:chgData name="贾洪勇" userId="c61acc37-df11-4a3b-9efd-dde9ef084f5f" providerId="ADAL" clId="{F8773AA1-0ECB-449C-A6FE-AD4DBFDB5C1C}" dt="2022-03-18T10:25:04.040" v="32"/>
        <pc:sldMkLst>
          <pc:docMk/>
          <pc:sldMk cId="0" sldId="322"/>
        </pc:sldMkLst>
      </pc:sldChg>
      <pc:sldChg chg="modTransition">
        <pc:chgData name="贾洪勇" userId="c61acc37-df11-4a3b-9efd-dde9ef084f5f" providerId="ADAL" clId="{F8773AA1-0ECB-449C-A6FE-AD4DBFDB5C1C}" dt="2022-03-18T10:25:04.040" v="32"/>
        <pc:sldMkLst>
          <pc:docMk/>
          <pc:sldMk cId="0" sldId="323"/>
        </pc:sldMkLst>
      </pc:sldChg>
      <pc:sldChg chg="del modTransition">
        <pc:chgData name="贾洪勇" userId="c61acc37-df11-4a3b-9efd-dde9ef084f5f" providerId="ADAL" clId="{F8773AA1-0ECB-449C-A6FE-AD4DBFDB5C1C}" dt="2022-03-19T09:29:43.419" v="281" actId="2696"/>
        <pc:sldMkLst>
          <pc:docMk/>
          <pc:sldMk cId="0" sldId="325"/>
        </pc:sldMkLst>
      </pc:sldChg>
      <pc:sldChg chg="del modTransition">
        <pc:chgData name="贾洪勇" userId="c61acc37-df11-4a3b-9efd-dde9ef084f5f" providerId="ADAL" clId="{F8773AA1-0ECB-449C-A6FE-AD4DBFDB5C1C}" dt="2022-03-19T09:29:43.419" v="281" actId="2696"/>
        <pc:sldMkLst>
          <pc:docMk/>
          <pc:sldMk cId="0" sldId="330"/>
        </pc:sldMkLst>
      </pc:sldChg>
      <pc:sldChg chg="del modTransition">
        <pc:chgData name="贾洪勇" userId="c61acc37-df11-4a3b-9efd-dde9ef084f5f" providerId="ADAL" clId="{F8773AA1-0ECB-449C-A6FE-AD4DBFDB5C1C}" dt="2022-03-19T09:29:43.419" v="281" actId="2696"/>
        <pc:sldMkLst>
          <pc:docMk/>
          <pc:sldMk cId="0" sldId="331"/>
        </pc:sldMkLst>
      </pc:sldChg>
      <pc:sldChg chg="del modTransition">
        <pc:chgData name="贾洪勇" userId="c61acc37-df11-4a3b-9efd-dde9ef084f5f" providerId="ADAL" clId="{F8773AA1-0ECB-449C-A6FE-AD4DBFDB5C1C}" dt="2022-03-19T09:29:43.419" v="281" actId="2696"/>
        <pc:sldMkLst>
          <pc:docMk/>
          <pc:sldMk cId="0" sldId="335"/>
        </pc:sldMkLst>
      </pc:sldChg>
      <pc:sldChg chg="del modTransition">
        <pc:chgData name="贾洪勇" userId="c61acc37-df11-4a3b-9efd-dde9ef084f5f" providerId="ADAL" clId="{F8773AA1-0ECB-449C-A6FE-AD4DBFDB5C1C}" dt="2022-03-19T09:29:43.419" v="281" actId="2696"/>
        <pc:sldMkLst>
          <pc:docMk/>
          <pc:sldMk cId="0" sldId="346"/>
        </pc:sldMkLst>
      </pc:sldChg>
      <pc:sldChg chg="modTransition">
        <pc:chgData name="贾洪勇" userId="c61acc37-df11-4a3b-9efd-dde9ef084f5f" providerId="ADAL" clId="{F8773AA1-0ECB-449C-A6FE-AD4DBFDB5C1C}" dt="2022-03-18T10:25:04.040" v="32"/>
        <pc:sldMkLst>
          <pc:docMk/>
          <pc:sldMk cId="0" sldId="359"/>
        </pc:sldMkLst>
      </pc:sldChg>
      <pc:sldChg chg="modTransition">
        <pc:chgData name="贾洪勇" userId="c61acc37-df11-4a3b-9efd-dde9ef084f5f" providerId="ADAL" clId="{F8773AA1-0ECB-449C-A6FE-AD4DBFDB5C1C}" dt="2022-03-18T10:25:04.040" v="32"/>
        <pc:sldMkLst>
          <pc:docMk/>
          <pc:sldMk cId="0" sldId="361"/>
        </pc:sldMkLst>
      </pc:sldChg>
      <pc:sldChg chg="modSp mod modTransition">
        <pc:chgData name="贾洪勇" userId="c61acc37-df11-4a3b-9efd-dde9ef084f5f" providerId="ADAL" clId="{F8773AA1-0ECB-449C-A6FE-AD4DBFDB5C1C}" dt="2022-03-18T14:26:34.366" v="271" actId="14100"/>
        <pc:sldMkLst>
          <pc:docMk/>
          <pc:sldMk cId="0" sldId="362"/>
        </pc:sldMkLst>
        <pc:spChg chg="mod">
          <ac:chgData name="贾洪勇" userId="c61acc37-df11-4a3b-9efd-dde9ef084f5f" providerId="ADAL" clId="{F8773AA1-0ECB-449C-A6FE-AD4DBFDB5C1C}" dt="2022-03-18T14:26:34.366" v="271" actId="14100"/>
          <ac:spMkLst>
            <pc:docMk/>
            <pc:sldMk cId="0" sldId="362"/>
            <ac:spMk id="23554" creationId="{5D733EA0-1646-40CC-ABA8-1730F8B3D8BB}"/>
          </ac:spMkLst>
        </pc:spChg>
      </pc:sldChg>
      <pc:sldChg chg="del modTransition">
        <pc:chgData name="贾洪勇" userId="c61acc37-df11-4a3b-9efd-dde9ef084f5f" providerId="ADAL" clId="{F8773AA1-0ECB-449C-A6FE-AD4DBFDB5C1C}" dt="2022-03-19T09:29:43.419" v="281" actId="2696"/>
        <pc:sldMkLst>
          <pc:docMk/>
          <pc:sldMk cId="0" sldId="363"/>
        </pc:sldMkLst>
      </pc:sldChg>
      <pc:sldChg chg="modTransition">
        <pc:chgData name="贾洪勇" userId="c61acc37-df11-4a3b-9efd-dde9ef084f5f" providerId="ADAL" clId="{F8773AA1-0ECB-449C-A6FE-AD4DBFDB5C1C}" dt="2022-03-18T10:25:04.040" v="32"/>
        <pc:sldMkLst>
          <pc:docMk/>
          <pc:sldMk cId="0" sldId="364"/>
        </pc:sldMkLst>
      </pc:sldChg>
      <pc:sldChg chg="modTransition">
        <pc:chgData name="贾洪勇" userId="c61acc37-df11-4a3b-9efd-dde9ef084f5f" providerId="ADAL" clId="{F8773AA1-0ECB-449C-A6FE-AD4DBFDB5C1C}" dt="2022-03-18T10:25:04.040" v="32"/>
        <pc:sldMkLst>
          <pc:docMk/>
          <pc:sldMk cId="0" sldId="365"/>
        </pc:sldMkLst>
      </pc:sldChg>
      <pc:sldChg chg="modTransition">
        <pc:chgData name="贾洪勇" userId="c61acc37-df11-4a3b-9efd-dde9ef084f5f" providerId="ADAL" clId="{F8773AA1-0ECB-449C-A6FE-AD4DBFDB5C1C}" dt="2022-03-18T10:25:04.040" v="32"/>
        <pc:sldMkLst>
          <pc:docMk/>
          <pc:sldMk cId="0" sldId="367"/>
        </pc:sldMkLst>
      </pc:sldChg>
      <pc:sldChg chg="modTransition">
        <pc:chgData name="贾洪勇" userId="c61acc37-df11-4a3b-9efd-dde9ef084f5f" providerId="ADAL" clId="{F8773AA1-0ECB-449C-A6FE-AD4DBFDB5C1C}" dt="2022-03-18T10:25:04.040" v="32"/>
        <pc:sldMkLst>
          <pc:docMk/>
          <pc:sldMk cId="0" sldId="368"/>
        </pc:sldMkLst>
      </pc:sldChg>
      <pc:sldChg chg="modTransition">
        <pc:chgData name="贾洪勇" userId="c61acc37-df11-4a3b-9efd-dde9ef084f5f" providerId="ADAL" clId="{F8773AA1-0ECB-449C-A6FE-AD4DBFDB5C1C}" dt="2022-03-18T10:25:04.040" v="32"/>
        <pc:sldMkLst>
          <pc:docMk/>
          <pc:sldMk cId="0" sldId="369"/>
        </pc:sldMkLst>
      </pc:sldChg>
      <pc:sldChg chg="modTransition">
        <pc:chgData name="贾洪勇" userId="c61acc37-df11-4a3b-9efd-dde9ef084f5f" providerId="ADAL" clId="{F8773AA1-0ECB-449C-A6FE-AD4DBFDB5C1C}" dt="2022-03-18T10:25:04.040" v="32"/>
        <pc:sldMkLst>
          <pc:docMk/>
          <pc:sldMk cId="0" sldId="371"/>
        </pc:sldMkLst>
      </pc:sldChg>
      <pc:sldChg chg="del modTransition">
        <pc:chgData name="贾洪勇" userId="c61acc37-df11-4a3b-9efd-dde9ef084f5f" providerId="ADAL" clId="{F8773AA1-0ECB-449C-A6FE-AD4DBFDB5C1C}" dt="2022-03-18T10:44:16.094" v="68" actId="47"/>
        <pc:sldMkLst>
          <pc:docMk/>
          <pc:sldMk cId="0" sldId="372"/>
        </pc:sldMkLst>
      </pc:sldChg>
      <pc:sldChg chg="modTransition">
        <pc:chgData name="贾洪勇" userId="c61acc37-df11-4a3b-9efd-dde9ef084f5f" providerId="ADAL" clId="{F8773AA1-0ECB-449C-A6FE-AD4DBFDB5C1C}" dt="2022-03-18T10:25:04.040" v="32"/>
        <pc:sldMkLst>
          <pc:docMk/>
          <pc:sldMk cId="0" sldId="374"/>
        </pc:sldMkLst>
      </pc:sldChg>
      <pc:sldChg chg="del modTransition">
        <pc:chgData name="贾洪勇" userId="c61acc37-df11-4a3b-9efd-dde9ef084f5f" providerId="ADAL" clId="{F8773AA1-0ECB-449C-A6FE-AD4DBFDB5C1C}" dt="2022-03-18T14:27:10.771" v="279" actId="47"/>
        <pc:sldMkLst>
          <pc:docMk/>
          <pc:sldMk cId="0" sldId="375"/>
        </pc:sldMkLst>
      </pc:sldChg>
      <pc:sldChg chg="del modTransition">
        <pc:chgData name="贾洪勇" userId="c61acc37-df11-4a3b-9efd-dde9ef084f5f" providerId="ADAL" clId="{F8773AA1-0ECB-449C-A6FE-AD4DBFDB5C1C}" dt="2022-03-19T09:29:43.419" v="281" actId="2696"/>
        <pc:sldMkLst>
          <pc:docMk/>
          <pc:sldMk cId="0" sldId="376"/>
        </pc:sldMkLst>
      </pc:sldChg>
      <pc:sldChg chg="del modTransition">
        <pc:chgData name="贾洪勇" userId="c61acc37-df11-4a3b-9efd-dde9ef084f5f" providerId="ADAL" clId="{F8773AA1-0ECB-449C-A6FE-AD4DBFDB5C1C}" dt="2022-03-19T09:29:43.419" v="281" actId="2696"/>
        <pc:sldMkLst>
          <pc:docMk/>
          <pc:sldMk cId="0" sldId="377"/>
        </pc:sldMkLst>
      </pc:sldChg>
      <pc:sldChg chg="del modTransition">
        <pc:chgData name="贾洪勇" userId="c61acc37-df11-4a3b-9efd-dde9ef084f5f" providerId="ADAL" clId="{F8773AA1-0ECB-449C-A6FE-AD4DBFDB5C1C}" dt="2022-03-18T14:27:37.824" v="280" actId="47"/>
        <pc:sldMkLst>
          <pc:docMk/>
          <pc:sldMk cId="0" sldId="378"/>
        </pc:sldMkLst>
      </pc:sldChg>
      <pc:sldChg chg="del modTransition">
        <pc:chgData name="贾洪勇" userId="c61acc37-df11-4a3b-9efd-dde9ef084f5f" providerId="ADAL" clId="{F8773AA1-0ECB-449C-A6FE-AD4DBFDB5C1C}" dt="2022-03-19T09:29:43.419" v="281" actId="2696"/>
        <pc:sldMkLst>
          <pc:docMk/>
          <pc:sldMk cId="0" sldId="381"/>
        </pc:sldMkLst>
      </pc:sldChg>
      <pc:sldChg chg="del modTransition">
        <pc:chgData name="贾洪勇" userId="c61acc37-df11-4a3b-9efd-dde9ef084f5f" providerId="ADAL" clId="{F8773AA1-0ECB-449C-A6FE-AD4DBFDB5C1C}" dt="2022-03-19T09:29:43.419" v="281" actId="2696"/>
        <pc:sldMkLst>
          <pc:docMk/>
          <pc:sldMk cId="0" sldId="382"/>
        </pc:sldMkLst>
      </pc:sldChg>
      <pc:sldChg chg="del modTransition">
        <pc:chgData name="贾洪勇" userId="c61acc37-df11-4a3b-9efd-dde9ef084f5f" providerId="ADAL" clId="{F8773AA1-0ECB-449C-A6FE-AD4DBFDB5C1C}" dt="2022-03-19T09:29:43.419" v="281" actId="2696"/>
        <pc:sldMkLst>
          <pc:docMk/>
          <pc:sldMk cId="0" sldId="384"/>
        </pc:sldMkLst>
      </pc:sldChg>
      <pc:sldChg chg="del modTransition">
        <pc:chgData name="贾洪勇" userId="c61acc37-df11-4a3b-9efd-dde9ef084f5f" providerId="ADAL" clId="{F8773AA1-0ECB-449C-A6FE-AD4DBFDB5C1C}" dt="2022-03-19T09:29:43.419" v="281" actId="2696"/>
        <pc:sldMkLst>
          <pc:docMk/>
          <pc:sldMk cId="0" sldId="385"/>
        </pc:sldMkLst>
      </pc:sldChg>
      <pc:sldChg chg="del modTransition">
        <pc:chgData name="贾洪勇" userId="c61acc37-df11-4a3b-9efd-dde9ef084f5f" providerId="ADAL" clId="{F8773AA1-0ECB-449C-A6FE-AD4DBFDB5C1C}" dt="2022-03-19T09:29:43.419" v="281" actId="2696"/>
        <pc:sldMkLst>
          <pc:docMk/>
          <pc:sldMk cId="0" sldId="386"/>
        </pc:sldMkLst>
      </pc:sldChg>
      <pc:sldChg chg="del modTransition">
        <pc:chgData name="贾洪勇" userId="c61acc37-df11-4a3b-9efd-dde9ef084f5f" providerId="ADAL" clId="{F8773AA1-0ECB-449C-A6FE-AD4DBFDB5C1C}" dt="2022-03-19T09:29:43.419" v="281" actId="2696"/>
        <pc:sldMkLst>
          <pc:docMk/>
          <pc:sldMk cId="0" sldId="389"/>
        </pc:sldMkLst>
      </pc:sldChg>
      <pc:sldChg chg="del modTransition">
        <pc:chgData name="贾洪勇" userId="c61acc37-df11-4a3b-9efd-dde9ef084f5f" providerId="ADAL" clId="{F8773AA1-0ECB-449C-A6FE-AD4DBFDB5C1C}" dt="2022-03-19T09:29:43.419" v="281" actId="2696"/>
        <pc:sldMkLst>
          <pc:docMk/>
          <pc:sldMk cId="0" sldId="390"/>
        </pc:sldMkLst>
      </pc:sldChg>
      <pc:sldChg chg="del modTransition">
        <pc:chgData name="贾洪勇" userId="c61acc37-df11-4a3b-9efd-dde9ef084f5f" providerId="ADAL" clId="{F8773AA1-0ECB-449C-A6FE-AD4DBFDB5C1C}" dt="2022-03-19T09:29:43.419" v="281" actId="2696"/>
        <pc:sldMkLst>
          <pc:docMk/>
          <pc:sldMk cId="0" sldId="391"/>
        </pc:sldMkLst>
      </pc:sldChg>
      <pc:sldChg chg="del modTransition">
        <pc:chgData name="贾洪勇" userId="c61acc37-df11-4a3b-9efd-dde9ef084f5f" providerId="ADAL" clId="{F8773AA1-0ECB-449C-A6FE-AD4DBFDB5C1C}" dt="2022-03-19T09:29:43.419" v="281" actId="2696"/>
        <pc:sldMkLst>
          <pc:docMk/>
          <pc:sldMk cId="0" sldId="392"/>
        </pc:sldMkLst>
      </pc:sldChg>
      <pc:sldChg chg="del modTransition">
        <pc:chgData name="贾洪勇" userId="c61acc37-df11-4a3b-9efd-dde9ef084f5f" providerId="ADAL" clId="{F8773AA1-0ECB-449C-A6FE-AD4DBFDB5C1C}" dt="2022-03-19T09:29:43.419" v="281" actId="2696"/>
        <pc:sldMkLst>
          <pc:docMk/>
          <pc:sldMk cId="0" sldId="393"/>
        </pc:sldMkLst>
      </pc:sldChg>
      <pc:sldChg chg="del modTransition">
        <pc:chgData name="贾洪勇" userId="c61acc37-df11-4a3b-9efd-dde9ef084f5f" providerId="ADAL" clId="{F8773AA1-0ECB-449C-A6FE-AD4DBFDB5C1C}" dt="2022-03-19T09:29:43.419" v="281" actId="2696"/>
        <pc:sldMkLst>
          <pc:docMk/>
          <pc:sldMk cId="0" sldId="394"/>
        </pc:sldMkLst>
      </pc:sldChg>
      <pc:sldChg chg="del modTransition">
        <pc:chgData name="贾洪勇" userId="c61acc37-df11-4a3b-9efd-dde9ef084f5f" providerId="ADAL" clId="{F8773AA1-0ECB-449C-A6FE-AD4DBFDB5C1C}" dt="2022-03-19T09:29:43.419" v="281" actId="2696"/>
        <pc:sldMkLst>
          <pc:docMk/>
          <pc:sldMk cId="0" sldId="395"/>
        </pc:sldMkLst>
      </pc:sldChg>
      <pc:sldChg chg="del modTransition">
        <pc:chgData name="贾洪勇" userId="c61acc37-df11-4a3b-9efd-dde9ef084f5f" providerId="ADAL" clId="{F8773AA1-0ECB-449C-A6FE-AD4DBFDB5C1C}" dt="2022-03-19T09:29:43.419" v="281" actId="2696"/>
        <pc:sldMkLst>
          <pc:docMk/>
          <pc:sldMk cId="0" sldId="396"/>
        </pc:sldMkLst>
      </pc:sldChg>
      <pc:sldChg chg="del modTransition">
        <pc:chgData name="贾洪勇" userId="c61acc37-df11-4a3b-9efd-dde9ef084f5f" providerId="ADAL" clId="{F8773AA1-0ECB-449C-A6FE-AD4DBFDB5C1C}" dt="2022-03-19T09:29:43.419" v="281" actId="2696"/>
        <pc:sldMkLst>
          <pc:docMk/>
          <pc:sldMk cId="0" sldId="397"/>
        </pc:sldMkLst>
      </pc:sldChg>
      <pc:sldChg chg="del modTransition">
        <pc:chgData name="贾洪勇" userId="c61acc37-df11-4a3b-9efd-dde9ef084f5f" providerId="ADAL" clId="{F8773AA1-0ECB-449C-A6FE-AD4DBFDB5C1C}" dt="2022-03-19T09:29:43.419" v="281" actId="2696"/>
        <pc:sldMkLst>
          <pc:docMk/>
          <pc:sldMk cId="0" sldId="398"/>
        </pc:sldMkLst>
      </pc:sldChg>
      <pc:sldChg chg="del modTransition">
        <pc:chgData name="贾洪勇" userId="c61acc37-df11-4a3b-9efd-dde9ef084f5f" providerId="ADAL" clId="{F8773AA1-0ECB-449C-A6FE-AD4DBFDB5C1C}" dt="2022-03-19T09:29:43.419" v="281" actId="2696"/>
        <pc:sldMkLst>
          <pc:docMk/>
          <pc:sldMk cId="0" sldId="399"/>
        </pc:sldMkLst>
      </pc:sldChg>
      <pc:sldChg chg="del modTransition">
        <pc:chgData name="贾洪勇" userId="c61acc37-df11-4a3b-9efd-dde9ef084f5f" providerId="ADAL" clId="{F8773AA1-0ECB-449C-A6FE-AD4DBFDB5C1C}" dt="2022-03-19T09:29:43.419" v="281" actId="2696"/>
        <pc:sldMkLst>
          <pc:docMk/>
          <pc:sldMk cId="0" sldId="401"/>
        </pc:sldMkLst>
      </pc:sldChg>
      <pc:sldChg chg="del modTransition">
        <pc:chgData name="贾洪勇" userId="c61acc37-df11-4a3b-9efd-dde9ef084f5f" providerId="ADAL" clId="{F8773AA1-0ECB-449C-A6FE-AD4DBFDB5C1C}" dt="2022-03-19T09:29:43.419" v="281" actId="2696"/>
        <pc:sldMkLst>
          <pc:docMk/>
          <pc:sldMk cId="0" sldId="404"/>
        </pc:sldMkLst>
      </pc:sldChg>
      <pc:sldChg chg="del modTransition">
        <pc:chgData name="贾洪勇" userId="c61acc37-df11-4a3b-9efd-dde9ef084f5f" providerId="ADAL" clId="{F8773AA1-0ECB-449C-A6FE-AD4DBFDB5C1C}" dt="2022-03-19T09:29:43.419" v="281" actId="2696"/>
        <pc:sldMkLst>
          <pc:docMk/>
          <pc:sldMk cId="0" sldId="405"/>
        </pc:sldMkLst>
      </pc:sldChg>
      <pc:sldChg chg="del modTransition">
        <pc:chgData name="贾洪勇" userId="c61acc37-df11-4a3b-9efd-dde9ef084f5f" providerId="ADAL" clId="{F8773AA1-0ECB-449C-A6FE-AD4DBFDB5C1C}" dt="2022-03-19T09:29:43.419" v="281" actId="2696"/>
        <pc:sldMkLst>
          <pc:docMk/>
          <pc:sldMk cId="0" sldId="406"/>
        </pc:sldMkLst>
      </pc:sldChg>
      <pc:sldChg chg="del modTransition">
        <pc:chgData name="贾洪勇" userId="c61acc37-df11-4a3b-9efd-dde9ef084f5f" providerId="ADAL" clId="{F8773AA1-0ECB-449C-A6FE-AD4DBFDB5C1C}" dt="2022-03-19T09:29:43.419" v="281" actId="2696"/>
        <pc:sldMkLst>
          <pc:docMk/>
          <pc:sldMk cId="0" sldId="407"/>
        </pc:sldMkLst>
      </pc:sldChg>
      <pc:sldChg chg="modTransition">
        <pc:chgData name="贾洪勇" userId="c61acc37-df11-4a3b-9efd-dde9ef084f5f" providerId="ADAL" clId="{F8773AA1-0ECB-449C-A6FE-AD4DBFDB5C1C}" dt="2022-03-18T10:25:04.040" v="32"/>
        <pc:sldMkLst>
          <pc:docMk/>
          <pc:sldMk cId="577440345" sldId="409"/>
        </pc:sldMkLst>
      </pc:sldChg>
      <pc:sldChg chg="modTransition">
        <pc:chgData name="贾洪勇" userId="c61acc37-df11-4a3b-9efd-dde9ef084f5f" providerId="ADAL" clId="{F8773AA1-0ECB-449C-A6FE-AD4DBFDB5C1C}" dt="2022-03-18T10:25:04.040" v="32"/>
        <pc:sldMkLst>
          <pc:docMk/>
          <pc:sldMk cId="1934142118" sldId="410"/>
        </pc:sldMkLst>
      </pc:sldChg>
      <pc:sldChg chg="modTransition">
        <pc:chgData name="贾洪勇" userId="c61acc37-df11-4a3b-9efd-dde9ef084f5f" providerId="ADAL" clId="{F8773AA1-0ECB-449C-A6FE-AD4DBFDB5C1C}" dt="2022-03-18T10:25:04.040" v="32"/>
        <pc:sldMkLst>
          <pc:docMk/>
          <pc:sldMk cId="3381065549" sldId="411"/>
        </pc:sldMkLst>
      </pc:sldChg>
      <pc:sldChg chg="modTransition">
        <pc:chgData name="贾洪勇" userId="c61acc37-df11-4a3b-9efd-dde9ef084f5f" providerId="ADAL" clId="{F8773AA1-0ECB-449C-A6FE-AD4DBFDB5C1C}" dt="2022-03-18T10:25:04.040" v="32"/>
        <pc:sldMkLst>
          <pc:docMk/>
          <pc:sldMk cId="3788963722" sldId="412"/>
        </pc:sldMkLst>
      </pc:sldChg>
      <pc:sldChg chg="modTransition">
        <pc:chgData name="贾洪勇" userId="c61acc37-df11-4a3b-9efd-dde9ef084f5f" providerId="ADAL" clId="{F8773AA1-0ECB-449C-A6FE-AD4DBFDB5C1C}" dt="2022-03-18T10:25:04.040" v="32"/>
        <pc:sldMkLst>
          <pc:docMk/>
          <pc:sldMk cId="1607213250" sldId="413"/>
        </pc:sldMkLst>
      </pc:sldChg>
      <pc:sldChg chg="modTransition">
        <pc:chgData name="贾洪勇" userId="c61acc37-df11-4a3b-9efd-dde9ef084f5f" providerId="ADAL" clId="{F8773AA1-0ECB-449C-A6FE-AD4DBFDB5C1C}" dt="2022-03-18T10:25:04.040" v="32"/>
        <pc:sldMkLst>
          <pc:docMk/>
          <pc:sldMk cId="872687422" sldId="414"/>
        </pc:sldMkLst>
      </pc:sldChg>
      <pc:sldChg chg="modTransition">
        <pc:chgData name="贾洪勇" userId="c61acc37-df11-4a3b-9efd-dde9ef084f5f" providerId="ADAL" clId="{F8773AA1-0ECB-449C-A6FE-AD4DBFDB5C1C}" dt="2022-03-18T10:25:04.040" v="32"/>
        <pc:sldMkLst>
          <pc:docMk/>
          <pc:sldMk cId="4093410477" sldId="415"/>
        </pc:sldMkLst>
      </pc:sldChg>
      <pc:sldChg chg="modSp mod modTransition">
        <pc:chgData name="贾洪勇" userId="c61acc37-df11-4a3b-9efd-dde9ef084f5f" providerId="ADAL" clId="{F8773AA1-0ECB-449C-A6FE-AD4DBFDB5C1C}" dt="2022-03-18T11:42:50.755" v="173" actId="20577"/>
        <pc:sldMkLst>
          <pc:docMk/>
          <pc:sldMk cId="3118523811" sldId="416"/>
        </pc:sldMkLst>
        <pc:spChg chg="mod">
          <ac:chgData name="贾洪勇" userId="c61acc37-df11-4a3b-9efd-dde9ef084f5f" providerId="ADAL" clId="{F8773AA1-0ECB-449C-A6FE-AD4DBFDB5C1C}" dt="2022-03-18T11:42:50.755" v="173" actId="20577"/>
          <ac:spMkLst>
            <pc:docMk/>
            <pc:sldMk cId="3118523811" sldId="416"/>
            <ac:spMk id="8" creationId="{36D9FA71-E15F-4293-B899-2CD7D0BA3C56}"/>
          </ac:spMkLst>
        </pc:spChg>
      </pc:sldChg>
      <pc:sldChg chg="modSp mod modTransition">
        <pc:chgData name="贾洪勇" userId="c61acc37-df11-4a3b-9efd-dde9ef084f5f" providerId="ADAL" clId="{F8773AA1-0ECB-449C-A6FE-AD4DBFDB5C1C}" dt="2022-03-18T11:42:12.200" v="157" actId="1076"/>
        <pc:sldMkLst>
          <pc:docMk/>
          <pc:sldMk cId="2557786044" sldId="417"/>
        </pc:sldMkLst>
        <pc:spChg chg="mod">
          <ac:chgData name="贾洪勇" userId="c61acc37-df11-4a3b-9efd-dde9ef084f5f" providerId="ADAL" clId="{F8773AA1-0ECB-449C-A6FE-AD4DBFDB5C1C}" dt="2022-03-18T11:42:12.200" v="157" actId="1076"/>
          <ac:spMkLst>
            <pc:docMk/>
            <pc:sldMk cId="2557786044" sldId="417"/>
            <ac:spMk id="3" creationId="{ADDBE1A4-5187-4496-8D14-B601D22E392A}"/>
          </ac:spMkLst>
        </pc:spChg>
      </pc:sldChg>
      <pc:sldChg chg="modSp mod modTransition">
        <pc:chgData name="贾洪勇" userId="c61acc37-df11-4a3b-9efd-dde9ef084f5f" providerId="ADAL" clId="{F8773AA1-0ECB-449C-A6FE-AD4DBFDB5C1C}" dt="2022-03-18T11:42:02.704" v="151"/>
        <pc:sldMkLst>
          <pc:docMk/>
          <pc:sldMk cId="2713124896" sldId="418"/>
        </pc:sldMkLst>
        <pc:spChg chg="mod">
          <ac:chgData name="贾洪勇" userId="c61acc37-df11-4a3b-9efd-dde9ef084f5f" providerId="ADAL" clId="{F8773AA1-0ECB-449C-A6FE-AD4DBFDB5C1C}" dt="2022-03-18T11:42:02.704" v="151"/>
          <ac:spMkLst>
            <pc:docMk/>
            <pc:sldMk cId="2713124896" sldId="418"/>
            <ac:spMk id="3" creationId="{ADDBE1A4-5187-4496-8D14-B601D22E392A}"/>
          </ac:spMkLst>
        </pc:spChg>
      </pc:sldChg>
      <pc:sldChg chg="modSp mod modTransition">
        <pc:chgData name="贾洪勇" userId="c61acc37-df11-4a3b-9efd-dde9ef084f5f" providerId="ADAL" clId="{F8773AA1-0ECB-449C-A6FE-AD4DBFDB5C1C}" dt="2022-03-18T11:41:56.778" v="146"/>
        <pc:sldMkLst>
          <pc:docMk/>
          <pc:sldMk cId="1063583134" sldId="419"/>
        </pc:sldMkLst>
        <pc:spChg chg="mod">
          <ac:chgData name="贾洪勇" userId="c61acc37-df11-4a3b-9efd-dde9ef084f5f" providerId="ADAL" clId="{F8773AA1-0ECB-449C-A6FE-AD4DBFDB5C1C}" dt="2022-03-18T11:41:56.778" v="146"/>
          <ac:spMkLst>
            <pc:docMk/>
            <pc:sldMk cId="1063583134" sldId="419"/>
            <ac:spMk id="3" creationId="{ADDBE1A4-5187-4496-8D14-B601D22E392A}"/>
          </ac:spMkLst>
        </pc:spChg>
      </pc:sldChg>
      <pc:sldChg chg="modSp mod modTransition">
        <pc:chgData name="贾洪勇" userId="c61acc37-df11-4a3b-9efd-dde9ef084f5f" providerId="ADAL" clId="{F8773AA1-0ECB-449C-A6FE-AD4DBFDB5C1C}" dt="2022-03-18T11:41:50.778" v="141"/>
        <pc:sldMkLst>
          <pc:docMk/>
          <pc:sldMk cId="1201457307" sldId="420"/>
        </pc:sldMkLst>
        <pc:spChg chg="mod">
          <ac:chgData name="贾洪勇" userId="c61acc37-df11-4a3b-9efd-dde9ef084f5f" providerId="ADAL" clId="{F8773AA1-0ECB-449C-A6FE-AD4DBFDB5C1C}" dt="2022-03-18T11:41:50.778" v="141"/>
          <ac:spMkLst>
            <pc:docMk/>
            <pc:sldMk cId="1201457307" sldId="420"/>
            <ac:spMk id="3" creationId="{ADDBE1A4-5187-4496-8D14-B601D22E392A}"/>
          </ac:spMkLst>
        </pc:spChg>
      </pc:sldChg>
      <pc:sldChg chg="modSp mod modTransition">
        <pc:chgData name="贾洪勇" userId="c61acc37-df11-4a3b-9efd-dde9ef084f5f" providerId="ADAL" clId="{F8773AA1-0ECB-449C-A6FE-AD4DBFDB5C1C}" dt="2022-03-18T11:41:46.357" v="136" actId="1076"/>
        <pc:sldMkLst>
          <pc:docMk/>
          <pc:sldMk cId="3590644022" sldId="421"/>
        </pc:sldMkLst>
        <pc:spChg chg="mod">
          <ac:chgData name="贾洪勇" userId="c61acc37-df11-4a3b-9efd-dde9ef084f5f" providerId="ADAL" clId="{F8773AA1-0ECB-449C-A6FE-AD4DBFDB5C1C}" dt="2022-03-18T11:41:46.357" v="136" actId="1076"/>
          <ac:spMkLst>
            <pc:docMk/>
            <pc:sldMk cId="3590644022" sldId="421"/>
            <ac:spMk id="3" creationId="{ADDBE1A4-5187-4496-8D14-B601D22E392A}"/>
          </ac:spMkLst>
        </pc:spChg>
      </pc:sldChg>
      <pc:sldChg chg="modSp mod modTransition">
        <pc:chgData name="贾洪勇" userId="c61acc37-df11-4a3b-9efd-dde9ef084f5f" providerId="ADAL" clId="{F8773AA1-0ECB-449C-A6FE-AD4DBFDB5C1C}" dt="2022-03-18T11:41:36.363" v="130"/>
        <pc:sldMkLst>
          <pc:docMk/>
          <pc:sldMk cId="1243240414" sldId="422"/>
        </pc:sldMkLst>
        <pc:spChg chg="mod">
          <ac:chgData name="贾洪勇" userId="c61acc37-df11-4a3b-9efd-dde9ef084f5f" providerId="ADAL" clId="{F8773AA1-0ECB-449C-A6FE-AD4DBFDB5C1C}" dt="2022-03-18T11:41:36.363" v="130"/>
          <ac:spMkLst>
            <pc:docMk/>
            <pc:sldMk cId="1243240414" sldId="422"/>
            <ac:spMk id="3" creationId="{ADDBE1A4-5187-4496-8D14-B601D22E392A}"/>
          </ac:spMkLst>
        </pc:spChg>
      </pc:sldChg>
      <pc:sldChg chg="modSp mod modTransition">
        <pc:chgData name="贾洪勇" userId="c61acc37-df11-4a3b-9efd-dde9ef084f5f" providerId="ADAL" clId="{F8773AA1-0ECB-449C-A6FE-AD4DBFDB5C1C}" dt="2022-03-18T14:26:56.791" v="277" actId="1037"/>
        <pc:sldMkLst>
          <pc:docMk/>
          <pc:sldMk cId="3392252253" sldId="423"/>
        </pc:sldMkLst>
        <pc:spChg chg="mod">
          <ac:chgData name="贾洪勇" userId="c61acc37-df11-4a3b-9efd-dde9ef084f5f" providerId="ADAL" clId="{F8773AA1-0ECB-449C-A6FE-AD4DBFDB5C1C}" dt="2022-03-18T14:26:56.791" v="277" actId="1037"/>
          <ac:spMkLst>
            <pc:docMk/>
            <pc:sldMk cId="3392252253" sldId="423"/>
            <ac:spMk id="3" creationId="{ADDBE1A4-5187-4496-8D14-B601D22E392A}"/>
          </ac:spMkLst>
        </pc:spChg>
      </pc:sldChg>
      <pc:sldChg chg="modSp mod modTransition">
        <pc:chgData name="贾洪勇" userId="c61acc37-df11-4a3b-9efd-dde9ef084f5f" providerId="ADAL" clId="{F8773AA1-0ECB-449C-A6FE-AD4DBFDB5C1C}" dt="2022-03-18T14:26:59.410" v="278" actId="1037"/>
        <pc:sldMkLst>
          <pc:docMk/>
          <pc:sldMk cId="3008393032" sldId="424"/>
        </pc:sldMkLst>
        <pc:spChg chg="mod">
          <ac:chgData name="贾洪勇" userId="c61acc37-df11-4a3b-9efd-dde9ef084f5f" providerId="ADAL" clId="{F8773AA1-0ECB-449C-A6FE-AD4DBFDB5C1C}" dt="2022-03-18T14:26:59.410" v="278" actId="1037"/>
          <ac:spMkLst>
            <pc:docMk/>
            <pc:sldMk cId="3008393032" sldId="424"/>
            <ac:spMk id="3" creationId="{ADDBE1A4-5187-4496-8D14-B601D22E392A}"/>
          </ac:spMkLst>
        </pc:spChg>
      </pc:sldChg>
      <pc:sldChg chg="modSp mod modTransition">
        <pc:chgData name="贾洪勇" userId="c61acc37-df11-4a3b-9efd-dde9ef084f5f" providerId="ADAL" clId="{F8773AA1-0ECB-449C-A6FE-AD4DBFDB5C1C}" dt="2022-03-18T11:41:14.406" v="114" actId="1076"/>
        <pc:sldMkLst>
          <pc:docMk/>
          <pc:sldMk cId="1736205307" sldId="425"/>
        </pc:sldMkLst>
        <pc:spChg chg="mod">
          <ac:chgData name="贾洪勇" userId="c61acc37-df11-4a3b-9efd-dde9ef084f5f" providerId="ADAL" clId="{F8773AA1-0ECB-449C-A6FE-AD4DBFDB5C1C}" dt="2022-03-18T11:41:14.406" v="114" actId="1076"/>
          <ac:spMkLst>
            <pc:docMk/>
            <pc:sldMk cId="1736205307" sldId="425"/>
            <ac:spMk id="3" creationId="{ADDBE1A4-5187-4496-8D14-B601D22E392A}"/>
          </ac:spMkLst>
        </pc:spChg>
      </pc:sldChg>
      <pc:sldChg chg="modSp mod modTransition">
        <pc:chgData name="贾洪勇" userId="c61acc37-df11-4a3b-9efd-dde9ef084f5f" providerId="ADAL" clId="{F8773AA1-0ECB-449C-A6FE-AD4DBFDB5C1C}" dt="2022-03-18T11:41:04.304" v="108" actId="1076"/>
        <pc:sldMkLst>
          <pc:docMk/>
          <pc:sldMk cId="204187897" sldId="426"/>
        </pc:sldMkLst>
        <pc:spChg chg="mod">
          <ac:chgData name="贾洪勇" userId="c61acc37-df11-4a3b-9efd-dde9ef084f5f" providerId="ADAL" clId="{F8773AA1-0ECB-449C-A6FE-AD4DBFDB5C1C}" dt="2022-03-18T11:41:04.304" v="108" actId="1076"/>
          <ac:spMkLst>
            <pc:docMk/>
            <pc:sldMk cId="204187897" sldId="426"/>
            <ac:spMk id="3" creationId="{ADDBE1A4-5187-4496-8D14-B601D22E392A}"/>
          </ac:spMkLst>
        </pc:spChg>
      </pc:sldChg>
      <pc:sldChg chg="modSp mod modTransition">
        <pc:chgData name="贾洪勇" userId="c61acc37-df11-4a3b-9efd-dde9ef084f5f" providerId="ADAL" clId="{F8773AA1-0ECB-449C-A6FE-AD4DBFDB5C1C}" dt="2022-03-18T11:40:53.960" v="102" actId="1076"/>
        <pc:sldMkLst>
          <pc:docMk/>
          <pc:sldMk cId="3522320116" sldId="427"/>
        </pc:sldMkLst>
        <pc:spChg chg="mod">
          <ac:chgData name="贾洪勇" userId="c61acc37-df11-4a3b-9efd-dde9ef084f5f" providerId="ADAL" clId="{F8773AA1-0ECB-449C-A6FE-AD4DBFDB5C1C}" dt="2022-03-18T11:40:53.960" v="102" actId="1076"/>
          <ac:spMkLst>
            <pc:docMk/>
            <pc:sldMk cId="3522320116" sldId="427"/>
            <ac:spMk id="3" creationId="{ADDBE1A4-5187-4496-8D14-B601D22E392A}"/>
          </ac:spMkLst>
        </pc:spChg>
      </pc:sldChg>
      <pc:sldChg chg="addSp delSp modSp mod modTransition">
        <pc:chgData name="贾洪勇" userId="c61acc37-df11-4a3b-9efd-dde9ef084f5f" providerId="ADAL" clId="{F8773AA1-0ECB-449C-A6FE-AD4DBFDB5C1C}" dt="2022-03-18T11:40:34.905" v="96"/>
        <pc:sldMkLst>
          <pc:docMk/>
          <pc:sldMk cId="1421572176" sldId="428"/>
        </pc:sldMkLst>
        <pc:spChg chg="del">
          <ac:chgData name="贾洪勇" userId="c61acc37-df11-4a3b-9efd-dde9ef084f5f" providerId="ADAL" clId="{F8773AA1-0ECB-449C-A6FE-AD4DBFDB5C1C}" dt="2022-03-18T11:40:33.552" v="95" actId="478"/>
          <ac:spMkLst>
            <pc:docMk/>
            <pc:sldMk cId="1421572176" sldId="428"/>
            <ac:spMk id="3" creationId="{ADDBE1A4-5187-4496-8D14-B601D22E392A}"/>
          </ac:spMkLst>
        </pc:spChg>
        <pc:spChg chg="add mod">
          <ac:chgData name="贾洪勇" userId="c61acc37-df11-4a3b-9efd-dde9ef084f5f" providerId="ADAL" clId="{F8773AA1-0ECB-449C-A6FE-AD4DBFDB5C1C}" dt="2022-03-18T11:40:34.905" v="96"/>
          <ac:spMkLst>
            <pc:docMk/>
            <pc:sldMk cId="1421572176" sldId="428"/>
            <ac:spMk id="5" creationId="{24ACB2CB-FF60-4C03-B363-049DEE221F21}"/>
          </ac:spMkLst>
        </pc:spChg>
      </pc:sldChg>
      <pc:sldChg chg="addSp delSp modSp mod modTransition">
        <pc:chgData name="贾洪勇" userId="c61acc37-df11-4a3b-9efd-dde9ef084f5f" providerId="ADAL" clId="{F8773AA1-0ECB-449C-A6FE-AD4DBFDB5C1C}" dt="2022-03-18T11:40:28.367" v="94"/>
        <pc:sldMkLst>
          <pc:docMk/>
          <pc:sldMk cId="1633014289" sldId="429"/>
        </pc:sldMkLst>
        <pc:spChg chg="del">
          <ac:chgData name="贾洪勇" userId="c61acc37-df11-4a3b-9efd-dde9ef084f5f" providerId="ADAL" clId="{F8773AA1-0ECB-449C-A6FE-AD4DBFDB5C1C}" dt="2022-03-18T11:40:27.049" v="93" actId="478"/>
          <ac:spMkLst>
            <pc:docMk/>
            <pc:sldMk cId="1633014289" sldId="429"/>
            <ac:spMk id="3" creationId="{ADDBE1A4-5187-4496-8D14-B601D22E392A}"/>
          </ac:spMkLst>
        </pc:spChg>
        <pc:spChg chg="add mod">
          <ac:chgData name="贾洪勇" userId="c61acc37-df11-4a3b-9efd-dde9ef084f5f" providerId="ADAL" clId="{F8773AA1-0ECB-449C-A6FE-AD4DBFDB5C1C}" dt="2022-03-18T11:40:28.367" v="94"/>
          <ac:spMkLst>
            <pc:docMk/>
            <pc:sldMk cId="1633014289" sldId="429"/>
            <ac:spMk id="5" creationId="{ABA0C37D-32A7-461C-B180-9A2A96078D36}"/>
          </ac:spMkLst>
        </pc:spChg>
      </pc:sldChg>
      <pc:sldChg chg="addSp delSp modSp add mod modTransition">
        <pc:chgData name="贾洪勇" userId="c61acc37-df11-4a3b-9efd-dde9ef084f5f" providerId="ADAL" clId="{F8773AA1-0ECB-449C-A6FE-AD4DBFDB5C1C}" dt="2022-03-18T11:40:21.847" v="92"/>
        <pc:sldMkLst>
          <pc:docMk/>
          <pc:sldMk cId="867532253" sldId="430"/>
        </pc:sldMkLst>
        <pc:spChg chg="del mod">
          <ac:chgData name="贾洪勇" userId="c61acc37-df11-4a3b-9efd-dde9ef084f5f" providerId="ADAL" clId="{F8773AA1-0ECB-449C-A6FE-AD4DBFDB5C1C}" dt="2022-03-18T11:40:20.617" v="91" actId="478"/>
          <ac:spMkLst>
            <pc:docMk/>
            <pc:sldMk cId="867532253" sldId="430"/>
            <ac:spMk id="3" creationId="{ADDBE1A4-5187-4496-8D14-B601D22E392A}"/>
          </ac:spMkLst>
        </pc:spChg>
        <pc:spChg chg="add mod">
          <ac:chgData name="贾洪勇" userId="c61acc37-df11-4a3b-9efd-dde9ef084f5f" providerId="ADAL" clId="{F8773AA1-0ECB-449C-A6FE-AD4DBFDB5C1C}" dt="2022-03-18T11:40:21.847" v="92"/>
          <ac:spMkLst>
            <pc:docMk/>
            <pc:sldMk cId="867532253" sldId="430"/>
            <ac:spMk id="5" creationId="{CC75B1FB-BC07-4C48-BA9F-D2976F762A7E}"/>
          </ac:spMkLst>
        </pc:spChg>
        <pc:spChg chg="mod">
          <ac:chgData name="贾洪勇" userId="c61acc37-df11-4a3b-9efd-dde9ef084f5f" providerId="ADAL" clId="{F8773AA1-0ECB-449C-A6FE-AD4DBFDB5C1C}" dt="2022-03-18T10:22:39.834" v="16" actId="6549"/>
          <ac:spMkLst>
            <pc:docMk/>
            <pc:sldMk cId="867532253" sldId="430"/>
            <ac:spMk id="32772" creationId="{6914F806-C5C4-4CD2-99FF-7B69A4513B30}"/>
          </ac:spMkLst>
        </pc:spChg>
      </pc:sldChg>
      <pc:sldChg chg="addSp delSp modSp add mod modTransition">
        <pc:chgData name="贾洪勇" userId="c61acc37-df11-4a3b-9efd-dde9ef084f5f" providerId="ADAL" clId="{F8773AA1-0ECB-449C-A6FE-AD4DBFDB5C1C}" dt="2022-03-18T11:40:17.847" v="90"/>
        <pc:sldMkLst>
          <pc:docMk/>
          <pc:sldMk cId="392371696" sldId="431"/>
        </pc:sldMkLst>
        <pc:spChg chg="del">
          <ac:chgData name="贾洪勇" userId="c61acc37-df11-4a3b-9efd-dde9ef084f5f" providerId="ADAL" clId="{F8773AA1-0ECB-449C-A6FE-AD4DBFDB5C1C}" dt="2022-03-18T11:40:16.656" v="89" actId="478"/>
          <ac:spMkLst>
            <pc:docMk/>
            <pc:sldMk cId="392371696" sldId="431"/>
            <ac:spMk id="3" creationId="{ADDBE1A4-5187-4496-8D14-B601D22E392A}"/>
          </ac:spMkLst>
        </pc:spChg>
        <pc:spChg chg="add mod">
          <ac:chgData name="贾洪勇" userId="c61acc37-df11-4a3b-9efd-dde9ef084f5f" providerId="ADAL" clId="{F8773AA1-0ECB-449C-A6FE-AD4DBFDB5C1C}" dt="2022-03-18T11:40:17.847" v="90"/>
          <ac:spMkLst>
            <pc:docMk/>
            <pc:sldMk cId="392371696" sldId="431"/>
            <ac:spMk id="5" creationId="{D5F88D89-5646-43EC-80A7-73FC4E989380}"/>
          </ac:spMkLst>
        </pc:spChg>
        <pc:spChg chg="mod">
          <ac:chgData name="贾洪勇" userId="c61acc37-df11-4a3b-9efd-dde9ef084f5f" providerId="ADAL" clId="{F8773AA1-0ECB-449C-A6FE-AD4DBFDB5C1C}" dt="2022-03-18T10:23:58.013" v="24" actId="1076"/>
          <ac:spMkLst>
            <pc:docMk/>
            <pc:sldMk cId="392371696" sldId="431"/>
            <ac:spMk id="32772" creationId="{6914F806-C5C4-4CD2-99FF-7B69A4513B30}"/>
          </ac:spMkLst>
        </pc:spChg>
      </pc:sldChg>
      <pc:sldChg chg="addSp delSp modSp add mod modAnim">
        <pc:chgData name="贾洪勇" userId="c61acc37-df11-4a3b-9efd-dde9ef084f5f" providerId="ADAL" clId="{F8773AA1-0ECB-449C-A6FE-AD4DBFDB5C1C}" dt="2022-03-18T11:43:44.335" v="177" actId="166"/>
        <pc:sldMkLst>
          <pc:docMk/>
          <pc:sldMk cId="362513179" sldId="432"/>
        </pc:sldMkLst>
        <pc:spChg chg="del">
          <ac:chgData name="贾洪勇" userId="c61acc37-df11-4a3b-9efd-dde9ef084f5f" providerId="ADAL" clId="{F8773AA1-0ECB-449C-A6FE-AD4DBFDB5C1C}" dt="2022-03-18T11:40:05.149" v="86" actId="478"/>
          <ac:spMkLst>
            <pc:docMk/>
            <pc:sldMk cId="362513179" sldId="432"/>
            <ac:spMk id="3" creationId="{ADDBE1A4-5187-4496-8D14-B601D22E392A}"/>
          </ac:spMkLst>
        </pc:spChg>
        <pc:spChg chg="add mod">
          <ac:chgData name="贾洪勇" userId="c61acc37-df11-4a3b-9efd-dde9ef084f5f" providerId="ADAL" clId="{F8773AA1-0ECB-449C-A6FE-AD4DBFDB5C1C}" dt="2022-03-18T11:40:06.499" v="87"/>
          <ac:spMkLst>
            <pc:docMk/>
            <pc:sldMk cId="362513179" sldId="432"/>
            <ac:spMk id="7" creationId="{1349F596-5BC8-4844-8F4A-95E958209910}"/>
          </ac:spMkLst>
        </pc:spChg>
        <pc:spChg chg="mod">
          <ac:chgData name="贾洪勇" userId="c61acc37-df11-4a3b-9efd-dde9ef084f5f" providerId="ADAL" clId="{F8773AA1-0ECB-449C-A6FE-AD4DBFDB5C1C}" dt="2022-03-18T10:26:37.356" v="38"/>
          <ac:spMkLst>
            <pc:docMk/>
            <pc:sldMk cId="362513179" sldId="432"/>
            <ac:spMk id="32772" creationId="{6914F806-C5C4-4CD2-99FF-7B69A4513B30}"/>
          </ac:spMkLst>
        </pc:spChg>
        <pc:picChg chg="add mod ord">
          <ac:chgData name="贾洪勇" userId="c61acc37-df11-4a3b-9efd-dde9ef084f5f" providerId="ADAL" clId="{F8773AA1-0ECB-449C-A6FE-AD4DBFDB5C1C}" dt="2022-03-18T11:43:44.335" v="177" actId="166"/>
          <ac:picMkLst>
            <pc:docMk/>
            <pc:sldMk cId="362513179" sldId="432"/>
            <ac:picMk id="4" creationId="{A47D00B7-04B9-4692-8E8E-D425E104207F}"/>
          </ac:picMkLst>
        </pc:picChg>
      </pc:sldChg>
      <pc:sldChg chg="addSp delSp modSp add mod delAnim modAnim">
        <pc:chgData name="贾洪勇" userId="c61acc37-df11-4a3b-9efd-dde9ef084f5f" providerId="ADAL" clId="{F8773AA1-0ECB-449C-A6FE-AD4DBFDB5C1C}" dt="2022-03-18T11:44:03.559" v="178" actId="166"/>
        <pc:sldMkLst>
          <pc:docMk/>
          <pc:sldMk cId="1391141258" sldId="433"/>
        </pc:sldMkLst>
        <pc:spChg chg="del">
          <ac:chgData name="贾洪勇" userId="c61acc37-df11-4a3b-9efd-dde9ef084f5f" providerId="ADAL" clId="{F8773AA1-0ECB-449C-A6FE-AD4DBFDB5C1C}" dt="2022-03-18T11:39:51.516" v="82" actId="478"/>
          <ac:spMkLst>
            <pc:docMk/>
            <pc:sldMk cId="1391141258" sldId="433"/>
            <ac:spMk id="3" creationId="{ADDBE1A4-5187-4496-8D14-B601D22E392A}"/>
          </ac:spMkLst>
        </pc:spChg>
        <pc:spChg chg="add mod">
          <ac:chgData name="贾洪勇" userId="c61acc37-df11-4a3b-9efd-dde9ef084f5f" providerId="ADAL" clId="{F8773AA1-0ECB-449C-A6FE-AD4DBFDB5C1C}" dt="2022-03-18T11:39:52.975" v="83"/>
          <ac:spMkLst>
            <pc:docMk/>
            <pc:sldMk cId="1391141258" sldId="433"/>
            <ac:spMk id="8" creationId="{C108CF99-1384-48B4-A9D7-EC05020D1E82}"/>
          </ac:spMkLst>
        </pc:spChg>
        <pc:spChg chg="mod">
          <ac:chgData name="贾洪勇" userId="c61acc37-df11-4a3b-9efd-dde9ef084f5f" providerId="ADAL" clId="{F8773AA1-0ECB-449C-A6FE-AD4DBFDB5C1C}" dt="2022-03-18T10:31:13.384" v="53"/>
          <ac:spMkLst>
            <pc:docMk/>
            <pc:sldMk cId="1391141258" sldId="433"/>
            <ac:spMk id="32772" creationId="{6914F806-C5C4-4CD2-99FF-7B69A4513B30}"/>
          </ac:spMkLst>
        </pc:spChg>
        <pc:picChg chg="del">
          <ac:chgData name="贾洪勇" userId="c61acc37-df11-4a3b-9efd-dde9ef084f5f" providerId="ADAL" clId="{F8773AA1-0ECB-449C-A6FE-AD4DBFDB5C1C}" dt="2022-03-18T10:31:08.423" v="52" actId="478"/>
          <ac:picMkLst>
            <pc:docMk/>
            <pc:sldMk cId="1391141258" sldId="433"/>
            <ac:picMk id="4" creationId="{A47D00B7-04B9-4692-8E8E-D425E104207F}"/>
          </ac:picMkLst>
        </pc:picChg>
        <pc:picChg chg="add mod ord">
          <ac:chgData name="贾洪勇" userId="c61acc37-df11-4a3b-9efd-dde9ef084f5f" providerId="ADAL" clId="{F8773AA1-0ECB-449C-A6FE-AD4DBFDB5C1C}" dt="2022-03-18T11:44:03.559" v="178" actId="166"/>
          <ac:picMkLst>
            <pc:docMk/>
            <pc:sldMk cId="1391141258" sldId="433"/>
            <ac:picMk id="5" creationId="{0FB113E7-E519-478E-BE24-72513E041FEC}"/>
          </ac:picMkLst>
        </pc:picChg>
      </pc:sldChg>
      <pc:sldChg chg="addSp delSp modSp add mod delAnim modAnim">
        <pc:chgData name="贾洪勇" userId="c61acc37-df11-4a3b-9efd-dde9ef084f5f" providerId="ADAL" clId="{F8773AA1-0ECB-449C-A6FE-AD4DBFDB5C1C}" dt="2022-03-18T11:44:10.105" v="179" actId="166"/>
        <pc:sldMkLst>
          <pc:docMk/>
          <pc:sldMk cId="774545259" sldId="434"/>
        </pc:sldMkLst>
        <pc:spChg chg="del">
          <ac:chgData name="贾洪勇" userId="c61acc37-df11-4a3b-9efd-dde9ef084f5f" providerId="ADAL" clId="{F8773AA1-0ECB-449C-A6FE-AD4DBFDB5C1C}" dt="2022-03-18T11:39:36.318" v="78" actId="478"/>
          <ac:spMkLst>
            <pc:docMk/>
            <pc:sldMk cId="774545259" sldId="434"/>
            <ac:spMk id="3" creationId="{ADDBE1A4-5187-4496-8D14-B601D22E392A}"/>
          </ac:spMkLst>
        </pc:spChg>
        <pc:spChg chg="add del mod">
          <ac:chgData name="贾洪勇" userId="c61acc37-df11-4a3b-9efd-dde9ef084f5f" providerId="ADAL" clId="{F8773AA1-0ECB-449C-A6FE-AD4DBFDB5C1C}" dt="2022-03-18T11:39:34.854" v="77"/>
          <ac:spMkLst>
            <pc:docMk/>
            <pc:sldMk cId="774545259" sldId="434"/>
            <ac:spMk id="8" creationId="{60139E19-C84A-42DE-A4E5-A5183E411290}"/>
          </ac:spMkLst>
        </pc:spChg>
        <pc:spChg chg="add mod">
          <ac:chgData name="贾洪勇" userId="c61acc37-df11-4a3b-9efd-dde9ef084f5f" providerId="ADAL" clId="{F8773AA1-0ECB-449C-A6FE-AD4DBFDB5C1C}" dt="2022-03-18T11:39:37.725" v="79"/>
          <ac:spMkLst>
            <pc:docMk/>
            <pc:sldMk cId="774545259" sldId="434"/>
            <ac:spMk id="9" creationId="{78B4FA33-F8BF-42F1-949E-9CF20EFD23FF}"/>
          </ac:spMkLst>
        </pc:spChg>
        <pc:spChg chg="mod">
          <ac:chgData name="贾洪勇" userId="c61acc37-df11-4a3b-9efd-dde9ef084f5f" providerId="ADAL" clId="{F8773AA1-0ECB-449C-A6FE-AD4DBFDB5C1C}" dt="2022-03-18T10:33:29.270" v="62"/>
          <ac:spMkLst>
            <pc:docMk/>
            <pc:sldMk cId="774545259" sldId="434"/>
            <ac:spMk id="32772" creationId="{6914F806-C5C4-4CD2-99FF-7B69A4513B30}"/>
          </ac:spMkLst>
        </pc:spChg>
        <pc:picChg chg="add mod ord">
          <ac:chgData name="贾洪勇" userId="c61acc37-df11-4a3b-9efd-dde9ef084f5f" providerId="ADAL" clId="{F8773AA1-0ECB-449C-A6FE-AD4DBFDB5C1C}" dt="2022-03-18T11:44:10.105" v="179" actId="166"/>
          <ac:picMkLst>
            <pc:docMk/>
            <pc:sldMk cId="774545259" sldId="434"/>
            <ac:picMk id="4" creationId="{3980B557-A963-4110-90FB-88A333099505}"/>
          </ac:picMkLst>
        </pc:picChg>
        <pc:picChg chg="del">
          <ac:chgData name="贾洪勇" userId="c61acc37-df11-4a3b-9efd-dde9ef084f5f" providerId="ADAL" clId="{F8773AA1-0ECB-449C-A6FE-AD4DBFDB5C1C}" dt="2022-03-18T10:33:23.136" v="61" actId="478"/>
          <ac:picMkLst>
            <pc:docMk/>
            <pc:sldMk cId="774545259" sldId="434"/>
            <ac:picMk id="5" creationId="{0FB113E7-E519-478E-BE24-72513E041FEC}"/>
          </ac:picMkLst>
        </pc:picChg>
      </pc:sldChg>
      <pc:sldChg chg="add del">
        <pc:chgData name="贾洪勇" userId="c61acc37-df11-4a3b-9efd-dde9ef084f5f" providerId="ADAL" clId="{F8773AA1-0ECB-449C-A6FE-AD4DBFDB5C1C}" dt="2022-03-18T10:33:09.788" v="59" actId="47"/>
        <pc:sldMkLst>
          <pc:docMk/>
          <pc:sldMk cId="2161464219" sldId="434"/>
        </pc:sldMkLst>
      </pc:sldChg>
      <pc:sldChg chg="delSp modSp add mod delAnim">
        <pc:chgData name="贾洪勇" userId="c61acc37-df11-4a3b-9efd-dde9ef084f5f" providerId="ADAL" clId="{F8773AA1-0ECB-449C-A6FE-AD4DBFDB5C1C}" dt="2022-03-18T11:39:23.231" v="74" actId="1076"/>
        <pc:sldMkLst>
          <pc:docMk/>
          <pc:sldMk cId="375211103" sldId="435"/>
        </pc:sldMkLst>
        <pc:spChg chg="mod">
          <ac:chgData name="贾洪勇" userId="c61acc37-df11-4a3b-9efd-dde9ef084f5f" providerId="ADAL" clId="{F8773AA1-0ECB-449C-A6FE-AD4DBFDB5C1C}" dt="2022-03-18T11:39:23.231" v="74" actId="1076"/>
          <ac:spMkLst>
            <pc:docMk/>
            <pc:sldMk cId="375211103" sldId="435"/>
            <ac:spMk id="3" creationId="{ADDBE1A4-5187-4496-8D14-B601D22E392A}"/>
          </ac:spMkLst>
        </pc:spChg>
        <pc:spChg chg="mod">
          <ac:chgData name="贾洪勇" userId="c61acc37-df11-4a3b-9efd-dde9ef084f5f" providerId="ADAL" clId="{F8773AA1-0ECB-449C-A6FE-AD4DBFDB5C1C}" dt="2022-03-18T10:35:40.710" v="67"/>
          <ac:spMkLst>
            <pc:docMk/>
            <pc:sldMk cId="375211103" sldId="435"/>
            <ac:spMk id="32772" creationId="{6914F806-C5C4-4CD2-99FF-7B69A4513B30}"/>
          </ac:spMkLst>
        </pc:spChg>
        <pc:picChg chg="del">
          <ac:chgData name="贾洪勇" userId="c61acc37-df11-4a3b-9efd-dde9ef084f5f" providerId="ADAL" clId="{F8773AA1-0ECB-449C-A6FE-AD4DBFDB5C1C}" dt="2022-03-18T10:35:35.396" v="66" actId="478"/>
          <ac:picMkLst>
            <pc:docMk/>
            <pc:sldMk cId="375211103" sldId="435"/>
            <ac:picMk id="4" creationId="{3980B557-A963-4110-90FB-88A333099505}"/>
          </ac:picMkLst>
        </pc:picChg>
      </pc:sldChg>
      <pc:sldChg chg="addSp delSp modSp new mod delAnim modAnim">
        <pc:chgData name="贾洪勇" userId="c61acc37-df11-4a3b-9efd-dde9ef084f5f" providerId="ADAL" clId="{F8773AA1-0ECB-449C-A6FE-AD4DBFDB5C1C}" dt="2022-03-19T13:37:43.489" v="1048" actId="1076"/>
        <pc:sldMkLst>
          <pc:docMk/>
          <pc:sldMk cId="3932278203" sldId="436"/>
        </pc:sldMkLst>
        <pc:spChg chg="mod">
          <ac:chgData name="贾洪勇" userId="c61acc37-df11-4a3b-9efd-dde9ef084f5f" providerId="ADAL" clId="{F8773AA1-0ECB-449C-A6FE-AD4DBFDB5C1C}" dt="2022-03-19T09:32:48.081" v="309"/>
          <ac:spMkLst>
            <pc:docMk/>
            <pc:sldMk cId="3932278203" sldId="436"/>
            <ac:spMk id="2" creationId="{79126C91-0B00-423F-8DCB-23FEE714202B}"/>
          </ac:spMkLst>
        </pc:spChg>
        <pc:spChg chg="del">
          <ac:chgData name="贾洪勇" userId="c61acc37-df11-4a3b-9efd-dde9ef084f5f" providerId="ADAL" clId="{F8773AA1-0ECB-449C-A6FE-AD4DBFDB5C1C}" dt="2022-03-19T09:34:49.049" v="310" actId="22"/>
          <ac:spMkLst>
            <pc:docMk/>
            <pc:sldMk cId="3932278203" sldId="436"/>
            <ac:spMk id="3" creationId="{A587783F-6995-4268-B409-D6583353961A}"/>
          </ac:spMkLst>
        </pc:spChg>
        <pc:spChg chg="add del mod">
          <ac:chgData name="贾洪勇" userId="c61acc37-df11-4a3b-9efd-dde9ef084f5f" providerId="ADAL" clId="{F8773AA1-0ECB-449C-A6FE-AD4DBFDB5C1C}" dt="2022-03-19T13:29:32.662" v="1037" actId="22"/>
          <ac:spMkLst>
            <pc:docMk/>
            <pc:sldMk cId="3932278203" sldId="436"/>
            <ac:spMk id="7" creationId="{B9248FDC-5C18-4E41-A188-31EB4DA714E8}"/>
          </ac:spMkLst>
        </pc:spChg>
        <pc:spChg chg="add del mod">
          <ac:chgData name="贾洪勇" userId="c61acc37-df11-4a3b-9efd-dde9ef084f5f" providerId="ADAL" clId="{F8773AA1-0ECB-449C-A6FE-AD4DBFDB5C1C}" dt="2022-03-19T13:37:37.427" v="1046" actId="22"/>
          <ac:spMkLst>
            <pc:docMk/>
            <pc:sldMk cId="3932278203" sldId="436"/>
            <ac:spMk id="11" creationId="{F3FCD392-9257-4A65-AC9E-F860145286ED}"/>
          </ac:spMkLst>
        </pc:spChg>
        <pc:picChg chg="add del mod ord">
          <ac:chgData name="贾洪勇" userId="c61acc37-df11-4a3b-9efd-dde9ef084f5f" providerId="ADAL" clId="{F8773AA1-0ECB-449C-A6FE-AD4DBFDB5C1C}" dt="2022-03-19T13:29:29.977" v="1036" actId="478"/>
          <ac:picMkLst>
            <pc:docMk/>
            <pc:sldMk cId="3932278203" sldId="436"/>
            <ac:picMk id="6" creationId="{CEB74FA6-9B3C-40C7-A322-4492E7DB946C}"/>
          </ac:picMkLst>
        </pc:picChg>
        <pc:picChg chg="add del mod ord">
          <ac:chgData name="贾洪勇" userId="c61acc37-df11-4a3b-9efd-dde9ef084f5f" providerId="ADAL" clId="{F8773AA1-0ECB-449C-A6FE-AD4DBFDB5C1C}" dt="2022-03-19T13:37:35.233" v="1045" actId="478"/>
          <ac:picMkLst>
            <pc:docMk/>
            <pc:sldMk cId="3932278203" sldId="436"/>
            <ac:picMk id="9" creationId="{324E9904-6413-4660-80B7-6D717883BBD4}"/>
          </ac:picMkLst>
        </pc:picChg>
        <pc:picChg chg="add mod ord">
          <ac:chgData name="贾洪勇" userId="c61acc37-df11-4a3b-9efd-dde9ef084f5f" providerId="ADAL" clId="{F8773AA1-0ECB-449C-A6FE-AD4DBFDB5C1C}" dt="2022-03-19T13:37:43.489" v="1048" actId="1076"/>
          <ac:picMkLst>
            <pc:docMk/>
            <pc:sldMk cId="3932278203" sldId="436"/>
            <ac:picMk id="13" creationId="{780D606F-CC28-4C61-9D79-B6CCC16B62F9}"/>
          </ac:picMkLst>
        </pc:picChg>
      </pc:sldChg>
      <pc:sldChg chg="addSp delSp modSp new mod">
        <pc:chgData name="贾洪勇" userId="c61acc37-df11-4a3b-9efd-dde9ef084f5f" providerId="ADAL" clId="{F8773AA1-0ECB-449C-A6FE-AD4DBFDB5C1C}" dt="2022-03-19T09:59:00.903" v="531" actId="14861"/>
        <pc:sldMkLst>
          <pc:docMk/>
          <pc:sldMk cId="169223960" sldId="437"/>
        </pc:sldMkLst>
        <pc:spChg chg="mod">
          <ac:chgData name="贾洪勇" userId="c61acc37-df11-4a3b-9efd-dde9ef084f5f" providerId="ADAL" clId="{F8773AA1-0ECB-449C-A6FE-AD4DBFDB5C1C}" dt="2022-03-19T09:48:47.732" v="326"/>
          <ac:spMkLst>
            <pc:docMk/>
            <pc:sldMk cId="169223960" sldId="437"/>
            <ac:spMk id="2" creationId="{92E66A3D-3D38-4632-A036-B490F3026B8F}"/>
          </ac:spMkLst>
        </pc:spChg>
        <pc:spChg chg="del">
          <ac:chgData name="贾洪勇" userId="c61acc37-df11-4a3b-9efd-dde9ef084f5f" providerId="ADAL" clId="{F8773AA1-0ECB-449C-A6FE-AD4DBFDB5C1C}" dt="2022-03-19T09:48:51.669" v="327" actId="22"/>
          <ac:spMkLst>
            <pc:docMk/>
            <pc:sldMk cId="169223960" sldId="437"/>
            <ac:spMk id="3" creationId="{396F547A-3F35-41E6-9949-8F0FCEB088B4}"/>
          </ac:spMkLst>
        </pc:spChg>
        <pc:picChg chg="add mod ord">
          <ac:chgData name="贾洪勇" userId="c61acc37-df11-4a3b-9efd-dde9ef084f5f" providerId="ADAL" clId="{F8773AA1-0ECB-449C-A6FE-AD4DBFDB5C1C}" dt="2022-03-19T09:59:00.903" v="531" actId="14861"/>
          <ac:picMkLst>
            <pc:docMk/>
            <pc:sldMk cId="169223960" sldId="437"/>
            <ac:picMk id="6" creationId="{8D0FA7E5-AD00-4111-8045-70BDF25A3073}"/>
          </ac:picMkLst>
        </pc:picChg>
      </pc:sldChg>
      <pc:sldChg chg="addSp delSp modSp new mod delAnim modAnim">
        <pc:chgData name="贾洪勇" userId="c61acc37-df11-4a3b-9efd-dde9ef084f5f" providerId="ADAL" clId="{F8773AA1-0ECB-449C-A6FE-AD4DBFDB5C1C}" dt="2022-03-19T12:02:54.233" v="802"/>
        <pc:sldMkLst>
          <pc:docMk/>
          <pc:sldMk cId="1735181766" sldId="438"/>
        </pc:sldMkLst>
        <pc:spChg chg="mod">
          <ac:chgData name="贾洪勇" userId="c61acc37-df11-4a3b-9efd-dde9ef084f5f" providerId="ADAL" clId="{F8773AA1-0ECB-449C-A6FE-AD4DBFDB5C1C}" dt="2022-03-19T11:45:40.127" v="585" actId="1076"/>
          <ac:spMkLst>
            <pc:docMk/>
            <pc:sldMk cId="1735181766" sldId="438"/>
            <ac:spMk id="2" creationId="{3314DFAE-7898-4C44-8352-616E62ED907A}"/>
          </ac:spMkLst>
        </pc:spChg>
        <pc:spChg chg="del">
          <ac:chgData name="贾洪勇" userId="c61acc37-df11-4a3b-9efd-dde9ef084f5f" providerId="ADAL" clId="{F8773AA1-0ECB-449C-A6FE-AD4DBFDB5C1C}" dt="2022-03-19T11:51:53.765" v="698" actId="22"/>
          <ac:spMkLst>
            <pc:docMk/>
            <pc:sldMk cId="1735181766" sldId="438"/>
            <ac:spMk id="3" creationId="{5F61BFC6-C338-4D26-AF13-AEF53F19384E}"/>
          </ac:spMkLst>
        </pc:spChg>
        <pc:spChg chg="add del mod">
          <ac:chgData name="贾洪勇" userId="c61acc37-df11-4a3b-9efd-dde9ef084f5f" providerId="ADAL" clId="{F8773AA1-0ECB-449C-A6FE-AD4DBFDB5C1C}" dt="2022-03-19T11:54:14.565" v="716" actId="22"/>
          <ac:spMkLst>
            <pc:docMk/>
            <pc:sldMk cId="1735181766" sldId="438"/>
            <ac:spMk id="9" creationId="{8F093FCA-B0A6-497B-9536-5F093075E07D}"/>
          </ac:spMkLst>
        </pc:spChg>
        <pc:spChg chg="add del mod">
          <ac:chgData name="贾洪勇" userId="c61acc37-df11-4a3b-9efd-dde9ef084f5f" providerId="ADAL" clId="{F8773AA1-0ECB-449C-A6FE-AD4DBFDB5C1C}" dt="2022-03-19T12:01:47.381" v="792" actId="22"/>
          <ac:spMkLst>
            <pc:docMk/>
            <pc:sldMk cId="1735181766" sldId="438"/>
            <ac:spMk id="18" creationId="{E48DBE63-AAD6-4BED-A6FA-351402003A51}"/>
          </ac:spMkLst>
        </pc:spChg>
        <pc:picChg chg="add del mod ord">
          <ac:chgData name="贾洪勇" userId="c61acc37-df11-4a3b-9efd-dde9ef084f5f" providerId="ADAL" clId="{F8773AA1-0ECB-449C-A6FE-AD4DBFDB5C1C}" dt="2022-03-19T11:54:03.453" v="712" actId="478"/>
          <ac:picMkLst>
            <pc:docMk/>
            <pc:sldMk cId="1735181766" sldId="438"/>
            <ac:picMk id="6" creationId="{A47E8AED-5DCB-40A5-A531-8DFD788C830C}"/>
          </ac:picMkLst>
        </pc:picChg>
        <pc:picChg chg="add del mod">
          <ac:chgData name="贾洪勇" userId="c61acc37-df11-4a3b-9efd-dde9ef084f5f" providerId="ADAL" clId="{F8773AA1-0ECB-449C-A6FE-AD4DBFDB5C1C}" dt="2022-03-19T11:54:12.025" v="715" actId="478"/>
          <ac:picMkLst>
            <pc:docMk/>
            <pc:sldMk cId="1735181766" sldId="438"/>
            <ac:picMk id="8" creationId="{88F05571-F70E-4BED-A332-5790E3BCA539}"/>
          </ac:picMkLst>
        </pc:picChg>
        <pc:picChg chg="add del mod ord">
          <ac:chgData name="贾洪勇" userId="c61acc37-df11-4a3b-9efd-dde9ef084f5f" providerId="ADAL" clId="{F8773AA1-0ECB-449C-A6FE-AD4DBFDB5C1C}" dt="2022-03-19T12:01:37.778" v="789" actId="478"/>
          <ac:picMkLst>
            <pc:docMk/>
            <pc:sldMk cId="1735181766" sldId="438"/>
            <ac:picMk id="11" creationId="{78E8EFCE-9A3C-420B-B917-7B196BB5BC68}"/>
          </ac:picMkLst>
        </pc:picChg>
        <pc:picChg chg="add del mod">
          <ac:chgData name="贾洪勇" userId="c61acc37-df11-4a3b-9efd-dde9ef084f5f" providerId="ADAL" clId="{F8773AA1-0ECB-449C-A6FE-AD4DBFDB5C1C}" dt="2022-03-19T12:01:40.838" v="790" actId="478"/>
          <ac:picMkLst>
            <pc:docMk/>
            <pc:sldMk cId="1735181766" sldId="438"/>
            <ac:picMk id="13" creationId="{CA2465EA-6453-4A9B-BCC2-3D17710DDB74}"/>
          </ac:picMkLst>
        </pc:picChg>
        <pc:picChg chg="add del mod">
          <ac:chgData name="贾洪勇" userId="c61acc37-df11-4a3b-9efd-dde9ef084f5f" providerId="ADAL" clId="{F8773AA1-0ECB-449C-A6FE-AD4DBFDB5C1C}" dt="2022-03-19T12:01:44.639" v="791" actId="478"/>
          <ac:picMkLst>
            <pc:docMk/>
            <pc:sldMk cId="1735181766" sldId="438"/>
            <ac:picMk id="15" creationId="{E7464079-CBD6-434D-9B68-8552DFAE66E8}"/>
          </ac:picMkLst>
        </pc:picChg>
        <pc:picChg chg="add del mod">
          <ac:chgData name="贾洪勇" userId="c61acc37-df11-4a3b-9efd-dde9ef084f5f" providerId="ADAL" clId="{F8773AA1-0ECB-449C-A6FE-AD4DBFDB5C1C}" dt="2022-03-19T12:02:09.753" v="796" actId="478"/>
          <ac:picMkLst>
            <pc:docMk/>
            <pc:sldMk cId="1735181766" sldId="438"/>
            <ac:picMk id="17" creationId="{749F9F42-F163-4625-A8DB-21EC906BF9E0}"/>
          </ac:picMkLst>
        </pc:picChg>
        <pc:picChg chg="add mod ord">
          <ac:chgData name="贾洪勇" userId="c61acc37-df11-4a3b-9efd-dde9ef084f5f" providerId="ADAL" clId="{F8773AA1-0ECB-449C-A6FE-AD4DBFDB5C1C}" dt="2022-03-19T12:02:43.054" v="801" actId="1440"/>
          <ac:picMkLst>
            <pc:docMk/>
            <pc:sldMk cId="1735181766" sldId="438"/>
            <ac:picMk id="20" creationId="{16CA040C-98FF-49C3-8B48-A19F35B75B5A}"/>
          </ac:picMkLst>
        </pc:picChg>
      </pc:sldChg>
      <pc:sldChg chg="addSp delSp modSp new mod">
        <pc:chgData name="贾洪勇" userId="c61acc37-df11-4a3b-9efd-dde9ef084f5f" providerId="ADAL" clId="{F8773AA1-0ECB-449C-A6FE-AD4DBFDB5C1C}" dt="2022-03-19T12:04:25.155" v="809" actId="1036"/>
        <pc:sldMkLst>
          <pc:docMk/>
          <pc:sldMk cId="3706127996" sldId="439"/>
        </pc:sldMkLst>
        <pc:spChg chg="del">
          <ac:chgData name="贾洪勇" userId="c61acc37-df11-4a3b-9efd-dde9ef084f5f" providerId="ADAL" clId="{F8773AA1-0ECB-449C-A6FE-AD4DBFDB5C1C}" dt="2022-03-19T12:00:39.554" v="787" actId="22"/>
          <ac:spMkLst>
            <pc:docMk/>
            <pc:sldMk cId="3706127996" sldId="439"/>
            <ac:spMk id="3" creationId="{2F0FE36E-1ED1-4C49-A853-341A6759F12A}"/>
          </ac:spMkLst>
        </pc:spChg>
        <pc:picChg chg="add mod ord">
          <ac:chgData name="贾洪勇" userId="c61acc37-df11-4a3b-9efd-dde9ef084f5f" providerId="ADAL" clId="{F8773AA1-0ECB-449C-A6FE-AD4DBFDB5C1C}" dt="2022-03-19T12:04:25.155" v="809" actId="1036"/>
          <ac:picMkLst>
            <pc:docMk/>
            <pc:sldMk cId="3706127996" sldId="439"/>
            <ac:picMk id="6" creationId="{61049996-59CB-483B-825F-E99E796AAE3D}"/>
          </ac:picMkLst>
        </pc:picChg>
      </pc:sldChg>
      <pc:sldChg chg="addSp delSp modSp new mod modAnim">
        <pc:chgData name="贾洪勇" userId="c61acc37-df11-4a3b-9efd-dde9ef084f5f" providerId="ADAL" clId="{F8773AA1-0ECB-449C-A6FE-AD4DBFDB5C1C}" dt="2022-03-19T12:06:18.259" v="865" actId="6549"/>
        <pc:sldMkLst>
          <pc:docMk/>
          <pc:sldMk cId="2557268571" sldId="440"/>
        </pc:sldMkLst>
        <pc:spChg chg="mod">
          <ac:chgData name="贾洪勇" userId="c61acc37-df11-4a3b-9efd-dde9ef084f5f" providerId="ADAL" clId="{F8773AA1-0ECB-449C-A6FE-AD4DBFDB5C1C}" dt="2022-03-19T12:06:18.259" v="865" actId="6549"/>
          <ac:spMkLst>
            <pc:docMk/>
            <pc:sldMk cId="2557268571" sldId="440"/>
            <ac:spMk id="2" creationId="{4B4478BF-027F-429C-AFB7-93271A832288}"/>
          </ac:spMkLst>
        </pc:spChg>
        <pc:spChg chg="del">
          <ac:chgData name="贾洪勇" userId="c61acc37-df11-4a3b-9efd-dde9ef084f5f" providerId="ADAL" clId="{F8773AA1-0ECB-449C-A6FE-AD4DBFDB5C1C}" dt="2022-03-19T12:04:53.127" v="811" actId="22"/>
          <ac:spMkLst>
            <pc:docMk/>
            <pc:sldMk cId="2557268571" sldId="440"/>
            <ac:spMk id="3" creationId="{797B82C9-9C9C-4D33-A1B1-1B244C7C8377}"/>
          </ac:spMkLst>
        </pc:spChg>
        <pc:picChg chg="add mod ord">
          <ac:chgData name="贾洪勇" userId="c61acc37-df11-4a3b-9efd-dde9ef084f5f" providerId="ADAL" clId="{F8773AA1-0ECB-449C-A6FE-AD4DBFDB5C1C}" dt="2022-03-19T12:05:02.518" v="814" actId="1440"/>
          <ac:picMkLst>
            <pc:docMk/>
            <pc:sldMk cId="2557268571" sldId="440"/>
            <ac:picMk id="6" creationId="{0D370D3B-DF7A-4DEB-87C3-447A54D38E44}"/>
          </ac:picMkLst>
        </pc:picChg>
      </pc:sldChg>
      <pc:sldChg chg="modSp new mod">
        <pc:chgData name="贾洪勇" userId="c61acc37-df11-4a3b-9efd-dde9ef084f5f" providerId="ADAL" clId="{F8773AA1-0ECB-449C-A6FE-AD4DBFDB5C1C}" dt="2022-03-19T12:14:29.079" v="919" actId="1076"/>
        <pc:sldMkLst>
          <pc:docMk/>
          <pc:sldMk cId="3602578240" sldId="441"/>
        </pc:sldMkLst>
        <pc:spChg chg="mod">
          <ac:chgData name="贾洪勇" userId="c61acc37-df11-4a3b-9efd-dde9ef084f5f" providerId="ADAL" clId="{F8773AA1-0ECB-449C-A6FE-AD4DBFDB5C1C}" dt="2022-03-19T12:13:05.035" v="907"/>
          <ac:spMkLst>
            <pc:docMk/>
            <pc:sldMk cId="3602578240" sldId="441"/>
            <ac:spMk id="2" creationId="{21526A9B-5BFA-4E82-AD22-8D6A227E68D5}"/>
          </ac:spMkLst>
        </pc:spChg>
        <pc:spChg chg="mod">
          <ac:chgData name="贾洪勇" userId="c61acc37-df11-4a3b-9efd-dde9ef084f5f" providerId="ADAL" clId="{F8773AA1-0ECB-449C-A6FE-AD4DBFDB5C1C}" dt="2022-03-19T12:14:29.079" v="919" actId="1076"/>
          <ac:spMkLst>
            <pc:docMk/>
            <pc:sldMk cId="3602578240" sldId="441"/>
            <ac:spMk id="3" creationId="{9CF09435-4785-4ECD-B81D-55F72EC45714}"/>
          </ac:spMkLst>
        </pc:spChg>
      </pc:sldChg>
      <pc:sldChg chg="addSp delSp modSp new mod modAnim">
        <pc:chgData name="贾洪勇" userId="c61acc37-df11-4a3b-9efd-dde9ef084f5f" providerId="ADAL" clId="{F8773AA1-0ECB-449C-A6FE-AD4DBFDB5C1C}" dt="2022-03-19T12:15:37.780" v="921"/>
        <pc:sldMkLst>
          <pc:docMk/>
          <pc:sldMk cId="916079973" sldId="442"/>
        </pc:sldMkLst>
        <pc:spChg chg="mod">
          <ac:chgData name="贾洪勇" userId="c61acc37-df11-4a3b-9efd-dde9ef084f5f" providerId="ADAL" clId="{F8773AA1-0ECB-449C-A6FE-AD4DBFDB5C1C}" dt="2022-03-19T12:15:37.780" v="921"/>
          <ac:spMkLst>
            <pc:docMk/>
            <pc:sldMk cId="916079973" sldId="442"/>
            <ac:spMk id="2" creationId="{A84AB182-2F5D-498B-9C43-AA700DDD3194}"/>
          </ac:spMkLst>
        </pc:spChg>
        <pc:spChg chg="del">
          <ac:chgData name="贾洪勇" userId="c61acc37-df11-4a3b-9efd-dde9ef084f5f" providerId="ADAL" clId="{F8773AA1-0ECB-449C-A6FE-AD4DBFDB5C1C}" dt="2022-03-19T12:13:36.044" v="909" actId="22"/>
          <ac:spMkLst>
            <pc:docMk/>
            <pc:sldMk cId="916079973" sldId="442"/>
            <ac:spMk id="3" creationId="{0CC0D80F-9453-4224-BC33-04B0A8280656}"/>
          </ac:spMkLst>
        </pc:spChg>
        <pc:picChg chg="add mod ord">
          <ac:chgData name="贾洪勇" userId="c61acc37-df11-4a3b-9efd-dde9ef084f5f" providerId="ADAL" clId="{F8773AA1-0ECB-449C-A6FE-AD4DBFDB5C1C}" dt="2022-03-19T12:13:53.158" v="916" actId="1036"/>
          <ac:picMkLst>
            <pc:docMk/>
            <pc:sldMk cId="916079973" sldId="442"/>
            <ac:picMk id="6" creationId="{87BDA2DB-0DC7-48D0-8565-4E2C87631B2D}"/>
          </ac:picMkLst>
        </pc:picChg>
      </pc:sldChg>
      <pc:sldChg chg="modSp new mod">
        <pc:chgData name="贾洪勇" userId="c61acc37-df11-4a3b-9efd-dde9ef084f5f" providerId="ADAL" clId="{F8773AA1-0ECB-449C-A6FE-AD4DBFDB5C1C}" dt="2022-03-19T12:18:52.380" v="971"/>
        <pc:sldMkLst>
          <pc:docMk/>
          <pc:sldMk cId="903722881" sldId="443"/>
        </pc:sldMkLst>
        <pc:spChg chg="mod">
          <ac:chgData name="贾洪勇" userId="c61acc37-df11-4a3b-9efd-dde9ef084f5f" providerId="ADAL" clId="{F8773AA1-0ECB-449C-A6FE-AD4DBFDB5C1C}" dt="2022-03-19T12:18:52.380" v="971"/>
          <ac:spMkLst>
            <pc:docMk/>
            <pc:sldMk cId="903722881" sldId="443"/>
            <ac:spMk id="2" creationId="{C80896B3-AC24-481B-922F-B88E87A6DD37}"/>
          </ac:spMkLst>
        </pc:spChg>
        <pc:spChg chg="mod">
          <ac:chgData name="贾洪勇" userId="c61acc37-df11-4a3b-9efd-dde9ef084f5f" providerId="ADAL" clId="{F8773AA1-0ECB-449C-A6FE-AD4DBFDB5C1C}" dt="2022-03-19T12:18:21.848" v="946" actId="14100"/>
          <ac:spMkLst>
            <pc:docMk/>
            <pc:sldMk cId="903722881" sldId="443"/>
            <ac:spMk id="3" creationId="{566977C0-0F1A-4EF8-8BEC-501603232F5E}"/>
          </ac:spMkLst>
        </pc:spChg>
      </pc:sldChg>
      <pc:sldChg chg="addSp delSp modSp new mod modAnim">
        <pc:chgData name="贾洪勇" userId="c61acc37-df11-4a3b-9efd-dde9ef084f5f" providerId="ADAL" clId="{F8773AA1-0ECB-449C-A6FE-AD4DBFDB5C1C}" dt="2022-03-19T12:21:21.228" v="1022"/>
        <pc:sldMkLst>
          <pc:docMk/>
          <pc:sldMk cId="485289020" sldId="444"/>
        </pc:sldMkLst>
        <pc:spChg chg="mod">
          <ac:chgData name="贾洪勇" userId="c61acc37-df11-4a3b-9efd-dde9ef084f5f" providerId="ADAL" clId="{F8773AA1-0ECB-449C-A6FE-AD4DBFDB5C1C}" dt="2022-03-19T12:21:21.228" v="1022"/>
          <ac:spMkLst>
            <pc:docMk/>
            <pc:sldMk cId="485289020" sldId="444"/>
            <ac:spMk id="2" creationId="{821BC5CC-195A-4832-8EAA-E350BB733BBD}"/>
          </ac:spMkLst>
        </pc:spChg>
        <pc:spChg chg="del">
          <ac:chgData name="贾洪勇" userId="c61acc37-df11-4a3b-9efd-dde9ef084f5f" providerId="ADAL" clId="{F8773AA1-0ECB-449C-A6FE-AD4DBFDB5C1C}" dt="2022-03-19T12:19:28.853" v="973" actId="22"/>
          <ac:spMkLst>
            <pc:docMk/>
            <pc:sldMk cId="485289020" sldId="444"/>
            <ac:spMk id="3" creationId="{572E07CC-F87B-47FD-8C2B-94866B20F181}"/>
          </ac:spMkLst>
        </pc:spChg>
        <pc:picChg chg="add mod ord">
          <ac:chgData name="贾洪勇" userId="c61acc37-df11-4a3b-9efd-dde9ef084f5f" providerId="ADAL" clId="{F8773AA1-0ECB-449C-A6FE-AD4DBFDB5C1C}" dt="2022-03-19T12:20:04.807" v="1003" actId="1076"/>
          <ac:picMkLst>
            <pc:docMk/>
            <pc:sldMk cId="485289020" sldId="444"/>
            <ac:picMk id="6" creationId="{59739879-F700-40D0-A249-7A35128932A8}"/>
          </ac:picMkLst>
        </pc:picChg>
      </pc:sldChg>
      <pc:sldChg chg="modSp new mod">
        <pc:chgData name="贾洪勇" userId="c61acc37-df11-4a3b-9efd-dde9ef084f5f" providerId="ADAL" clId="{F8773AA1-0ECB-449C-A6FE-AD4DBFDB5C1C}" dt="2022-03-19T12:24:18.788" v="1035" actId="12"/>
        <pc:sldMkLst>
          <pc:docMk/>
          <pc:sldMk cId="4008769697" sldId="445"/>
        </pc:sldMkLst>
        <pc:spChg chg="mod">
          <ac:chgData name="贾洪勇" userId="c61acc37-df11-4a3b-9efd-dde9ef084f5f" providerId="ADAL" clId="{F8773AA1-0ECB-449C-A6FE-AD4DBFDB5C1C}" dt="2022-03-19T12:24:18.788" v="1035" actId="12"/>
          <ac:spMkLst>
            <pc:docMk/>
            <pc:sldMk cId="4008769697" sldId="445"/>
            <ac:spMk id="3" creationId="{CD6408E7-6E18-4389-AFAD-03A4A1956357}"/>
          </ac:spMkLst>
        </pc:spChg>
      </pc:sldChg>
      <pc:sldChg chg="modSp new mod">
        <pc:chgData name="贾洪勇" userId="c61acc37-df11-4a3b-9efd-dde9ef084f5f" providerId="ADAL" clId="{F8773AA1-0ECB-449C-A6FE-AD4DBFDB5C1C}" dt="2022-03-19T13:43:34.663" v="1249"/>
        <pc:sldMkLst>
          <pc:docMk/>
          <pc:sldMk cId="69252617" sldId="446"/>
        </pc:sldMkLst>
        <pc:spChg chg="mod">
          <ac:chgData name="贾洪勇" userId="c61acc37-df11-4a3b-9efd-dde9ef084f5f" providerId="ADAL" clId="{F8773AA1-0ECB-449C-A6FE-AD4DBFDB5C1C}" dt="2022-03-19T13:38:04.311" v="1075"/>
          <ac:spMkLst>
            <pc:docMk/>
            <pc:sldMk cId="69252617" sldId="446"/>
            <ac:spMk id="2" creationId="{E8FBC54F-3E1F-4BA3-A7BF-1AA6F65BD66A}"/>
          </ac:spMkLst>
        </pc:spChg>
        <pc:spChg chg="mod">
          <ac:chgData name="贾洪勇" userId="c61acc37-df11-4a3b-9efd-dde9ef084f5f" providerId="ADAL" clId="{F8773AA1-0ECB-449C-A6FE-AD4DBFDB5C1C}" dt="2022-03-19T13:43:34.663" v="1249"/>
          <ac:spMkLst>
            <pc:docMk/>
            <pc:sldMk cId="69252617" sldId="446"/>
            <ac:spMk id="3" creationId="{76EFDC4E-4C1C-4D7A-9EB4-40F7EF5C425B}"/>
          </ac:spMkLst>
        </pc:spChg>
      </pc:sldChg>
      <pc:sldChg chg="modSp new mod">
        <pc:chgData name="贾洪勇" userId="c61acc37-df11-4a3b-9efd-dde9ef084f5f" providerId="ADAL" clId="{F8773AA1-0ECB-449C-A6FE-AD4DBFDB5C1C}" dt="2022-03-19T13:49:21.301" v="1267" actId="20577"/>
        <pc:sldMkLst>
          <pc:docMk/>
          <pc:sldMk cId="1644707327" sldId="447"/>
        </pc:sldMkLst>
        <pc:spChg chg="mod">
          <ac:chgData name="贾洪勇" userId="c61acc37-df11-4a3b-9efd-dde9ef084f5f" providerId="ADAL" clId="{F8773AA1-0ECB-449C-A6FE-AD4DBFDB5C1C}" dt="2022-03-19T13:44:59.725" v="1251"/>
          <ac:spMkLst>
            <pc:docMk/>
            <pc:sldMk cId="1644707327" sldId="447"/>
            <ac:spMk id="2" creationId="{9A4EE842-4E56-4585-8353-5B9B8396F7B5}"/>
          </ac:spMkLst>
        </pc:spChg>
        <pc:spChg chg="mod">
          <ac:chgData name="贾洪勇" userId="c61acc37-df11-4a3b-9efd-dde9ef084f5f" providerId="ADAL" clId="{F8773AA1-0ECB-449C-A6FE-AD4DBFDB5C1C}" dt="2022-03-19T13:49:21.301" v="1267" actId="20577"/>
          <ac:spMkLst>
            <pc:docMk/>
            <pc:sldMk cId="1644707327" sldId="447"/>
            <ac:spMk id="3" creationId="{74B10689-B5F0-437E-85D2-15B72D89C11D}"/>
          </ac:spMkLst>
        </pc:spChg>
      </pc:sldChg>
      <pc:sldChg chg="modSp new mod">
        <pc:chgData name="贾洪勇" userId="c61acc37-df11-4a3b-9efd-dde9ef084f5f" providerId="ADAL" clId="{F8773AA1-0ECB-449C-A6FE-AD4DBFDB5C1C}" dt="2022-03-19T13:51:22.337" v="1366"/>
        <pc:sldMkLst>
          <pc:docMk/>
          <pc:sldMk cId="3775134672" sldId="448"/>
        </pc:sldMkLst>
        <pc:spChg chg="mod">
          <ac:chgData name="贾洪勇" userId="c61acc37-df11-4a3b-9efd-dde9ef084f5f" providerId="ADAL" clId="{F8773AA1-0ECB-449C-A6FE-AD4DBFDB5C1C}" dt="2022-03-19T13:51:22.337" v="1366"/>
          <ac:spMkLst>
            <pc:docMk/>
            <pc:sldMk cId="3775134672" sldId="448"/>
            <ac:spMk id="3" creationId="{40D2FA0B-17D5-4BBE-8016-15FC562676B7}"/>
          </ac:spMkLst>
        </pc:spChg>
      </pc:sldChg>
      <pc:sldChg chg="modSp new mod">
        <pc:chgData name="贾洪勇" userId="c61acc37-df11-4a3b-9efd-dde9ef084f5f" providerId="ADAL" clId="{F8773AA1-0ECB-449C-A6FE-AD4DBFDB5C1C}" dt="2022-03-19T14:06:59.409" v="1543"/>
        <pc:sldMkLst>
          <pc:docMk/>
          <pc:sldMk cId="3765859002" sldId="449"/>
        </pc:sldMkLst>
        <pc:spChg chg="mod">
          <ac:chgData name="贾洪勇" userId="c61acc37-df11-4a3b-9efd-dde9ef084f5f" providerId="ADAL" clId="{F8773AA1-0ECB-449C-A6FE-AD4DBFDB5C1C}" dt="2022-03-19T13:52:01.086" v="1389"/>
          <ac:spMkLst>
            <pc:docMk/>
            <pc:sldMk cId="3765859002" sldId="449"/>
            <ac:spMk id="2" creationId="{084C2527-7CC9-40F7-8093-5887C011E386}"/>
          </ac:spMkLst>
        </pc:spChg>
        <pc:spChg chg="mod">
          <ac:chgData name="贾洪勇" userId="c61acc37-df11-4a3b-9efd-dde9ef084f5f" providerId="ADAL" clId="{F8773AA1-0ECB-449C-A6FE-AD4DBFDB5C1C}" dt="2022-03-19T14:06:59.409" v="1543"/>
          <ac:spMkLst>
            <pc:docMk/>
            <pc:sldMk cId="3765859002" sldId="449"/>
            <ac:spMk id="3" creationId="{D6C2F6DF-6C48-4EE2-B48F-892F02C230D5}"/>
          </ac:spMkLst>
        </pc:spChg>
      </pc:sldChg>
      <pc:sldChg chg="addSp delSp modSp new mod modAnim">
        <pc:chgData name="贾洪勇" userId="c61acc37-df11-4a3b-9efd-dde9ef084f5f" providerId="ADAL" clId="{F8773AA1-0ECB-449C-A6FE-AD4DBFDB5C1C}" dt="2022-03-19T14:20:45.007" v="1806" actId="14100"/>
        <pc:sldMkLst>
          <pc:docMk/>
          <pc:sldMk cId="3124685187" sldId="450"/>
        </pc:sldMkLst>
        <pc:spChg chg="mod">
          <ac:chgData name="贾洪勇" userId="c61acc37-df11-4a3b-9efd-dde9ef084f5f" providerId="ADAL" clId="{F8773AA1-0ECB-449C-A6FE-AD4DBFDB5C1C}" dt="2022-03-19T14:11:08.454" v="1593" actId="1076"/>
          <ac:spMkLst>
            <pc:docMk/>
            <pc:sldMk cId="3124685187" sldId="450"/>
            <ac:spMk id="2" creationId="{EA10E0FC-13FC-4746-9F8B-EA45B451A4A8}"/>
          </ac:spMkLst>
        </pc:spChg>
        <pc:spChg chg="del">
          <ac:chgData name="贾洪勇" userId="c61acc37-df11-4a3b-9efd-dde9ef084f5f" providerId="ADAL" clId="{F8773AA1-0ECB-449C-A6FE-AD4DBFDB5C1C}" dt="2022-03-19T14:05:09.300" v="1519" actId="22"/>
          <ac:spMkLst>
            <pc:docMk/>
            <pc:sldMk cId="3124685187" sldId="450"/>
            <ac:spMk id="3" creationId="{BAA9160D-D5B9-4632-9F81-F6232F0C4A60}"/>
          </ac:spMkLst>
        </pc:spChg>
        <pc:spChg chg="add mod">
          <ac:chgData name="贾洪勇" userId="c61acc37-df11-4a3b-9efd-dde9ef084f5f" providerId="ADAL" clId="{F8773AA1-0ECB-449C-A6FE-AD4DBFDB5C1C}" dt="2022-03-19T14:20:40.630" v="1805" actId="1076"/>
          <ac:spMkLst>
            <pc:docMk/>
            <pc:sldMk cId="3124685187" sldId="450"/>
            <ac:spMk id="7" creationId="{B4AF73D9-423B-469D-8E75-5D88ABA088DC}"/>
          </ac:spMkLst>
        </pc:spChg>
        <pc:picChg chg="add mod ord">
          <ac:chgData name="贾洪勇" userId="c61acc37-df11-4a3b-9efd-dde9ef084f5f" providerId="ADAL" clId="{F8773AA1-0ECB-449C-A6FE-AD4DBFDB5C1C}" dt="2022-03-19T14:20:45.007" v="1806" actId="14100"/>
          <ac:picMkLst>
            <pc:docMk/>
            <pc:sldMk cId="3124685187" sldId="450"/>
            <ac:picMk id="6" creationId="{2A68235D-79C5-4F50-8A76-9CA0B70F498D}"/>
          </ac:picMkLst>
        </pc:picChg>
      </pc:sldChg>
      <pc:sldChg chg="modSp new mod">
        <pc:chgData name="贾洪勇" userId="c61acc37-df11-4a3b-9efd-dde9ef084f5f" providerId="ADAL" clId="{F8773AA1-0ECB-449C-A6FE-AD4DBFDB5C1C}" dt="2022-03-19T14:11:51.788" v="1607"/>
        <pc:sldMkLst>
          <pc:docMk/>
          <pc:sldMk cId="4004379859" sldId="451"/>
        </pc:sldMkLst>
        <pc:spChg chg="mod">
          <ac:chgData name="贾洪勇" userId="c61acc37-df11-4a3b-9efd-dde9ef084f5f" providerId="ADAL" clId="{F8773AA1-0ECB-449C-A6FE-AD4DBFDB5C1C}" dt="2022-03-19T14:11:51.788" v="1607"/>
          <ac:spMkLst>
            <pc:docMk/>
            <pc:sldMk cId="4004379859" sldId="451"/>
            <ac:spMk id="2" creationId="{B1979BBD-EAC9-4376-B03C-213D54167EC3}"/>
          </ac:spMkLst>
        </pc:spChg>
        <pc:spChg chg="mod">
          <ac:chgData name="贾洪勇" userId="c61acc37-df11-4a3b-9efd-dde9ef084f5f" providerId="ADAL" clId="{F8773AA1-0ECB-449C-A6FE-AD4DBFDB5C1C}" dt="2022-03-19T14:09:03.607" v="1574" actId="5793"/>
          <ac:spMkLst>
            <pc:docMk/>
            <pc:sldMk cId="4004379859" sldId="451"/>
            <ac:spMk id="3" creationId="{57E2C4F4-F019-4166-BC14-773CECF2AA1A}"/>
          </ac:spMkLst>
        </pc:spChg>
      </pc:sldChg>
      <pc:sldChg chg="addSp delSp modSp new mod modAnim">
        <pc:chgData name="贾洪勇" userId="c61acc37-df11-4a3b-9efd-dde9ef084f5f" providerId="ADAL" clId="{F8773AA1-0ECB-449C-A6FE-AD4DBFDB5C1C}" dt="2022-03-19T14:13:13.776" v="1633" actId="1076"/>
        <pc:sldMkLst>
          <pc:docMk/>
          <pc:sldMk cId="1737404312" sldId="452"/>
        </pc:sldMkLst>
        <pc:spChg chg="mod">
          <ac:chgData name="贾洪勇" userId="c61acc37-df11-4a3b-9efd-dde9ef084f5f" providerId="ADAL" clId="{F8773AA1-0ECB-449C-A6FE-AD4DBFDB5C1C}" dt="2022-03-19T14:12:24.874" v="1621"/>
          <ac:spMkLst>
            <pc:docMk/>
            <pc:sldMk cId="1737404312" sldId="452"/>
            <ac:spMk id="2" creationId="{F2131416-ACF1-4EBB-A53F-BB3EF0071C35}"/>
          </ac:spMkLst>
        </pc:spChg>
        <pc:spChg chg="del">
          <ac:chgData name="贾洪勇" userId="c61acc37-df11-4a3b-9efd-dde9ef084f5f" providerId="ADAL" clId="{F8773AA1-0ECB-449C-A6FE-AD4DBFDB5C1C}" dt="2022-03-19T14:09:46.761" v="1576" actId="22"/>
          <ac:spMkLst>
            <pc:docMk/>
            <pc:sldMk cId="1737404312" sldId="452"/>
            <ac:spMk id="3" creationId="{E3B2E54E-2140-437A-880C-A7897F5CBF19}"/>
          </ac:spMkLst>
        </pc:spChg>
        <pc:spChg chg="add mod">
          <ac:chgData name="贾洪勇" userId="c61acc37-df11-4a3b-9efd-dde9ef084f5f" providerId="ADAL" clId="{F8773AA1-0ECB-449C-A6FE-AD4DBFDB5C1C}" dt="2022-03-19T14:13:13.776" v="1633" actId="1076"/>
          <ac:spMkLst>
            <pc:docMk/>
            <pc:sldMk cId="1737404312" sldId="452"/>
            <ac:spMk id="7" creationId="{857266C1-E1CF-44A4-BBEF-C3F562B95271}"/>
          </ac:spMkLst>
        </pc:spChg>
        <pc:picChg chg="add mod ord">
          <ac:chgData name="贾洪勇" userId="c61acc37-df11-4a3b-9efd-dde9ef084f5f" providerId="ADAL" clId="{F8773AA1-0ECB-449C-A6FE-AD4DBFDB5C1C}" dt="2022-03-19T14:13:09.898" v="1632" actId="14100"/>
          <ac:picMkLst>
            <pc:docMk/>
            <pc:sldMk cId="1737404312" sldId="452"/>
            <ac:picMk id="6" creationId="{9D027A8E-F690-48F2-8B66-05AD6C9606CB}"/>
          </ac:picMkLst>
        </pc:picChg>
      </pc:sldChg>
      <pc:sldChg chg="modSp add mod ord">
        <pc:chgData name="贾洪勇" userId="c61acc37-df11-4a3b-9efd-dde9ef084f5f" providerId="ADAL" clId="{F8773AA1-0ECB-449C-A6FE-AD4DBFDB5C1C}" dt="2022-03-19T14:17:57.610" v="1778" actId="1076"/>
        <pc:sldMkLst>
          <pc:docMk/>
          <pc:sldMk cId="1974890401" sldId="453"/>
        </pc:sldMkLst>
        <pc:spChg chg="mod">
          <ac:chgData name="贾洪勇" userId="c61acc37-df11-4a3b-9efd-dde9ef084f5f" providerId="ADAL" clId="{F8773AA1-0ECB-449C-A6FE-AD4DBFDB5C1C}" dt="2022-03-19T14:17:57.610" v="1778" actId="1076"/>
          <ac:spMkLst>
            <pc:docMk/>
            <pc:sldMk cId="1974890401" sldId="453"/>
            <ac:spMk id="3" creationId="{57E2C4F4-F019-4166-BC14-773CECF2AA1A}"/>
          </ac:spMkLst>
        </pc:spChg>
      </pc:sldChg>
      <pc:sldChg chg="addSp delSp modSp add mod ord modAnim">
        <pc:chgData name="贾洪勇" userId="c61acc37-df11-4a3b-9efd-dde9ef084f5f" providerId="ADAL" clId="{F8773AA1-0ECB-449C-A6FE-AD4DBFDB5C1C}" dt="2022-03-19T14:19:48.139" v="1802"/>
        <pc:sldMkLst>
          <pc:docMk/>
          <pc:sldMk cId="291972534" sldId="454"/>
        </pc:sldMkLst>
        <pc:spChg chg="add del mod">
          <ac:chgData name="贾洪勇" userId="c61acc37-df11-4a3b-9efd-dde9ef084f5f" providerId="ADAL" clId="{F8773AA1-0ECB-449C-A6FE-AD4DBFDB5C1C}" dt="2022-03-19T14:18:56.433" v="1790" actId="22"/>
          <ac:spMkLst>
            <pc:docMk/>
            <pc:sldMk cId="291972534" sldId="454"/>
            <ac:spMk id="3" creationId="{CCF2AEF2-DBF6-4D4D-A7EC-C2E4FDA757DD}"/>
          </ac:spMkLst>
        </pc:spChg>
        <pc:spChg chg="mod">
          <ac:chgData name="贾洪勇" userId="c61acc37-df11-4a3b-9efd-dde9ef084f5f" providerId="ADAL" clId="{F8773AA1-0ECB-449C-A6FE-AD4DBFDB5C1C}" dt="2022-03-19T14:18:37.132" v="1788"/>
          <ac:spMkLst>
            <pc:docMk/>
            <pc:sldMk cId="291972534" sldId="454"/>
            <ac:spMk id="7" creationId="{857266C1-E1CF-44A4-BBEF-C3F562B95271}"/>
          </ac:spMkLst>
        </pc:spChg>
        <pc:picChg chg="del">
          <ac:chgData name="贾洪勇" userId="c61acc37-df11-4a3b-9efd-dde9ef084f5f" providerId="ADAL" clId="{F8773AA1-0ECB-449C-A6FE-AD4DBFDB5C1C}" dt="2022-03-19T14:18:40.042" v="1789" actId="478"/>
          <ac:picMkLst>
            <pc:docMk/>
            <pc:sldMk cId="291972534" sldId="454"/>
            <ac:picMk id="6" creationId="{9D027A8E-F690-48F2-8B66-05AD6C9606CB}"/>
          </ac:picMkLst>
        </pc:picChg>
        <pc:picChg chg="add mod ord">
          <ac:chgData name="贾洪勇" userId="c61acc37-df11-4a3b-9efd-dde9ef084f5f" providerId="ADAL" clId="{F8773AA1-0ECB-449C-A6FE-AD4DBFDB5C1C}" dt="2022-03-19T14:19:31.936" v="1799" actId="14100"/>
          <ac:picMkLst>
            <pc:docMk/>
            <pc:sldMk cId="291972534" sldId="454"/>
            <ac:picMk id="8" creationId="{47FF1C2F-1BDE-4230-8A37-C7BB8557EB74}"/>
          </ac:picMkLst>
        </pc:picChg>
      </pc:sldChg>
      <pc:sldChg chg="addSp new mod">
        <pc:chgData name="贾洪勇" userId="c61acc37-df11-4a3b-9efd-dde9ef084f5f" providerId="ADAL" clId="{F8773AA1-0ECB-449C-A6FE-AD4DBFDB5C1C}" dt="2022-03-19T14:27:35.303" v="1808" actId="22"/>
        <pc:sldMkLst>
          <pc:docMk/>
          <pc:sldMk cId="3994333004" sldId="455"/>
        </pc:sldMkLst>
        <pc:picChg chg="add">
          <ac:chgData name="贾洪勇" userId="c61acc37-df11-4a3b-9efd-dde9ef084f5f" providerId="ADAL" clId="{F8773AA1-0ECB-449C-A6FE-AD4DBFDB5C1C}" dt="2022-03-19T14:27:35.303" v="1808" actId="22"/>
          <ac:picMkLst>
            <pc:docMk/>
            <pc:sldMk cId="3994333004" sldId="455"/>
            <ac:picMk id="4" creationId="{E35F62A0-6AF5-4515-A007-E444736B9A1A}"/>
          </ac:picMkLst>
        </pc:picChg>
      </pc:sldChg>
      <pc:sldMasterChg chg="addSp delSp modSp mod modTransition modSldLayout">
        <pc:chgData name="贾洪勇" userId="c61acc37-df11-4a3b-9efd-dde9ef084f5f" providerId="ADAL" clId="{F8773AA1-0ECB-449C-A6FE-AD4DBFDB5C1C}" dt="2022-03-19T11:48:42.647" v="697"/>
        <pc:sldMasterMkLst>
          <pc:docMk/>
          <pc:sldMasterMk cId="0" sldId="2147483648"/>
        </pc:sldMasterMkLst>
        <pc:spChg chg="mod">
          <ac:chgData name="贾洪勇" userId="c61acc37-df11-4a3b-9efd-dde9ef084f5f" providerId="ADAL" clId="{F8773AA1-0ECB-449C-A6FE-AD4DBFDB5C1C}" dt="2022-03-19T09:55:26.708" v="472" actId="1076"/>
          <ac:spMkLst>
            <pc:docMk/>
            <pc:sldMasterMk cId="0" sldId="2147483648"/>
            <ac:spMk id="11267" creationId="{0264DF58-A59C-4019-8DE9-21D4913CA1F5}"/>
          </ac:spMkLst>
        </pc:spChg>
        <pc:picChg chg="add del mod">
          <ac:chgData name="贾洪勇" userId="c61acc37-df11-4a3b-9efd-dde9ef084f5f" providerId="ADAL" clId="{F8773AA1-0ECB-449C-A6FE-AD4DBFDB5C1C}" dt="2022-03-19T11:48:42.647" v="697"/>
          <ac:picMkLst>
            <pc:docMk/>
            <pc:sldMasterMk cId="0" sldId="2147483648"/>
            <ac:picMk id="2" creationId="{57597D74-B150-4919-A4AB-0713293FD402}"/>
          </ac:picMkLst>
        </pc:picChg>
        <pc:picChg chg="add mod">
          <ac:chgData name="贾洪勇" userId="c61acc37-df11-4a3b-9efd-dde9ef084f5f" providerId="ADAL" clId="{F8773AA1-0ECB-449C-A6FE-AD4DBFDB5C1C}" dt="2022-03-19T09:56:18.426" v="525" actId="1035"/>
          <ac:picMkLst>
            <pc:docMk/>
            <pc:sldMasterMk cId="0" sldId="2147483648"/>
            <ac:picMk id="3" creationId="{1E195111-AA09-42C8-B8B0-EA877324414B}"/>
          </ac:picMkLst>
        </pc:picChg>
        <pc:picChg chg="mod">
          <ac:chgData name="贾洪勇" userId="c61acc37-df11-4a3b-9efd-dde9ef084f5f" providerId="ADAL" clId="{F8773AA1-0ECB-449C-A6FE-AD4DBFDB5C1C}" dt="2022-03-19T09:56:11.081" v="499" actId="1037"/>
          <ac:picMkLst>
            <pc:docMk/>
            <pc:sldMasterMk cId="0" sldId="2147483648"/>
            <ac:picMk id="11266" creationId="{78830588-E866-4219-A749-F689216A6661}"/>
          </ac:picMkLst>
        </pc:picChg>
        <pc:sldLayoutChg chg="addSp delSp modSp mod modTransition">
          <pc:chgData name="贾洪勇" userId="c61acc37-df11-4a3b-9efd-dde9ef084f5f" providerId="ADAL" clId="{F8773AA1-0ECB-449C-A6FE-AD4DBFDB5C1C}" dt="2022-03-19T09:54:03.271" v="393" actId="1076"/>
          <pc:sldLayoutMkLst>
            <pc:docMk/>
            <pc:sldMasterMk cId="0" sldId="2147483648"/>
            <pc:sldLayoutMk cId="1131148380" sldId="2147483688"/>
          </pc:sldLayoutMkLst>
          <pc:spChg chg="mod">
            <ac:chgData name="贾洪勇" userId="c61acc37-df11-4a3b-9efd-dde9ef084f5f" providerId="ADAL" clId="{F8773AA1-0ECB-449C-A6FE-AD4DBFDB5C1C}" dt="2022-03-19T09:54:03.271" v="393" actId="1076"/>
            <ac:spMkLst>
              <pc:docMk/>
              <pc:sldMasterMk cId="0" sldId="2147483648"/>
              <pc:sldLayoutMk cId="1131148380" sldId="2147483688"/>
              <ac:spMk id="3" creationId="{00000000-0000-0000-0000-000000000000}"/>
            </ac:spMkLst>
          </pc:spChg>
          <pc:picChg chg="add del mod">
            <ac:chgData name="贾洪勇" userId="c61acc37-df11-4a3b-9efd-dde9ef084f5f" providerId="ADAL" clId="{F8773AA1-0ECB-449C-A6FE-AD4DBFDB5C1C}" dt="2022-03-18T14:18:51.919" v="242" actId="478"/>
            <ac:picMkLst>
              <pc:docMk/>
              <pc:sldMasterMk cId="0" sldId="2147483648"/>
              <pc:sldLayoutMk cId="1131148380" sldId="2147483688"/>
              <ac:picMk id="5" creationId="{C372980E-B6CC-47B1-B10D-7BB382486450}"/>
            </ac:picMkLst>
          </pc:picChg>
        </pc:sldLayoutChg>
        <pc:sldLayoutChg chg="addSp delSp modSp mod modTransition">
          <pc:chgData name="贾洪勇" userId="c61acc37-df11-4a3b-9efd-dde9ef084f5f" providerId="ADAL" clId="{F8773AA1-0ECB-449C-A6FE-AD4DBFDB5C1C}" dt="2022-03-18T14:22:09.328" v="262" actId="478"/>
          <pc:sldLayoutMkLst>
            <pc:docMk/>
            <pc:sldMasterMk cId="0" sldId="2147483648"/>
            <pc:sldLayoutMk cId="1561136671" sldId="2147483689"/>
          </pc:sldLayoutMkLst>
          <pc:picChg chg="add del mod">
            <ac:chgData name="贾洪勇" userId="c61acc37-df11-4a3b-9efd-dde9ef084f5f" providerId="ADAL" clId="{F8773AA1-0ECB-449C-A6FE-AD4DBFDB5C1C}" dt="2022-03-18T14:22:09.328" v="262" actId="478"/>
            <ac:picMkLst>
              <pc:docMk/>
              <pc:sldMasterMk cId="0" sldId="2147483648"/>
              <pc:sldLayoutMk cId="1561136671" sldId="2147483689"/>
              <ac:picMk id="5" creationId="{E9C4D33A-A68C-44C8-BB6A-6CB6AD940907}"/>
            </ac:picMkLst>
          </pc:picChg>
        </pc:sldLayoutChg>
        <pc:sldLayoutChg chg="addSp delSp modSp mod modTransition">
          <pc:chgData name="贾洪勇" userId="c61acc37-df11-4a3b-9efd-dde9ef084f5f" providerId="ADAL" clId="{F8773AA1-0ECB-449C-A6FE-AD4DBFDB5C1C}" dt="2022-03-18T14:22:04.206" v="261" actId="478"/>
          <pc:sldLayoutMkLst>
            <pc:docMk/>
            <pc:sldMasterMk cId="0" sldId="2147483648"/>
            <pc:sldLayoutMk cId="1459213847" sldId="2147483690"/>
          </pc:sldLayoutMkLst>
          <pc:picChg chg="add del mod">
            <ac:chgData name="贾洪勇" userId="c61acc37-df11-4a3b-9efd-dde9ef084f5f" providerId="ADAL" clId="{F8773AA1-0ECB-449C-A6FE-AD4DBFDB5C1C}" dt="2022-03-18T14:22:04.206" v="261" actId="478"/>
            <ac:picMkLst>
              <pc:docMk/>
              <pc:sldMasterMk cId="0" sldId="2147483648"/>
              <pc:sldLayoutMk cId="1459213847" sldId="2147483690"/>
              <ac:picMk id="6" creationId="{C8A1C177-75F5-4697-BF42-7EEDB671E151}"/>
            </ac:picMkLst>
          </pc:picChg>
        </pc:sldLayoutChg>
        <pc:sldLayoutChg chg="addSp delSp modSp mod modTransition">
          <pc:chgData name="贾洪勇" userId="c61acc37-df11-4a3b-9efd-dde9ef084f5f" providerId="ADAL" clId="{F8773AA1-0ECB-449C-A6FE-AD4DBFDB5C1C}" dt="2022-03-18T14:22:00.307" v="260" actId="478"/>
          <pc:sldLayoutMkLst>
            <pc:docMk/>
            <pc:sldMasterMk cId="0" sldId="2147483648"/>
            <pc:sldLayoutMk cId="1981321046" sldId="2147483691"/>
          </pc:sldLayoutMkLst>
          <pc:picChg chg="add del mod">
            <ac:chgData name="贾洪勇" userId="c61acc37-df11-4a3b-9efd-dde9ef084f5f" providerId="ADAL" clId="{F8773AA1-0ECB-449C-A6FE-AD4DBFDB5C1C}" dt="2022-03-18T14:22:00.307" v="260" actId="478"/>
            <ac:picMkLst>
              <pc:docMk/>
              <pc:sldMasterMk cId="0" sldId="2147483648"/>
              <pc:sldLayoutMk cId="1981321046" sldId="2147483691"/>
              <ac:picMk id="8" creationId="{E5477160-3C10-4974-8E98-F631EBA1FE9A}"/>
            </ac:picMkLst>
          </pc:picChg>
        </pc:sldLayoutChg>
        <pc:sldLayoutChg chg="addSp delSp modSp mod modTransition">
          <pc:chgData name="贾洪勇" userId="c61acc37-df11-4a3b-9efd-dde9ef084f5f" providerId="ADAL" clId="{F8773AA1-0ECB-449C-A6FE-AD4DBFDB5C1C}" dt="2022-03-18T14:21:53.977" v="258" actId="478"/>
          <pc:sldLayoutMkLst>
            <pc:docMk/>
            <pc:sldMasterMk cId="0" sldId="2147483648"/>
            <pc:sldLayoutMk cId="1540062868" sldId="2147483692"/>
          </pc:sldLayoutMkLst>
          <pc:picChg chg="add del mod">
            <ac:chgData name="贾洪勇" userId="c61acc37-df11-4a3b-9efd-dde9ef084f5f" providerId="ADAL" clId="{F8773AA1-0ECB-449C-A6FE-AD4DBFDB5C1C}" dt="2022-03-18T14:21:53.977" v="258" actId="478"/>
            <ac:picMkLst>
              <pc:docMk/>
              <pc:sldMasterMk cId="0" sldId="2147483648"/>
              <pc:sldLayoutMk cId="1540062868" sldId="2147483692"/>
              <ac:picMk id="4" creationId="{463AFAF0-A69B-4CEB-9BB2-8B162A29A684}"/>
            </ac:picMkLst>
          </pc:picChg>
        </pc:sldLayoutChg>
        <pc:sldLayoutChg chg="addSp delSp modSp mod modTransition">
          <pc:chgData name="贾洪勇" userId="c61acc37-df11-4a3b-9efd-dde9ef084f5f" providerId="ADAL" clId="{F8773AA1-0ECB-449C-A6FE-AD4DBFDB5C1C}" dt="2022-03-18T14:21:46.247" v="256" actId="478"/>
          <pc:sldLayoutMkLst>
            <pc:docMk/>
            <pc:sldMasterMk cId="0" sldId="2147483648"/>
            <pc:sldLayoutMk cId="2298048910" sldId="2147483693"/>
          </pc:sldLayoutMkLst>
          <pc:picChg chg="add del mod">
            <ac:chgData name="贾洪勇" userId="c61acc37-df11-4a3b-9efd-dde9ef084f5f" providerId="ADAL" clId="{F8773AA1-0ECB-449C-A6FE-AD4DBFDB5C1C}" dt="2022-03-18T14:21:46.247" v="256" actId="478"/>
            <ac:picMkLst>
              <pc:docMk/>
              <pc:sldMasterMk cId="0" sldId="2147483648"/>
              <pc:sldLayoutMk cId="2298048910" sldId="2147483693"/>
              <ac:picMk id="3" creationId="{C3A7825B-52CF-4408-87C8-606785B89928}"/>
            </ac:picMkLst>
          </pc:picChg>
        </pc:sldLayoutChg>
        <pc:sldLayoutChg chg="modTransition">
          <pc:chgData name="贾洪勇" userId="c61acc37-df11-4a3b-9efd-dde9ef084f5f" providerId="ADAL" clId="{F8773AA1-0ECB-449C-A6FE-AD4DBFDB5C1C}" dt="2022-03-18T10:25:04.040" v="32"/>
          <pc:sldLayoutMkLst>
            <pc:docMk/>
            <pc:sldMasterMk cId="0" sldId="2147483648"/>
            <pc:sldLayoutMk cId="3853297880" sldId="2147483694"/>
          </pc:sldLayoutMkLst>
        </pc:sldLayoutChg>
        <pc:sldLayoutChg chg="modTransition">
          <pc:chgData name="贾洪勇" userId="c61acc37-df11-4a3b-9efd-dde9ef084f5f" providerId="ADAL" clId="{F8773AA1-0ECB-449C-A6FE-AD4DBFDB5C1C}" dt="2022-03-18T10:25:04.040" v="32"/>
          <pc:sldLayoutMkLst>
            <pc:docMk/>
            <pc:sldMasterMk cId="0" sldId="2147483648"/>
            <pc:sldLayoutMk cId="1713220869" sldId="2147483695"/>
          </pc:sldLayoutMkLst>
        </pc:sldLayoutChg>
        <pc:sldLayoutChg chg="modSp modTransition">
          <pc:chgData name="贾洪勇" userId="c61acc37-df11-4a3b-9efd-dde9ef084f5f" providerId="ADAL" clId="{F8773AA1-0ECB-449C-A6FE-AD4DBFDB5C1C}" dt="2022-03-18T14:14:19.391" v="230" actId="1076"/>
          <pc:sldLayoutMkLst>
            <pc:docMk/>
            <pc:sldMasterMk cId="0" sldId="2147483648"/>
            <pc:sldLayoutMk cId="3030444992" sldId="2147483696"/>
          </pc:sldLayoutMkLst>
          <pc:spChg chg="mod">
            <ac:chgData name="贾洪勇" userId="c61acc37-df11-4a3b-9efd-dde9ef084f5f" providerId="ADAL" clId="{F8773AA1-0ECB-449C-A6FE-AD4DBFDB5C1C}" dt="2022-03-18T14:14:19.391" v="230" actId="1076"/>
            <ac:spMkLst>
              <pc:docMk/>
              <pc:sldMasterMk cId="0" sldId="2147483648"/>
              <pc:sldLayoutMk cId="3030444992" sldId="2147483696"/>
              <ac:spMk id="3" creationId="{00000000-0000-0000-0000-000000000000}"/>
            </ac:spMkLst>
          </pc:spChg>
        </pc:sldLayoutChg>
        <pc:sldLayoutChg chg="modTransition">
          <pc:chgData name="贾洪勇" userId="c61acc37-df11-4a3b-9efd-dde9ef084f5f" providerId="ADAL" clId="{F8773AA1-0ECB-449C-A6FE-AD4DBFDB5C1C}" dt="2022-03-18T10:25:04.040" v="32"/>
          <pc:sldLayoutMkLst>
            <pc:docMk/>
            <pc:sldMasterMk cId="0" sldId="2147483648"/>
            <pc:sldLayoutMk cId="384935139" sldId="2147483697"/>
          </pc:sldLayoutMkLst>
        </pc:sldLayoutChg>
        <pc:sldLayoutChg chg="modSp modTransition">
          <pc:chgData name="贾洪勇" userId="c61acc37-df11-4a3b-9efd-dde9ef084f5f" providerId="ADAL" clId="{F8773AA1-0ECB-449C-A6FE-AD4DBFDB5C1C}" dt="2022-03-19T09:51:39.762" v="343" actId="1037"/>
          <pc:sldLayoutMkLst>
            <pc:docMk/>
            <pc:sldMasterMk cId="0" sldId="2147483648"/>
            <pc:sldLayoutMk cId="3804667167" sldId="2147483698"/>
          </pc:sldLayoutMkLst>
          <pc:spChg chg="mod">
            <ac:chgData name="贾洪勇" userId="c61acc37-df11-4a3b-9efd-dde9ef084f5f" providerId="ADAL" clId="{F8773AA1-0ECB-449C-A6FE-AD4DBFDB5C1C}" dt="2022-03-19T09:51:39.762" v="343" actId="1037"/>
            <ac:spMkLst>
              <pc:docMk/>
              <pc:sldMasterMk cId="0" sldId="2147483648"/>
              <pc:sldLayoutMk cId="3804667167" sldId="2147483698"/>
              <ac:spMk id="3" creationId="{00000000-0000-0000-0000-000000000000}"/>
            </ac:spMkLst>
          </pc:spChg>
        </pc:sldLayoutChg>
        <pc:sldLayoutChg chg="modTransition">
          <pc:chgData name="贾洪勇" userId="c61acc37-df11-4a3b-9efd-dde9ef084f5f" providerId="ADAL" clId="{F8773AA1-0ECB-449C-A6FE-AD4DBFDB5C1C}" dt="2022-03-18T10:25:04.040" v="32"/>
          <pc:sldLayoutMkLst>
            <pc:docMk/>
            <pc:sldMasterMk cId="0" sldId="2147483648"/>
            <pc:sldLayoutMk cId="4011097091" sldId="2147483699"/>
          </pc:sldLayoutMkLst>
        </pc:sldLayoutChg>
      </pc:sldMasterChg>
    </pc:docChg>
  </pc:docChgLst>
  <pc:docChgLst>
    <pc:chgData name="贾洪勇" userId="c61acc37-df11-4a3b-9efd-dde9ef084f5f" providerId="ADAL" clId="{028C535D-B1E7-44EE-BCBB-BB27B1790AD6}"/>
    <pc:docChg chg="undo custSel addSld delSld modSld">
      <pc:chgData name="贾洪勇" userId="c61acc37-df11-4a3b-9efd-dde9ef084f5f" providerId="ADAL" clId="{028C535D-B1E7-44EE-BCBB-BB27B1790AD6}" dt="2022-04-03T14:58:03.287" v="1935"/>
      <pc:docMkLst>
        <pc:docMk/>
      </pc:docMkLst>
      <pc:sldChg chg="del">
        <pc:chgData name="贾洪勇" userId="c61acc37-df11-4a3b-9efd-dde9ef084f5f" providerId="ADAL" clId="{028C535D-B1E7-44EE-BCBB-BB27B1790AD6}" dt="2022-03-29T12:52:56.935" v="0" actId="47"/>
        <pc:sldMkLst>
          <pc:docMk/>
          <pc:sldMk cId="3220339038" sldId="262"/>
        </pc:sldMkLst>
      </pc:sldChg>
      <pc:sldChg chg="del">
        <pc:chgData name="贾洪勇" userId="c61acc37-df11-4a3b-9efd-dde9ef084f5f" providerId="ADAL" clId="{028C535D-B1E7-44EE-BCBB-BB27B1790AD6}" dt="2022-03-29T12:52:56.935" v="0" actId="47"/>
        <pc:sldMkLst>
          <pc:docMk/>
          <pc:sldMk cId="1841045180" sldId="263"/>
        </pc:sldMkLst>
      </pc:sldChg>
      <pc:sldChg chg="del">
        <pc:chgData name="贾洪勇" userId="c61acc37-df11-4a3b-9efd-dde9ef084f5f" providerId="ADAL" clId="{028C535D-B1E7-44EE-BCBB-BB27B1790AD6}" dt="2022-03-29T12:52:56.935" v="0" actId="47"/>
        <pc:sldMkLst>
          <pc:docMk/>
          <pc:sldMk cId="2225575475" sldId="264"/>
        </pc:sldMkLst>
      </pc:sldChg>
      <pc:sldChg chg="del">
        <pc:chgData name="贾洪勇" userId="c61acc37-df11-4a3b-9efd-dde9ef084f5f" providerId="ADAL" clId="{028C535D-B1E7-44EE-BCBB-BB27B1790AD6}" dt="2022-03-29T12:52:56.935" v="0" actId="47"/>
        <pc:sldMkLst>
          <pc:docMk/>
          <pc:sldMk cId="3694928234" sldId="265"/>
        </pc:sldMkLst>
      </pc:sldChg>
      <pc:sldChg chg="del">
        <pc:chgData name="贾洪勇" userId="c61acc37-df11-4a3b-9efd-dde9ef084f5f" providerId="ADAL" clId="{028C535D-B1E7-44EE-BCBB-BB27B1790AD6}" dt="2022-03-29T12:52:56.935" v="0" actId="47"/>
        <pc:sldMkLst>
          <pc:docMk/>
          <pc:sldMk cId="170161043" sldId="266"/>
        </pc:sldMkLst>
      </pc:sldChg>
      <pc:sldChg chg="del">
        <pc:chgData name="贾洪勇" userId="c61acc37-df11-4a3b-9efd-dde9ef084f5f" providerId="ADAL" clId="{028C535D-B1E7-44EE-BCBB-BB27B1790AD6}" dt="2022-03-29T12:52:56.935" v="0" actId="47"/>
        <pc:sldMkLst>
          <pc:docMk/>
          <pc:sldMk cId="1765793004" sldId="267"/>
        </pc:sldMkLst>
      </pc:sldChg>
      <pc:sldChg chg="del">
        <pc:chgData name="贾洪勇" userId="c61acc37-df11-4a3b-9efd-dde9ef084f5f" providerId="ADAL" clId="{028C535D-B1E7-44EE-BCBB-BB27B1790AD6}" dt="2022-03-29T12:52:56.935" v="0" actId="47"/>
        <pc:sldMkLst>
          <pc:docMk/>
          <pc:sldMk cId="2210922255" sldId="268"/>
        </pc:sldMkLst>
      </pc:sldChg>
      <pc:sldChg chg="del">
        <pc:chgData name="贾洪勇" userId="c61acc37-df11-4a3b-9efd-dde9ef084f5f" providerId="ADAL" clId="{028C535D-B1E7-44EE-BCBB-BB27B1790AD6}" dt="2022-03-29T12:52:56.935" v="0" actId="47"/>
        <pc:sldMkLst>
          <pc:docMk/>
          <pc:sldMk cId="2650330470" sldId="269"/>
        </pc:sldMkLst>
      </pc:sldChg>
      <pc:sldChg chg="del">
        <pc:chgData name="贾洪勇" userId="c61acc37-df11-4a3b-9efd-dde9ef084f5f" providerId="ADAL" clId="{028C535D-B1E7-44EE-BCBB-BB27B1790AD6}" dt="2022-03-29T12:52:56.935" v="0" actId="47"/>
        <pc:sldMkLst>
          <pc:docMk/>
          <pc:sldMk cId="3617506380" sldId="270"/>
        </pc:sldMkLst>
      </pc:sldChg>
      <pc:sldChg chg="del">
        <pc:chgData name="贾洪勇" userId="c61acc37-df11-4a3b-9efd-dde9ef084f5f" providerId="ADAL" clId="{028C535D-B1E7-44EE-BCBB-BB27B1790AD6}" dt="2022-03-29T12:52:56.935" v="0" actId="47"/>
        <pc:sldMkLst>
          <pc:docMk/>
          <pc:sldMk cId="942772270" sldId="271"/>
        </pc:sldMkLst>
      </pc:sldChg>
      <pc:sldChg chg="del">
        <pc:chgData name="贾洪勇" userId="c61acc37-df11-4a3b-9efd-dde9ef084f5f" providerId="ADAL" clId="{028C535D-B1E7-44EE-BCBB-BB27B1790AD6}" dt="2022-03-29T12:52:56.935" v="0" actId="47"/>
        <pc:sldMkLst>
          <pc:docMk/>
          <pc:sldMk cId="4275776638" sldId="272"/>
        </pc:sldMkLst>
      </pc:sldChg>
      <pc:sldChg chg="del">
        <pc:chgData name="贾洪勇" userId="c61acc37-df11-4a3b-9efd-dde9ef084f5f" providerId="ADAL" clId="{028C535D-B1E7-44EE-BCBB-BB27B1790AD6}" dt="2022-03-29T12:52:56.935" v="0" actId="47"/>
        <pc:sldMkLst>
          <pc:docMk/>
          <pc:sldMk cId="2555363244" sldId="307"/>
        </pc:sldMkLst>
      </pc:sldChg>
      <pc:sldChg chg="modSp mod">
        <pc:chgData name="贾洪勇" userId="c61acc37-df11-4a3b-9efd-dde9ef084f5f" providerId="ADAL" clId="{028C535D-B1E7-44EE-BCBB-BB27B1790AD6}" dt="2022-03-29T13:11:17.321" v="2"/>
        <pc:sldMkLst>
          <pc:docMk/>
          <pc:sldMk cId="0" sldId="313"/>
        </pc:sldMkLst>
        <pc:spChg chg="mod">
          <ac:chgData name="贾洪勇" userId="c61acc37-df11-4a3b-9efd-dde9ef084f5f" providerId="ADAL" clId="{028C535D-B1E7-44EE-BCBB-BB27B1790AD6}" dt="2022-03-29T13:11:17.321" v="2"/>
          <ac:spMkLst>
            <pc:docMk/>
            <pc:sldMk cId="0" sldId="313"/>
            <ac:spMk id="73731" creationId="{A3860E94-EC58-438B-9415-54200DDD4B9B}"/>
          </ac:spMkLst>
        </pc:spChg>
      </pc:sldChg>
      <pc:sldChg chg="del">
        <pc:chgData name="贾洪勇" userId="c61acc37-df11-4a3b-9efd-dde9ef084f5f" providerId="ADAL" clId="{028C535D-B1E7-44EE-BCBB-BB27B1790AD6}" dt="2022-03-29T12:52:56.935" v="0" actId="47"/>
        <pc:sldMkLst>
          <pc:docMk/>
          <pc:sldMk cId="712223766" sldId="316"/>
        </pc:sldMkLst>
      </pc:sldChg>
      <pc:sldChg chg="modSp mod">
        <pc:chgData name="贾洪勇" userId="c61acc37-df11-4a3b-9efd-dde9ef084f5f" providerId="ADAL" clId="{028C535D-B1E7-44EE-BCBB-BB27B1790AD6}" dt="2022-03-29T22:52:46.761" v="6" actId="20577"/>
        <pc:sldMkLst>
          <pc:docMk/>
          <pc:sldMk cId="87541539" sldId="456"/>
        </pc:sldMkLst>
        <pc:spChg chg="mod">
          <ac:chgData name="贾洪勇" userId="c61acc37-df11-4a3b-9efd-dde9ef084f5f" providerId="ADAL" clId="{028C535D-B1E7-44EE-BCBB-BB27B1790AD6}" dt="2022-03-29T22:52:46.761" v="6" actId="20577"/>
          <ac:spMkLst>
            <pc:docMk/>
            <pc:sldMk cId="87541539" sldId="456"/>
            <ac:spMk id="3" creationId="{09C8F47B-A1DC-48C9-972D-0B78005D6110}"/>
          </ac:spMkLst>
        </pc:spChg>
      </pc:sldChg>
      <pc:sldChg chg="modSp mod">
        <pc:chgData name="贾洪勇" userId="c61acc37-df11-4a3b-9efd-dde9ef084f5f" providerId="ADAL" clId="{028C535D-B1E7-44EE-BCBB-BB27B1790AD6}" dt="2022-04-03T14:54:35.146" v="1876" actId="1076"/>
        <pc:sldMkLst>
          <pc:docMk/>
          <pc:sldMk cId="2385981193" sldId="457"/>
        </pc:sldMkLst>
        <pc:spChg chg="mod">
          <ac:chgData name="贾洪勇" userId="c61acc37-df11-4a3b-9efd-dde9ef084f5f" providerId="ADAL" clId="{028C535D-B1E7-44EE-BCBB-BB27B1790AD6}" dt="2022-04-03T14:54:35.146" v="1876" actId="1076"/>
          <ac:spMkLst>
            <pc:docMk/>
            <pc:sldMk cId="2385981193" sldId="457"/>
            <ac:spMk id="3" creationId="{2AE113F5-EB26-440C-A60D-482773E1451A}"/>
          </ac:spMkLst>
        </pc:spChg>
      </pc:sldChg>
      <pc:sldChg chg="del">
        <pc:chgData name="贾洪勇" userId="c61acc37-df11-4a3b-9efd-dde9ef084f5f" providerId="ADAL" clId="{028C535D-B1E7-44EE-BCBB-BB27B1790AD6}" dt="2022-03-29T22:54:07.874" v="7" actId="47"/>
        <pc:sldMkLst>
          <pc:docMk/>
          <pc:sldMk cId="2560079436" sldId="457"/>
        </pc:sldMkLst>
      </pc:sldChg>
      <pc:sldChg chg="del">
        <pc:chgData name="贾洪勇" userId="c61acc37-df11-4a3b-9efd-dde9ef084f5f" providerId="ADAL" clId="{028C535D-B1E7-44EE-BCBB-BB27B1790AD6}" dt="2022-03-29T12:52:56.935" v="0" actId="47"/>
        <pc:sldMkLst>
          <pc:docMk/>
          <pc:sldMk cId="718581991" sldId="458"/>
        </pc:sldMkLst>
      </pc:sldChg>
      <pc:sldChg chg="modSp mod">
        <pc:chgData name="贾洪勇" userId="c61acc37-df11-4a3b-9efd-dde9ef084f5f" providerId="ADAL" clId="{028C535D-B1E7-44EE-BCBB-BB27B1790AD6}" dt="2022-04-03T14:54:48.029" v="1879" actId="404"/>
        <pc:sldMkLst>
          <pc:docMk/>
          <pc:sldMk cId="3105070560" sldId="458"/>
        </pc:sldMkLst>
        <pc:spChg chg="mod">
          <ac:chgData name="贾洪勇" userId="c61acc37-df11-4a3b-9efd-dde9ef084f5f" providerId="ADAL" clId="{028C535D-B1E7-44EE-BCBB-BB27B1790AD6}" dt="2022-04-03T07:52:06.994" v="1199" actId="20577"/>
          <ac:spMkLst>
            <pc:docMk/>
            <pc:sldMk cId="3105070560" sldId="458"/>
            <ac:spMk id="2" creationId="{CA60DBEC-7849-4968-80A2-639CCE1184E7}"/>
          </ac:spMkLst>
        </pc:spChg>
        <pc:spChg chg="mod">
          <ac:chgData name="贾洪勇" userId="c61acc37-df11-4a3b-9efd-dde9ef084f5f" providerId="ADAL" clId="{028C535D-B1E7-44EE-BCBB-BB27B1790AD6}" dt="2022-04-03T14:54:48.029" v="1879" actId="404"/>
          <ac:spMkLst>
            <pc:docMk/>
            <pc:sldMk cId="3105070560" sldId="458"/>
            <ac:spMk id="3" creationId="{CF36183F-609A-4122-A80E-87932AAFF958}"/>
          </ac:spMkLst>
        </pc:spChg>
      </pc:sldChg>
      <pc:sldChg chg="modSp mod">
        <pc:chgData name="贾洪勇" userId="c61acc37-df11-4a3b-9efd-dde9ef084f5f" providerId="ADAL" clId="{028C535D-B1E7-44EE-BCBB-BB27B1790AD6}" dt="2022-04-03T07:52:28.632" v="1204"/>
        <pc:sldMkLst>
          <pc:docMk/>
          <pc:sldMk cId="1832755687" sldId="459"/>
        </pc:sldMkLst>
        <pc:spChg chg="mod">
          <ac:chgData name="贾洪勇" userId="c61acc37-df11-4a3b-9efd-dde9ef084f5f" providerId="ADAL" clId="{028C535D-B1E7-44EE-BCBB-BB27B1790AD6}" dt="2022-04-03T07:52:28.632" v="1204"/>
          <ac:spMkLst>
            <pc:docMk/>
            <pc:sldMk cId="1832755687" sldId="459"/>
            <ac:spMk id="2" creationId="{82C4BB6A-28AE-4751-8E49-D457CE0BDFBA}"/>
          </ac:spMkLst>
        </pc:spChg>
      </pc:sldChg>
      <pc:sldChg chg="del">
        <pc:chgData name="贾洪勇" userId="c61acc37-df11-4a3b-9efd-dde9ef084f5f" providerId="ADAL" clId="{028C535D-B1E7-44EE-BCBB-BB27B1790AD6}" dt="2022-03-29T12:52:56.935" v="0" actId="47"/>
        <pc:sldMkLst>
          <pc:docMk/>
          <pc:sldMk cId="1883212912" sldId="459"/>
        </pc:sldMkLst>
      </pc:sldChg>
      <pc:sldChg chg="modSp mod">
        <pc:chgData name="贾洪勇" userId="c61acc37-df11-4a3b-9efd-dde9ef084f5f" providerId="ADAL" clId="{028C535D-B1E7-44EE-BCBB-BB27B1790AD6}" dt="2022-04-03T14:55:08.661" v="1882" actId="14100"/>
        <pc:sldMkLst>
          <pc:docMk/>
          <pc:sldMk cId="304770894" sldId="460"/>
        </pc:sldMkLst>
        <pc:spChg chg="mod">
          <ac:chgData name="贾洪勇" userId="c61acc37-df11-4a3b-9efd-dde9ef084f5f" providerId="ADAL" clId="{028C535D-B1E7-44EE-BCBB-BB27B1790AD6}" dt="2022-04-03T14:55:08.661" v="1882" actId="14100"/>
          <ac:spMkLst>
            <pc:docMk/>
            <pc:sldMk cId="304770894" sldId="460"/>
            <ac:spMk id="3" creationId="{1A2944CF-4F6D-4926-B6CD-2A6729556227}"/>
          </ac:spMkLst>
        </pc:spChg>
      </pc:sldChg>
      <pc:sldChg chg="del">
        <pc:chgData name="贾洪勇" userId="c61acc37-df11-4a3b-9efd-dde9ef084f5f" providerId="ADAL" clId="{028C535D-B1E7-44EE-BCBB-BB27B1790AD6}" dt="2022-03-29T12:52:56.935" v="0" actId="47"/>
        <pc:sldMkLst>
          <pc:docMk/>
          <pc:sldMk cId="1616052398" sldId="460"/>
        </pc:sldMkLst>
      </pc:sldChg>
      <pc:sldChg chg="modSp modAnim">
        <pc:chgData name="贾洪勇" userId="c61acc37-df11-4a3b-9efd-dde9ef084f5f" providerId="ADAL" clId="{028C535D-B1E7-44EE-BCBB-BB27B1790AD6}" dt="2022-04-02T12:21:17.408" v="45" actId="1036"/>
        <pc:sldMkLst>
          <pc:docMk/>
          <pc:sldMk cId="625408887" sldId="461"/>
        </pc:sldMkLst>
        <pc:picChg chg="mod">
          <ac:chgData name="贾洪勇" userId="c61acc37-df11-4a3b-9efd-dde9ef084f5f" providerId="ADAL" clId="{028C535D-B1E7-44EE-BCBB-BB27B1790AD6}" dt="2022-04-02T12:21:17.408" v="45" actId="1036"/>
          <ac:picMkLst>
            <pc:docMk/>
            <pc:sldMk cId="625408887" sldId="461"/>
            <ac:picMk id="6" creationId="{FD2292A8-BDCA-4AEF-A222-F408ACFC7C4C}"/>
          </ac:picMkLst>
        </pc:picChg>
      </pc:sldChg>
      <pc:sldChg chg="del">
        <pc:chgData name="贾洪勇" userId="c61acc37-df11-4a3b-9efd-dde9ef084f5f" providerId="ADAL" clId="{028C535D-B1E7-44EE-BCBB-BB27B1790AD6}" dt="2022-03-29T12:52:56.935" v="0" actId="47"/>
        <pc:sldMkLst>
          <pc:docMk/>
          <pc:sldMk cId="3194745097" sldId="461"/>
        </pc:sldMkLst>
      </pc:sldChg>
      <pc:sldChg chg="modAnim">
        <pc:chgData name="贾洪勇" userId="c61acc37-df11-4a3b-9efd-dde9ef084f5f" providerId="ADAL" clId="{028C535D-B1E7-44EE-BCBB-BB27B1790AD6}" dt="2022-04-02T12:20:08.392" v="9"/>
        <pc:sldMkLst>
          <pc:docMk/>
          <pc:sldMk cId="1723274579" sldId="462"/>
        </pc:sldMkLst>
      </pc:sldChg>
      <pc:sldChg chg="del">
        <pc:chgData name="贾洪勇" userId="c61acc37-df11-4a3b-9efd-dde9ef084f5f" providerId="ADAL" clId="{028C535D-B1E7-44EE-BCBB-BB27B1790AD6}" dt="2022-03-29T12:52:56.935" v="0" actId="47"/>
        <pc:sldMkLst>
          <pc:docMk/>
          <pc:sldMk cId="3838004254" sldId="462"/>
        </pc:sldMkLst>
      </pc:sldChg>
      <pc:sldChg chg="modSp mod">
        <pc:chgData name="贾洪勇" userId="c61acc37-df11-4a3b-9efd-dde9ef084f5f" providerId="ADAL" clId="{028C535D-B1E7-44EE-BCBB-BB27B1790AD6}" dt="2022-04-03T14:55:22.453" v="1884" actId="14100"/>
        <pc:sldMkLst>
          <pc:docMk/>
          <pc:sldMk cId="3475999221" sldId="463"/>
        </pc:sldMkLst>
        <pc:spChg chg="mod">
          <ac:chgData name="贾洪勇" userId="c61acc37-df11-4a3b-9efd-dde9ef084f5f" providerId="ADAL" clId="{028C535D-B1E7-44EE-BCBB-BB27B1790AD6}" dt="2022-04-03T14:55:22.453" v="1884" actId="14100"/>
          <ac:spMkLst>
            <pc:docMk/>
            <pc:sldMk cId="3475999221" sldId="463"/>
            <ac:spMk id="3" creationId="{CD2EA308-1E56-4499-81D5-DBAC59B171B2}"/>
          </ac:spMkLst>
        </pc:spChg>
      </pc:sldChg>
      <pc:sldChg chg="del">
        <pc:chgData name="贾洪勇" userId="c61acc37-df11-4a3b-9efd-dde9ef084f5f" providerId="ADAL" clId="{028C535D-B1E7-44EE-BCBB-BB27B1790AD6}" dt="2022-03-29T12:52:56.935" v="0" actId="47"/>
        <pc:sldMkLst>
          <pc:docMk/>
          <pc:sldMk cId="4178019721" sldId="463"/>
        </pc:sldMkLst>
      </pc:sldChg>
      <pc:sldChg chg="modSp mod">
        <pc:chgData name="贾洪勇" userId="c61acc37-df11-4a3b-9efd-dde9ef084f5f" providerId="ADAL" clId="{028C535D-B1E7-44EE-BCBB-BB27B1790AD6}" dt="2022-04-03T10:16:22.450" v="1208" actId="20577"/>
        <pc:sldMkLst>
          <pc:docMk/>
          <pc:sldMk cId="432116284" sldId="464"/>
        </pc:sldMkLst>
        <pc:spChg chg="mod">
          <ac:chgData name="贾洪勇" userId="c61acc37-df11-4a3b-9efd-dde9ef084f5f" providerId="ADAL" clId="{028C535D-B1E7-44EE-BCBB-BB27B1790AD6}" dt="2022-04-03T10:16:22.450" v="1208" actId="20577"/>
          <ac:spMkLst>
            <pc:docMk/>
            <pc:sldMk cId="432116284" sldId="464"/>
            <ac:spMk id="3" creationId="{01D0D2CC-2C9D-4FA1-A973-9688241B288D}"/>
          </ac:spMkLst>
        </pc:spChg>
      </pc:sldChg>
      <pc:sldChg chg="del">
        <pc:chgData name="贾洪勇" userId="c61acc37-df11-4a3b-9efd-dde9ef084f5f" providerId="ADAL" clId="{028C535D-B1E7-44EE-BCBB-BB27B1790AD6}" dt="2022-03-29T12:52:56.935" v="0" actId="47"/>
        <pc:sldMkLst>
          <pc:docMk/>
          <pc:sldMk cId="3627061556" sldId="464"/>
        </pc:sldMkLst>
      </pc:sldChg>
      <pc:sldChg chg="modSp mod">
        <pc:chgData name="贾洪勇" userId="c61acc37-df11-4a3b-9efd-dde9ef084f5f" providerId="ADAL" clId="{028C535D-B1E7-44EE-BCBB-BB27B1790AD6}" dt="2022-04-03T14:55:46.086" v="1897"/>
        <pc:sldMkLst>
          <pc:docMk/>
          <pc:sldMk cId="231172753" sldId="465"/>
        </pc:sldMkLst>
        <pc:spChg chg="mod">
          <ac:chgData name="贾洪勇" userId="c61acc37-df11-4a3b-9efd-dde9ef084f5f" providerId="ADAL" clId="{028C535D-B1E7-44EE-BCBB-BB27B1790AD6}" dt="2022-04-03T14:55:46.086" v="1897"/>
          <ac:spMkLst>
            <pc:docMk/>
            <pc:sldMk cId="231172753" sldId="465"/>
            <ac:spMk id="2" creationId="{31DB9BDD-C342-48E7-BFBB-B3F1B0051365}"/>
          </ac:spMkLst>
        </pc:spChg>
        <pc:spChg chg="mod">
          <ac:chgData name="贾洪勇" userId="c61acc37-df11-4a3b-9efd-dde9ef084f5f" providerId="ADAL" clId="{028C535D-B1E7-44EE-BCBB-BB27B1790AD6}" dt="2022-04-03T10:18:50.674" v="1227" actId="403"/>
          <ac:spMkLst>
            <pc:docMk/>
            <pc:sldMk cId="231172753" sldId="465"/>
            <ac:spMk id="3" creationId="{E23871AB-C2C4-49EF-9EC9-80EAED86FFC3}"/>
          </ac:spMkLst>
        </pc:spChg>
      </pc:sldChg>
      <pc:sldChg chg="del">
        <pc:chgData name="贾洪勇" userId="c61acc37-df11-4a3b-9efd-dde9ef084f5f" providerId="ADAL" clId="{028C535D-B1E7-44EE-BCBB-BB27B1790AD6}" dt="2022-03-29T12:52:56.935" v="0" actId="47"/>
        <pc:sldMkLst>
          <pc:docMk/>
          <pc:sldMk cId="4027449393" sldId="465"/>
        </pc:sldMkLst>
      </pc:sldChg>
      <pc:sldChg chg="modSp mod">
        <pc:chgData name="贾洪勇" userId="c61acc37-df11-4a3b-9efd-dde9ef084f5f" providerId="ADAL" clId="{028C535D-B1E7-44EE-BCBB-BB27B1790AD6}" dt="2022-04-03T10:20:37.065" v="1237" actId="1076"/>
        <pc:sldMkLst>
          <pc:docMk/>
          <pc:sldMk cId="517113884" sldId="466"/>
        </pc:sldMkLst>
        <pc:spChg chg="mod">
          <ac:chgData name="贾洪勇" userId="c61acc37-df11-4a3b-9efd-dde9ef084f5f" providerId="ADAL" clId="{028C535D-B1E7-44EE-BCBB-BB27B1790AD6}" dt="2022-04-03T10:20:37.065" v="1237" actId="1076"/>
          <ac:spMkLst>
            <pc:docMk/>
            <pc:sldMk cId="517113884" sldId="466"/>
            <ac:spMk id="3" creationId="{F1D292C5-0200-434B-8F24-7FDA8502528F}"/>
          </ac:spMkLst>
        </pc:spChg>
      </pc:sldChg>
      <pc:sldChg chg="del">
        <pc:chgData name="贾洪勇" userId="c61acc37-df11-4a3b-9efd-dde9ef084f5f" providerId="ADAL" clId="{028C535D-B1E7-44EE-BCBB-BB27B1790AD6}" dt="2022-03-29T12:52:56.935" v="0" actId="47"/>
        <pc:sldMkLst>
          <pc:docMk/>
          <pc:sldMk cId="1013988333" sldId="466"/>
        </pc:sldMkLst>
      </pc:sldChg>
      <pc:sldChg chg="modSp del mod">
        <pc:chgData name="贾洪勇" userId="c61acc37-df11-4a3b-9efd-dde9ef084f5f" providerId="ADAL" clId="{028C535D-B1E7-44EE-BCBB-BB27B1790AD6}" dt="2022-04-03T10:21:01.517" v="1238" actId="47"/>
        <pc:sldMkLst>
          <pc:docMk/>
          <pc:sldMk cId="899096539" sldId="467"/>
        </pc:sldMkLst>
        <pc:spChg chg="mod">
          <ac:chgData name="贾洪勇" userId="c61acc37-df11-4a3b-9efd-dde9ef084f5f" providerId="ADAL" clId="{028C535D-B1E7-44EE-BCBB-BB27B1790AD6}" dt="2022-04-02T13:18:54.270" v="80"/>
          <ac:spMkLst>
            <pc:docMk/>
            <pc:sldMk cId="899096539" sldId="467"/>
            <ac:spMk id="2" creationId="{82387DBD-665A-4BB5-8C3B-5463FAE95DAA}"/>
          </ac:spMkLst>
        </pc:spChg>
        <pc:spChg chg="mod">
          <ac:chgData name="贾洪勇" userId="c61acc37-df11-4a3b-9efd-dde9ef084f5f" providerId="ADAL" clId="{028C535D-B1E7-44EE-BCBB-BB27B1790AD6}" dt="2022-04-02T13:20:33.384" v="111"/>
          <ac:spMkLst>
            <pc:docMk/>
            <pc:sldMk cId="899096539" sldId="467"/>
            <ac:spMk id="3" creationId="{76387D01-0501-4DBD-B8C0-065F48CF4F7E}"/>
          </ac:spMkLst>
        </pc:spChg>
      </pc:sldChg>
      <pc:sldChg chg="del">
        <pc:chgData name="贾洪勇" userId="c61acc37-df11-4a3b-9efd-dde9ef084f5f" providerId="ADAL" clId="{028C535D-B1E7-44EE-BCBB-BB27B1790AD6}" dt="2022-03-29T12:52:56.935" v="0" actId="47"/>
        <pc:sldMkLst>
          <pc:docMk/>
          <pc:sldMk cId="3718634459" sldId="467"/>
        </pc:sldMkLst>
      </pc:sldChg>
      <pc:sldChg chg="del">
        <pc:chgData name="贾洪勇" userId="c61acc37-df11-4a3b-9efd-dde9ef084f5f" providerId="ADAL" clId="{028C535D-B1E7-44EE-BCBB-BB27B1790AD6}" dt="2022-03-29T12:52:56.935" v="0" actId="47"/>
        <pc:sldMkLst>
          <pc:docMk/>
          <pc:sldMk cId="1268208445" sldId="468"/>
        </pc:sldMkLst>
      </pc:sldChg>
      <pc:sldChg chg="modSp new mod">
        <pc:chgData name="贾洪勇" userId="c61acc37-df11-4a3b-9efd-dde9ef084f5f" providerId="ADAL" clId="{028C535D-B1E7-44EE-BCBB-BB27B1790AD6}" dt="2022-04-03T10:21:47.564" v="1264" actId="6549"/>
        <pc:sldMkLst>
          <pc:docMk/>
          <pc:sldMk cId="3984113905" sldId="468"/>
        </pc:sldMkLst>
        <pc:spChg chg="mod">
          <ac:chgData name="贾洪勇" userId="c61acc37-df11-4a3b-9efd-dde9ef084f5f" providerId="ADAL" clId="{028C535D-B1E7-44EE-BCBB-BB27B1790AD6}" dt="2022-04-03T10:21:15.519" v="1256"/>
          <ac:spMkLst>
            <pc:docMk/>
            <pc:sldMk cId="3984113905" sldId="468"/>
            <ac:spMk id="2" creationId="{8F5F2AC8-26E3-4653-BA43-6008A1AB22C4}"/>
          </ac:spMkLst>
        </pc:spChg>
        <pc:spChg chg="mod">
          <ac:chgData name="贾洪勇" userId="c61acc37-df11-4a3b-9efd-dde9ef084f5f" providerId="ADAL" clId="{028C535D-B1E7-44EE-BCBB-BB27B1790AD6}" dt="2022-04-03T10:21:47.564" v="1264" actId="6549"/>
          <ac:spMkLst>
            <pc:docMk/>
            <pc:sldMk cId="3984113905" sldId="468"/>
            <ac:spMk id="3" creationId="{966091B9-9D17-4C46-AFD4-776B2FA7FCBF}"/>
          </ac:spMkLst>
        </pc:spChg>
      </pc:sldChg>
      <pc:sldChg chg="del">
        <pc:chgData name="贾洪勇" userId="c61acc37-df11-4a3b-9efd-dde9ef084f5f" providerId="ADAL" clId="{028C535D-B1E7-44EE-BCBB-BB27B1790AD6}" dt="2022-03-29T12:52:56.935" v="0" actId="47"/>
        <pc:sldMkLst>
          <pc:docMk/>
          <pc:sldMk cId="415404842" sldId="469"/>
        </pc:sldMkLst>
      </pc:sldChg>
      <pc:sldChg chg="modSp new mod">
        <pc:chgData name="贾洪勇" userId="c61acc37-df11-4a3b-9efd-dde9ef084f5f" providerId="ADAL" clId="{028C535D-B1E7-44EE-BCBB-BB27B1790AD6}" dt="2022-04-03T10:22:22.287" v="1266" actId="403"/>
        <pc:sldMkLst>
          <pc:docMk/>
          <pc:sldMk cId="1825218818" sldId="469"/>
        </pc:sldMkLst>
        <pc:spChg chg="mod">
          <ac:chgData name="贾洪勇" userId="c61acc37-df11-4a3b-9efd-dde9ef084f5f" providerId="ADAL" clId="{028C535D-B1E7-44EE-BCBB-BB27B1790AD6}" dt="2022-04-02T13:34:42.469" v="175"/>
          <ac:spMkLst>
            <pc:docMk/>
            <pc:sldMk cId="1825218818" sldId="469"/>
            <ac:spMk id="2" creationId="{75A9F9AC-EE53-401C-9F45-BCCA341FEB9F}"/>
          </ac:spMkLst>
        </pc:spChg>
        <pc:spChg chg="mod">
          <ac:chgData name="贾洪勇" userId="c61acc37-df11-4a3b-9efd-dde9ef084f5f" providerId="ADAL" clId="{028C535D-B1E7-44EE-BCBB-BB27B1790AD6}" dt="2022-04-03T10:22:22.287" v="1266" actId="403"/>
          <ac:spMkLst>
            <pc:docMk/>
            <pc:sldMk cId="1825218818" sldId="469"/>
            <ac:spMk id="3" creationId="{16ACA75B-9257-4888-B936-A5F5728194AC}"/>
          </ac:spMkLst>
        </pc:spChg>
      </pc:sldChg>
      <pc:sldChg chg="del">
        <pc:chgData name="贾洪勇" userId="c61acc37-df11-4a3b-9efd-dde9ef084f5f" providerId="ADAL" clId="{028C535D-B1E7-44EE-BCBB-BB27B1790AD6}" dt="2022-03-29T12:52:56.935" v="0" actId="47"/>
        <pc:sldMkLst>
          <pc:docMk/>
          <pc:sldMk cId="845457623" sldId="470"/>
        </pc:sldMkLst>
      </pc:sldChg>
      <pc:sldChg chg="modSp new mod">
        <pc:chgData name="贾洪勇" userId="c61acc37-df11-4a3b-9efd-dde9ef084f5f" providerId="ADAL" clId="{028C535D-B1E7-44EE-BCBB-BB27B1790AD6}" dt="2022-04-03T10:23:23.680" v="1269" actId="403"/>
        <pc:sldMkLst>
          <pc:docMk/>
          <pc:sldMk cId="3495358482" sldId="470"/>
        </pc:sldMkLst>
        <pc:spChg chg="mod">
          <ac:chgData name="贾洪勇" userId="c61acc37-df11-4a3b-9efd-dde9ef084f5f" providerId="ADAL" clId="{028C535D-B1E7-44EE-BCBB-BB27B1790AD6}" dt="2022-04-02T13:37:06.885" v="181"/>
          <ac:spMkLst>
            <pc:docMk/>
            <pc:sldMk cId="3495358482" sldId="470"/>
            <ac:spMk id="2" creationId="{A8616BD2-1862-41EC-B367-A3CD46AC50E7}"/>
          </ac:spMkLst>
        </pc:spChg>
        <pc:spChg chg="mod">
          <ac:chgData name="贾洪勇" userId="c61acc37-df11-4a3b-9efd-dde9ef084f5f" providerId="ADAL" clId="{028C535D-B1E7-44EE-BCBB-BB27B1790AD6}" dt="2022-04-03T10:23:23.680" v="1269" actId="403"/>
          <ac:spMkLst>
            <pc:docMk/>
            <pc:sldMk cId="3495358482" sldId="470"/>
            <ac:spMk id="3" creationId="{49AEE266-A234-4EC5-B19F-861576660C5B}"/>
          </ac:spMkLst>
        </pc:spChg>
      </pc:sldChg>
      <pc:sldChg chg="del">
        <pc:chgData name="贾洪勇" userId="c61acc37-df11-4a3b-9efd-dde9ef084f5f" providerId="ADAL" clId="{028C535D-B1E7-44EE-BCBB-BB27B1790AD6}" dt="2022-03-29T12:52:56.935" v="0" actId="47"/>
        <pc:sldMkLst>
          <pc:docMk/>
          <pc:sldMk cId="1950878073" sldId="471"/>
        </pc:sldMkLst>
      </pc:sldChg>
      <pc:sldChg chg="addSp modSp new mod modAnim">
        <pc:chgData name="贾洪勇" userId="c61acc37-df11-4a3b-9efd-dde9ef084f5f" providerId="ADAL" clId="{028C535D-B1E7-44EE-BCBB-BB27B1790AD6}" dt="2022-04-03T10:26:02.357" v="1287" actId="1035"/>
        <pc:sldMkLst>
          <pc:docMk/>
          <pc:sldMk cId="2753748557" sldId="471"/>
        </pc:sldMkLst>
        <pc:spChg chg="mod">
          <ac:chgData name="贾洪勇" userId="c61acc37-df11-4a3b-9efd-dde9ef084f5f" providerId="ADAL" clId="{028C535D-B1E7-44EE-BCBB-BB27B1790AD6}" dt="2022-04-02T13:38:43.039" v="209"/>
          <ac:spMkLst>
            <pc:docMk/>
            <pc:sldMk cId="2753748557" sldId="471"/>
            <ac:spMk id="2" creationId="{F48DD582-ADD5-4435-A250-F858930DF3F9}"/>
          </ac:spMkLst>
        </pc:spChg>
        <pc:spChg chg="mod">
          <ac:chgData name="贾洪勇" userId="c61acc37-df11-4a3b-9efd-dde9ef084f5f" providerId="ADAL" clId="{028C535D-B1E7-44EE-BCBB-BB27B1790AD6}" dt="2022-04-03T10:25:52.813" v="1272" actId="123"/>
          <ac:spMkLst>
            <pc:docMk/>
            <pc:sldMk cId="2753748557" sldId="471"/>
            <ac:spMk id="3" creationId="{CE03EDDF-DC07-4EF7-BE07-D5FBCB2FEB7E}"/>
          </ac:spMkLst>
        </pc:spChg>
        <pc:picChg chg="add mod">
          <ac:chgData name="贾洪勇" userId="c61acc37-df11-4a3b-9efd-dde9ef084f5f" providerId="ADAL" clId="{028C535D-B1E7-44EE-BCBB-BB27B1790AD6}" dt="2022-04-03T10:26:02.357" v="1287" actId="1035"/>
          <ac:picMkLst>
            <pc:docMk/>
            <pc:sldMk cId="2753748557" sldId="471"/>
            <ac:picMk id="6" creationId="{3B81B6A8-544C-4D4F-BCFF-2F2579242F5A}"/>
          </ac:picMkLst>
        </pc:picChg>
      </pc:sldChg>
      <pc:sldChg chg="modSp new mod">
        <pc:chgData name="贾洪勇" userId="c61acc37-df11-4a3b-9efd-dde9ef084f5f" providerId="ADAL" clId="{028C535D-B1E7-44EE-BCBB-BB27B1790AD6}" dt="2022-04-03T10:29:33.581" v="1324" actId="6549"/>
        <pc:sldMkLst>
          <pc:docMk/>
          <pc:sldMk cId="229324864" sldId="472"/>
        </pc:sldMkLst>
        <pc:spChg chg="mod">
          <ac:chgData name="贾洪勇" userId="c61acc37-df11-4a3b-9efd-dde9ef084f5f" providerId="ADAL" clId="{028C535D-B1E7-44EE-BCBB-BB27B1790AD6}" dt="2022-04-02T13:43:46.597" v="233" actId="20577"/>
          <ac:spMkLst>
            <pc:docMk/>
            <pc:sldMk cId="229324864" sldId="472"/>
            <ac:spMk id="2" creationId="{77D21992-8FB5-4F05-9541-B4B2490E597D}"/>
          </ac:spMkLst>
        </pc:spChg>
        <pc:spChg chg="mod">
          <ac:chgData name="贾洪勇" userId="c61acc37-df11-4a3b-9efd-dde9ef084f5f" providerId="ADAL" clId="{028C535D-B1E7-44EE-BCBB-BB27B1790AD6}" dt="2022-04-03T10:29:33.581" v="1324" actId="6549"/>
          <ac:spMkLst>
            <pc:docMk/>
            <pc:sldMk cId="229324864" sldId="472"/>
            <ac:spMk id="3" creationId="{A3F5B6ED-FFC9-4C2A-85E7-1310CDCCD4B8}"/>
          </ac:spMkLst>
        </pc:spChg>
      </pc:sldChg>
      <pc:sldChg chg="del">
        <pc:chgData name="贾洪勇" userId="c61acc37-df11-4a3b-9efd-dde9ef084f5f" providerId="ADAL" clId="{028C535D-B1E7-44EE-BCBB-BB27B1790AD6}" dt="2022-03-29T12:52:56.935" v="0" actId="47"/>
        <pc:sldMkLst>
          <pc:docMk/>
          <pc:sldMk cId="1435268052" sldId="472"/>
        </pc:sldMkLst>
      </pc:sldChg>
      <pc:sldChg chg="addSp modSp new mod modAnim">
        <pc:chgData name="贾洪勇" userId="c61acc37-df11-4a3b-9efd-dde9ef084f5f" providerId="ADAL" clId="{028C535D-B1E7-44EE-BCBB-BB27B1790AD6}" dt="2022-04-03T10:34:23.093" v="1347" actId="14100"/>
        <pc:sldMkLst>
          <pc:docMk/>
          <pc:sldMk cId="1190622648" sldId="473"/>
        </pc:sldMkLst>
        <pc:spChg chg="mod">
          <ac:chgData name="贾洪勇" userId="c61acc37-df11-4a3b-9efd-dde9ef084f5f" providerId="ADAL" clId="{028C535D-B1E7-44EE-BCBB-BB27B1790AD6}" dt="2022-04-02T13:45:03.181" v="241" actId="20577"/>
          <ac:spMkLst>
            <pc:docMk/>
            <pc:sldMk cId="1190622648" sldId="473"/>
            <ac:spMk id="2" creationId="{7B9B3135-A674-40EB-AAAE-A4A9CEDD90A8}"/>
          </ac:spMkLst>
        </pc:spChg>
        <pc:spChg chg="mod">
          <ac:chgData name="贾洪勇" userId="c61acc37-df11-4a3b-9efd-dde9ef084f5f" providerId="ADAL" clId="{028C535D-B1E7-44EE-BCBB-BB27B1790AD6}" dt="2022-04-03T10:34:08.939" v="1344" actId="6549"/>
          <ac:spMkLst>
            <pc:docMk/>
            <pc:sldMk cId="1190622648" sldId="473"/>
            <ac:spMk id="3" creationId="{2325D10A-2E83-482F-BE3B-6914F302C655}"/>
          </ac:spMkLst>
        </pc:spChg>
        <pc:picChg chg="add mod">
          <ac:chgData name="贾洪勇" userId="c61acc37-df11-4a3b-9efd-dde9ef084f5f" providerId="ADAL" clId="{028C535D-B1E7-44EE-BCBB-BB27B1790AD6}" dt="2022-04-03T10:34:23.093" v="1347" actId="14100"/>
          <ac:picMkLst>
            <pc:docMk/>
            <pc:sldMk cId="1190622648" sldId="473"/>
            <ac:picMk id="6" creationId="{6324B33B-8FD7-4737-BD78-CBE5965B15B6}"/>
          </ac:picMkLst>
        </pc:picChg>
      </pc:sldChg>
      <pc:sldChg chg="del">
        <pc:chgData name="贾洪勇" userId="c61acc37-df11-4a3b-9efd-dde9ef084f5f" providerId="ADAL" clId="{028C535D-B1E7-44EE-BCBB-BB27B1790AD6}" dt="2022-03-29T12:52:56.935" v="0" actId="47"/>
        <pc:sldMkLst>
          <pc:docMk/>
          <pc:sldMk cId="2010765873" sldId="473"/>
        </pc:sldMkLst>
      </pc:sldChg>
      <pc:sldChg chg="addSp modSp new mod">
        <pc:chgData name="贾洪勇" userId="c61acc37-df11-4a3b-9efd-dde9ef084f5f" providerId="ADAL" clId="{028C535D-B1E7-44EE-BCBB-BB27B1790AD6}" dt="2022-04-03T10:35:32.957" v="1352" actId="1076"/>
        <pc:sldMkLst>
          <pc:docMk/>
          <pc:sldMk cId="2240394479" sldId="474"/>
        </pc:sldMkLst>
        <pc:spChg chg="mod">
          <ac:chgData name="贾洪勇" userId="c61acc37-df11-4a3b-9efd-dde9ef084f5f" providerId="ADAL" clId="{028C535D-B1E7-44EE-BCBB-BB27B1790AD6}" dt="2022-04-02T13:48:19.788" v="261"/>
          <ac:spMkLst>
            <pc:docMk/>
            <pc:sldMk cId="2240394479" sldId="474"/>
            <ac:spMk id="2" creationId="{6394A980-7008-45F6-A3EB-DF75D9453AF3}"/>
          </ac:spMkLst>
        </pc:spChg>
        <pc:spChg chg="mod">
          <ac:chgData name="贾洪勇" userId="c61acc37-df11-4a3b-9efd-dde9ef084f5f" providerId="ADAL" clId="{028C535D-B1E7-44EE-BCBB-BB27B1790AD6}" dt="2022-04-03T10:34:57.986" v="1349" actId="6549"/>
          <ac:spMkLst>
            <pc:docMk/>
            <pc:sldMk cId="2240394479" sldId="474"/>
            <ac:spMk id="3" creationId="{CD282D3E-A364-40F7-918F-5421F8FC09F3}"/>
          </ac:spMkLst>
        </pc:spChg>
        <pc:picChg chg="add mod">
          <ac:chgData name="贾洪勇" userId="c61acc37-df11-4a3b-9efd-dde9ef084f5f" providerId="ADAL" clId="{028C535D-B1E7-44EE-BCBB-BB27B1790AD6}" dt="2022-04-03T10:35:32.957" v="1352" actId="1076"/>
          <ac:picMkLst>
            <pc:docMk/>
            <pc:sldMk cId="2240394479" sldId="474"/>
            <ac:picMk id="6" creationId="{5551DE21-3EFA-40AF-A2D8-EB05BE191468}"/>
          </ac:picMkLst>
        </pc:picChg>
      </pc:sldChg>
      <pc:sldChg chg="del">
        <pc:chgData name="贾洪勇" userId="c61acc37-df11-4a3b-9efd-dde9ef084f5f" providerId="ADAL" clId="{028C535D-B1E7-44EE-BCBB-BB27B1790AD6}" dt="2022-03-29T12:52:56.935" v="0" actId="47"/>
        <pc:sldMkLst>
          <pc:docMk/>
          <pc:sldMk cId="2678660580" sldId="474"/>
        </pc:sldMkLst>
      </pc:sldChg>
      <pc:sldChg chg="modSp new mod">
        <pc:chgData name="贾洪勇" userId="c61acc37-df11-4a3b-9efd-dde9ef084f5f" providerId="ADAL" clId="{028C535D-B1E7-44EE-BCBB-BB27B1790AD6}" dt="2022-04-03T10:39:01.838" v="1373" actId="20577"/>
        <pc:sldMkLst>
          <pc:docMk/>
          <pc:sldMk cId="2990693682" sldId="475"/>
        </pc:sldMkLst>
        <pc:spChg chg="mod">
          <ac:chgData name="贾洪勇" userId="c61acc37-df11-4a3b-9efd-dde9ef084f5f" providerId="ADAL" clId="{028C535D-B1E7-44EE-BCBB-BB27B1790AD6}" dt="2022-04-02T13:50:06.235" v="298"/>
          <ac:spMkLst>
            <pc:docMk/>
            <pc:sldMk cId="2990693682" sldId="475"/>
            <ac:spMk id="2" creationId="{01891846-F0EF-4476-A417-8F7175B05D13}"/>
          </ac:spMkLst>
        </pc:spChg>
        <pc:spChg chg="mod">
          <ac:chgData name="贾洪勇" userId="c61acc37-df11-4a3b-9efd-dde9ef084f5f" providerId="ADAL" clId="{028C535D-B1E7-44EE-BCBB-BB27B1790AD6}" dt="2022-04-03T10:39:01.838" v="1373" actId="20577"/>
          <ac:spMkLst>
            <pc:docMk/>
            <pc:sldMk cId="2990693682" sldId="475"/>
            <ac:spMk id="3" creationId="{79F950BE-51AC-4912-B380-6DEF6F37D03A}"/>
          </ac:spMkLst>
        </pc:spChg>
      </pc:sldChg>
      <pc:sldChg chg="del">
        <pc:chgData name="贾洪勇" userId="c61acc37-df11-4a3b-9efd-dde9ef084f5f" providerId="ADAL" clId="{028C535D-B1E7-44EE-BCBB-BB27B1790AD6}" dt="2022-03-29T12:52:56.935" v="0" actId="47"/>
        <pc:sldMkLst>
          <pc:docMk/>
          <pc:sldMk cId="3357873582" sldId="475"/>
        </pc:sldMkLst>
      </pc:sldChg>
      <pc:sldChg chg="modSp new mod">
        <pc:chgData name="贾洪勇" userId="c61acc37-df11-4a3b-9efd-dde9ef084f5f" providerId="ADAL" clId="{028C535D-B1E7-44EE-BCBB-BB27B1790AD6}" dt="2022-04-03T10:42:08.500" v="1410"/>
        <pc:sldMkLst>
          <pc:docMk/>
          <pc:sldMk cId="912145242" sldId="476"/>
        </pc:sldMkLst>
        <pc:spChg chg="mod">
          <ac:chgData name="贾洪勇" userId="c61acc37-df11-4a3b-9efd-dde9ef084f5f" providerId="ADAL" clId="{028C535D-B1E7-44EE-BCBB-BB27B1790AD6}" dt="2022-04-02T13:50:47.294" v="321"/>
          <ac:spMkLst>
            <pc:docMk/>
            <pc:sldMk cId="912145242" sldId="476"/>
            <ac:spMk id="2" creationId="{981774EF-4C98-4541-9F19-27012A0AC390}"/>
          </ac:spMkLst>
        </pc:spChg>
        <pc:spChg chg="mod">
          <ac:chgData name="贾洪勇" userId="c61acc37-df11-4a3b-9efd-dde9ef084f5f" providerId="ADAL" clId="{028C535D-B1E7-44EE-BCBB-BB27B1790AD6}" dt="2022-04-03T10:42:08.500" v="1410"/>
          <ac:spMkLst>
            <pc:docMk/>
            <pc:sldMk cId="912145242" sldId="476"/>
            <ac:spMk id="3" creationId="{FE8E8DB9-D096-403E-AB1C-A7DB22530E6C}"/>
          </ac:spMkLst>
        </pc:spChg>
      </pc:sldChg>
      <pc:sldChg chg="del">
        <pc:chgData name="贾洪勇" userId="c61acc37-df11-4a3b-9efd-dde9ef084f5f" providerId="ADAL" clId="{028C535D-B1E7-44EE-BCBB-BB27B1790AD6}" dt="2022-03-29T12:52:56.935" v="0" actId="47"/>
        <pc:sldMkLst>
          <pc:docMk/>
          <pc:sldMk cId="3563242257" sldId="476"/>
        </pc:sldMkLst>
      </pc:sldChg>
      <pc:sldChg chg="addSp delSp modSp new mod">
        <pc:chgData name="贾洪勇" userId="c61acc37-df11-4a3b-9efd-dde9ef084f5f" providerId="ADAL" clId="{028C535D-B1E7-44EE-BCBB-BB27B1790AD6}" dt="2022-04-03T11:42:12.952" v="1420"/>
        <pc:sldMkLst>
          <pc:docMk/>
          <pc:sldMk cId="745352051" sldId="477"/>
        </pc:sldMkLst>
        <pc:spChg chg="mod">
          <ac:chgData name="贾洪勇" userId="c61acc37-df11-4a3b-9efd-dde9ef084f5f" providerId="ADAL" clId="{028C535D-B1E7-44EE-BCBB-BB27B1790AD6}" dt="2022-04-02T14:02:58.730" v="346"/>
          <ac:spMkLst>
            <pc:docMk/>
            <pc:sldMk cId="745352051" sldId="477"/>
            <ac:spMk id="2" creationId="{8A8E2FD3-E9E3-40D2-9037-6949593E6121}"/>
          </ac:spMkLst>
        </pc:spChg>
        <pc:spChg chg="mod">
          <ac:chgData name="贾洪勇" userId="c61acc37-df11-4a3b-9efd-dde9ef084f5f" providerId="ADAL" clId="{028C535D-B1E7-44EE-BCBB-BB27B1790AD6}" dt="2022-04-03T11:42:12.952" v="1420"/>
          <ac:spMkLst>
            <pc:docMk/>
            <pc:sldMk cId="745352051" sldId="477"/>
            <ac:spMk id="3" creationId="{3732D05B-F8FC-4D6D-A46E-5909C6EC59B1}"/>
          </ac:spMkLst>
        </pc:spChg>
        <pc:picChg chg="add del">
          <ac:chgData name="贾洪勇" userId="c61acc37-df11-4a3b-9efd-dde9ef084f5f" providerId="ADAL" clId="{028C535D-B1E7-44EE-BCBB-BB27B1790AD6}" dt="2022-04-02T14:04:49.664" v="356" actId="21"/>
          <ac:picMkLst>
            <pc:docMk/>
            <pc:sldMk cId="745352051" sldId="477"/>
            <ac:picMk id="6" creationId="{3106965E-8B0B-4A76-A9CC-8D691EC4664A}"/>
          </ac:picMkLst>
        </pc:picChg>
      </pc:sldChg>
      <pc:sldChg chg="del">
        <pc:chgData name="贾洪勇" userId="c61acc37-df11-4a3b-9efd-dde9ef084f5f" providerId="ADAL" clId="{028C535D-B1E7-44EE-BCBB-BB27B1790AD6}" dt="2022-03-29T12:52:56.935" v="0" actId="47"/>
        <pc:sldMkLst>
          <pc:docMk/>
          <pc:sldMk cId="2682232739" sldId="477"/>
        </pc:sldMkLst>
      </pc:sldChg>
      <pc:sldChg chg="addSp delSp modSp new mod">
        <pc:chgData name="贾洪勇" userId="c61acc37-df11-4a3b-9efd-dde9ef084f5f" providerId="ADAL" clId="{028C535D-B1E7-44EE-BCBB-BB27B1790AD6}" dt="2022-04-02T14:05:08.705" v="381"/>
        <pc:sldMkLst>
          <pc:docMk/>
          <pc:sldMk cId="2907539941" sldId="478"/>
        </pc:sldMkLst>
        <pc:spChg chg="mod">
          <ac:chgData name="贾洪勇" userId="c61acc37-df11-4a3b-9efd-dde9ef084f5f" providerId="ADAL" clId="{028C535D-B1E7-44EE-BCBB-BB27B1790AD6}" dt="2022-04-02T14:05:08.705" v="381"/>
          <ac:spMkLst>
            <pc:docMk/>
            <pc:sldMk cId="2907539941" sldId="478"/>
            <ac:spMk id="2" creationId="{03D71536-84DA-4594-9FB6-0C54FF607D54}"/>
          </ac:spMkLst>
        </pc:spChg>
        <pc:spChg chg="del">
          <ac:chgData name="贾洪勇" userId="c61acc37-df11-4a3b-9efd-dde9ef084f5f" providerId="ADAL" clId="{028C535D-B1E7-44EE-BCBB-BB27B1790AD6}" dt="2022-04-02T14:04:55.083" v="358"/>
          <ac:spMkLst>
            <pc:docMk/>
            <pc:sldMk cId="2907539941" sldId="478"/>
            <ac:spMk id="3" creationId="{71FC076A-A56D-4871-B855-5990F10F2009}"/>
          </ac:spMkLst>
        </pc:spChg>
        <pc:picChg chg="add mod">
          <ac:chgData name="贾洪勇" userId="c61acc37-df11-4a3b-9efd-dde9ef084f5f" providerId="ADAL" clId="{028C535D-B1E7-44EE-BCBB-BB27B1790AD6}" dt="2022-04-02T14:04:55.083" v="358"/>
          <ac:picMkLst>
            <pc:docMk/>
            <pc:sldMk cId="2907539941" sldId="478"/>
            <ac:picMk id="5" creationId="{D290B938-16C4-45D2-BF20-0846D2215500}"/>
          </ac:picMkLst>
        </pc:picChg>
      </pc:sldChg>
      <pc:sldChg chg="del">
        <pc:chgData name="贾洪勇" userId="c61acc37-df11-4a3b-9efd-dde9ef084f5f" providerId="ADAL" clId="{028C535D-B1E7-44EE-BCBB-BB27B1790AD6}" dt="2022-03-29T12:52:56.935" v="0" actId="47"/>
        <pc:sldMkLst>
          <pc:docMk/>
          <pc:sldMk cId="3457729474" sldId="478"/>
        </pc:sldMkLst>
      </pc:sldChg>
      <pc:sldChg chg="modSp new mod">
        <pc:chgData name="贾洪勇" userId="c61acc37-df11-4a3b-9efd-dde9ef084f5f" providerId="ADAL" clId="{028C535D-B1E7-44EE-BCBB-BB27B1790AD6}" dt="2022-04-03T11:52:28.784" v="1445" actId="1076"/>
        <pc:sldMkLst>
          <pc:docMk/>
          <pc:sldMk cId="1813265097" sldId="479"/>
        </pc:sldMkLst>
        <pc:spChg chg="mod">
          <ac:chgData name="贾洪勇" userId="c61acc37-df11-4a3b-9efd-dde9ef084f5f" providerId="ADAL" clId="{028C535D-B1E7-44EE-BCBB-BB27B1790AD6}" dt="2022-04-02T14:07:40.539" v="403"/>
          <ac:spMkLst>
            <pc:docMk/>
            <pc:sldMk cId="1813265097" sldId="479"/>
            <ac:spMk id="2" creationId="{7552D111-7876-4BF3-89DB-EE09CF9C40F7}"/>
          </ac:spMkLst>
        </pc:spChg>
        <pc:spChg chg="mod">
          <ac:chgData name="贾洪勇" userId="c61acc37-df11-4a3b-9efd-dde9ef084f5f" providerId="ADAL" clId="{028C535D-B1E7-44EE-BCBB-BB27B1790AD6}" dt="2022-04-03T11:52:28.784" v="1445" actId="1076"/>
          <ac:spMkLst>
            <pc:docMk/>
            <pc:sldMk cId="1813265097" sldId="479"/>
            <ac:spMk id="3" creationId="{3349D573-C125-4778-8112-210D1DEFB16D}"/>
          </ac:spMkLst>
        </pc:spChg>
      </pc:sldChg>
      <pc:sldChg chg="del">
        <pc:chgData name="贾洪勇" userId="c61acc37-df11-4a3b-9efd-dde9ef084f5f" providerId="ADAL" clId="{028C535D-B1E7-44EE-BCBB-BB27B1790AD6}" dt="2022-03-29T12:52:56.935" v="0" actId="47"/>
        <pc:sldMkLst>
          <pc:docMk/>
          <pc:sldMk cId="1918163449" sldId="479"/>
        </pc:sldMkLst>
      </pc:sldChg>
      <pc:sldChg chg="del">
        <pc:chgData name="贾洪勇" userId="c61acc37-df11-4a3b-9efd-dde9ef084f5f" providerId="ADAL" clId="{028C535D-B1E7-44EE-BCBB-BB27B1790AD6}" dt="2022-03-29T12:52:56.935" v="0" actId="47"/>
        <pc:sldMkLst>
          <pc:docMk/>
          <pc:sldMk cId="554001834" sldId="480"/>
        </pc:sldMkLst>
      </pc:sldChg>
      <pc:sldChg chg="modSp new mod">
        <pc:chgData name="贾洪勇" userId="c61acc37-df11-4a3b-9efd-dde9ef084f5f" providerId="ADAL" clId="{028C535D-B1E7-44EE-BCBB-BB27B1790AD6}" dt="2022-04-03T12:08:03.001" v="1446" actId="123"/>
        <pc:sldMkLst>
          <pc:docMk/>
          <pc:sldMk cId="3424721397" sldId="480"/>
        </pc:sldMkLst>
        <pc:spChg chg="mod">
          <ac:chgData name="贾洪勇" userId="c61acc37-df11-4a3b-9efd-dde9ef084f5f" providerId="ADAL" clId="{028C535D-B1E7-44EE-BCBB-BB27B1790AD6}" dt="2022-04-02T14:08:33.393" v="430"/>
          <ac:spMkLst>
            <pc:docMk/>
            <pc:sldMk cId="3424721397" sldId="480"/>
            <ac:spMk id="2" creationId="{BB276170-6FA7-4438-952B-72C2C7DA4FA6}"/>
          </ac:spMkLst>
        </pc:spChg>
        <pc:spChg chg="mod">
          <ac:chgData name="贾洪勇" userId="c61acc37-df11-4a3b-9efd-dde9ef084f5f" providerId="ADAL" clId="{028C535D-B1E7-44EE-BCBB-BB27B1790AD6}" dt="2022-04-03T12:08:03.001" v="1446" actId="123"/>
          <ac:spMkLst>
            <pc:docMk/>
            <pc:sldMk cId="3424721397" sldId="480"/>
            <ac:spMk id="3" creationId="{2AD0C201-7578-4E5C-9FFA-1F037B7A7AC7}"/>
          </ac:spMkLst>
        </pc:spChg>
      </pc:sldChg>
      <pc:sldChg chg="del">
        <pc:chgData name="贾洪勇" userId="c61acc37-df11-4a3b-9efd-dde9ef084f5f" providerId="ADAL" clId="{028C535D-B1E7-44EE-BCBB-BB27B1790AD6}" dt="2022-03-29T12:52:56.935" v="0" actId="47"/>
        <pc:sldMkLst>
          <pc:docMk/>
          <pc:sldMk cId="1927036431" sldId="481"/>
        </pc:sldMkLst>
      </pc:sldChg>
      <pc:sldChg chg="modSp new mod">
        <pc:chgData name="贾洪勇" userId="c61acc37-df11-4a3b-9efd-dde9ef084f5f" providerId="ADAL" clId="{028C535D-B1E7-44EE-BCBB-BB27B1790AD6}" dt="2022-04-03T12:09:46.885" v="1454" actId="14100"/>
        <pc:sldMkLst>
          <pc:docMk/>
          <pc:sldMk cId="1980777540" sldId="481"/>
        </pc:sldMkLst>
        <pc:spChg chg="mod">
          <ac:chgData name="贾洪勇" userId="c61acc37-df11-4a3b-9efd-dde9ef084f5f" providerId="ADAL" clId="{028C535D-B1E7-44EE-BCBB-BB27B1790AD6}" dt="2022-04-02T14:09:55.788" v="452"/>
          <ac:spMkLst>
            <pc:docMk/>
            <pc:sldMk cId="1980777540" sldId="481"/>
            <ac:spMk id="2" creationId="{44020F4E-D753-4A8B-A915-BDAA06474066}"/>
          </ac:spMkLst>
        </pc:spChg>
        <pc:spChg chg="mod">
          <ac:chgData name="贾洪勇" userId="c61acc37-df11-4a3b-9efd-dde9ef084f5f" providerId="ADAL" clId="{028C535D-B1E7-44EE-BCBB-BB27B1790AD6}" dt="2022-04-03T12:09:46.885" v="1454" actId="14100"/>
          <ac:spMkLst>
            <pc:docMk/>
            <pc:sldMk cId="1980777540" sldId="481"/>
            <ac:spMk id="3" creationId="{A96B4DA0-442E-425F-A105-23026FC6EF2E}"/>
          </ac:spMkLst>
        </pc:spChg>
      </pc:sldChg>
      <pc:sldChg chg="del">
        <pc:chgData name="贾洪勇" userId="c61acc37-df11-4a3b-9efd-dde9ef084f5f" providerId="ADAL" clId="{028C535D-B1E7-44EE-BCBB-BB27B1790AD6}" dt="2022-03-29T12:52:56.935" v="0" actId="47"/>
        <pc:sldMkLst>
          <pc:docMk/>
          <pc:sldMk cId="515581543" sldId="482"/>
        </pc:sldMkLst>
      </pc:sldChg>
      <pc:sldChg chg="modSp new mod">
        <pc:chgData name="贾洪勇" userId="c61acc37-df11-4a3b-9efd-dde9ef084f5f" providerId="ADAL" clId="{028C535D-B1E7-44EE-BCBB-BB27B1790AD6}" dt="2022-04-03T12:10:49.036" v="1470" actId="20577"/>
        <pc:sldMkLst>
          <pc:docMk/>
          <pc:sldMk cId="1927778480" sldId="482"/>
        </pc:sldMkLst>
        <pc:spChg chg="mod">
          <ac:chgData name="贾洪勇" userId="c61acc37-df11-4a3b-9efd-dde9ef084f5f" providerId="ADAL" clId="{028C535D-B1E7-44EE-BCBB-BB27B1790AD6}" dt="2022-04-02T14:11:53.231" v="466"/>
          <ac:spMkLst>
            <pc:docMk/>
            <pc:sldMk cId="1927778480" sldId="482"/>
            <ac:spMk id="2" creationId="{3B55C731-4304-4E6A-830D-A853E8CA0E2D}"/>
          </ac:spMkLst>
        </pc:spChg>
        <pc:spChg chg="mod">
          <ac:chgData name="贾洪勇" userId="c61acc37-df11-4a3b-9efd-dde9ef084f5f" providerId="ADAL" clId="{028C535D-B1E7-44EE-BCBB-BB27B1790AD6}" dt="2022-04-03T12:10:49.036" v="1470" actId="20577"/>
          <ac:spMkLst>
            <pc:docMk/>
            <pc:sldMk cId="1927778480" sldId="482"/>
            <ac:spMk id="3" creationId="{B5269789-C655-4C9F-9AC2-FB0BEEEFE73E}"/>
          </ac:spMkLst>
        </pc:spChg>
      </pc:sldChg>
      <pc:sldChg chg="modSp new del mod">
        <pc:chgData name="贾洪勇" userId="c61acc37-df11-4a3b-9efd-dde9ef084f5f" providerId="ADAL" clId="{028C535D-B1E7-44EE-BCBB-BB27B1790AD6}" dt="2022-04-03T12:17:54.580" v="1500" actId="47"/>
        <pc:sldMkLst>
          <pc:docMk/>
          <pc:sldMk cId="2356229424" sldId="483"/>
        </pc:sldMkLst>
        <pc:spChg chg="mod">
          <ac:chgData name="贾洪勇" userId="c61acc37-df11-4a3b-9efd-dde9ef084f5f" providerId="ADAL" clId="{028C535D-B1E7-44EE-BCBB-BB27B1790AD6}" dt="2022-04-03T12:14:47.030" v="1471" actId="21"/>
          <ac:spMkLst>
            <pc:docMk/>
            <pc:sldMk cId="2356229424" sldId="483"/>
            <ac:spMk id="3" creationId="{9380A840-DBA2-401A-9EDF-13EDC9501A16}"/>
          </ac:spMkLst>
        </pc:spChg>
      </pc:sldChg>
      <pc:sldChg chg="del">
        <pc:chgData name="贾洪勇" userId="c61acc37-df11-4a3b-9efd-dde9ef084f5f" providerId="ADAL" clId="{028C535D-B1E7-44EE-BCBB-BB27B1790AD6}" dt="2022-03-29T12:52:56.935" v="0" actId="47"/>
        <pc:sldMkLst>
          <pc:docMk/>
          <pc:sldMk cId="3433096588" sldId="483"/>
        </pc:sldMkLst>
      </pc:sldChg>
      <pc:sldChg chg="modSp new mod">
        <pc:chgData name="贾洪勇" userId="c61acc37-df11-4a3b-9efd-dde9ef084f5f" providerId="ADAL" clId="{028C535D-B1E7-44EE-BCBB-BB27B1790AD6}" dt="2022-04-03T12:22:59.856" v="1521" actId="14100"/>
        <pc:sldMkLst>
          <pc:docMk/>
          <pc:sldMk cId="33793006" sldId="484"/>
        </pc:sldMkLst>
        <pc:spChg chg="mod">
          <ac:chgData name="贾洪勇" userId="c61acc37-df11-4a3b-9efd-dde9ef084f5f" providerId="ADAL" clId="{028C535D-B1E7-44EE-BCBB-BB27B1790AD6}" dt="2022-04-03T12:19:29.745" v="1516"/>
          <ac:spMkLst>
            <pc:docMk/>
            <pc:sldMk cId="33793006" sldId="484"/>
            <ac:spMk id="2" creationId="{D6B8B5AB-549C-4FF0-810F-24C8F21D92A3}"/>
          </ac:spMkLst>
        </pc:spChg>
        <pc:spChg chg="mod">
          <ac:chgData name="贾洪勇" userId="c61acc37-df11-4a3b-9efd-dde9ef084f5f" providerId="ADAL" clId="{028C535D-B1E7-44EE-BCBB-BB27B1790AD6}" dt="2022-04-03T12:22:59.856" v="1521" actId="14100"/>
          <ac:spMkLst>
            <pc:docMk/>
            <pc:sldMk cId="33793006" sldId="484"/>
            <ac:spMk id="3" creationId="{35993EE0-7B54-44A5-9AFF-388FC38B0663}"/>
          </ac:spMkLst>
        </pc:spChg>
      </pc:sldChg>
      <pc:sldChg chg="del">
        <pc:chgData name="贾洪勇" userId="c61acc37-df11-4a3b-9efd-dde9ef084f5f" providerId="ADAL" clId="{028C535D-B1E7-44EE-BCBB-BB27B1790AD6}" dt="2022-03-29T12:52:56.935" v="0" actId="47"/>
        <pc:sldMkLst>
          <pc:docMk/>
          <pc:sldMk cId="2630660010" sldId="484"/>
        </pc:sldMkLst>
      </pc:sldChg>
      <pc:sldChg chg="modSp new mod">
        <pc:chgData name="贾洪勇" userId="c61acc37-df11-4a3b-9efd-dde9ef084f5f" providerId="ADAL" clId="{028C535D-B1E7-44EE-BCBB-BB27B1790AD6}" dt="2022-04-03T13:19:10.079" v="1530"/>
        <pc:sldMkLst>
          <pc:docMk/>
          <pc:sldMk cId="2003248943" sldId="485"/>
        </pc:sldMkLst>
        <pc:spChg chg="mod">
          <ac:chgData name="贾洪勇" userId="c61acc37-df11-4a3b-9efd-dde9ef084f5f" providerId="ADAL" clId="{028C535D-B1E7-44EE-BCBB-BB27B1790AD6}" dt="2022-04-02T14:24:28.892" v="561"/>
          <ac:spMkLst>
            <pc:docMk/>
            <pc:sldMk cId="2003248943" sldId="485"/>
            <ac:spMk id="2" creationId="{58FBFE4A-8041-4B73-BFD5-B9008061AA39}"/>
          </ac:spMkLst>
        </pc:spChg>
        <pc:spChg chg="mod">
          <ac:chgData name="贾洪勇" userId="c61acc37-df11-4a3b-9efd-dde9ef084f5f" providerId="ADAL" clId="{028C535D-B1E7-44EE-BCBB-BB27B1790AD6}" dt="2022-04-03T13:19:10.079" v="1530"/>
          <ac:spMkLst>
            <pc:docMk/>
            <pc:sldMk cId="2003248943" sldId="485"/>
            <ac:spMk id="3" creationId="{F56F7E6B-010C-43ED-B90B-C82E3FA07A43}"/>
          </ac:spMkLst>
        </pc:spChg>
      </pc:sldChg>
      <pc:sldChg chg="del">
        <pc:chgData name="贾洪勇" userId="c61acc37-df11-4a3b-9efd-dde9ef084f5f" providerId="ADAL" clId="{028C535D-B1E7-44EE-BCBB-BB27B1790AD6}" dt="2022-03-29T12:52:56.935" v="0" actId="47"/>
        <pc:sldMkLst>
          <pc:docMk/>
          <pc:sldMk cId="2627671772" sldId="485"/>
        </pc:sldMkLst>
      </pc:sldChg>
      <pc:sldChg chg="del">
        <pc:chgData name="贾洪勇" userId="c61acc37-df11-4a3b-9efd-dde9ef084f5f" providerId="ADAL" clId="{028C535D-B1E7-44EE-BCBB-BB27B1790AD6}" dt="2022-03-29T12:52:56.935" v="0" actId="47"/>
        <pc:sldMkLst>
          <pc:docMk/>
          <pc:sldMk cId="1955454083" sldId="486"/>
        </pc:sldMkLst>
      </pc:sldChg>
      <pc:sldChg chg="modSp new mod">
        <pc:chgData name="贾洪勇" userId="c61acc37-df11-4a3b-9efd-dde9ef084f5f" providerId="ADAL" clId="{028C535D-B1E7-44EE-BCBB-BB27B1790AD6}" dt="2022-04-03T13:42:13.979" v="1536" actId="6549"/>
        <pc:sldMkLst>
          <pc:docMk/>
          <pc:sldMk cId="2042743988" sldId="486"/>
        </pc:sldMkLst>
        <pc:spChg chg="mod">
          <ac:chgData name="贾洪勇" userId="c61acc37-df11-4a3b-9efd-dde9ef084f5f" providerId="ADAL" clId="{028C535D-B1E7-44EE-BCBB-BB27B1790AD6}" dt="2022-04-02T14:26:45.557" v="606"/>
          <ac:spMkLst>
            <pc:docMk/>
            <pc:sldMk cId="2042743988" sldId="486"/>
            <ac:spMk id="2" creationId="{DC621074-C9F4-461F-B2A7-D52E8BF3ADD6}"/>
          </ac:spMkLst>
        </pc:spChg>
        <pc:spChg chg="mod">
          <ac:chgData name="贾洪勇" userId="c61acc37-df11-4a3b-9efd-dde9ef084f5f" providerId="ADAL" clId="{028C535D-B1E7-44EE-BCBB-BB27B1790AD6}" dt="2022-04-03T13:42:13.979" v="1536" actId="6549"/>
          <ac:spMkLst>
            <pc:docMk/>
            <pc:sldMk cId="2042743988" sldId="486"/>
            <ac:spMk id="3" creationId="{803222D6-62B2-4A1A-8195-D023FFA4C7D0}"/>
          </ac:spMkLst>
        </pc:spChg>
      </pc:sldChg>
      <pc:sldChg chg="modSp new mod">
        <pc:chgData name="贾洪勇" userId="c61acc37-df11-4a3b-9efd-dde9ef084f5f" providerId="ADAL" clId="{028C535D-B1E7-44EE-BCBB-BB27B1790AD6}" dt="2022-04-03T14:14:24.619" v="1659"/>
        <pc:sldMkLst>
          <pc:docMk/>
          <pc:sldMk cId="3994754417" sldId="487"/>
        </pc:sldMkLst>
        <pc:spChg chg="mod">
          <ac:chgData name="贾洪勇" userId="c61acc37-df11-4a3b-9efd-dde9ef084f5f" providerId="ADAL" clId="{028C535D-B1E7-44EE-BCBB-BB27B1790AD6}" dt="2022-04-03T13:56:17.518" v="1581" actId="1037"/>
          <ac:spMkLst>
            <pc:docMk/>
            <pc:sldMk cId="3994754417" sldId="487"/>
            <ac:spMk id="2" creationId="{721307CB-78F2-4D9F-BA0F-A8A78432B68C}"/>
          </ac:spMkLst>
        </pc:spChg>
        <pc:spChg chg="mod">
          <ac:chgData name="贾洪勇" userId="c61acc37-df11-4a3b-9efd-dde9ef084f5f" providerId="ADAL" clId="{028C535D-B1E7-44EE-BCBB-BB27B1790AD6}" dt="2022-04-03T14:14:24.619" v="1659"/>
          <ac:spMkLst>
            <pc:docMk/>
            <pc:sldMk cId="3994754417" sldId="487"/>
            <ac:spMk id="3" creationId="{14EEBC17-C431-41F4-9038-E48AADF51B89}"/>
          </ac:spMkLst>
        </pc:spChg>
      </pc:sldChg>
      <pc:sldChg chg="del">
        <pc:chgData name="贾洪勇" userId="c61acc37-df11-4a3b-9efd-dde9ef084f5f" providerId="ADAL" clId="{028C535D-B1E7-44EE-BCBB-BB27B1790AD6}" dt="2022-03-29T12:52:56.935" v="0" actId="47"/>
        <pc:sldMkLst>
          <pc:docMk/>
          <pc:sldMk cId="4241848649" sldId="487"/>
        </pc:sldMkLst>
      </pc:sldChg>
      <pc:sldChg chg="del">
        <pc:chgData name="贾洪勇" userId="c61acc37-df11-4a3b-9efd-dde9ef084f5f" providerId="ADAL" clId="{028C535D-B1E7-44EE-BCBB-BB27B1790AD6}" dt="2022-03-29T12:52:56.935" v="0" actId="47"/>
        <pc:sldMkLst>
          <pc:docMk/>
          <pc:sldMk cId="2590464300" sldId="488"/>
        </pc:sldMkLst>
      </pc:sldChg>
      <pc:sldChg chg="modSp new mod">
        <pc:chgData name="贾洪勇" userId="c61acc37-df11-4a3b-9efd-dde9ef084f5f" providerId="ADAL" clId="{028C535D-B1E7-44EE-BCBB-BB27B1790AD6}" dt="2022-04-03T14:14:38.258" v="1662" actId="108"/>
        <pc:sldMkLst>
          <pc:docMk/>
          <pc:sldMk cId="3005641388" sldId="488"/>
        </pc:sldMkLst>
        <pc:spChg chg="mod">
          <ac:chgData name="贾洪勇" userId="c61acc37-df11-4a3b-9efd-dde9ef084f5f" providerId="ADAL" clId="{028C535D-B1E7-44EE-BCBB-BB27B1790AD6}" dt="2022-04-03T14:14:38.258" v="1662" actId="108"/>
          <ac:spMkLst>
            <pc:docMk/>
            <pc:sldMk cId="3005641388" sldId="488"/>
            <ac:spMk id="3" creationId="{98488D34-75DA-4D34-9D96-6E8A1B8D0069}"/>
          </ac:spMkLst>
        </pc:spChg>
      </pc:sldChg>
      <pc:sldChg chg="modSp new mod">
        <pc:chgData name="贾洪勇" userId="c61acc37-df11-4a3b-9efd-dde9ef084f5f" providerId="ADAL" clId="{028C535D-B1E7-44EE-BCBB-BB27B1790AD6}" dt="2022-04-03T14:15:55.535" v="1672" actId="6549"/>
        <pc:sldMkLst>
          <pc:docMk/>
          <pc:sldMk cId="700906922" sldId="489"/>
        </pc:sldMkLst>
        <pc:spChg chg="mod">
          <ac:chgData name="贾洪勇" userId="c61acc37-df11-4a3b-9efd-dde9ef084f5f" providerId="ADAL" clId="{028C535D-B1E7-44EE-BCBB-BB27B1790AD6}" dt="2022-04-03T14:15:24.577" v="1664"/>
          <ac:spMkLst>
            <pc:docMk/>
            <pc:sldMk cId="700906922" sldId="489"/>
            <ac:spMk id="2" creationId="{8D84BE45-3A21-41AC-956D-560A1CF2AF33}"/>
          </ac:spMkLst>
        </pc:spChg>
        <pc:spChg chg="mod">
          <ac:chgData name="贾洪勇" userId="c61acc37-df11-4a3b-9efd-dde9ef084f5f" providerId="ADAL" clId="{028C535D-B1E7-44EE-BCBB-BB27B1790AD6}" dt="2022-04-03T14:15:55.535" v="1672" actId="6549"/>
          <ac:spMkLst>
            <pc:docMk/>
            <pc:sldMk cId="700906922" sldId="489"/>
            <ac:spMk id="3" creationId="{CF686958-93B7-4427-8258-B2444C69B9AA}"/>
          </ac:spMkLst>
        </pc:spChg>
      </pc:sldChg>
      <pc:sldChg chg="del">
        <pc:chgData name="贾洪勇" userId="c61acc37-df11-4a3b-9efd-dde9ef084f5f" providerId="ADAL" clId="{028C535D-B1E7-44EE-BCBB-BB27B1790AD6}" dt="2022-03-29T12:52:56.935" v="0" actId="47"/>
        <pc:sldMkLst>
          <pc:docMk/>
          <pc:sldMk cId="1551466001" sldId="489"/>
        </pc:sldMkLst>
      </pc:sldChg>
      <pc:sldChg chg="modSp new del mod">
        <pc:chgData name="贾洪勇" userId="c61acc37-df11-4a3b-9efd-dde9ef084f5f" providerId="ADAL" clId="{028C535D-B1E7-44EE-BCBB-BB27B1790AD6}" dt="2022-04-03T14:16:07.056" v="1673" actId="47"/>
        <pc:sldMkLst>
          <pc:docMk/>
          <pc:sldMk cId="928042520" sldId="490"/>
        </pc:sldMkLst>
        <pc:spChg chg="mod">
          <ac:chgData name="贾洪勇" userId="c61acc37-df11-4a3b-9efd-dde9ef084f5f" providerId="ADAL" clId="{028C535D-B1E7-44EE-BCBB-BB27B1790AD6}" dt="2022-04-02T14:30:00.159" v="660"/>
          <ac:spMkLst>
            <pc:docMk/>
            <pc:sldMk cId="928042520" sldId="490"/>
            <ac:spMk id="2" creationId="{270AB15C-25CF-423E-AB67-D00C2E51B9D8}"/>
          </ac:spMkLst>
        </pc:spChg>
        <pc:spChg chg="mod">
          <ac:chgData name="贾洪勇" userId="c61acc37-df11-4a3b-9efd-dde9ef084f5f" providerId="ADAL" clId="{028C535D-B1E7-44EE-BCBB-BB27B1790AD6}" dt="2022-04-02T14:30:10.670" v="661"/>
          <ac:spMkLst>
            <pc:docMk/>
            <pc:sldMk cId="928042520" sldId="490"/>
            <ac:spMk id="3" creationId="{1062F381-96E0-4F31-BABA-0B93813D6EA6}"/>
          </ac:spMkLst>
        </pc:spChg>
      </pc:sldChg>
      <pc:sldChg chg="del">
        <pc:chgData name="贾洪勇" userId="c61acc37-df11-4a3b-9efd-dde9ef084f5f" providerId="ADAL" clId="{028C535D-B1E7-44EE-BCBB-BB27B1790AD6}" dt="2022-03-29T12:52:56.935" v="0" actId="47"/>
        <pc:sldMkLst>
          <pc:docMk/>
          <pc:sldMk cId="4277854207" sldId="490"/>
        </pc:sldMkLst>
      </pc:sldChg>
      <pc:sldChg chg="modSp new mod">
        <pc:chgData name="贾洪勇" userId="c61acc37-df11-4a3b-9efd-dde9ef084f5f" providerId="ADAL" clId="{028C535D-B1E7-44EE-BCBB-BB27B1790AD6}" dt="2022-04-03T14:24:18.810" v="1685" actId="123"/>
        <pc:sldMkLst>
          <pc:docMk/>
          <pc:sldMk cId="3698171290" sldId="491"/>
        </pc:sldMkLst>
        <pc:spChg chg="mod">
          <ac:chgData name="贾洪勇" userId="c61acc37-df11-4a3b-9efd-dde9ef084f5f" providerId="ADAL" clId="{028C535D-B1E7-44EE-BCBB-BB27B1790AD6}" dt="2022-04-02T14:31:00.815" v="683"/>
          <ac:spMkLst>
            <pc:docMk/>
            <pc:sldMk cId="3698171290" sldId="491"/>
            <ac:spMk id="2" creationId="{35F36D6B-9CD8-4C34-A54A-72BF4432F324}"/>
          </ac:spMkLst>
        </pc:spChg>
        <pc:spChg chg="mod">
          <ac:chgData name="贾洪勇" userId="c61acc37-df11-4a3b-9efd-dde9ef084f5f" providerId="ADAL" clId="{028C535D-B1E7-44EE-BCBB-BB27B1790AD6}" dt="2022-04-03T14:24:18.810" v="1685" actId="123"/>
          <ac:spMkLst>
            <pc:docMk/>
            <pc:sldMk cId="3698171290" sldId="491"/>
            <ac:spMk id="3" creationId="{73185E93-E846-43E7-A7C0-EC67664A6912}"/>
          </ac:spMkLst>
        </pc:spChg>
      </pc:sldChg>
      <pc:sldChg chg="del">
        <pc:chgData name="贾洪勇" userId="c61acc37-df11-4a3b-9efd-dde9ef084f5f" providerId="ADAL" clId="{028C535D-B1E7-44EE-BCBB-BB27B1790AD6}" dt="2022-03-29T12:52:56.935" v="0" actId="47"/>
        <pc:sldMkLst>
          <pc:docMk/>
          <pc:sldMk cId="3774562369" sldId="491"/>
        </pc:sldMkLst>
      </pc:sldChg>
      <pc:sldChg chg="del">
        <pc:chgData name="贾洪勇" userId="c61acc37-df11-4a3b-9efd-dde9ef084f5f" providerId="ADAL" clId="{028C535D-B1E7-44EE-BCBB-BB27B1790AD6}" dt="2022-03-29T12:52:56.935" v="0" actId="47"/>
        <pc:sldMkLst>
          <pc:docMk/>
          <pc:sldMk cId="1773585342" sldId="492"/>
        </pc:sldMkLst>
      </pc:sldChg>
      <pc:sldChg chg="modSp new mod">
        <pc:chgData name="贾洪勇" userId="c61acc37-df11-4a3b-9efd-dde9ef084f5f" providerId="ADAL" clId="{028C535D-B1E7-44EE-BCBB-BB27B1790AD6}" dt="2022-04-03T14:25:42.833" v="1694" actId="6549"/>
        <pc:sldMkLst>
          <pc:docMk/>
          <pc:sldMk cId="3179260680" sldId="492"/>
        </pc:sldMkLst>
        <pc:spChg chg="mod">
          <ac:chgData name="贾洪勇" userId="c61acc37-df11-4a3b-9efd-dde9ef084f5f" providerId="ADAL" clId="{028C535D-B1E7-44EE-BCBB-BB27B1790AD6}" dt="2022-04-02T14:31:45.698" v="706"/>
          <ac:spMkLst>
            <pc:docMk/>
            <pc:sldMk cId="3179260680" sldId="492"/>
            <ac:spMk id="2" creationId="{4B6537BA-9EB5-4695-B564-215AF230A4DD}"/>
          </ac:spMkLst>
        </pc:spChg>
        <pc:spChg chg="mod">
          <ac:chgData name="贾洪勇" userId="c61acc37-df11-4a3b-9efd-dde9ef084f5f" providerId="ADAL" clId="{028C535D-B1E7-44EE-BCBB-BB27B1790AD6}" dt="2022-04-03T14:25:42.833" v="1694" actId="6549"/>
          <ac:spMkLst>
            <pc:docMk/>
            <pc:sldMk cId="3179260680" sldId="492"/>
            <ac:spMk id="3" creationId="{3B3AB959-2667-47EB-852C-85CEE1E72D4D}"/>
          </ac:spMkLst>
        </pc:spChg>
      </pc:sldChg>
      <pc:sldChg chg="modSp new mod">
        <pc:chgData name="贾洪勇" userId="c61acc37-df11-4a3b-9efd-dde9ef084f5f" providerId="ADAL" clId="{028C535D-B1E7-44EE-BCBB-BB27B1790AD6}" dt="2022-04-03T14:30:41.713" v="1753" actId="6549"/>
        <pc:sldMkLst>
          <pc:docMk/>
          <pc:sldMk cId="1416220898" sldId="493"/>
        </pc:sldMkLst>
        <pc:spChg chg="mod">
          <ac:chgData name="贾洪勇" userId="c61acc37-df11-4a3b-9efd-dde9ef084f5f" providerId="ADAL" clId="{028C535D-B1E7-44EE-BCBB-BB27B1790AD6}" dt="2022-04-02T14:34:53.620" v="781"/>
          <ac:spMkLst>
            <pc:docMk/>
            <pc:sldMk cId="1416220898" sldId="493"/>
            <ac:spMk id="2" creationId="{5213E7A3-77F6-40CC-AA55-DBF2132A5C11}"/>
          </ac:spMkLst>
        </pc:spChg>
        <pc:spChg chg="mod">
          <ac:chgData name="贾洪勇" userId="c61acc37-df11-4a3b-9efd-dde9ef084f5f" providerId="ADAL" clId="{028C535D-B1E7-44EE-BCBB-BB27B1790AD6}" dt="2022-04-03T14:30:41.713" v="1753" actId="6549"/>
          <ac:spMkLst>
            <pc:docMk/>
            <pc:sldMk cId="1416220898" sldId="493"/>
            <ac:spMk id="3" creationId="{AD134E4F-9F94-4004-B6C1-FF1AFEA2FCDC}"/>
          </ac:spMkLst>
        </pc:spChg>
      </pc:sldChg>
      <pc:sldChg chg="del">
        <pc:chgData name="贾洪勇" userId="c61acc37-df11-4a3b-9efd-dde9ef084f5f" providerId="ADAL" clId="{028C535D-B1E7-44EE-BCBB-BB27B1790AD6}" dt="2022-03-29T12:52:56.935" v="0" actId="47"/>
        <pc:sldMkLst>
          <pc:docMk/>
          <pc:sldMk cId="4255406088" sldId="493"/>
        </pc:sldMkLst>
      </pc:sldChg>
      <pc:sldChg chg="modSp new mod">
        <pc:chgData name="贾洪勇" userId="c61acc37-df11-4a3b-9efd-dde9ef084f5f" providerId="ADAL" clId="{028C535D-B1E7-44EE-BCBB-BB27B1790AD6}" dt="2022-04-03T14:30:48.524" v="1756" actId="403"/>
        <pc:sldMkLst>
          <pc:docMk/>
          <pc:sldMk cId="1310237523" sldId="494"/>
        </pc:sldMkLst>
        <pc:spChg chg="mod">
          <ac:chgData name="贾洪勇" userId="c61acc37-df11-4a3b-9efd-dde9ef084f5f" providerId="ADAL" clId="{028C535D-B1E7-44EE-BCBB-BB27B1790AD6}" dt="2022-04-02T14:35:29.153" v="817"/>
          <ac:spMkLst>
            <pc:docMk/>
            <pc:sldMk cId="1310237523" sldId="494"/>
            <ac:spMk id="2" creationId="{C86C9B3F-7F62-48CE-A784-13A0FDFA861F}"/>
          </ac:spMkLst>
        </pc:spChg>
        <pc:spChg chg="mod">
          <ac:chgData name="贾洪勇" userId="c61acc37-df11-4a3b-9efd-dde9ef084f5f" providerId="ADAL" clId="{028C535D-B1E7-44EE-BCBB-BB27B1790AD6}" dt="2022-04-03T14:30:48.524" v="1756" actId="403"/>
          <ac:spMkLst>
            <pc:docMk/>
            <pc:sldMk cId="1310237523" sldId="494"/>
            <ac:spMk id="3" creationId="{848D04C5-0ECD-417B-8B03-48127B85CB6D}"/>
          </ac:spMkLst>
        </pc:spChg>
      </pc:sldChg>
      <pc:sldChg chg="del">
        <pc:chgData name="贾洪勇" userId="c61acc37-df11-4a3b-9efd-dde9ef084f5f" providerId="ADAL" clId="{028C535D-B1E7-44EE-BCBB-BB27B1790AD6}" dt="2022-03-29T12:52:56.935" v="0" actId="47"/>
        <pc:sldMkLst>
          <pc:docMk/>
          <pc:sldMk cId="2651857522" sldId="494"/>
        </pc:sldMkLst>
      </pc:sldChg>
      <pc:sldChg chg="del">
        <pc:chgData name="贾洪勇" userId="c61acc37-df11-4a3b-9efd-dde9ef084f5f" providerId="ADAL" clId="{028C535D-B1E7-44EE-BCBB-BB27B1790AD6}" dt="2022-03-29T12:52:56.935" v="0" actId="47"/>
        <pc:sldMkLst>
          <pc:docMk/>
          <pc:sldMk cId="1552900052" sldId="495"/>
        </pc:sldMkLst>
      </pc:sldChg>
      <pc:sldChg chg="modSp new mod">
        <pc:chgData name="贾洪勇" userId="c61acc37-df11-4a3b-9efd-dde9ef084f5f" providerId="ADAL" clId="{028C535D-B1E7-44EE-BCBB-BB27B1790AD6}" dt="2022-04-03T14:33:22.548" v="1764" actId="6549"/>
        <pc:sldMkLst>
          <pc:docMk/>
          <pc:sldMk cId="2601281676" sldId="495"/>
        </pc:sldMkLst>
        <pc:spChg chg="mod">
          <ac:chgData name="贾洪勇" userId="c61acc37-df11-4a3b-9efd-dde9ef084f5f" providerId="ADAL" clId="{028C535D-B1E7-44EE-BCBB-BB27B1790AD6}" dt="2022-04-02T14:36:13.807" v="860"/>
          <ac:spMkLst>
            <pc:docMk/>
            <pc:sldMk cId="2601281676" sldId="495"/>
            <ac:spMk id="2" creationId="{EFC8685A-46D3-45A6-B8CF-8120D15CAD0A}"/>
          </ac:spMkLst>
        </pc:spChg>
        <pc:spChg chg="mod">
          <ac:chgData name="贾洪勇" userId="c61acc37-df11-4a3b-9efd-dde9ef084f5f" providerId="ADAL" clId="{028C535D-B1E7-44EE-BCBB-BB27B1790AD6}" dt="2022-04-03T14:33:22.548" v="1764" actId="6549"/>
          <ac:spMkLst>
            <pc:docMk/>
            <pc:sldMk cId="2601281676" sldId="495"/>
            <ac:spMk id="3" creationId="{0F3606AF-31D5-4CFB-9C35-4C9B6892F13F}"/>
          </ac:spMkLst>
        </pc:spChg>
      </pc:sldChg>
      <pc:sldChg chg="modSp new mod">
        <pc:chgData name="贾洪勇" userId="c61acc37-df11-4a3b-9efd-dde9ef084f5f" providerId="ADAL" clId="{028C535D-B1E7-44EE-BCBB-BB27B1790AD6}" dt="2022-04-03T14:39:08.579" v="1768" actId="6549"/>
        <pc:sldMkLst>
          <pc:docMk/>
          <pc:sldMk cId="2116283247" sldId="496"/>
        </pc:sldMkLst>
        <pc:spChg chg="mod">
          <ac:chgData name="贾洪勇" userId="c61acc37-df11-4a3b-9efd-dde9ef084f5f" providerId="ADAL" clId="{028C535D-B1E7-44EE-BCBB-BB27B1790AD6}" dt="2022-04-02T14:36:49.798" v="878"/>
          <ac:spMkLst>
            <pc:docMk/>
            <pc:sldMk cId="2116283247" sldId="496"/>
            <ac:spMk id="2" creationId="{5950FDF6-D821-43B9-AC3F-0C8D16AAF50B}"/>
          </ac:spMkLst>
        </pc:spChg>
        <pc:spChg chg="mod">
          <ac:chgData name="贾洪勇" userId="c61acc37-df11-4a3b-9efd-dde9ef084f5f" providerId="ADAL" clId="{028C535D-B1E7-44EE-BCBB-BB27B1790AD6}" dt="2022-04-03T14:39:08.579" v="1768" actId="6549"/>
          <ac:spMkLst>
            <pc:docMk/>
            <pc:sldMk cId="2116283247" sldId="496"/>
            <ac:spMk id="3" creationId="{D3B49D61-6781-46A6-858C-43515E769FCD}"/>
          </ac:spMkLst>
        </pc:spChg>
      </pc:sldChg>
      <pc:sldChg chg="del">
        <pc:chgData name="贾洪勇" userId="c61acc37-df11-4a3b-9efd-dde9ef084f5f" providerId="ADAL" clId="{028C535D-B1E7-44EE-BCBB-BB27B1790AD6}" dt="2022-03-29T12:52:56.935" v="0" actId="47"/>
        <pc:sldMkLst>
          <pc:docMk/>
          <pc:sldMk cId="3258626425" sldId="496"/>
        </pc:sldMkLst>
      </pc:sldChg>
      <pc:sldChg chg="modSp new mod">
        <pc:chgData name="贾洪勇" userId="c61acc37-df11-4a3b-9efd-dde9ef084f5f" providerId="ADAL" clId="{028C535D-B1E7-44EE-BCBB-BB27B1790AD6}" dt="2022-04-02T14:38:10.507" v="917" actId="6549"/>
        <pc:sldMkLst>
          <pc:docMk/>
          <pc:sldMk cId="1043542967" sldId="497"/>
        </pc:sldMkLst>
        <pc:spChg chg="mod">
          <ac:chgData name="贾洪勇" userId="c61acc37-df11-4a3b-9efd-dde9ef084f5f" providerId="ADAL" clId="{028C535D-B1E7-44EE-BCBB-BB27B1790AD6}" dt="2022-04-02T14:37:40.285" v="896"/>
          <ac:spMkLst>
            <pc:docMk/>
            <pc:sldMk cId="1043542967" sldId="497"/>
            <ac:spMk id="2" creationId="{292D1A56-01F5-43B9-9086-50274A914C92}"/>
          </ac:spMkLst>
        </pc:spChg>
        <pc:spChg chg="mod">
          <ac:chgData name="贾洪勇" userId="c61acc37-df11-4a3b-9efd-dde9ef084f5f" providerId="ADAL" clId="{028C535D-B1E7-44EE-BCBB-BB27B1790AD6}" dt="2022-04-02T14:38:10.507" v="917" actId="6549"/>
          <ac:spMkLst>
            <pc:docMk/>
            <pc:sldMk cId="1043542967" sldId="497"/>
            <ac:spMk id="3" creationId="{58D0A79E-BB66-447B-982D-80406F591F4C}"/>
          </ac:spMkLst>
        </pc:spChg>
      </pc:sldChg>
      <pc:sldChg chg="modSp new mod">
        <pc:chgData name="贾洪勇" userId="c61acc37-df11-4a3b-9efd-dde9ef084f5f" providerId="ADAL" clId="{028C535D-B1E7-44EE-BCBB-BB27B1790AD6}" dt="2022-04-02T14:39:08.837" v="941" actId="21"/>
        <pc:sldMkLst>
          <pc:docMk/>
          <pc:sldMk cId="3011914599" sldId="498"/>
        </pc:sldMkLst>
        <pc:spChg chg="mod">
          <ac:chgData name="贾洪勇" userId="c61acc37-df11-4a3b-9efd-dde9ef084f5f" providerId="ADAL" clId="{028C535D-B1E7-44EE-BCBB-BB27B1790AD6}" dt="2022-04-02T14:38:33.293" v="935"/>
          <ac:spMkLst>
            <pc:docMk/>
            <pc:sldMk cId="3011914599" sldId="498"/>
            <ac:spMk id="2" creationId="{22802165-C3DF-415C-8719-B28494CEA762}"/>
          </ac:spMkLst>
        </pc:spChg>
        <pc:spChg chg="mod">
          <ac:chgData name="贾洪勇" userId="c61acc37-df11-4a3b-9efd-dde9ef084f5f" providerId="ADAL" clId="{028C535D-B1E7-44EE-BCBB-BB27B1790AD6}" dt="2022-04-02T14:39:08.837" v="941" actId="21"/>
          <ac:spMkLst>
            <pc:docMk/>
            <pc:sldMk cId="3011914599" sldId="498"/>
            <ac:spMk id="3" creationId="{4DE9F4A1-3BC0-48D8-A8DA-BCA329D342F9}"/>
          </ac:spMkLst>
        </pc:spChg>
      </pc:sldChg>
      <pc:sldChg chg="modSp new mod">
        <pc:chgData name="贾洪勇" userId="c61acc37-df11-4a3b-9efd-dde9ef084f5f" providerId="ADAL" clId="{028C535D-B1E7-44EE-BCBB-BB27B1790AD6}" dt="2022-04-03T14:43:44.888" v="1774" actId="1076"/>
        <pc:sldMkLst>
          <pc:docMk/>
          <pc:sldMk cId="1608281070" sldId="499"/>
        </pc:sldMkLst>
        <pc:spChg chg="mod">
          <ac:chgData name="贾洪勇" userId="c61acc37-df11-4a3b-9efd-dde9ef084f5f" providerId="ADAL" clId="{028C535D-B1E7-44EE-BCBB-BB27B1790AD6}" dt="2022-04-02T14:41:51.732" v="974" actId="20577"/>
          <ac:spMkLst>
            <pc:docMk/>
            <pc:sldMk cId="1608281070" sldId="499"/>
            <ac:spMk id="2" creationId="{7247C582-6E12-43AB-A8D8-F3B557C0F13A}"/>
          </ac:spMkLst>
        </pc:spChg>
        <pc:spChg chg="mod">
          <ac:chgData name="贾洪勇" userId="c61acc37-df11-4a3b-9efd-dde9ef084f5f" providerId="ADAL" clId="{028C535D-B1E7-44EE-BCBB-BB27B1790AD6}" dt="2022-04-03T14:43:44.888" v="1774" actId="1076"/>
          <ac:spMkLst>
            <pc:docMk/>
            <pc:sldMk cId="1608281070" sldId="499"/>
            <ac:spMk id="3" creationId="{9A921E02-F27A-4226-857D-D2149668473A}"/>
          </ac:spMkLst>
        </pc:spChg>
      </pc:sldChg>
      <pc:sldChg chg="modSp new mod">
        <pc:chgData name="贾洪勇" userId="c61acc37-df11-4a3b-9efd-dde9ef084f5f" providerId="ADAL" clId="{028C535D-B1E7-44EE-BCBB-BB27B1790AD6}" dt="2022-04-03T14:44:02.893" v="1778" actId="123"/>
        <pc:sldMkLst>
          <pc:docMk/>
          <pc:sldMk cId="832402462" sldId="500"/>
        </pc:sldMkLst>
        <pc:spChg chg="mod">
          <ac:chgData name="贾洪勇" userId="c61acc37-df11-4a3b-9efd-dde9ef084f5f" providerId="ADAL" clId="{028C535D-B1E7-44EE-BCBB-BB27B1790AD6}" dt="2022-04-02T14:42:20.231" v="986"/>
          <ac:spMkLst>
            <pc:docMk/>
            <pc:sldMk cId="832402462" sldId="500"/>
            <ac:spMk id="2" creationId="{4FE2AABA-0DE5-41A0-80B5-BA2CB656565F}"/>
          </ac:spMkLst>
        </pc:spChg>
        <pc:spChg chg="mod">
          <ac:chgData name="贾洪勇" userId="c61acc37-df11-4a3b-9efd-dde9ef084f5f" providerId="ADAL" clId="{028C535D-B1E7-44EE-BCBB-BB27B1790AD6}" dt="2022-04-03T14:44:02.893" v="1778" actId="123"/>
          <ac:spMkLst>
            <pc:docMk/>
            <pc:sldMk cId="832402462" sldId="500"/>
            <ac:spMk id="3" creationId="{851699EC-E96E-48B1-B227-309F358C64FF}"/>
          </ac:spMkLst>
        </pc:spChg>
      </pc:sldChg>
      <pc:sldChg chg="modSp new mod">
        <pc:chgData name="贾洪勇" userId="c61acc37-df11-4a3b-9efd-dde9ef084f5f" providerId="ADAL" clId="{028C535D-B1E7-44EE-BCBB-BB27B1790AD6}" dt="2022-04-03T14:44:55.970" v="1785" actId="123"/>
        <pc:sldMkLst>
          <pc:docMk/>
          <pc:sldMk cId="3411477275" sldId="501"/>
        </pc:sldMkLst>
        <pc:spChg chg="mod">
          <ac:chgData name="贾洪勇" userId="c61acc37-df11-4a3b-9efd-dde9ef084f5f" providerId="ADAL" clId="{028C535D-B1E7-44EE-BCBB-BB27B1790AD6}" dt="2022-04-02T14:42:41.131" v="1017"/>
          <ac:spMkLst>
            <pc:docMk/>
            <pc:sldMk cId="3411477275" sldId="501"/>
            <ac:spMk id="2" creationId="{05B3A4A1-3AC8-4454-9A8E-EC8A2A2D0017}"/>
          </ac:spMkLst>
        </pc:spChg>
        <pc:spChg chg="mod">
          <ac:chgData name="贾洪勇" userId="c61acc37-df11-4a3b-9efd-dde9ef084f5f" providerId="ADAL" clId="{028C535D-B1E7-44EE-BCBB-BB27B1790AD6}" dt="2022-04-03T14:44:55.970" v="1785" actId="123"/>
          <ac:spMkLst>
            <pc:docMk/>
            <pc:sldMk cId="3411477275" sldId="501"/>
            <ac:spMk id="3" creationId="{01C6BD09-C2F8-4053-8C74-BD7C9969BEB0}"/>
          </ac:spMkLst>
        </pc:spChg>
      </pc:sldChg>
      <pc:sldChg chg="modSp new mod">
        <pc:chgData name="贾洪勇" userId="c61acc37-df11-4a3b-9efd-dde9ef084f5f" providerId="ADAL" clId="{028C535D-B1E7-44EE-BCBB-BB27B1790AD6}" dt="2022-04-03T14:51:17.476" v="1829" actId="207"/>
        <pc:sldMkLst>
          <pc:docMk/>
          <pc:sldMk cId="3950216928" sldId="502"/>
        </pc:sldMkLst>
        <pc:spChg chg="mod">
          <ac:chgData name="贾洪勇" userId="c61acc37-df11-4a3b-9efd-dde9ef084f5f" providerId="ADAL" clId="{028C535D-B1E7-44EE-BCBB-BB27B1790AD6}" dt="2022-04-02T14:43:38.191" v="1055"/>
          <ac:spMkLst>
            <pc:docMk/>
            <pc:sldMk cId="3950216928" sldId="502"/>
            <ac:spMk id="2" creationId="{D3767FD6-A4E9-451A-A068-E0ACACCE0F86}"/>
          </ac:spMkLst>
        </pc:spChg>
        <pc:spChg chg="mod">
          <ac:chgData name="贾洪勇" userId="c61acc37-df11-4a3b-9efd-dde9ef084f5f" providerId="ADAL" clId="{028C535D-B1E7-44EE-BCBB-BB27B1790AD6}" dt="2022-04-03T14:51:17.476" v="1829" actId="207"/>
          <ac:spMkLst>
            <pc:docMk/>
            <pc:sldMk cId="3950216928" sldId="502"/>
            <ac:spMk id="3" creationId="{A08BD7D3-17A3-4635-8809-FFBFDB2F52EA}"/>
          </ac:spMkLst>
        </pc:spChg>
      </pc:sldChg>
      <pc:sldChg chg="modSp new mod">
        <pc:chgData name="贾洪勇" userId="c61acc37-df11-4a3b-9efd-dde9ef084f5f" providerId="ADAL" clId="{028C535D-B1E7-44EE-BCBB-BB27B1790AD6}" dt="2022-04-03T14:46:15.418" v="1796" actId="123"/>
        <pc:sldMkLst>
          <pc:docMk/>
          <pc:sldMk cId="2923457480" sldId="503"/>
        </pc:sldMkLst>
        <pc:spChg chg="mod">
          <ac:chgData name="贾洪勇" userId="c61acc37-df11-4a3b-9efd-dde9ef084f5f" providerId="ADAL" clId="{028C535D-B1E7-44EE-BCBB-BB27B1790AD6}" dt="2022-04-02T14:45:21.474" v="1068" actId="20578"/>
          <ac:spMkLst>
            <pc:docMk/>
            <pc:sldMk cId="2923457480" sldId="503"/>
            <ac:spMk id="2" creationId="{E124D0D6-5CCF-470A-912A-45F76547F6B5}"/>
          </ac:spMkLst>
        </pc:spChg>
        <pc:spChg chg="mod">
          <ac:chgData name="贾洪勇" userId="c61acc37-df11-4a3b-9efd-dde9ef084f5f" providerId="ADAL" clId="{028C535D-B1E7-44EE-BCBB-BB27B1790AD6}" dt="2022-04-03T14:46:15.418" v="1796" actId="123"/>
          <ac:spMkLst>
            <pc:docMk/>
            <pc:sldMk cId="2923457480" sldId="503"/>
            <ac:spMk id="3" creationId="{7FEEFDA3-8047-48A9-9CB3-C17D616E8E4B}"/>
          </ac:spMkLst>
        </pc:spChg>
      </pc:sldChg>
      <pc:sldChg chg="modSp new mod">
        <pc:chgData name="贾洪勇" userId="c61acc37-df11-4a3b-9efd-dde9ef084f5f" providerId="ADAL" clId="{028C535D-B1E7-44EE-BCBB-BB27B1790AD6}" dt="2022-04-03T14:46:35.082" v="1799" actId="14100"/>
        <pc:sldMkLst>
          <pc:docMk/>
          <pc:sldMk cId="615723862" sldId="504"/>
        </pc:sldMkLst>
        <pc:spChg chg="mod">
          <ac:chgData name="贾洪勇" userId="c61acc37-df11-4a3b-9efd-dde9ef084f5f" providerId="ADAL" clId="{028C535D-B1E7-44EE-BCBB-BB27B1790AD6}" dt="2022-04-02T14:45:44.603" v="1085"/>
          <ac:spMkLst>
            <pc:docMk/>
            <pc:sldMk cId="615723862" sldId="504"/>
            <ac:spMk id="2" creationId="{15DBED9D-7351-4874-B55A-B03E995C1817}"/>
          </ac:spMkLst>
        </pc:spChg>
        <pc:spChg chg="mod">
          <ac:chgData name="贾洪勇" userId="c61acc37-df11-4a3b-9efd-dde9ef084f5f" providerId="ADAL" clId="{028C535D-B1E7-44EE-BCBB-BB27B1790AD6}" dt="2022-04-03T14:46:35.082" v="1799" actId="14100"/>
          <ac:spMkLst>
            <pc:docMk/>
            <pc:sldMk cId="615723862" sldId="504"/>
            <ac:spMk id="3" creationId="{90459CBE-9253-49D7-B0AE-2CB698268E7F}"/>
          </ac:spMkLst>
        </pc:spChg>
      </pc:sldChg>
      <pc:sldChg chg="modSp new mod">
        <pc:chgData name="贾洪勇" userId="c61acc37-df11-4a3b-9efd-dde9ef084f5f" providerId="ADAL" clId="{028C535D-B1E7-44EE-BCBB-BB27B1790AD6}" dt="2022-04-03T14:47:49.840" v="1817" actId="14100"/>
        <pc:sldMkLst>
          <pc:docMk/>
          <pc:sldMk cId="2549375920" sldId="505"/>
        </pc:sldMkLst>
        <pc:spChg chg="mod">
          <ac:chgData name="贾洪勇" userId="c61acc37-df11-4a3b-9efd-dde9ef084f5f" providerId="ADAL" clId="{028C535D-B1E7-44EE-BCBB-BB27B1790AD6}" dt="2022-04-02T14:46:34.935" v="1094"/>
          <ac:spMkLst>
            <pc:docMk/>
            <pc:sldMk cId="2549375920" sldId="505"/>
            <ac:spMk id="2" creationId="{067445DB-D52A-4E35-8402-919FBC73F4EF}"/>
          </ac:spMkLst>
        </pc:spChg>
        <pc:spChg chg="mod">
          <ac:chgData name="贾洪勇" userId="c61acc37-df11-4a3b-9efd-dde9ef084f5f" providerId="ADAL" clId="{028C535D-B1E7-44EE-BCBB-BB27B1790AD6}" dt="2022-04-03T14:47:49.840" v="1817" actId="14100"/>
          <ac:spMkLst>
            <pc:docMk/>
            <pc:sldMk cId="2549375920" sldId="505"/>
            <ac:spMk id="3" creationId="{48E8BF65-2AC9-4C01-BEA2-FBAFA131F68D}"/>
          </ac:spMkLst>
        </pc:spChg>
      </pc:sldChg>
      <pc:sldChg chg="addSp delSp modSp new mod">
        <pc:chgData name="贾洪勇" userId="c61acc37-df11-4a3b-9efd-dde9ef084f5f" providerId="ADAL" clId="{028C535D-B1E7-44EE-BCBB-BB27B1790AD6}" dt="2022-04-02T14:48:00.094" v="1146" actId="20577"/>
        <pc:sldMkLst>
          <pc:docMk/>
          <pc:sldMk cId="3339203908" sldId="506"/>
        </pc:sldMkLst>
        <pc:spChg chg="mod">
          <ac:chgData name="贾洪勇" userId="c61acc37-df11-4a3b-9efd-dde9ef084f5f" providerId="ADAL" clId="{028C535D-B1E7-44EE-BCBB-BB27B1790AD6}" dt="2022-04-02T14:48:00.094" v="1146" actId="20577"/>
          <ac:spMkLst>
            <pc:docMk/>
            <pc:sldMk cId="3339203908" sldId="506"/>
            <ac:spMk id="2" creationId="{6332873D-16ED-49B1-90BF-4F334282CB2E}"/>
          </ac:spMkLst>
        </pc:spChg>
        <pc:spChg chg="del">
          <ac:chgData name="贾洪勇" userId="c61acc37-df11-4a3b-9efd-dde9ef084f5f" providerId="ADAL" clId="{028C535D-B1E7-44EE-BCBB-BB27B1790AD6}" dt="2022-04-02T14:47:32.427" v="1101" actId="22"/>
          <ac:spMkLst>
            <pc:docMk/>
            <pc:sldMk cId="3339203908" sldId="506"/>
            <ac:spMk id="3" creationId="{D9B16811-B1EC-4B00-9BA2-A6A84711EC6D}"/>
          </ac:spMkLst>
        </pc:spChg>
        <pc:picChg chg="add mod ord">
          <ac:chgData name="贾洪勇" userId="c61acc37-df11-4a3b-9efd-dde9ef084f5f" providerId="ADAL" clId="{028C535D-B1E7-44EE-BCBB-BB27B1790AD6}" dt="2022-04-02T14:47:32.427" v="1101" actId="22"/>
          <ac:picMkLst>
            <pc:docMk/>
            <pc:sldMk cId="3339203908" sldId="506"/>
            <ac:picMk id="6" creationId="{4BB5A851-7F07-4D8F-83EB-DBBB85F5A915}"/>
          </ac:picMkLst>
        </pc:picChg>
      </pc:sldChg>
      <pc:sldChg chg="addSp delSp modSp new mod">
        <pc:chgData name="贾洪勇" userId="c61acc37-df11-4a3b-9efd-dde9ef084f5f" providerId="ADAL" clId="{028C535D-B1E7-44EE-BCBB-BB27B1790AD6}" dt="2022-04-02T14:48:55.201" v="1179"/>
        <pc:sldMkLst>
          <pc:docMk/>
          <pc:sldMk cId="2565420526" sldId="507"/>
        </pc:sldMkLst>
        <pc:spChg chg="mod">
          <ac:chgData name="贾洪勇" userId="c61acc37-df11-4a3b-9efd-dde9ef084f5f" providerId="ADAL" clId="{028C535D-B1E7-44EE-BCBB-BB27B1790AD6}" dt="2022-04-02T14:48:55.201" v="1179"/>
          <ac:spMkLst>
            <pc:docMk/>
            <pc:sldMk cId="2565420526" sldId="507"/>
            <ac:spMk id="2" creationId="{A30028DD-18E5-45DA-BC72-549D31267575}"/>
          </ac:spMkLst>
        </pc:spChg>
        <pc:spChg chg="del">
          <ac:chgData name="贾洪勇" userId="c61acc37-df11-4a3b-9efd-dde9ef084f5f" providerId="ADAL" clId="{028C535D-B1E7-44EE-BCBB-BB27B1790AD6}" dt="2022-04-02T14:48:43.172" v="1148" actId="22"/>
          <ac:spMkLst>
            <pc:docMk/>
            <pc:sldMk cId="2565420526" sldId="507"/>
            <ac:spMk id="3" creationId="{A01E0125-7822-4120-838F-E04BCCE65AB6}"/>
          </ac:spMkLst>
        </pc:spChg>
        <pc:picChg chg="add mod ord">
          <ac:chgData name="贾洪勇" userId="c61acc37-df11-4a3b-9efd-dde9ef084f5f" providerId="ADAL" clId="{028C535D-B1E7-44EE-BCBB-BB27B1790AD6}" dt="2022-04-02T14:48:43.172" v="1148" actId="22"/>
          <ac:picMkLst>
            <pc:docMk/>
            <pc:sldMk cId="2565420526" sldId="507"/>
            <ac:picMk id="6" creationId="{387EBB64-BDD1-4DD6-A366-A56DDF030C66}"/>
          </ac:picMkLst>
        </pc:picChg>
      </pc:sldChg>
      <pc:sldChg chg="modSp new mod">
        <pc:chgData name="贾洪勇" userId="c61acc37-df11-4a3b-9efd-dde9ef084f5f" providerId="ADAL" clId="{028C535D-B1E7-44EE-BCBB-BB27B1790AD6}" dt="2022-04-03T14:46:56.766" v="1804" actId="403"/>
        <pc:sldMkLst>
          <pc:docMk/>
          <pc:sldMk cId="687772654" sldId="508"/>
        </pc:sldMkLst>
        <pc:spChg chg="mod">
          <ac:chgData name="贾洪勇" userId="c61acc37-df11-4a3b-9efd-dde9ef084f5f" providerId="ADAL" clId="{028C535D-B1E7-44EE-BCBB-BB27B1790AD6}" dt="2022-04-02T14:49:28.539" v="1195"/>
          <ac:spMkLst>
            <pc:docMk/>
            <pc:sldMk cId="687772654" sldId="508"/>
            <ac:spMk id="2" creationId="{D69437C7-5780-4824-B3AE-16505B74C8E1}"/>
          </ac:spMkLst>
        </pc:spChg>
        <pc:spChg chg="mod">
          <ac:chgData name="贾洪勇" userId="c61acc37-df11-4a3b-9efd-dde9ef084f5f" providerId="ADAL" clId="{028C535D-B1E7-44EE-BCBB-BB27B1790AD6}" dt="2022-04-03T14:46:56.766" v="1804" actId="403"/>
          <ac:spMkLst>
            <pc:docMk/>
            <pc:sldMk cId="687772654" sldId="508"/>
            <ac:spMk id="3" creationId="{5C39C2A9-5173-4A56-9FD4-CD9BAE04E2DA}"/>
          </ac:spMkLst>
        </pc:spChg>
      </pc:sldChg>
      <pc:sldChg chg="modSp new mod">
        <pc:chgData name="贾洪勇" userId="c61acc37-df11-4a3b-9efd-dde9ef084f5f" providerId="ADAL" clId="{028C535D-B1E7-44EE-BCBB-BB27B1790AD6}" dt="2022-04-03T11:51:44.597" v="1437" actId="1076"/>
        <pc:sldMkLst>
          <pc:docMk/>
          <pc:sldMk cId="1370605984" sldId="509"/>
        </pc:sldMkLst>
        <pc:spChg chg="mod">
          <ac:chgData name="贾洪勇" userId="c61acc37-df11-4a3b-9efd-dde9ef084f5f" providerId="ADAL" clId="{028C535D-B1E7-44EE-BCBB-BB27B1790AD6}" dt="2022-04-03T11:51:44.597" v="1437" actId="1076"/>
          <ac:spMkLst>
            <pc:docMk/>
            <pc:sldMk cId="1370605984" sldId="509"/>
            <ac:spMk id="3" creationId="{6A4E6E72-ABB7-471A-B635-20ABC60C12BF}"/>
          </ac:spMkLst>
        </pc:spChg>
      </pc:sldChg>
      <pc:sldChg chg="modSp new mod">
        <pc:chgData name="贾洪勇" userId="c61acc37-df11-4a3b-9efd-dde9ef084f5f" providerId="ADAL" clId="{028C535D-B1E7-44EE-BCBB-BB27B1790AD6}" dt="2022-04-03T12:17:37.395" v="1499" actId="403"/>
        <pc:sldMkLst>
          <pc:docMk/>
          <pc:sldMk cId="2301574983" sldId="510"/>
        </pc:sldMkLst>
        <pc:spChg chg="mod">
          <ac:chgData name="贾洪勇" userId="c61acc37-df11-4a3b-9efd-dde9ef084f5f" providerId="ADAL" clId="{028C535D-B1E7-44EE-BCBB-BB27B1790AD6}" dt="2022-04-03T12:15:59.111" v="1493" actId="20577"/>
          <ac:spMkLst>
            <pc:docMk/>
            <pc:sldMk cId="2301574983" sldId="510"/>
            <ac:spMk id="2" creationId="{1D420098-996B-4981-AC9E-5B3D61A4115C}"/>
          </ac:spMkLst>
        </pc:spChg>
        <pc:spChg chg="mod">
          <ac:chgData name="贾洪勇" userId="c61acc37-df11-4a3b-9efd-dde9ef084f5f" providerId="ADAL" clId="{028C535D-B1E7-44EE-BCBB-BB27B1790AD6}" dt="2022-04-03T12:17:37.395" v="1499" actId="403"/>
          <ac:spMkLst>
            <pc:docMk/>
            <pc:sldMk cId="2301574983" sldId="510"/>
            <ac:spMk id="3" creationId="{48DBF0EB-AD8E-4C2F-88ED-BF4A15A54F78}"/>
          </ac:spMkLst>
        </pc:spChg>
      </pc:sldChg>
      <pc:sldChg chg="modSp new mod">
        <pc:chgData name="贾洪勇" userId="c61acc37-df11-4a3b-9efd-dde9ef084f5f" providerId="ADAL" clId="{028C535D-B1E7-44EE-BCBB-BB27B1790AD6}" dt="2022-04-03T12:22:10.369" v="1519"/>
        <pc:sldMkLst>
          <pc:docMk/>
          <pc:sldMk cId="1832646811" sldId="511"/>
        </pc:sldMkLst>
        <pc:spChg chg="mod">
          <ac:chgData name="贾洪勇" userId="c61acc37-df11-4a3b-9efd-dde9ef084f5f" providerId="ADAL" clId="{028C535D-B1E7-44EE-BCBB-BB27B1790AD6}" dt="2022-04-03T12:22:10.369" v="1519"/>
          <ac:spMkLst>
            <pc:docMk/>
            <pc:sldMk cId="1832646811" sldId="511"/>
            <ac:spMk id="2" creationId="{406AE5F9-27D8-4B61-8EA6-16A28FF1916A}"/>
          </ac:spMkLst>
        </pc:spChg>
        <pc:spChg chg="mod">
          <ac:chgData name="贾洪勇" userId="c61acc37-df11-4a3b-9efd-dde9ef084f5f" providerId="ADAL" clId="{028C535D-B1E7-44EE-BCBB-BB27B1790AD6}" dt="2022-04-03T12:18:34.648" v="1507" actId="123"/>
          <ac:spMkLst>
            <pc:docMk/>
            <pc:sldMk cId="1832646811" sldId="511"/>
            <ac:spMk id="3" creationId="{E22C7D44-C29D-415F-83DF-65374F898BD0}"/>
          </ac:spMkLst>
        </pc:spChg>
      </pc:sldChg>
      <pc:sldChg chg="modSp add mod">
        <pc:chgData name="贾洪勇" userId="c61acc37-df11-4a3b-9efd-dde9ef084f5f" providerId="ADAL" clId="{028C535D-B1E7-44EE-BCBB-BB27B1790AD6}" dt="2022-04-03T14:52:15.969" v="1864" actId="1076"/>
        <pc:sldMkLst>
          <pc:docMk/>
          <pc:sldMk cId="762010907" sldId="512"/>
        </pc:sldMkLst>
        <pc:spChg chg="mod">
          <ac:chgData name="贾洪勇" userId="c61acc37-df11-4a3b-9efd-dde9ef084f5f" providerId="ADAL" clId="{028C535D-B1E7-44EE-BCBB-BB27B1790AD6}" dt="2022-04-03T14:52:04.779" v="1852"/>
          <ac:spMkLst>
            <pc:docMk/>
            <pc:sldMk cId="762010907" sldId="512"/>
            <ac:spMk id="2" creationId="{D3767FD6-A4E9-451A-A068-E0ACACCE0F86}"/>
          </ac:spMkLst>
        </pc:spChg>
        <pc:spChg chg="mod">
          <ac:chgData name="贾洪勇" userId="c61acc37-df11-4a3b-9efd-dde9ef084f5f" providerId="ADAL" clId="{028C535D-B1E7-44EE-BCBB-BB27B1790AD6}" dt="2022-04-03T14:52:15.969" v="1864" actId="1076"/>
          <ac:spMkLst>
            <pc:docMk/>
            <pc:sldMk cId="762010907" sldId="512"/>
            <ac:spMk id="3" creationId="{A08BD7D3-17A3-4635-8809-FFBFDB2F52EA}"/>
          </ac:spMkLst>
        </pc:spChg>
      </pc:sldChg>
      <pc:sldChg chg="modSp new mod">
        <pc:chgData name="贾洪勇" userId="c61acc37-df11-4a3b-9efd-dde9ef084f5f" providerId="ADAL" clId="{028C535D-B1E7-44EE-BCBB-BB27B1790AD6}" dt="2022-04-03T14:58:03.287" v="1935"/>
        <pc:sldMkLst>
          <pc:docMk/>
          <pc:sldMk cId="1742905863" sldId="513"/>
        </pc:sldMkLst>
        <pc:spChg chg="mod">
          <ac:chgData name="贾洪勇" userId="c61acc37-df11-4a3b-9efd-dde9ef084f5f" providerId="ADAL" clId="{028C535D-B1E7-44EE-BCBB-BB27B1790AD6}" dt="2022-04-03T14:58:03.287" v="1935"/>
          <ac:spMkLst>
            <pc:docMk/>
            <pc:sldMk cId="1742905863" sldId="513"/>
            <ac:spMk id="2" creationId="{7AB1B9E9-9EA5-43FC-93D1-AF74AFE160F6}"/>
          </ac:spMkLst>
        </pc:spChg>
        <pc:spChg chg="mod">
          <ac:chgData name="贾洪勇" userId="c61acc37-df11-4a3b-9efd-dde9ef084f5f" providerId="ADAL" clId="{028C535D-B1E7-44EE-BCBB-BB27B1790AD6}" dt="2022-04-03T14:57:23.319" v="1915" actId="6549"/>
          <ac:spMkLst>
            <pc:docMk/>
            <pc:sldMk cId="1742905863" sldId="513"/>
            <ac:spMk id="3" creationId="{D748E422-47E2-4919-AF1C-6DA5075DBF85}"/>
          </ac:spMkLst>
        </pc:spChg>
      </pc:sldChg>
    </pc:docChg>
  </pc:docChgLst>
  <pc:docChgLst>
    <pc:chgData name="贾洪勇" userId="c61acc37-df11-4a3b-9efd-dde9ef084f5f" providerId="ADAL" clId="{CF8B0B9E-AFE1-43C7-813C-3F3780ACF143}"/>
    <pc:docChg chg="modSld">
      <pc:chgData name="贾洪勇" userId="c61acc37-df11-4a3b-9efd-dde9ef084f5f" providerId="ADAL" clId="{CF8B0B9E-AFE1-43C7-813C-3F3780ACF143}" dt="2022-03-27T14:16:11.648" v="12" actId="1035"/>
      <pc:docMkLst>
        <pc:docMk/>
      </pc:docMkLst>
      <pc:sldChg chg="modSp">
        <pc:chgData name="贾洪勇" userId="c61acc37-df11-4a3b-9efd-dde9ef084f5f" providerId="ADAL" clId="{CF8B0B9E-AFE1-43C7-813C-3F3780ACF143}" dt="2022-03-27T14:16:11.648" v="12" actId="1035"/>
        <pc:sldMkLst>
          <pc:docMk/>
          <pc:sldMk cId="3433096588" sldId="483"/>
        </pc:sldMkLst>
        <pc:spChg chg="mod">
          <ac:chgData name="贾洪勇" userId="c61acc37-df11-4a3b-9efd-dde9ef084f5f" providerId="ADAL" clId="{CF8B0B9E-AFE1-43C7-813C-3F3780ACF143}" dt="2022-03-27T14:16:11.648" v="12" actId="1035"/>
          <ac:spMkLst>
            <pc:docMk/>
            <pc:sldMk cId="3433096588" sldId="483"/>
            <ac:spMk id="3" creationId="{FAF57157-E5B7-4D27-BA59-7340011A18B0}"/>
          </ac:spMkLst>
        </pc:spChg>
      </pc:sldChg>
      <pc:sldChg chg="modSp mod">
        <pc:chgData name="贾洪勇" userId="c61acc37-df11-4a3b-9efd-dde9ef084f5f" providerId="ADAL" clId="{CF8B0B9E-AFE1-43C7-813C-3F3780ACF143}" dt="2022-03-27T13:52:51.282" v="9" actId="1076"/>
        <pc:sldMkLst>
          <pc:docMk/>
          <pc:sldMk cId="3258626425" sldId="496"/>
        </pc:sldMkLst>
        <pc:spChg chg="mod">
          <ac:chgData name="贾洪勇" userId="c61acc37-df11-4a3b-9efd-dde9ef084f5f" providerId="ADAL" clId="{CF8B0B9E-AFE1-43C7-813C-3F3780ACF143}" dt="2022-03-27T13:52:51.282" v="9" actId="1076"/>
          <ac:spMkLst>
            <pc:docMk/>
            <pc:sldMk cId="3258626425" sldId="496"/>
            <ac:spMk id="2" creationId="{17AA0B7A-857E-4763-89F5-6B4E403DC1A0}"/>
          </ac:spMkLst>
        </pc:spChg>
      </pc:sldChg>
    </pc:docChg>
  </pc:docChgLst>
  <pc:docChgLst>
    <pc:chgData name="贾洪勇" userId="c61acc37-df11-4a3b-9efd-dde9ef084f5f" providerId="ADAL" clId="{F5C70E74-AEFD-49FF-9E4A-FF6689509FAC}"/>
    <pc:docChg chg="undo custSel modSld">
      <pc:chgData name="贾洪勇" userId="c61acc37-df11-4a3b-9efd-dde9ef084f5f" providerId="ADAL" clId="{F5C70E74-AEFD-49FF-9E4A-FF6689509FAC}" dt="2023-03-16T03:34:46.625" v="60" actId="6549"/>
      <pc:docMkLst>
        <pc:docMk/>
      </pc:docMkLst>
      <pc:sldChg chg="modSp mod">
        <pc:chgData name="贾洪勇" userId="c61acc37-df11-4a3b-9efd-dde9ef084f5f" providerId="ADAL" clId="{F5C70E74-AEFD-49FF-9E4A-FF6689509FAC}" dt="2023-03-16T02:21:40.866" v="0" actId="20577"/>
        <pc:sldMkLst>
          <pc:docMk/>
          <pc:sldMk cId="304770894" sldId="460"/>
        </pc:sldMkLst>
        <pc:spChg chg="mod">
          <ac:chgData name="贾洪勇" userId="c61acc37-df11-4a3b-9efd-dde9ef084f5f" providerId="ADAL" clId="{F5C70E74-AEFD-49FF-9E4A-FF6689509FAC}" dt="2023-03-16T02:21:40.866" v="0" actId="20577"/>
          <ac:spMkLst>
            <pc:docMk/>
            <pc:sldMk cId="304770894" sldId="460"/>
            <ac:spMk id="3" creationId="{1A2944CF-4F6D-4926-B6CD-2A6729556227}"/>
          </ac:spMkLst>
        </pc:spChg>
      </pc:sldChg>
      <pc:sldChg chg="modAnim">
        <pc:chgData name="贾洪勇" userId="c61acc37-df11-4a3b-9efd-dde9ef084f5f" providerId="ADAL" clId="{F5C70E74-AEFD-49FF-9E4A-FF6689509FAC}" dt="2023-03-16T02:33:42.448" v="2"/>
        <pc:sldMkLst>
          <pc:docMk/>
          <pc:sldMk cId="625408887" sldId="461"/>
        </pc:sldMkLst>
      </pc:sldChg>
      <pc:sldChg chg="modSp mod">
        <pc:chgData name="贾洪勇" userId="c61acc37-df11-4a3b-9efd-dde9ef084f5f" providerId="ADAL" clId="{F5C70E74-AEFD-49FF-9E4A-FF6689509FAC}" dt="2023-03-16T02:39:20.464" v="4" actId="20577"/>
        <pc:sldMkLst>
          <pc:docMk/>
          <pc:sldMk cId="3475999221" sldId="463"/>
        </pc:sldMkLst>
        <pc:spChg chg="mod">
          <ac:chgData name="贾洪勇" userId="c61acc37-df11-4a3b-9efd-dde9ef084f5f" providerId="ADAL" clId="{F5C70E74-AEFD-49FF-9E4A-FF6689509FAC}" dt="2023-03-16T02:39:20.464" v="4" actId="20577"/>
          <ac:spMkLst>
            <pc:docMk/>
            <pc:sldMk cId="3475999221" sldId="463"/>
            <ac:spMk id="3" creationId="{CD2EA308-1E56-4499-81D5-DBAC59B171B2}"/>
          </ac:spMkLst>
        </pc:spChg>
      </pc:sldChg>
      <pc:sldChg chg="modSp mod">
        <pc:chgData name="贾洪勇" userId="c61acc37-df11-4a3b-9efd-dde9ef084f5f" providerId="ADAL" clId="{F5C70E74-AEFD-49FF-9E4A-FF6689509FAC}" dt="2023-03-16T02:41:48.366" v="6" actId="6549"/>
        <pc:sldMkLst>
          <pc:docMk/>
          <pc:sldMk cId="432116284" sldId="464"/>
        </pc:sldMkLst>
        <pc:spChg chg="mod">
          <ac:chgData name="贾洪勇" userId="c61acc37-df11-4a3b-9efd-dde9ef084f5f" providerId="ADAL" clId="{F5C70E74-AEFD-49FF-9E4A-FF6689509FAC}" dt="2023-03-16T02:41:48.366" v="6" actId="6549"/>
          <ac:spMkLst>
            <pc:docMk/>
            <pc:sldMk cId="432116284" sldId="464"/>
            <ac:spMk id="3" creationId="{01D0D2CC-2C9D-4FA1-A973-9688241B288D}"/>
          </ac:spMkLst>
        </pc:spChg>
      </pc:sldChg>
      <pc:sldChg chg="modSp mod">
        <pc:chgData name="贾洪勇" userId="c61acc37-df11-4a3b-9efd-dde9ef084f5f" providerId="ADAL" clId="{F5C70E74-AEFD-49FF-9E4A-FF6689509FAC}" dt="2023-03-16T02:42:55.393" v="8" actId="123"/>
        <pc:sldMkLst>
          <pc:docMk/>
          <pc:sldMk cId="231172753" sldId="465"/>
        </pc:sldMkLst>
        <pc:spChg chg="mod">
          <ac:chgData name="贾洪勇" userId="c61acc37-df11-4a3b-9efd-dde9ef084f5f" providerId="ADAL" clId="{F5C70E74-AEFD-49FF-9E4A-FF6689509FAC}" dt="2023-03-16T02:42:55.393" v="8" actId="123"/>
          <ac:spMkLst>
            <pc:docMk/>
            <pc:sldMk cId="231172753" sldId="465"/>
            <ac:spMk id="3" creationId="{E23871AB-C2C4-49EF-9EC9-80EAED86FFC3}"/>
          </ac:spMkLst>
        </pc:spChg>
      </pc:sldChg>
      <pc:sldChg chg="modSp mod">
        <pc:chgData name="贾洪勇" userId="c61acc37-df11-4a3b-9efd-dde9ef084f5f" providerId="ADAL" clId="{F5C70E74-AEFD-49FF-9E4A-FF6689509FAC}" dt="2023-03-16T02:43:37.443" v="9" actId="6549"/>
        <pc:sldMkLst>
          <pc:docMk/>
          <pc:sldMk cId="3984113905" sldId="468"/>
        </pc:sldMkLst>
        <pc:spChg chg="mod">
          <ac:chgData name="贾洪勇" userId="c61acc37-df11-4a3b-9efd-dde9ef084f5f" providerId="ADAL" clId="{F5C70E74-AEFD-49FF-9E4A-FF6689509FAC}" dt="2023-03-16T02:43:37.443" v="9" actId="6549"/>
          <ac:spMkLst>
            <pc:docMk/>
            <pc:sldMk cId="3984113905" sldId="468"/>
            <ac:spMk id="3" creationId="{966091B9-9D17-4C46-AFD4-776B2FA7FCBF}"/>
          </ac:spMkLst>
        </pc:spChg>
      </pc:sldChg>
      <pc:sldChg chg="modSp mod">
        <pc:chgData name="贾洪勇" userId="c61acc37-df11-4a3b-9efd-dde9ef084f5f" providerId="ADAL" clId="{F5C70E74-AEFD-49FF-9E4A-FF6689509FAC}" dt="2023-03-16T02:47:56.627" v="18" actId="123"/>
        <pc:sldMkLst>
          <pc:docMk/>
          <pc:sldMk cId="1825218818" sldId="469"/>
        </pc:sldMkLst>
        <pc:spChg chg="mod">
          <ac:chgData name="贾洪勇" userId="c61acc37-df11-4a3b-9efd-dde9ef084f5f" providerId="ADAL" clId="{F5C70E74-AEFD-49FF-9E4A-FF6689509FAC}" dt="2023-03-16T02:47:56.627" v="18" actId="123"/>
          <ac:spMkLst>
            <pc:docMk/>
            <pc:sldMk cId="1825218818" sldId="469"/>
            <ac:spMk id="3" creationId="{16ACA75B-9257-4888-B936-A5F5728194AC}"/>
          </ac:spMkLst>
        </pc:spChg>
      </pc:sldChg>
      <pc:sldChg chg="modSp mod">
        <pc:chgData name="贾洪勇" userId="c61acc37-df11-4a3b-9efd-dde9ef084f5f" providerId="ADAL" clId="{F5C70E74-AEFD-49FF-9E4A-FF6689509FAC}" dt="2023-03-16T02:52:01.897" v="22" actId="947"/>
        <pc:sldMkLst>
          <pc:docMk/>
          <pc:sldMk cId="2753748557" sldId="471"/>
        </pc:sldMkLst>
        <pc:spChg chg="mod">
          <ac:chgData name="贾洪勇" userId="c61acc37-df11-4a3b-9efd-dde9ef084f5f" providerId="ADAL" clId="{F5C70E74-AEFD-49FF-9E4A-FF6689509FAC}" dt="2023-03-16T02:52:01.897" v="22" actId="947"/>
          <ac:spMkLst>
            <pc:docMk/>
            <pc:sldMk cId="2753748557" sldId="471"/>
            <ac:spMk id="3" creationId="{CE03EDDF-DC07-4EF7-BE07-D5FBCB2FEB7E}"/>
          </ac:spMkLst>
        </pc:spChg>
      </pc:sldChg>
      <pc:sldChg chg="modSp mod">
        <pc:chgData name="贾洪勇" userId="c61acc37-df11-4a3b-9efd-dde9ef084f5f" providerId="ADAL" clId="{F5C70E74-AEFD-49FF-9E4A-FF6689509FAC}" dt="2023-03-16T02:54:41.970" v="23" actId="20577"/>
        <pc:sldMkLst>
          <pc:docMk/>
          <pc:sldMk cId="2240394479" sldId="474"/>
        </pc:sldMkLst>
        <pc:spChg chg="mod">
          <ac:chgData name="贾洪勇" userId="c61acc37-df11-4a3b-9efd-dde9ef084f5f" providerId="ADAL" clId="{F5C70E74-AEFD-49FF-9E4A-FF6689509FAC}" dt="2023-03-16T02:54:41.970" v="23" actId="20577"/>
          <ac:spMkLst>
            <pc:docMk/>
            <pc:sldMk cId="2240394479" sldId="474"/>
            <ac:spMk id="3" creationId="{CD282D3E-A364-40F7-918F-5421F8FC09F3}"/>
          </ac:spMkLst>
        </pc:spChg>
      </pc:sldChg>
      <pc:sldChg chg="modSp mod">
        <pc:chgData name="贾洪勇" userId="c61acc37-df11-4a3b-9efd-dde9ef084f5f" providerId="ADAL" clId="{F5C70E74-AEFD-49FF-9E4A-FF6689509FAC}" dt="2023-03-16T03:17:30.216" v="25" actId="6549"/>
        <pc:sldMkLst>
          <pc:docMk/>
          <pc:sldMk cId="33793006" sldId="484"/>
        </pc:sldMkLst>
        <pc:spChg chg="mod">
          <ac:chgData name="贾洪勇" userId="c61acc37-df11-4a3b-9efd-dde9ef084f5f" providerId="ADAL" clId="{F5C70E74-AEFD-49FF-9E4A-FF6689509FAC}" dt="2023-03-16T03:17:30.216" v="25" actId="6549"/>
          <ac:spMkLst>
            <pc:docMk/>
            <pc:sldMk cId="33793006" sldId="484"/>
            <ac:spMk id="3" creationId="{35993EE0-7B54-44A5-9AFF-388FC38B0663}"/>
          </ac:spMkLst>
        </pc:spChg>
      </pc:sldChg>
      <pc:sldChg chg="modSp mod">
        <pc:chgData name="贾洪勇" userId="c61acc37-df11-4a3b-9efd-dde9ef084f5f" providerId="ADAL" clId="{F5C70E74-AEFD-49FF-9E4A-FF6689509FAC}" dt="2023-03-16T03:21:54.646" v="49"/>
        <pc:sldMkLst>
          <pc:docMk/>
          <pc:sldMk cId="2003248943" sldId="485"/>
        </pc:sldMkLst>
        <pc:spChg chg="mod">
          <ac:chgData name="贾洪勇" userId="c61acc37-df11-4a3b-9efd-dde9ef084f5f" providerId="ADAL" clId="{F5C70E74-AEFD-49FF-9E4A-FF6689509FAC}" dt="2023-03-16T03:21:54.646" v="49"/>
          <ac:spMkLst>
            <pc:docMk/>
            <pc:sldMk cId="2003248943" sldId="485"/>
            <ac:spMk id="3" creationId="{F56F7E6B-010C-43ED-B90B-C82E3FA07A43}"/>
          </ac:spMkLst>
        </pc:spChg>
      </pc:sldChg>
      <pc:sldChg chg="modSp mod">
        <pc:chgData name="贾洪勇" userId="c61acc37-df11-4a3b-9efd-dde9ef084f5f" providerId="ADAL" clId="{F5C70E74-AEFD-49FF-9E4A-FF6689509FAC}" dt="2023-03-16T03:22:11.297" v="54"/>
        <pc:sldMkLst>
          <pc:docMk/>
          <pc:sldMk cId="2042743988" sldId="486"/>
        </pc:sldMkLst>
        <pc:spChg chg="mod">
          <ac:chgData name="贾洪勇" userId="c61acc37-df11-4a3b-9efd-dde9ef084f5f" providerId="ADAL" clId="{F5C70E74-AEFD-49FF-9E4A-FF6689509FAC}" dt="2023-03-16T03:22:11.297" v="54"/>
          <ac:spMkLst>
            <pc:docMk/>
            <pc:sldMk cId="2042743988" sldId="486"/>
            <ac:spMk id="3" creationId="{803222D6-62B2-4A1A-8195-D023FFA4C7D0}"/>
          </ac:spMkLst>
        </pc:spChg>
      </pc:sldChg>
      <pc:sldChg chg="modSp mod">
        <pc:chgData name="贾洪勇" userId="c61acc37-df11-4a3b-9efd-dde9ef084f5f" providerId="ADAL" clId="{F5C70E74-AEFD-49FF-9E4A-FF6689509FAC}" dt="2023-03-16T03:22:59.405" v="59"/>
        <pc:sldMkLst>
          <pc:docMk/>
          <pc:sldMk cId="3994754417" sldId="487"/>
        </pc:sldMkLst>
        <pc:spChg chg="mod">
          <ac:chgData name="贾洪勇" userId="c61acc37-df11-4a3b-9efd-dde9ef084f5f" providerId="ADAL" clId="{F5C70E74-AEFD-49FF-9E4A-FF6689509FAC}" dt="2023-03-16T03:22:59.405" v="59"/>
          <ac:spMkLst>
            <pc:docMk/>
            <pc:sldMk cId="3994754417" sldId="487"/>
            <ac:spMk id="3" creationId="{14EEBC17-C431-41F4-9038-E48AADF51B89}"/>
          </ac:spMkLst>
        </pc:spChg>
      </pc:sldChg>
      <pc:sldChg chg="modSp mod">
        <pc:chgData name="贾洪勇" userId="c61acc37-df11-4a3b-9efd-dde9ef084f5f" providerId="ADAL" clId="{F5C70E74-AEFD-49FF-9E4A-FF6689509FAC}" dt="2023-03-16T03:34:46.625" v="60" actId="6549"/>
        <pc:sldMkLst>
          <pc:docMk/>
          <pc:sldMk cId="1043542967" sldId="497"/>
        </pc:sldMkLst>
        <pc:spChg chg="mod">
          <ac:chgData name="贾洪勇" userId="c61acc37-df11-4a3b-9efd-dde9ef084f5f" providerId="ADAL" clId="{F5C70E74-AEFD-49FF-9E4A-FF6689509FAC}" dt="2023-03-16T03:34:46.625" v="60" actId="6549"/>
          <ac:spMkLst>
            <pc:docMk/>
            <pc:sldMk cId="1043542967" sldId="497"/>
            <ac:spMk id="3" creationId="{58D0A79E-BB66-447B-982D-80406F591F4C}"/>
          </ac:spMkLst>
        </pc:spChg>
      </pc:sldChg>
      <pc:sldChg chg="modSp mod">
        <pc:chgData name="贾洪勇" userId="c61acc37-df11-4a3b-9efd-dde9ef084f5f" providerId="ADAL" clId="{F5C70E74-AEFD-49FF-9E4A-FF6689509FAC}" dt="2023-03-16T03:08:51.855" v="24" actId="6549"/>
        <pc:sldMkLst>
          <pc:docMk/>
          <pc:sldMk cId="1370605984" sldId="509"/>
        </pc:sldMkLst>
        <pc:spChg chg="mod">
          <ac:chgData name="贾洪勇" userId="c61acc37-df11-4a3b-9efd-dde9ef084f5f" providerId="ADAL" clId="{F5C70E74-AEFD-49FF-9E4A-FF6689509FAC}" dt="2023-03-16T03:08:51.855" v="24" actId="6549"/>
          <ac:spMkLst>
            <pc:docMk/>
            <pc:sldMk cId="1370605984" sldId="509"/>
            <ac:spMk id="3" creationId="{6A4E6E72-ABB7-471A-B635-20ABC60C12BF}"/>
          </ac:spMkLst>
        </pc:spChg>
      </pc:sldChg>
    </pc:docChg>
  </pc:docChgLst>
  <pc:docChgLst>
    <pc:chgData name="贾洪勇" userId="c61acc37-df11-4a3b-9efd-dde9ef084f5f" providerId="ADAL" clId="{0F84A287-EC61-479E-AF58-4139ED6C0900}"/>
    <pc:docChg chg="undo custSel addSld delSld modSld sldOrd modMainMaster">
      <pc:chgData name="贾洪勇" userId="c61acc37-df11-4a3b-9efd-dde9ef084f5f" providerId="ADAL" clId="{0F84A287-EC61-479E-AF58-4139ED6C0900}" dt="2022-03-27T23:37:43.645" v="2346" actId="47"/>
      <pc:docMkLst>
        <pc:docMk/>
      </pc:docMkLst>
      <pc:sldChg chg="modSp add del modTransition">
        <pc:chgData name="贾洪勇" userId="c61acc37-df11-4a3b-9efd-dde9ef084f5f" providerId="ADAL" clId="{0F84A287-EC61-479E-AF58-4139ED6C0900}" dt="2022-03-22T09:46:27.375" v="2192" actId="2696"/>
        <pc:sldMkLst>
          <pc:docMk/>
          <pc:sldMk cId="3220339038" sldId="262"/>
        </pc:sldMkLst>
        <pc:spChg chg="mod">
          <ac:chgData name="贾洪勇" userId="c61acc37-df11-4a3b-9efd-dde9ef084f5f" providerId="ADAL" clId="{0F84A287-EC61-479E-AF58-4139ED6C0900}" dt="2022-03-22T09:30:04.927" v="2142" actId="207"/>
          <ac:spMkLst>
            <pc:docMk/>
            <pc:sldMk cId="3220339038" sldId="262"/>
            <ac:spMk id="31" creationId="{0705DF1E-4EE0-49DD-97BF-04D03C3F2316}"/>
          </ac:spMkLst>
        </pc:spChg>
        <pc:grpChg chg="del">
          <ac:chgData name="贾洪勇" userId="c61acc37-df11-4a3b-9efd-dde9ef084f5f" providerId="ADAL" clId="{0F84A287-EC61-479E-AF58-4139ED6C0900}" dt="2022-03-22T09:57:28.879" v="2223" actId="478"/>
          <ac:grpSpMkLst>
            <pc:docMk/>
            <pc:sldMk cId="3220339038" sldId="262"/>
            <ac:grpSpMk id="2" creationId="{B39DDCA1-EE27-4A4E-8D26-BBDD931749C2}"/>
          </ac:grpSpMkLst>
        </pc:grpChg>
      </pc:sldChg>
      <pc:sldChg chg="modSp add del mod modTransition">
        <pc:chgData name="贾洪勇" userId="c61acc37-df11-4a3b-9efd-dde9ef084f5f" providerId="ADAL" clId="{0F84A287-EC61-479E-AF58-4139ED6C0900}" dt="2022-03-22T09:46:27.375" v="2192" actId="2696"/>
        <pc:sldMkLst>
          <pc:docMk/>
          <pc:sldMk cId="1841045180" sldId="263"/>
        </pc:sldMkLst>
        <pc:spChg chg="mod">
          <ac:chgData name="贾洪勇" userId="c61acc37-df11-4a3b-9efd-dde9ef084f5f" providerId="ADAL" clId="{0F84A287-EC61-479E-AF58-4139ED6C0900}" dt="2022-03-22T09:32:08.157" v="2150" actId="207"/>
          <ac:spMkLst>
            <pc:docMk/>
            <pc:sldMk cId="1841045180" sldId="263"/>
            <ac:spMk id="8194" creationId="{6D4D436D-B15A-4E63-8FF2-91DFC7ECD7C4}"/>
          </ac:spMkLst>
        </pc:spChg>
      </pc:sldChg>
      <pc:sldChg chg="add">
        <pc:chgData name="贾洪勇" userId="c61acc37-df11-4a3b-9efd-dde9ef084f5f" providerId="ADAL" clId="{0F84A287-EC61-479E-AF58-4139ED6C0900}" dt="2022-03-22T09:46:35.309" v="2193"/>
        <pc:sldMkLst>
          <pc:docMk/>
          <pc:sldMk cId="2225575475" sldId="264"/>
        </pc:sldMkLst>
        <pc:spChg chg="mod">
          <ac:chgData name="贾洪勇" userId="c61acc37-df11-4a3b-9efd-dde9ef084f5f" providerId="ADAL" clId="{0F84A287-EC61-479E-AF58-4139ED6C0900}" dt="2022-03-22T09:34:07.891" v="2152" actId="1076"/>
          <ac:spMkLst>
            <pc:docMk/>
            <pc:sldMk cId="2225575475" sldId="264"/>
            <ac:spMk id="9223" creationId="{7A9FDCB0-029C-440A-BB23-BCC0A6C4A6AC}"/>
          </ac:spMkLst>
        </pc:spChg>
      </pc:sldChg>
      <pc:sldChg chg="addSp delSp modSp add del mod modAnim">
        <pc:chgData name="贾洪勇" userId="c61acc37-df11-4a3b-9efd-dde9ef084f5f" providerId="ADAL" clId="{0F84A287-EC61-479E-AF58-4139ED6C0900}" dt="2022-03-22T09:46:27.375" v="2192" actId="2696"/>
        <pc:sldMkLst>
          <pc:docMk/>
          <pc:sldMk cId="3694928234" sldId="265"/>
        </pc:sldMkLst>
        <pc:spChg chg="mod">
          <ac:chgData name="贾洪勇" userId="c61acc37-df11-4a3b-9efd-dde9ef084f5f" providerId="ADAL" clId="{0F84A287-EC61-479E-AF58-4139ED6C0900}" dt="2022-03-22T09:35:00.457" v="2154" actId="207"/>
          <ac:spMkLst>
            <pc:docMk/>
            <pc:sldMk cId="3694928234" sldId="265"/>
            <ac:spMk id="6" creationId="{7DE97BC7-7D92-42DF-B981-B31D708E3D91}"/>
          </ac:spMkLst>
        </pc:spChg>
        <pc:spChg chg="add del">
          <ac:chgData name="贾洪勇" userId="c61acc37-df11-4a3b-9efd-dde9ef084f5f" providerId="ADAL" clId="{0F84A287-EC61-479E-AF58-4139ED6C0900}" dt="2022-03-22T09:36:05.887" v="2164" actId="478"/>
          <ac:spMkLst>
            <pc:docMk/>
            <pc:sldMk cId="3694928234" sldId="265"/>
            <ac:spMk id="18" creationId="{B9C198A7-ADEA-4733-B4CC-74ABFD311B63}"/>
          </ac:spMkLst>
        </pc:spChg>
        <pc:spChg chg="mod">
          <ac:chgData name="贾洪勇" userId="c61acc37-df11-4a3b-9efd-dde9ef084f5f" providerId="ADAL" clId="{0F84A287-EC61-479E-AF58-4139ED6C0900}" dt="2022-03-22T09:36:00.221" v="2163" actId="20577"/>
          <ac:spMkLst>
            <pc:docMk/>
            <pc:sldMk cId="3694928234" sldId="265"/>
            <ac:spMk id="10243" creationId="{38A3BB62-C719-42C5-AC98-4842791D7508}"/>
          </ac:spMkLst>
        </pc:spChg>
        <pc:spChg chg="mod">
          <ac:chgData name="贾洪勇" userId="c61acc37-df11-4a3b-9efd-dde9ef084f5f" providerId="ADAL" clId="{0F84A287-EC61-479E-AF58-4139ED6C0900}" dt="2022-03-22T09:35:46.774" v="2160" actId="14100"/>
          <ac:spMkLst>
            <pc:docMk/>
            <pc:sldMk cId="3694928234" sldId="265"/>
            <ac:spMk id="10246" creationId="{BCF55D14-1455-4AD3-80D7-5230A8A423F3}"/>
          </ac:spMkLst>
        </pc:spChg>
        <pc:spChg chg="mod">
          <ac:chgData name="贾洪勇" userId="c61acc37-df11-4a3b-9efd-dde9ef084f5f" providerId="ADAL" clId="{0F84A287-EC61-479E-AF58-4139ED6C0900}" dt="2022-03-22T09:35:46.774" v="2160" actId="14100"/>
          <ac:spMkLst>
            <pc:docMk/>
            <pc:sldMk cId="3694928234" sldId="265"/>
            <ac:spMk id="10247" creationId="{07A46BBD-028C-4333-820E-CCB224918ADF}"/>
          </ac:spMkLst>
        </pc:spChg>
        <pc:spChg chg="mod">
          <ac:chgData name="贾洪勇" userId="c61acc37-df11-4a3b-9efd-dde9ef084f5f" providerId="ADAL" clId="{0F84A287-EC61-479E-AF58-4139ED6C0900}" dt="2022-03-22T09:35:46.774" v="2160" actId="14100"/>
          <ac:spMkLst>
            <pc:docMk/>
            <pc:sldMk cId="3694928234" sldId="265"/>
            <ac:spMk id="10248" creationId="{F7F82A82-7D2B-440F-A06D-97640AF2DC25}"/>
          </ac:spMkLst>
        </pc:spChg>
        <pc:spChg chg="mod">
          <ac:chgData name="贾洪勇" userId="c61acc37-df11-4a3b-9efd-dde9ef084f5f" providerId="ADAL" clId="{0F84A287-EC61-479E-AF58-4139ED6C0900}" dt="2022-03-22T09:35:46.774" v="2160" actId="14100"/>
          <ac:spMkLst>
            <pc:docMk/>
            <pc:sldMk cId="3694928234" sldId="265"/>
            <ac:spMk id="10250" creationId="{86C0F49B-895A-4F10-9D33-C0BDB3B81988}"/>
          </ac:spMkLst>
        </pc:spChg>
        <pc:spChg chg="mod">
          <ac:chgData name="贾洪勇" userId="c61acc37-df11-4a3b-9efd-dde9ef084f5f" providerId="ADAL" clId="{0F84A287-EC61-479E-AF58-4139ED6C0900}" dt="2022-03-22T09:35:46.774" v="2160" actId="14100"/>
          <ac:spMkLst>
            <pc:docMk/>
            <pc:sldMk cId="3694928234" sldId="265"/>
            <ac:spMk id="10253" creationId="{0143C702-C1C8-4AEA-A6BE-092ED29C2692}"/>
          </ac:spMkLst>
        </pc:spChg>
        <pc:spChg chg="mod">
          <ac:chgData name="贾洪勇" userId="c61acc37-df11-4a3b-9efd-dde9ef084f5f" providerId="ADAL" clId="{0F84A287-EC61-479E-AF58-4139ED6C0900}" dt="2022-03-22T09:36:45.563" v="2168" actId="1076"/>
          <ac:spMkLst>
            <pc:docMk/>
            <pc:sldMk cId="3694928234" sldId="265"/>
            <ac:spMk id="10255" creationId="{69BFAB6E-7480-4CAC-96D7-39710D63AE3A}"/>
          </ac:spMkLst>
        </pc:spChg>
        <pc:spChg chg="mod">
          <ac:chgData name="贾洪勇" userId="c61acc37-df11-4a3b-9efd-dde9ef084f5f" providerId="ADAL" clId="{0F84A287-EC61-479E-AF58-4139ED6C0900}" dt="2022-03-22T09:36:45.563" v="2168" actId="1076"/>
          <ac:spMkLst>
            <pc:docMk/>
            <pc:sldMk cId="3694928234" sldId="265"/>
            <ac:spMk id="10256" creationId="{5B32EE19-9283-4DCE-9158-6729D588805E}"/>
          </ac:spMkLst>
        </pc:spChg>
        <pc:grpChg chg="mod">
          <ac:chgData name="贾洪勇" userId="c61acc37-df11-4a3b-9efd-dde9ef084f5f" providerId="ADAL" clId="{0F84A287-EC61-479E-AF58-4139ED6C0900}" dt="2022-03-22T09:35:46.774" v="2160" actId="14100"/>
          <ac:grpSpMkLst>
            <pc:docMk/>
            <pc:sldMk cId="3694928234" sldId="265"/>
            <ac:grpSpMk id="4" creationId="{DE8CA753-5B5A-4218-A004-BFFE3255A2A9}"/>
          </ac:grpSpMkLst>
        </pc:grpChg>
        <pc:grpChg chg="mod">
          <ac:chgData name="贾洪勇" userId="c61acc37-df11-4a3b-9efd-dde9ef084f5f" providerId="ADAL" clId="{0F84A287-EC61-479E-AF58-4139ED6C0900}" dt="2022-03-22T09:36:45.563" v="2168" actId="1076"/>
          <ac:grpSpMkLst>
            <pc:docMk/>
            <pc:sldMk cId="3694928234" sldId="265"/>
            <ac:grpSpMk id="5" creationId="{6DFA194C-6304-4772-BCC0-950ADC281B90}"/>
          </ac:grpSpMkLst>
        </pc:grpChg>
        <pc:picChg chg="mod">
          <ac:chgData name="贾洪勇" userId="c61acc37-df11-4a3b-9efd-dde9ef084f5f" providerId="ADAL" clId="{0F84A287-EC61-479E-AF58-4139ED6C0900}" dt="2022-03-22T09:35:46.774" v="2160" actId="14100"/>
          <ac:picMkLst>
            <pc:docMk/>
            <pc:sldMk cId="3694928234" sldId="265"/>
            <ac:picMk id="10249" creationId="{D297089D-786C-4E6E-86B2-8027CB89CD5F}"/>
          </ac:picMkLst>
        </pc:picChg>
        <pc:picChg chg="mod">
          <ac:chgData name="贾洪勇" userId="c61acc37-df11-4a3b-9efd-dde9ef084f5f" providerId="ADAL" clId="{0F84A287-EC61-479E-AF58-4139ED6C0900}" dt="2022-03-22T09:35:46.774" v="2160" actId="14100"/>
          <ac:picMkLst>
            <pc:docMk/>
            <pc:sldMk cId="3694928234" sldId="265"/>
            <ac:picMk id="10251" creationId="{05D2B914-BD73-43A6-A99B-F6B046A6C089}"/>
          </ac:picMkLst>
        </pc:picChg>
        <pc:picChg chg="mod">
          <ac:chgData name="贾洪勇" userId="c61acc37-df11-4a3b-9efd-dde9ef084f5f" providerId="ADAL" clId="{0F84A287-EC61-479E-AF58-4139ED6C0900}" dt="2022-03-22T09:35:46.774" v="2160" actId="14100"/>
          <ac:picMkLst>
            <pc:docMk/>
            <pc:sldMk cId="3694928234" sldId="265"/>
            <ac:picMk id="10252" creationId="{6423C077-2671-4F57-951B-6B822886FE66}"/>
          </ac:picMkLst>
        </pc:picChg>
        <pc:picChg chg="mod">
          <ac:chgData name="贾洪勇" userId="c61acc37-df11-4a3b-9efd-dde9ef084f5f" providerId="ADAL" clId="{0F84A287-EC61-479E-AF58-4139ED6C0900}" dt="2022-03-22T09:35:46.774" v="2160" actId="14100"/>
          <ac:picMkLst>
            <pc:docMk/>
            <pc:sldMk cId="3694928234" sldId="265"/>
            <ac:picMk id="10254" creationId="{89EBEE4A-73B1-4252-80E7-E54E6B6F590E}"/>
          </ac:picMkLst>
        </pc:picChg>
      </pc:sldChg>
      <pc:sldChg chg="add">
        <pc:chgData name="贾洪勇" userId="c61acc37-df11-4a3b-9efd-dde9ef084f5f" providerId="ADAL" clId="{0F84A287-EC61-479E-AF58-4139ED6C0900}" dt="2022-03-22T09:46:35.309" v="2193"/>
        <pc:sldMkLst>
          <pc:docMk/>
          <pc:sldMk cId="170161043" sldId="266"/>
        </pc:sldMkLst>
        <pc:spChg chg="mod">
          <ac:chgData name="贾洪勇" userId="c61acc37-df11-4a3b-9efd-dde9ef084f5f" providerId="ADAL" clId="{0F84A287-EC61-479E-AF58-4139ED6C0900}" dt="2022-03-22T09:36:58.172" v="2170" actId="1076"/>
          <ac:spMkLst>
            <pc:docMk/>
            <pc:sldMk cId="170161043" sldId="266"/>
            <ac:spMk id="6" creationId="{7FA149F5-CA94-43D4-B89C-4F4819B0E892}"/>
          </ac:spMkLst>
        </pc:spChg>
      </pc:sldChg>
      <pc:sldChg chg="add">
        <pc:chgData name="贾洪勇" userId="c61acc37-df11-4a3b-9efd-dde9ef084f5f" providerId="ADAL" clId="{0F84A287-EC61-479E-AF58-4139ED6C0900}" dt="2022-03-22T09:46:35.309" v="2193"/>
        <pc:sldMkLst>
          <pc:docMk/>
          <pc:sldMk cId="1765793004" sldId="267"/>
        </pc:sldMkLst>
        <pc:spChg chg="mod">
          <ac:chgData name="贾洪勇" userId="c61acc37-df11-4a3b-9efd-dde9ef084f5f" providerId="ADAL" clId="{0F84A287-EC61-479E-AF58-4139ED6C0900}" dt="2022-03-22T09:39:34.965" v="2182" actId="1076"/>
          <ac:spMkLst>
            <pc:docMk/>
            <pc:sldMk cId="1765793004" sldId="267"/>
            <ac:spMk id="6" creationId="{3FE773F0-4A10-4853-9298-8010D3A0FE07}"/>
          </ac:spMkLst>
        </pc:spChg>
        <pc:spChg chg="mod">
          <ac:chgData name="贾洪勇" userId="c61acc37-df11-4a3b-9efd-dde9ef084f5f" providerId="ADAL" clId="{0F84A287-EC61-479E-AF58-4139ED6C0900}" dt="2022-03-22T06:59:04.089" v="1328" actId="207"/>
          <ac:spMkLst>
            <pc:docMk/>
            <pc:sldMk cId="1765793004" sldId="267"/>
            <ac:spMk id="14338" creationId="{9E6CA8CA-C1C3-4A54-B811-A1EB088123F5}"/>
          </ac:spMkLst>
        </pc:spChg>
        <pc:spChg chg="mod">
          <ac:chgData name="贾洪勇" userId="c61acc37-df11-4a3b-9efd-dde9ef084f5f" providerId="ADAL" clId="{0F84A287-EC61-479E-AF58-4139ED6C0900}" dt="2022-03-22T06:57:45.822" v="1314" actId="20577"/>
          <ac:spMkLst>
            <pc:docMk/>
            <pc:sldMk cId="1765793004" sldId="267"/>
            <ac:spMk id="14339" creationId="{881C6B55-D341-4630-B898-617CC0299D49}"/>
          </ac:spMkLst>
        </pc:spChg>
      </pc:sldChg>
      <pc:sldChg chg="modSp add del">
        <pc:chgData name="贾洪勇" userId="c61acc37-df11-4a3b-9efd-dde9ef084f5f" providerId="ADAL" clId="{0F84A287-EC61-479E-AF58-4139ED6C0900}" dt="2022-03-22T09:46:27.375" v="2192" actId="2696"/>
        <pc:sldMkLst>
          <pc:docMk/>
          <pc:sldMk cId="2210922255" sldId="268"/>
        </pc:sldMkLst>
        <pc:spChg chg="mod">
          <ac:chgData name="贾洪勇" userId="c61acc37-df11-4a3b-9efd-dde9ef084f5f" providerId="ADAL" clId="{0F84A287-EC61-479E-AF58-4139ED6C0900}" dt="2022-03-22T09:39:41.997" v="2184" actId="1076"/>
          <ac:spMkLst>
            <pc:docMk/>
            <pc:sldMk cId="2210922255" sldId="268"/>
            <ac:spMk id="6" creationId="{3D4C1F31-D651-4639-96E3-450BA813D591}"/>
          </ac:spMkLst>
        </pc:spChg>
      </pc:sldChg>
      <pc:sldChg chg="add">
        <pc:chgData name="贾洪勇" userId="c61acc37-df11-4a3b-9efd-dde9ef084f5f" providerId="ADAL" clId="{0F84A287-EC61-479E-AF58-4139ED6C0900}" dt="2022-03-22T09:46:35.309" v="2193"/>
        <pc:sldMkLst>
          <pc:docMk/>
          <pc:sldMk cId="2650330470" sldId="269"/>
        </pc:sldMkLst>
        <pc:spChg chg="mod">
          <ac:chgData name="贾洪勇" userId="c61acc37-df11-4a3b-9efd-dde9ef084f5f" providerId="ADAL" clId="{0F84A287-EC61-479E-AF58-4139ED6C0900}" dt="2022-03-22T09:39:50.023" v="2186" actId="1076"/>
          <ac:spMkLst>
            <pc:docMk/>
            <pc:sldMk cId="2650330470" sldId="269"/>
            <ac:spMk id="6" creationId="{1AA4CA88-2295-4E53-967F-9DF853EBF46F}"/>
          </ac:spMkLst>
        </pc:spChg>
      </pc:sldChg>
      <pc:sldChg chg="modSp add del">
        <pc:chgData name="贾洪勇" userId="c61acc37-df11-4a3b-9efd-dde9ef084f5f" providerId="ADAL" clId="{0F84A287-EC61-479E-AF58-4139ED6C0900}" dt="2022-03-22T09:46:27.375" v="2192" actId="2696"/>
        <pc:sldMkLst>
          <pc:docMk/>
          <pc:sldMk cId="3617506380" sldId="270"/>
        </pc:sldMkLst>
        <pc:spChg chg="mod">
          <ac:chgData name="贾洪勇" userId="c61acc37-df11-4a3b-9efd-dde9ef084f5f" providerId="ADAL" clId="{0F84A287-EC61-479E-AF58-4139ED6C0900}" dt="2022-03-22T09:39:15.735" v="2180" actId="207"/>
          <ac:spMkLst>
            <pc:docMk/>
            <pc:sldMk cId="3617506380" sldId="270"/>
            <ac:spMk id="6" creationId="{6F949E70-4F1B-48C8-9225-A946186C20CC}"/>
          </ac:spMkLst>
        </pc:spChg>
      </pc:sldChg>
      <pc:sldChg chg="add">
        <pc:chgData name="贾洪勇" userId="c61acc37-df11-4a3b-9efd-dde9ef084f5f" providerId="ADAL" clId="{0F84A287-EC61-479E-AF58-4139ED6C0900}" dt="2022-03-22T09:46:35.309" v="2193"/>
        <pc:sldMkLst>
          <pc:docMk/>
          <pc:sldMk cId="942772270" sldId="271"/>
        </pc:sldMkLst>
        <pc:spChg chg="mod">
          <ac:chgData name="贾洪勇" userId="c61acc37-df11-4a3b-9efd-dde9ef084f5f" providerId="ADAL" clId="{0F84A287-EC61-479E-AF58-4139ED6C0900}" dt="2022-03-22T09:38:22.906" v="2176" actId="1076"/>
          <ac:spMkLst>
            <pc:docMk/>
            <pc:sldMk cId="942772270" sldId="271"/>
            <ac:spMk id="6" creationId="{39CA68C5-79DE-4F09-9CC7-8A9694B93D4A}"/>
          </ac:spMkLst>
        </pc:spChg>
      </pc:sldChg>
      <pc:sldChg chg="add">
        <pc:chgData name="贾洪勇" userId="c61acc37-df11-4a3b-9efd-dde9ef084f5f" providerId="ADAL" clId="{0F84A287-EC61-479E-AF58-4139ED6C0900}" dt="2022-03-22T09:46:35.309" v="2193"/>
        <pc:sldMkLst>
          <pc:docMk/>
          <pc:sldMk cId="4275776638" sldId="272"/>
        </pc:sldMkLst>
        <pc:spChg chg="mod">
          <ac:chgData name="贾洪勇" userId="c61acc37-df11-4a3b-9efd-dde9ef084f5f" providerId="ADAL" clId="{0F84A287-EC61-479E-AF58-4139ED6C0900}" dt="2022-03-22T09:37:57.571" v="2174" actId="1076"/>
          <ac:spMkLst>
            <pc:docMk/>
            <pc:sldMk cId="4275776638" sldId="272"/>
            <ac:spMk id="6" creationId="{148C4780-0619-412C-9303-63DCB7762EC4}"/>
          </ac:spMkLst>
        </pc:spChg>
      </pc:sldChg>
      <pc:sldChg chg="add del">
        <pc:chgData name="贾洪勇" userId="c61acc37-df11-4a3b-9efd-dde9ef084f5f" providerId="ADAL" clId="{0F84A287-EC61-479E-AF58-4139ED6C0900}" dt="2022-03-27T23:37:43.645" v="2346" actId="47"/>
        <pc:sldMkLst>
          <pc:docMk/>
          <pc:sldMk cId="1539672545" sldId="295"/>
        </pc:sldMkLst>
        <pc:spChg chg="mod">
          <ac:chgData name="贾洪勇" userId="c61acc37-df11-4a3b-9efd-dde9ef084f5f" providerId="ADAL" clId="{0F84A287-EC61-479E-AF58-4139ED6C0900}" dt="2022-03-22T09:37:48.019" v="2172" actId="1076"/>
          <ac:spMkLst>
            <pc:docMk/>
            <pc:sldMk cId="1539672545" sldId="295"/>
            <ac:spMk id="5122" creationId="{2A153CFE-A553-4BFA-9CEF-18443AA881D2}"/>
          </ac:spMkLst>
        </pc:spChg>
      </pc:sldChg>
      <pc:sldChg chg="modSp add del mod modTransition">
        <pc:chgData name="贾洪勇" userId="c61acc37-df11-4a3b-9efd-dde9ef084f5f" providerId="ADAL" clId="{0F84A287-EC61-479E-AF58-4139ED6C0900}" dt="2022-03-22T09:46:27.375" v="2192" actId="2696"/>
        <pc:sldMkLst>
          <pc:docMk/>
          <pc:sldMk cId="2555363244" sldId="307"/>
        </pc:sldMkLst>
        <pc:spChg chg="mod">
          <ac:chgData name="贾洪勇" userId="c61acc37-df11-4a3b-9efd-dde9ef084f5f" providerId="ADAL" clId="{0F84A287-EC61-479E-AF58-4139ED6C0900}" dt="2022-03-22T09:30:21.752" v="2144" actId="207"/>
          <ac:spMkLst>
            <pc:docMk/>
            <pc:sldMk cId="2555363244" sldId="307"/>
            <ac:spMk id="6146" creationId="{4A0F0ECE-1AEA-4959-8B2A-DD310F52C3E9}"/>
          </ac:spMkLst>
        </pc:spChg>
        <pc:spChg chg="mod">
          <ac:chgData name="贾洪勇" userId="c61acc37-df11-4a3b-9efd-dde9ef084f5f" providerId="ADAL" clId="{0F84A287-EC61-479E-AF58-4139ED6C0900}" dt="2022-03-22T09:30:28.982" v="2145" actId="14100"/>
          <ac:spMkLst>
            <pc:docMk/>
            <pc:sldMk cId="2555363244" sldId="307"/>
            <ac:spMk id="18434" creationId="{EDDA467F-CBA0-468C-9C62-B9F07CDC9D3B}"/>
          </ac:spMkLst>
        </pc:spChg>
      </pc:sldChg>
      <pc:sldChg chg="add">
        <pc:chgData name="贾洪勇" userId="c61acc37-df11-4a3b-9efd-dde9ef084f5f" providerId="ADAL" clId="{0F84A287-EC61-479E-AF58-4139ED6C0900}" dt="2022-03-22T09:46:35.309" v="2193"/>
        <pc:sldMkLst>
          <pc:docMk/>
          <pc:sldMk cId="712223766" sldId="316"/>
        </pc:sldMkLst>
        <pc:spChg chg="mod">
          <ac:chgData name="贾洪勇" userId="c61acc37-df11-4a3b-9efd-dde9ef084f5f" providerId="ADAL" clId="{0F84A287-EC61-479E-AF58-4139ED6C0900}" dt="2022-03-22T09:31:38.799" v="2147" actId="207"/>
          <ac:spMkLst>
            <pc:docMk/>
            <pc:sldMk cId="712223766" sldId="316"/>
            <ac:spMk id="7170" creationId="{09408BDD-3AC9-4372-880A-FC43683F6C3F}"/>
          </ac:spMkLst>
        </pc:spChg>
        <pc:spChg chg="mod">
          <ac:chgData name="贾洪勇" userId="c61acc37-df11-4a3b-9efd-dde9ef084f5f" providerId="ADAL" clId="{0F84A287-EC61-479E-AF58-4139ED6C0900}" dt="2022-03-22T09:31:43.160" v="2148" actId="14100"/>
          <ac:spMkLst>
            <pc:docMk/>
            <pc:sldMk cId="712223766" sldId="316"/>
            <ac:spMk id="18434" creationId="{6DD5BE88-63C5-4600-93DD-42B7D2784B4B}"/>
          </ac:spMkLst>
        </pc:spChg>
      </pc:sldChg>
      <pc:sldChg chg="del">
        <pc:chgData name="贾洪勇" userId="c61acc37-df11-4a3b-9efd-dde9ef084f5f" providerId="ADAL" clId="{0F84A287-EC61-479E-AF58-4139ED6C0900}" dt="2022-03-21T08:43:30.933" v="394" actId="47"/>
        <pc:sldMkLst>
          <pc:docMk/>
          <pc:sldMk cId="0" sldId="317"/>
        </pc:sldMkLst>
      </pc:sldChg>
      <pc:sldChg chg="del">
        <pc:chgData name="贾洪勇" userId="c61acc37-df11-4a3b-9efd-dde9ef084f5f" providerId="ADAL" clId="{0F84A287-EC61-479E-AF58-4139ED6C0900}" dt="2022-03-21T08:43:30.933" v="394" actId="47"/>
        <pc:sldMkLst>
          <pc:docMk/>
          <pc:sldMk cId="0" sldId="318"/>
        </pc:sldMkLst>
      </pc:sldChg>
      <pc:sldChg chg="del">
        <pc:chgData name="贾洪勇" userId="c61acc37-df11-4a3b-9efd-dde9ef084f5f" providerId="ADAL" clId="{0F84A287-EC61-479E-AF58-4139ED6C0900}" dt="2022-03-21T08:43:30.933" v="394" actId="47"/>
        <pc:sldMkLst>
          <pc:docMk/>
          <pc:sldMk cId="0" sldId="319"/>
        </pc:sldMkLst>
      </pc:sldChg>
      <pc:sldChg chg="del">
        <pc:chgData name="贾洪勇" userId="c61acc37-df11-4a3b-9efd-dde9ef084f5f" providerId="ADAL" clId="{0F84A287-EC61-479E-AF58-4139ED6C0900}" dt="2022-03-21T08:43:30.933" v="394" actId="47"/>
        <pc:sldMkLst>
          <pc:docMk/>
          <pc:sldMk cId="0" sldId="321"/>
        </pc:sldMkLst>
      </pc:sldChg>
      <pc:sldChg chg="del">
        <pc:chgData name="贾洪勇" userId="c61acc37-df11-4a3b-9efd-dde9ef084f5f" providerId="ADAL" clId="{0F84A287-EC61-479E-AF58-4139ED6C0900}" dt="2022-03-21T08:43:30.933" v="394" actId="47"/>
        <pc:sldMkLst>
          <pc:docMk/>
          <pc:sldMk cId="0" sldId="322"/>
        </pc:sldMkLst>
      </pc:sldChg>
      <pc:sldChg chg="del">
        <pc:chgData name="贾洪勇" userId="c61acc37-df11-4a3b-9efd-dde9ef084f5f" providerId="ADAL" clId="{0F84A287-EC61-479E-AF58-4139ED6C0900}" dt="2022-03-21T08:43:30.933" v="394" actId="47"/>
        <pc:sldMkLst>
          <pc:docMk/>
          <pc:sldMk cId="0" sldId="323"/>
        </pc:sldMkLst>
      </pc:sldChg>
      <pc:sldChg chg="del">
        <pc:chgData name="贾洪勇" userId="c61acc37-df11-4a3b-9efd-dde9ef084f5f" providerId="ADAL" clId="{0F84A287-EC61-479E-AF58-4139ED6C0900}" dt="2022-03-21T08:43:30.933" v="394" actId="47"/>
        <pc:sldMkLst>
          <pc:docMk/>
          <pc:sldMk cId="0" sldId="359"/>
        </pc:sldMkLst>
      </pc:sldChg>
      <pc:sldChg chg="del">
        <pc:chgData name="贾洪勇" userId="c61acc37-df11-4a3b-9efd-dde9ef084f5f" providerId="ADAL" clId="{0F84A287-EC61-479E-AF58-4139ED6C0900}" dt="2022-03-21T08:43:30.933" v="394" actId="47"/>
        <pc:sldMkLst>
          <pc:docMk/>
          <pc:sldMk cId="0" sldId="361"/>
        </pc:sldMkLst>
      </pc:sldChg>
      <pc:sldChg chg="del">
        <pc:chgData name="贾洪勇" userId="c61acc37-df11-4a3b-9efd-dde9ef084f5f" providerId="ADAL" clId="{0F84A287-EC61-479E-AF58-4139ED6C0900}" dt="2022-03-21T08:43:30.933" v="394" actId="47"/>
        <pc:sldMkLst>
          <pc:docMk/>
          <pc:sldMk cId="0" sldId="362"/>
        </pc:sldMkLst>
      </pc:sldChg>
      <pc:sldChg chg="del">
        <pc:chgData name="贾洪勇" userId="c61acc37-df11-4a3b-9efd-dde9ef084f5f" providerId="ADAL" clId="{0F84A287-EC61-479E-AF58-4139ED6C0900}" dt="2022-03-21T08:43:30.933" v="394" actId="47"/>
        <pc:sldMkLst>
          <pc:docMk/>
          <pc:sldMk cId="0" sldId="364"/>
        </pc:sldMkLst>
      </pc:sldChg>
      <pc:sldChg chg="del">
        <pc:chgData name="贾洪勇" userId="c61acc37-df11-4a3b-9efd-dde9ef084f5f" providerId="ADAL" clId="{0F84A287-EC61-479E-AF58-4139ED6C0900}" dt="2022-03-21T08:43:30.933" v="394" actId="47"/>
        <pc:sldMkLst>
          <pc:docMk/>
          <pc:sldMk cId="0" sldId="365"/>
        </pc:sldMkLst>
      </pc:sldChg>
      <pc:sldChg chg="del">
        <pc:chgData name="贾洪勇" userId="c61acc37-df11-4a3b-9efd-dde9ef084f5f" providerId="ADAL" clId="{0F84A287-EC61-479E-AF58-4139ED6C0900}" dt="2022-03-21T08:43:30.933" v="394" actId="47"/>
        <pc:sldMkLst>
          <pc:docMk/>
          <pc:sldMk cId="0" sldId="367"/>
        </pc:sldMkLst>
      </pc:sldChg>
      <pc:sldChg chg="del">
        <pc:chgData name="贾洪勇" userId="c61acc37-df11-4a3b-9efd-dde9ef084f5f" providerId="ADAL" clId="{0F84A287-EC61-479E-AF58-4139ED6C0900}" dt="2022-03-21T08:43:30.933" v="394" actId="47"/>
        <pc:sldMkLst>
          <pc:docMk/>
          <pc:sldMk cId="0" sldId="368"/>
        </pc:sldMkLst>
      </pc:sldChg>
      <pc:sldChg chg="del">
        <pc:chgData name="贾洪勇" userId="c61acc37-df11-4a3b-9efd-dde9ef084f5f" providerId="ADAL" clId="{0F84A287-EC61-479E-AF58-4139ED6C0900}" dt="2022-03-21T08:43:30.933" v="394" actId="47"/>
        <pc:sldMkLst>
          <pc:docMk/>
          <pc:sldMk cId="0" sldId="369"/>
        </pc:sldMkLst>
      </pc:sldChg>
      <pc:sldChg chg="del">
        <pc:chgData name="贾洪勇" userId="c61acc37-df11-4a3b-9efd-dde9ef084f5f" providerId="ADAL" clId="{0F84A287-EC61-479E-AF58-4139ED6C0900}" dt="2022-03-21T08:43:30.933" v="394" actId="47"/>
        <pc:sldMkLst>
          <pc:docMk/>
          <pc:sldMk cId="0" sldId="371"/>
        </pc:sldMkLst>
      </pc:sldChg>
      <pc:sldChg chg="del">
        <pc:chgData name="贾洪勇" userId="c61acc37-df11-4a3b-9efd-dde9ef084f5f" providerId="ADAL" clId="{0F84A287-EC61-479E-AF58-4139ED6C0900}" dt="2022-03-21T08:43:30.933" v="394" actId="47"/>
        <pc:sldMkLst>
          <pc:docMk/>
          <pc:sldMk cId="0" sldId="374"/>
        </pc:sldMkLst>
      </pc:sldChg>
      <pc:sldChg chg="del">
        <pc:chgData name="贾洪勇" userId="c61acc37-df11-4a3b-9efd-dde9ef084f5f" providerId="ADAL" clId="{0F84A287-EC61-479E-AF58-4139ED6C0900}" dt="2022-03-21T08:43:30.933" v="394" actId="47"/>
        <pc:sldMkLst>
          <pc:docMk/>
          <pc:sldMk cId="577440345" sldId="409"/>
        </pc:sldMkLst>
      </pc:sldChg>
      <pc:sldChg chg="del">
        <pc:chgData name="贾洪勇" userId="c61acc37-df11-4a3b-9efd-dde9ef084f5f" providerId="ADAL" clId="{0F84A287-EC61-479E-AF58-4139ED6C0900}" dt="2022-03-21T08:43:30.933" v="394" actId="47"/>
        <pc:sldMkLst>
          <pc:docMk/>
          <pc:sldMk cId="1934142118" sldId="410"/>
        </pc:sldMkLst>
      </pc:sldChg>
      <pc:sldChg chg="del">
        <pc:chgData name="贾洪勇" userId="c61acc37-df11-4a3b-9efd-dde9ef084f5f" providerId="ADAL" clId="{0F84A287-EC61-479E-AF58-4139ED6C0900}" dt="2022-03-21T08:43:30.933" v="394" actId="47"/>
        <pc:sldMkLst>
          <pc:docMk/>
          <pc:sldMk cId="3381065549" sldId="411"/>
        </pc:sldMkLst>
      </pc:sldChg>
      <pc:sldChg chg="del">
        <pc:chgData name="贾洪勇" userId="c61acc37-df11-4a3b-9efd-dde9ef084f5f" providerId="ADAL" clId="{0F84A287-EC61-479E-AF58-4139ED6C0900}" dt="2022-03-21T08:43:30.933" v="394" actId="47"/>
        <pc:sldMkLst>
          <pc:docMk/>
          <pc:sldMk cId="3788963722" sldId="412"/>
        </pc:sldMkLst>
      </pc:sldChg>
      <pc:sldChg chg="del">
        <pc:chgData name="贾洪勇" userId="c61acc37-df11-4a3b-9efd-dde9ef084f5f" providerId="ADAL" clId="{0F84A287-EC61-479E-AF58-4139ED6C0900}" dt="2022-03-21T08:43:30.933" v="394" actId="47"/>
        <pc:sldMkLst>
          <pc:docMk/>
          <pc:sldMk cId="1607213250" sldId="413"/>
        </pc:sldMkLst>
      </pc:sldChg>
      <pc:sldChg chg="del">
        <pc:chgData name="贾洪勇" userId="c61acc37-df11-4a3b-9efd-dde9ef084f5f" providerId="ADAL" clId="{0F84A287-EC61-479E-AF58-4139ED6C0900}" dt="2022-03-21T08:43:30.933" v="394" actId="47"/>
        <pc:sldMkLst>
          <pc:docMk/>
          <pc:sldMk cId="872687422" sldId="414"/>
        </pc:sldMkLst>
      </pc:sldChg>
      <pc:sldChg chg="del">
        <pc:chgData name="贾洪勇" userId="c61acc37-df11-4a3b-9efd-dde9ef084f5f" providerId="ADAL" clId="{0F84A287-EC61-479E-AF58-4139ED6C0900}" dt="2022-03-21T08:43:30.933" v="394" actId="47"/>
        <pc:sldMkLst>
          <pc:docMk/>
          <pc:sldMk cId="4093410477" sldId="415"/>
        </pc:sldMkLst>
      </pc:sldChg>
      <pc:sldChg chg="del">
        <pc:chgData name="贾洪勇" userId="c61acc37-df11-4a3b-9efd-dde9ef084f5f" providerId="ADAL" clId="{0F84A287-EC61-479E-AF58-4139ED6C0900}" dt="2022-03-21T08:43:30.933" v="394" actId="47"/>
        <pc:sldMkLst>
          <pc:docMk/>
          <pc:sldMk cId="3118523811" sldId="416"/>
        </pc:sldMkLst>
      </pc:sldChg>
      <pc:sldChg chg="del">
        <pc:chgData name="贾洪勇" userId="c61acc37-df11-4a3b-9efd-dde9ef084f5f" providerId="ADAL" clId="{0F84A287-EC61-479E-AF58-4139ED6C0900}" dt="2022-03-21T08:43:30.933" v="394" actId="47"/>
        <pc:sldMkLst>
          <pc:docMk/>
          <pc:sldMk cId="2557786044" sldId="417"/>
        </pc:sldMkLst>
      </pc:sldChg>
      <pc:sldChg chg="del">
        <pc:chgData name="贾洪勇" userId="c61acc37-df11-4a3b-9efd-dde9ef084f5f" providerId="ADAL" clId="{0F84A287-EC61-479E-AF58-4139ED6C0900}" dt="2022-03-21T08:43:30.933" v="394" actId="47"/>
        <pc:sldMkLst>
          <pc:docMk/>
          <pc:sldMk cId="2713124896" sldId="418"/>
        </pc:sldMkLst>
      </pc:sldChg>
      <pc:sldChg chg="del">
        <pc:chgData name="贾洪勇" userId="c61acc37-df11-4a3b-9efd-dde9ef084f5f" providerId="ADAL" clId="{0F84A287-EC61-479E-AF58-4139ED6C0900}" dt="2022-03-21T08:43:30.933" v="394" actId="47"/>
        <pc:sldMkLst>
          <pc:docMk/>
          <pc:sldMk cId="1063583134" sldId="419"/>
        </pc:sldMkLst>
      </pc:sldChg>
      <pc:sldChg chg="del">
        <pc:chgData name="贾洪勇" userId="c61acc37-df11-4a3b-9efd-dde9ef084f5f" providerId="ADAL" clId="{0F84A287-EC61-479E-AF58-4139ED6C0900}" dt="2022-03-21T08:43:30.933" v="394" actId="47"/>
        <pc:sldMkLst>
          <pc:docMk/>
          <pc:sldMk cId="1201457307" sldId="420"/>
        </pc:sldMkLst>
      </pc:sldChg>
      <pc:sldChg chg="del">
        <pc:chgData name="贾洪勇" userId="c61acc37-df11-4a3b-9efd-dde9ef084f5f" providerId="ADAL" clId="{0F84A287-EC61-479E-AF58-4139ED6C0900}" dt="2022-03-21T08:43:30.933" v="394" actId="47"/>
        <pc:sldMkLst>
          <pc:docMk/>
          <pc:sldMk cId="3590644022" sldId="421"/>
        </pc:sldMkLst>
      </pc:sldChg>
      <pc:sldChg chg="del">
        <pc:chgData name="贾洪勇" userId="c61acc37-df11-4a3b-9efd-dde9ef084f5f" providerId="ADAL" clId="{0F84A287-EC61-479E-AF58-4139ED6C0900}" dt="2022-03-21T08:43:30.933" v="394" actId="47"/>
        <pc:sldMkLst>
          <pc:docMk/>
          <pc:sldMk cId="1243240414" sldId="422"/>
        </pc:sldMkLst>
      </pc:sldChg>
      <pc:sldChg chg="del">
        <pc:chgData name="贾洪勇" userId="c61acc37-df11-4a3b-9efd-dde9ef084f5f" providerId="ADAL" clId="{0F84A287-EC61-479E-AF58-4139ED6C0900}" dt="2022-03-21T08:43:30.933" v="394" actId="47"/>
        <pc:sldMkLst>
          <pc:docMk/>
          <pc:sldMk cId="3392252253" sldId="423"/>
        </pc:sldMkLst>
      </pc:sldChg>
      <pc:sldChg chg="del">
        <pc:chgData name="贾洪勇" userId="c61acc37-df11-4a3b-9efd-dde9ef084f5f" providerId="ADAL" clId="{0F84A287-EC61-479E-AF58-4139ED6C0900}" dt="2022-03-21T08:43:30.933" v="394" actId="47"/>
        <pc:sldMkLst>
          <pc:docMk/>
          <pc:sldMk cId="3008393032" sldId="424"/>
        </pc:sldMkLst>
      </pc:sldChg>
      <pc:sldChg chg="del">
        <pc:chgData name="贾洪勇" userId="c61acc37-df11-4a3b-9efd-dde9ef084f5f" providerId="ADAL" clId="{0F84A287-EC61-479E-AF58-4139ED6C0900}" dt="2022-03-21T08:43:30.933" v="394" actId="47"/>
        <pc:sldMkLst>
          <pc:docMk/>
          <pc:sldMk cId="1736205307" sldId="425"/>
        </pc:sldMkLst>
      </pc:sldChg>
      <pc:sldChg chg="del">
        <pc:chgData name="贾洪勇" userId="c61acc37-df11-4a3b-9efd-dde9ef084f5f" providerId="ADAL" clId="{0F84A287-EC61-479E-AF58-4139ED6C0900}" dt="2022-03-21T08:43:30.933" v="394" actId="47"/>
        <pc:sldMkLst>
          <pc:docMk/>
          <pc:sldMk cId="204187897" sldId="426"/>
        </pc:sldMkLst>
      </pc:sldChg>
      <pc:sldChg chg="del">
        <pc:chgData name="贾洪勇" userId="c61acc37-df11-4a3b-9efd-dde9ef084f5f" providerId="ADAL" clId="{0F84A287-EC61-479E-AF58-4139ED6C0900}" dt="2022-03-21T08:43:30.933" v="394" actId="47"/>
        <pc:sldMkLst>
          <pc:docMk/>
          <pc:sldMk cId="3522320116" sldId="427"/>
        </pc:sldMkLst>
      </pc:sldChg>
      <pc:sldChg chg="del">
        <pc:chgData name="贾洪勇" userId="c61acc37-df11-4a3b-9efd-dde9ef084f5f" providerId="ADAL" clId="{0F84A287-EC61-479E-AF58-4139ED6C0900}" dt="2022-03-21T08:43:30.933" v="394" actId="47"/>
        <pc:sldMkLst>
          <pc:docMk/>
          <pc:sldMk cId="1421572176" sldId="428"/>
        </pc:sldMkLst>
      </pc:sldChg>
      <pc:sldChg chg="del">
        <pc:chgData name="贾洪勇" userId="c61acc37-df11-4a3b-9efd-dde9ef084f5f" providerId="ADAL" clId="{0F84A287-EC61-479E-AF58-4139ED6C0900}" dt="2022-03-21T08:43:30.933" v="394" actId="47"/>
        <pc:sldMkLst>
          <pc:docMk/>
          <pc:sldMk cId="1633014289" sldId="429"/>
        </pc:sldMkLst>
      </pc:sldChg>
      <pc:sldChg chg="del">
        <pc:chgData name="贾洪勇" userId="c61acc37-df11-4a3b-9efd-dde9ef084f5f" providerId="ADAL" clId="{0F84A287-EC61-479E-AF58-4139ED6C0900}" dt="2022-03-21T08:43:30.933" v="394" actId="47"/>
        <pc:sldMkLst>
          <pc:docMk/>
          <pc:sldMk cId="867532253" sldId="430"/>
        </pc:sldMkLst>
      </pc:sldChg>
      <pc:sldChg chg="del">
        <pc:chgData name="贾洪勇" userId="c61acc37-df11-4a3b-9efd-dde9ef084f5f" providerId="ADAL" clId="{0F84A287-EC61-479E-AF58-4139ED6C0900}" dt="2022-03-21T08:43:30.933" v="394" actId="47"/>
        <pc:sldMkLst>
          <pc:docMk/>
          <pc:sldMk cId="392371696" sldId="431"/>
        </pc:sldMkLst>
      </pc:sldChg>
      <pc:sldChg chg="del">
        <pc:chgData name="贾洪勇" userId="c61acc37-df11-4a3b-9efd-dde9ef084f5f" providerId="ADAL" clId="{0F84A287-EC61-479E-AF58-4139ED6C0900}" dt="2022-03-21T08:43:30.933" v="394" actId="47"/>
        <pc:sldMkLst>
          <pc:docMk/>
          <pc:sldMk cId="362513179" sldId="432"/>
        </pc:sldMkLst>
      </pc:sldChg>
      <pc:sldChg chg="del">
        <pc:chgData name="贾洪勇" userId="c61acc37-df11-4a3b-9efd-dde9ef084f5f" providerId="ADAL" clId="{0F84A287-EC61-479E-AF58-4139ED6C0900}" dt="2022-03-21T08:43:30.933" v="394" actId="47"/>
        <pc:sldMkLst>
          <pc:docMk/>
          <pc:sldMk cId="1391141258" sldId="433"/>
        </pc:sldMkLst>
      </pc:sldChg>
      <pc:sldChg chg="del">
        <pc:chgData name="贾洪勇" userId="c61acc37-df11-4a3b-9efd-dde9ef084f5f" providerId="ADAL" clId="{0F84A287-EC61-479E-AF58-4139ED6C0900}" dt="2022-03-21T08:43:30.933" v="394" actId="47"/>
        <pc:sldMkLst>
          <pc:docMk/>
          <pc:sldMk cId="774545259" sldId="434"/>
        </pc:sldMkLst>
      </pc:sldChg>
      <pc:sldChg chg="del">
        <pc:chgData name="贾洪勇" userId="c61acc37-df11-4a3b-9efd-dde9ef084f5f" providerId="ADAL" clId="{0F84A287-EC61-479E-AF58-4139ED6C0900}" dt="2022-03-21T08:43:30.933" v="394" actId="47"/>
        <pc:sldMkLst>
          <pc:docMk/>
          <pc:sldMk cId="375211103" sldId="435"/>
        </pc:sldMkLst>
      </pc:sldChg>
      <pc:sldChg chg="del">
        <pc:chgData name="贾洪勇" userId="c61acc37-df11-4a3b-9efd-dde9ef084f5f" providerId="ADAL" clId="{0F84A287-EC61-479E-AF58-4139ED6C0900}" dt="2022-03-21T08:43:30.933" v="394" actId="47"/>
        <pc:sldMkLst>
          <pc:docMk/>
          <pc:sldMk cId="3932278203" sldId="436"/>
        </pc:sldMkLst>
      </pc:sldChg>
      <pc:sldChg chg="del">
        <pc:chgData name="贾洪勇" userId="c61acc37-df11-4a3b-9efd-dde9ef084f5f" providerId="ADAL" clId="{0F84A287-EC61-479E-AF58-4139ED6C0900}" dt="2022-03-21T08:43:30.933" v="394" actId="47"/>
        <pc:sldMkLst>
          <pc:docMk/>
          <pc:sldMk cId="169223960" sldId="437"/>
        </pc:sldMkLst>
      </pc:sldChg>
      <pc:sldChg chg="del">
        <pc:chgData name="贾洪勇" userId="c61acc37-df11-4a3b-9efd-dde9ef084f5f" providerId="ADAL" clId="{0F84A287-EC61-479E-AF58-4139ED6C0900}" dt="2022-03-21T08:43:30.933" v="394" actId="47"/>
        <pc:sldMkLst>
          <pc:docMk/>
          <pc:sldMk cId="1735181766" sldId="438"/>
        </pc:sldMkLst>
      </pc:sldChg>
      <pc:sldChg chg="del">
        <pc:chgData name="贾洪勇" userId="c61acc37-df11-4a3b-9efd-dde9ef084f5f" providerId="ADAL" clId="{0F84A287-EC61-479E-AF58-4139ED6C0900}" dt="2022-03-21T08:43:30.933" v="394" actId="47"/>
        <pc:sldMkLst>
          <pc:docMk/>
          <pc:sldMk cId="3706127996" sldId="439"/>
        </pc:sldMkLst>
      </pc:sldChg>
      <pc:sldChg chg="del">
        <pc:chgData name="贾洪勇" userId="c61acc37-df11-4a3b-9efd-dde9ef084f5f" providerId="ADAL" clId="{0F84A287-EC61-479E-AF58-4139ED6C0900}" dt="2022-03-21T08:43:30.933" v="394" actId="47"/>
        <pc:sldMkLst>
          <pc:docMk/>
          <pc:sldMk cId="2557268571" sldId="440"/>
        </pc:sldMkLst>
      </pc:sldChg>
      <pc:sldChg chg="del">
        <pc:chgData name="贾洪勇" userId="c61acc37-df11-4a3b-9efd-dde9ef084f5f" providerId="ADAL" clId="{0F84A287-EC61-479E-AF58-4139ED6C0900}" dt="2022-03-21T08:43:30.933" v="394" actId="47"/>
        <pc:sldMkLst>
          <pc:docMk/>
          <pc:sldMk cId="3602578240" sldId="441"/>
        </pc:sldMkLst>
      </pc:sldChg>
      <pc:sldChg chg="del">
        <pc:chgData name="贾洪勇" userId="c61acc37-df11-4a3b-9efd-dde9ef084f5f" providerId="ADAL" clId="{0F84A287-EC61-479E-AF58-4139ED6C0900}" dt="2022-03-21T08:43:30.933" v="394" actId="47"/>
        <pc:sldMkLst>
          <pc:docMk/>
          <pc:sldMk cId="916079973" sldId="442"/>
        </pc:sldMkLst>
      </pc:sldChg>
      <pc:sldChg chg="del">
        <pc:chgData name="贾洪勇" userId="c61acc37-df11-4a3b-9efd-dde9ef084f5f" providerId="ADAL" clId="{0F84A287-EC61-479E-AF58-4139ED6C0900}" dt="2022-03-21T08:43:30.933" v="394" actId="47"/>
        <pc:sldMkLst>
          <pc:docMk/>
          <pc:sldMk cId="903722881" sldId="443"/>
        </pc:sldMkLst>
      </pc:sldChg>
      <pc:sldChg chg="del">
        <pc:chgData name="贾洪勇" userId="c61acc37-df11-4a3b-9efd-dde9ef084f5f" providerId="ADAL" clId="{0F84A287-EC61-479E-AF58-4139ED6C0900}" dt="2022-03-21T08:43:30.933" v="394" actId="47"/>
        <pc:sldMkLst>
          <pc:docMk/>
          <pc:sldMk cId="485289020" sldId="444"/>
        </pc:sldMkLst>
      </pc:sldChg>
      <pc:sldChg chg="del">
        <pc:chgData name="贾洪勇" userId="c61acc37-df11-4a3b-9efd-dde9ef084f5f" providerId="ADAL" clId="{0F84A287-EC61-479E-AF58-4139ED6C0900}" dt="2022-03-21T08:43:30.933" v="394" actId="47"/>
        <pc:sldMkLst>
          <pc:docMk/>
          <pc:sldMk cId="4008769697" sldId="445"/>
        </pc:sldMkLst>
      </pc:sldChg>
      <pc:sldChg chg="del">
        <pc:chgData name="贾洪勇" userId="c61acc37-df11-4a3b-9efd-dde9ef084f5f" providerId="ADAL" clId="{0F84A287-EC61-479E-AF58-4139ED6C0900}" dt="2022-03-21T08:43:30.933" v="394" actId="47"/>
        <pc:sldMkLst>
          <pc:docMk/>
          <pc:sldMk cId="69252617" sldId="446"/>
        </pc:sldMkLst>
      </pc:sldChg>
      <pc:sldChg chg="del">
        <pc:chgData name="贾洪勇" userId="c61acc37-df11-4a3b-9efd-dde9ef084f5f" providerId="ADAL" clId="{0F84A287-EC61-479E-AF58-4139ED6C0900}" dt="2022-03-21T08:43:30.933" v="394" actId="47"/>
        <pc:sldMkLst>
          <pc:docMk/>
          <pc:sldMk cId="1644707327" sldId="447"/>
        </pc:sldMkLst>
      </pc:sldChg>
      <pc:sldChg chg="del">
        <pc:chgData name="贾洪勇" userId="c61acc37-df11-4a3b-9efd-dde9ef084f5f" providerId="ADAL" clId="{0F84A287-EC61-479E-AF58-4139ED6C0900}" dt="2022-03-21T08:43:30.933" v="394" actId="47"/>
        <pc:sldMkLst>
          <pc:docMk/>
          <pc:sldMk cId="3775134672" sldId="448"/>
        </pc:sldMkLst>
      </pc:sldChg>
      <pc:sldChg chg="del">
        <pc:chgData name="贾洪勇" userId="c61acc37-df11-4a3b-9efd-dde9ef084f5f" providerId="ADAL" clId="{0F84A287-EC61-479E-AF58-4139ED6C0900}" dt="2022-03-21T08:43:30.933" v="394" actId="47"/>
        <pc:sldMkLst>
          <pc:docMk/>
          <pc:sldMk cId="3765859002" sldId="449"/>
        </pc:sldMkLst>
      </pc:sldChg>
      <pc:sldChg chg="del">
        <pc:chgData name="贾洪勇" userId="c61acc37-df11-4a3b-9efd-dde9ef084f5f" providerId="ADAL" clId="{0F84A287-EC61-479E-AF58-4139ED6C0900}" dt="2022-03-21T08:43:30.933" v="394" actId="47"/>
        <pc:sldMkLst>
          <pc:docMk/>
          <pc:sldMk cId="3124685187" sldId="450"/>
        </pc:sldMkLst>
      </pc:sldChg>
      <pc:sldChg chg="del">
        <pc:chgData name="贾洪勇" userId="c61acc37-df11-4a3b-9efd-dde9ef084f5f" providerId="ADAL" clId="{0F84A287-EC61-479E-AF58-4139ED6C0900}" dt="2022-03-21T08:43:30.933" v="394" actId="47"/>
        <pc:sldMkLst>
          <pc:docMk/>
          <pc:sldMk cId="4004379859" sldId="451"/>
        </pc:sldMkLst>
      </pc:sldChg>
      <pc:sldChg chg="del">
        <pc:chgData name="贾洪勇" userId="c61acc37-df11-4a3b-9efd-dde9ef084f5f" providerId="ADAL" clId="{0F84A287-EC61-479E-AF58-4139ED6C0900}" dt="2022-03-21T08:43:30.933" v="394" actId="47"/>
        <pc:sldMkLst>
          <pc:docMk/>
          <pc:sldMk cId="1737404312" sldId="452"/>
        </pc:sldMkLst>
      </pc:sldChg>
      <pc:sldChg chg="del">
        <pc:chgData name="贾洪勇" userId="c61acc37-df11-4a3b-9efd-dde9ef084f5f" providerId="ADAL" clId="{0F84A287-EC61-479E-AF58-4139ED6C0900}" dt="2022-03-21T08:43:30.933" v="394" actId="47"/>
        <pc:sldMkLst>
          <pc:docMk/>
          <pc:sldMk cId="1974890401" sldId="453"/>
        </pc:sldMkLst>
      </pc:sldChg>
      <pc:sldChg chg="del">
        <pc:chgData name="贾洪勇" userId="c61acc37-df11-4a3b-9efd-dde9ef084f5f" providerId="ADAL" clId="{0F84A287-EC61-479E-AF58-4139ED6C0900}" dt="2022-03-21T08:43:30.933" v="394" actId="47"/>
        <pc:sldMkLst>
          <pc:docMk/>
          <pc:sldMk cId="291972534" sldId="454"/>
        </pc:sldMkLst>
      </pc:sldChg>
      <pc:sldChg chg="del">
        <pc:chgData name="贾洪勇" userId="c61acc37-df11-4a3b-9efd-dde9ef084f5f" providerId="ADAL" clId="{0F84A287-EC61-479E-AF58-4139ED6C0900}" dt="2022-03-21T08:43:30.933" v="394" actId="47"/>
        <pc:sldMkLst>
          <pc:docMk/>
          <pc:sldMk cId="3994333004" sldId="455"/>
        </pc:sldMkLst>
      </pc:sldChg>
      <pc:sldChg chg="addSp modSp mod modClrScheme chgLayout">
        <pc:chgData name="贾洪勇" userId="c61acc37-df11-4a3b-9efd-dde9ef084f5f" providerId="ADAL" clId="{0F84A287-EC61-479E-AF58-4139ED6C0900}" dt="2022-03-21T06:34:43.805" v="35" actId="700"/>
        <pc:sldMkLst>
          <pc:docMk/>
          <pc:sldMk cId="87541539" sldId="456"/>
        </pc:sldMkLst>
        <pc:spChg chg="mod ord">
          <ac:chgData name="贾洪勇" userId="c61acc37-df11-4a3b-9efd-dde9ef084f5f" providerId="ADAL" clId="{0F84A287-EC61-479E-AF58-4139ED6C0900}" dt="2022-03-21T06:34:43.805" v="35" actId="700"/>
          <ac:spMkLst>
            <pc:docMk/>
            <pc:sldMk cId="87541539" sldId="456"/>
            <ac:spMk id="2" creationId="{17E443D1-1237-46AF-B6EC-E9339AA144EC}"/>
          </ac:spMkLst>
        </pc:spChg>
        <pc:spChg chg="mod">
          <ac:chgData name="贾洪勇" userId="c61acc37-df11-4a3b-9efd-dde9ef084f5f" providerId="ADAL" clId="{0F84A287-EC61-479E-AF58-4139ED6C0900}" dt="2022-03-21T06:33:57.786" v="32" actId="14100"/>
          <ac:spMkLst>
            <pc:docMk/>
            <pc:sldMk cId="87541539" sldId="456"/>
            <ac:spMk id="3" creationId="{09C8F47B-A1DC-48C9-972D-0B78005D6110}"/>
          </ac:spMkLst>
        </pc:spChg>
        <pc:spChg chg="add mod ord">
          <ac:chgData name="贾洪勇" userId="c61acc37-df11-4a3b-9efd-dde9ef084f5f" providerId="ADAL" clId="{0F84A287-EC61-479E-AF58-4139ED6C0900}" dt="2022-03-21T06:34:43.805" v="35" actId="700"/>
          <ac:spMkLst>
            <pc:docMk/>
            <pc:sldMk cId="87541539" sldId="456"/>
            <ac:spMk id="4" creationId="{C7542D44-1E8F-4854-B9AE-6BF24A1DFB84}"/>
          </ac:spMkLst>
        </pc:spChg>
        <pc:spChg chg="add mod ord">
          <ac:chgData name="贾洪勇" userId="c61acc37-df11-4a3b-9efd-dde9ef084f5f" providerId="ADAL" clId="{0F84A287-EC61-479E-AF58-4139ED6C0900}" dt="2022-03-21T06:34:43.805" v="35" actId="700"/>
          <ac:spMkLst>
            <pc:docMk/>
            <pc:sldMk cId="87541539" sldId="456"/>
            <ac:spMk id="5" creationId="{E0E709DF-EE82-4F9C-A480-544D2816765F}"/>
          </ac:spMkLst>
        </pc:spChg>
      </pc:sldChg>
      <pc:sldChg chg="modSp new del mod">
        <pc:chgData name="贾洪勇" userId="c61acc37-df11-4a3b-9efd-dde9ef084f5f" providerId="ADAL" clId="{0F84A287-EC61-479E-AF58-4139ED6C0900}" dt="2022-03-21T06:36:43.346" v="43" actId="47"/>
        <pc:sldMkLst>
          <pc:docMk/>
          <pc:sldMk cId="217603423" sldId="457"/>
        </pc:sldMkLst>
        <pc:spChg chg="mod">
          <ac:chgData name="贾洪勇" userId="c61acc37-df11-4a3b-9efd-dde9ef084f5f" providerId="ADAL" clId="{0F84A287-EC61-479E-AF58-4139ED6C0900}" dt="2022-03-21T06:35:06.654" v="40" actId="20577"/>
          <ac:spMkLst>
            <pc:docMk/>
            <pc:sldMk cId="217603423" sldId="457"/>
            <ac:spMk id="3" creationId="{2EE5C596-02F0-40D8-A8A1-0EF70333DCAB}"/>
          </ac:spMkLst>
        </pc:spChg>
      </pc:sldChg>
      <pc:sldChg chg="addSp delSp modSp new mod modAnim">
        <pc:chgData name="贾洪勇" userId="c61acc37-df11-4a3b-9efd-dde9ef084f5f" providerId="ADAL" clId="{0F84A287-EC61-479E-AF58-4139ED6C0900}" dt="2022-03-22T02:44:07.661" v="1131"/>
        <pc:sldMkLst>
          <pc:docMk/>
          <pc:sldMk cId="2560079436" sldId="457"/>
        </pc:sldMkLst>
        <pc:spChg chg="mod">
          <ac:chgData name="贾洪勇" userId="c61acc37-df11-4a3b-9efd-dde9ef084f5f" providerId="ADAL" clId="{0F84A287-EC61-479E-AF58-4139ED6C0900}" dt="2022-03-21T08:27:57.472" v="138"/>
          <ac:spMkLst>
            <pc:docMk/>
            <pc:sldMk cId="2560079436" sldId="457"/>
            <ac:spMk id="2" creationId="{F96451EE-CD2C-4020-A567-580FFEE615FB}"/>
          </ac:spMkLst>
        </pc:spChg>
        <pc:spChg chg="del mod">
          <ac:chgData name="贾洪勇" userId="c61acc37-df11-4a3b-9efd-dde9ef084f5f" providerId="ADAL" clId="{0F84A287-EC61-479E-AF58-4139ED6C0900}" dt="2022-03-21T08:21:51.596" v="58" actId="22"/>
          <ac:spMkLst>
            <pc:docMk/>
            <pc:sldMk cId="2560079436" sldId="457"/>
            <ac:spMk id="3" creationId="{057F91B2-B2DE-40BF-B24E-72975615C1FC}"/>
          </ac:spMkLst>
        </pc:spChg>
        <pc:spChg chg="add del mod">
          <ac:chgData name="贾洪勇" userId="c61acc37-df11-4a3b-9efd-dde9ef084f5f" providerId="ADAL" clId="{0F84A287-EC61-479E-AF58-4139ED6C0900}" dt="2022-03-21T08:25:44.899" v="104" actId="478"/>
          <ac:spMkLst>
            <pc:docMk/>
            <pc:sldMk cId="2560079436" sldId="457"/>
            <ac:spMk id="10" creationId="{9D80CAD9-CABA-419A-A7E1-A0F66198BE44}"/>
          </ac:spMkLst>
        </pc:spChg>
        <pc:picChg chg="add del mod ord">
          <ac:chgData name="贾洪勇" userId="c61acc37-df11-4a3b-9efd-dde9ef084f5f" providerId="ADAL" clId="{0F84A287-EC61-479E-AF58-4139ED6C0900}" dt="2022-03-21T08:25:36.039" v="103" actId="478"/>
          <ac:picMkLst>
            <pc:docMk/>
            <pc:sldMk cId="2560079436" sldId="457"/>
            <ac:picMk id="6" creationId="{06AEBF24-253D-4AB9-8899-8DC75AB51B5C}"/>
          </ac:picMkLst>
        </pc:picChg>
        <pc:picChg chg="add mod">
          <ac:chgData name="贾洪勇" userId="c61acc37-df11-4a3b-9efd-dde9ef084f5f" providerId="ADAL" clId="{0F84A287-EC61-479E-AF58-4139ED6C0900}" dt="2022-03-22T02:38:23.525" v="1126" actId="1036"/>
          <ac:picMkLst>
            <pc:docMk/>
            <pc:sldMk cId="2560079436" sldId="457"/>
            <ac:picMk id="8" creationId="{0C266FF8-0923-4570-958C-99A238695F1E}"/>
          </ac:picMkLst>
        </pc:picChg>
        <pc:picChg chg="add mod">
          <ac:chgData name="贾洪勇" userId="c61acc37-df11-4a3b-9efd-dde9ef084f5f" providerId="ADAL" clId="{0F84A287-EC61-479E-AF58-4139ED6C0900}" dt="2022-03-22T02:38:18.872" v="1122" actId="1037"/>
          <ac:picMkLst>
            <pc:docMk/>
            <pc:sldMk cId="2560079436" sldId="457"/>
            <ac:picMk id="12" creationId="{DE8968DF-207B-48ED-9649-AA601F6E0660}"/>
          </ac:picMkLst>
        </pc:picChg>
        <pc:picChg chg="add mod">
          <ac:chgData name="贾洪勇" userId="c61acc37-df11-4a3b-9efd-dde9ef084f5f" providerId="ADAL" clId="{0F84A287-EC61-479E-AF58-4139ED6C0900}" dt="2022-03-22T02:38:15.623" v="1117" actId="1036"/>
          <ac:picMkLst>
            <pc:docMk/>
            <pc:sldMk cId="2560079436" sldId="457"/>
            <ac:picMk id="14" creationId="{5ACD83EE-1AF7-47CA-B246-E44FA4318798}"/>
          </ac:picMkLst>
        </pc:picChg>
      </pc:sldChg>
      <pc:sldChg chg="new del">
        <pc:chgData name="贾洪勇" userId="c61acc37-df11-4a3b-9efd-dde9ef084f5f" providerId="ADAL" clId="{0F84A287-EC61-479E-AF58-4139ED6C0900}" dt="2022-03-21T06:34:15.306" v="34" actId="47"/>
        <pc:sldMkLst>
          <pc:docMk/>
          <pc:sldMk cId="3912791358" sldId="457"/>
        </pc:sldMkLst>
      </pc:sldChg>
      <pc:sldChg chg="addSp delSp modSp new mod">
        <pc:chgData name="贾洪勇" userId="c61acc37-df11-4a3b-9efd-dde9ef084f5f" providerId="ADAL" clId="{0F84A287-EC61-479E-AF58-4139ED6C0900}" dt="2022-03-22T02:38:01.433" v="1104" actId="1036"/>
        <pc:sldMkLst>
          <pc:docMk/>
          <pc:sldMk cId="718581991" sldId="458"/>
        </pc:sldMkLst>
        <pc:spChg chg="mod">
          <ac:chgData name="贾洪勇" userId="c61acc37-df11-4a3b-9efd-dde9ef084f5f" providerId="ADAL" clId="{0F84A287-EC61-479E-AF58-4139ED6C0900}" dt="2022-03-21T08:30:00.371" v="177"/>
          <ac:spMkLst>
            <pc:docMk/>
            <pc:sldMk cId="718581991" sldId="458"/>
            <ac:spMk id="2" creationId="{1B50626D-0152-4EEE-9A74-33D96C2784AC}"/>
          </ac:spMkLst>
        </pc:spChg>
        <pc:spChg chg="del">
          <ac:chgData name="贾洪勇" userId="c61acc37-df11-4a3b-9efd-dde9ef084f5f" providerId="ADAL" clId="{0F84A287-EC61-479E-AF58-4139ED6C0900}" dt="2022-03-21T08:28:51.981" v="140" actId="22"/>
          <ac:spMkLst>
            <pc:docMk/>
            <pc:sldMk cId="718581991" sldId="458"/>
            <ac:spMk id="3" creationId="{2298D2A8-8341-4FB6-80BB-201CB64FE98C}"/>
          </ac:spMkLst>
        </pc:spChg>
        <pc:picChg chg="add mod ord">
          <ac:chgData name="贾洪勇" userId="c61acc37-df11-4a3b-9efd-dde9ef084f5f" providerId="ADAL" clId="{0F84A287-EC61-479E-AF58-4139ED6C0900}" dt="2022-03-22T02:38:01.433" v="1104" actId="1036"/>
          <ac:picMkLst>
            <pc:docMk/>
            <pc:sldMk cId="718581991" sldId="458"/>
            <ac:picMk id="6" creationId="{16A91BA3-6318-4637-B60B-4AEF846B8F4F}"/>
          </ac:picMkLst>
        </pc:picChg>
        <pc:picChg chg="add mod">
          <ac:chgData name="贾洪勇" userId="c61acc37-df11-4a3b-9efd-dde9ef084f5f" providerId="ADAL" clId="{0F84A287-EC61-479E-AF58-4139ED6C0900}" dt="2022-03-22T02:37:58.556" v="1102" actId="1036"/>
          <ac:picMkLst>
            <pc:docMk/>
            <pc:sldMk cId="718581991" sldId="458"/>
            <ac:picMk id="8" creationId="{2EF90C30-7D78-419B-80DA-77FD44E9A632}"/>
          </ac:picMkLst>
        </pc:picChg>
      </pc:sldChg>
      <pc:sldChg chg="addSp delSp modSp new mod">
        <pc:chgData name="贾洪勇" userId="c61acc37-df11-4a3b-9efd-dde9ef084f5f" providerId="ADAL" clId="{0F84A287-EC61-479E-AF58-4139ED6C0900}" dt="2022-03-22T02:47:50.955" v="1157"/>
        <pc:sldMkLst>
          <pc:docMk/>
          <pc:sldMk cId="1883212912" sldId="459"/>
        </pc:sldMkLst>
        <pc:spChg chg="mod">
          <ac:chgData name="贾洪勇" userId="c61acc37-df11-4a3b-9efd-dde9ef084f5f" providerId="ADAL" clId="{0F84A287-EC61-479E-AF58-4139ED6C0900}" dt="2022-03-22T02:47:50.955" v="1157"/>
          <ac:spMkLst>
            <pc:docMk/>
            <pc:sldMk cId="1883212912" sldId="459"/>
            <ac:spMk id="2" creationId="{E6F079D5-CFDA-40DB-8D1E-782630746999}"/>
          </ac:spMkLst>
        </pc:spChg>
        <pc:spChg chg="del">
          <ac:chgData name="贾洪勇" userId="c61acc37-df11-4a3b-9efd-dde9ef084f5f" providerId="ADAL" clId="{0F84A287-EC61-479E-AF58-4139ED6C0900}" dt="2022-03-21T08:31:10.913" v="179" actId="22"/>
          <ac:spMkLst>
            <pc:docMk/>
            <pc:sldMk cId="1883212912" sldId="459"/>
            <ac:spMk id="3" creationId="{87C90201-FF51-4256-BF80-2365161129C6}"/>
          </ac:spMkLst>
        </pc:spChg>
        <pc:picChg chg="add mod ord">
          <ac:chgData name="贾洪勇" userId="c61acc37-df11-4a3b-9efd-dde9ef084f5f" providerId="ADAL" clId="{0F84A287-EC61-479E-AF58-4139ED6C0900}" dt="2022-03-21T08:32:28.346" v="183" actId="1076"/>
          <ac:picMkLst>
            <pc:docMk/>
            <pc:sldMk cId="1883212912" sldId="459"/>
            <ac:picMk id="6" creationId="{3B293D88-E9E6-44F4-913E-8C8214D35A1A}"/>
          </ac:picMkLst>
        </pc:picChg>
      </pc:sldChg>
      <pc:sldChg chg="addSp delSp modSp new mod">
        <pc:chgData name="贾洪勇" userId="c61acc37-df11-4a3b-9efd-dde9ef084f5f" providerId="ADAL" clId="{0F84A287-EC61-479E-AF58-4139ED6C0900}" dt="2022-03-22T05:46:53.036" v="1214" actId="1038"/>
        <pc:sldMkLst>
          <pc:docMk/>
          <pc:sldMk cId="1616052398" sldId="460"/>
        </pc:sldMkLst>
        <pc:spChg chg="mod">
          <ac:chgData name="贾洪勇" userId="c61acc37-df11-4a3b-9efd-dde9ef084f5f" providerId="ADAL" clId="{0F84A287-EC61-479E-AF58-4139ED6C0900}" dt="2022-03-22T05:46:53.036" v="1214" actId="1038"/>
          <ac:spMkLst>
            <pc:docMk/>
            <pc:sldMk cId="1616052398" sldId="460"/>
            <ac:spMk id="2" creationId="{2E536F49-980D-44E2-B14B-BA3956FDB341}"/>
          </ac:spMkLst>
        </pc:spChg>
        <pc:spChg chg="del">
          <ac:chgData name="贾洪勇" userId="c61acc37-df11-4a3b-9efd-dde9ef084f5f" providerId="ADAL" clId="{0F84A287-EC61-479E-AF58-4139ED6C0900}" dt="2022-03-21T08:32:34.394" v="185" actId="22"/>
          <ac:spMkLst>
            <pc:docMk/>
            <pc:sldMk cId="1616052398" sldId="460"/>
            <ac:spMk id="3" creationId="{00A8645D-4F50-4D78-ABCC-70143C6D70B7}"/>
          </ac:spMkLst>
        </pc:spChg>
        <pc:picChg chg="add mod ord">
          <ac:chgData name="贾洪勇" userId="c61acc37-df11-4a3b-9efd-dde9ef084f5f" providerId="ADAL" clId="{0F84A287-EC61-479E-AF58-4139ED6C0900}" dt="2022-03-22T05:46:39.567" v="1188" actId="1038"/>
          <ac:picMkLst>
            <pc:docMk/>
            <pc:sldMk cId="1616052398" sldId="460"/>
            <ac:picMk id="6" creationId="{CF3C2428-3291-44FB-B3C2-D050D82C42C1}"/>
          </ac:picMkLst>
        </pc:picChg>
      </pc:sldChg>
      <pc:sldChg chg="addSp delSp modSp new mod">
        <pc:chgData name="贾洪勇" userId="c61acc37-df11-4a3b-9efd-dde9ef084f5f" providerId="ADAL" clId="{0F84A287-EC61-479E-AF58-4139ED6C0900}" dt="2022-03-21T08:36:31.442" v="251" actId="14100"/>
        <pc:sldMkLst>
          <pc:docMk/>
          <pc:sldMk cId="3194745097" sldId="461"/>
        </pc:sldMkLst>
        <pc:spChg chg="mod">
          <ac:chgData name="贾洪勇" userId="c61acc37-df11-4a3b-9efd-dde9ef084f5f" providerId="ADAL" clId="{0F84A287-EC61-479E-AF58-4139ED6C0900}" dt="2022-03-21T08:35:18.621" v="241"/>
          <ac:spMkLst>
            <pc:docMk/>
            <pc:sldMk cId="3194745097" sldId="461"/>
            <ac:spMk id="2" creationId="{EC11D35F-1315-48FC-920D-1EA48E595BF8}"/>
          </ac:spMkLst>
        </pc:spChg>
        <pc:spChg chg="del">
          <ac:chgData name="贾洪勇" userId="c61acc37-df11-4a3b-9efd-dde9ef084f5f" providerId="ADAL" clId="{0F84A287-EC61-479E-AF58-4139ED6C0900}" dt="2022-03-21T08:35:47.898" v="242" actId="22"/>
          <ac:spMkLst>
            <pc:docMk/>
            <pc:sldMk cId="3194745097" sldId="461"/>
            <ac:spMk id="3" creationId="{83B370DC-6403-4FF8-BF7F-1FA4DB7629B9}"/>
          </ac:spMkLst>
        </pc:spChg>
        <pc:picChg chg="add mod ord">
          <ac:chgData name="贾洪勇" userId="c61acc37-df11-4a3b-9efd-dde9ef084f5f" providerId="ADAL" clId="{0F84A287-EC61-479E-AF58-4139ED6C0900}" dt="2022-03-21T08:36:31.442" v="251" actId="14100"/>
          <ac:picMkLst>
            <pc:docMk/>
            <pc:sldMk cId="3194745097" sldId="461"/>
            <ac:picMk id="6" creationId="{AA78CE2F-D35D-491D-8BF3-2B835C33ECEF}"/>
          </ac:picMkLst>
        </pc:picChg>
      </pc:sldChg>
      <pc:sldChg chg="addSp delSp modSp new mod">
        <pc:chgData name="贾洪勇" userId="c61acc37-df11-4a3b-9efd-dde9ef084f5f" providerId="ADAL" clId="{0F84A287-EC61-479E-AF58-4139ED6C0900}" dt="2022-03-21T08:41:45.405" v="393" actId="1076"/>
        <pc:sldMkLst>
          <pc:docMk/>
          <pc:sldMk cId="3838004254" sldId="462"/>
        </pc:sldMkLst>
        <pc:spChg chg="mod">
          <ac:chgData name="贾洪勇" userId="c61acc37-df11-4a3b-9efd-dde9ef084f5f" providerId="ADAL" clId="{0F84A287-EC61-479E-AF58-4139ED6C0900}" dt="2022-03-21T08:37:14.973" v="283"/>
          <ac:spMkLst>
            <pc:docMk/>
            <pc:sldMk cId="3838004254" sldId="462"/>
            <ac:spMk id="2" creationId="{882CCA74-04C3-43E2-B4A0-4868B9FF4827}"/>
          </ac:spMkLst>
        </pc:spChg>
        <pc:spChg chg="del">
          <ac:chgData name="贾洪勇" userId="c61acc37-df11-4a3b-9efd-dde9ef084f5f" providerId="ADAL" clId="{0F84A287-EC61-479E-AF58-4139ED6C0900}" dt="2022-03-21T08:38:20.552" v="284" actId="22"/>
          <ac:spMkLst>
            <pc:docMk/>
            <pc:sldMk cId="3838004254" sldId="462"/>
            <ac:spMk id="3" creationId="{23DA36CB-E5E9-40B4-98D2-692137E936D5}"/>
          </ac:spMkLst>
        </pc:spChg>
        <pc:spChg chg="add mod">
          <ac:chgData name="贾洪勇" userId="c61acc37-df11-4a3b-9efd-dde9ef084f5f" providerId="ADAL" clId="{0F84A287-EC61-479E-AF58-4139ED6C0900}" dt="2022-03-21T08:41:45.405" v="393" actId="1076"/>
          <ac:spMkLst>
            <pc:docMk/>
            <pc:sldMk cId="3838004254" sldId="462"/>
            <ac:spMk id="7" creationId="{AFF0ED65-7411-426D-927A-B3E3EA77E9E1}"/>
          </ac:spMkLst>
        </pc:spChg>
        <pc:picChg chg="add mod ord">
          <ac:chgData name="贾洪勇" userId="c61acc37-df11-4a3b-9efd-dde9ef084f5f" providerId="ADAL" clId="{0F84A287-EC61-479E-AF58-4139ED6C0900}" dt="2022-03-21T08:41:40.153" v="392" actId="14100"/>
          <ac:picMkLst>
            <pc:docMk/>
            <pc:sldMk cId="3838004254" sldId="462"/>
            <ac:picMk id="6" creationId="{7D2265B5-E26A-4F7F-A3EF-4351BB370086}"/>
          </ac:picMkLst>
        </pc:picChg>
      </pc:sldChg>
      <pc:sldChg chg="addSp delSp modSp new mod">
        <pc:chgData name="贾洪勇" userId="c61acc37-df11-4a3b-9efd-dde9ef084f5f" providerId="ADAL" clId="{0F84A287-EC61-479E-AF58-4139ED6C0900}" dt="2022-03-21T08:53:14.242" v="479"/>
        <pc:sldMkLst>
          <pc:docMk/>
          <pc:sldMk cId="4178019721" sldId="463"/>
        </pc:sldMkLst>
        <pc:spChg chg="mod">
          <ac:chgData name="贾洪勇" userId="c61acc37-df11-4a3b-9efd-dde9ef084f5f" providerId="ADAL" clId="{0F84A287-EC61-479E-AF58-4139ED6C0900}" dt="2022-03-21T08:53:14.242" v="479"/>
          <ac:spMkLst>
            <pc:docMk/>
            <pc:sldMk cId="4178019721" sldId="463"/>
            <ac:spMk id="2" creationId="{F9DCD3E7-76E5-4D0E-BA37-1C0000E00E67}"/>
          </ac:spMkLst>
        </pc:spChg>
        <pc:spChg chg="del">
          <ac:chgData name="贾洪勇" userId="c61acc37-df11-4a3b-9efd-dde9ef084f5f" providerId="ADAL" clId="{0F84A287-EC61-479E-AF58-4139ED6C0900}" dt="2022-03-21T08:50:05.356" v="396" actId="22"/>
          <ac:spMkLst>
            <pc:docMk/>
            <pc:sldMk cId="4178019721" sldId="463"/>
            <ac:spMk id="3" creationId="{5483CBAF-3865-41D0-AB18-6902EE1C4743}"/>
          </ac:spMkLst>
        </pc:spChg>
        <pc:picChg chg="add mod ord">
          <ac:chgData name="贾洪勇" userId="c61acc37-df11-4a3b-9efd-dde9ef084f5f" providerId="ADAL" clId="{0F84A287-EC61-479E-AF58-4139ED6C0900}" dt="2022-03-21T08:52:47.211" v="470" actId="1035"/>
          <ac:picMkLst>
            <pc:docMk/>
            <pc:sldMk cId="4178019721" sldId="463"/>
            <ac:picMk id="6" creationId="{0705CB54-99E4-4897-BDCE-76BB23035C6F}"/>
          </ac:picMkLst>
        </pc:picChg>
        <pc:picChg chg="add mod">
          <ac:chgData name="贾洪勇" userId="c61acc37-df11-4a3b-9efd-dde9ef084f5f" providerId="ADAL" clId="{0F84A287-EC61-479E-AF58-4139ED6C0900}" dt="2022-03-21T08:52:53.116" v="476" actId="1036"/>
          <ac:picMkLst>
            <pc:docMk/>
            <pc:sldMk cId="4178019721" sldId="463"/>
            <ac:picMk id="8" creationId="{FCDC4150-48A7-41EF-B16A-8435AEF9281B}"/>
          </ac:picMkLst>
        </pc:picChg>
        <pc:picChg chg="add mod">
          <ac:chgData name="贾洪勇" userId="c61acc37-df11-4a3b-9efd-dde9ef084f5f" providerId="ADAL" clId="{0F84A287-EC61-479E-AF58-4139ED6C0900}" dt="2022-03-21T08:52:55.908" v="478" actId="1035"/>
          <ac:picMkLst>
            <pc:docMk/>
            <pc:sldMk cId="4178019721" sldId="463"/>
            <ac:picMk id="10" creationId="{B8B4B15F-011D-4AC8-8CF4-480AA7661B71}"/>
          </ac:picMkLst>
        </pc:picChg>
        <pc:picChg chg="add mod">
          <ac:chgData name="贾洪勇" userId="c61acc37-df11-4a3b-9efd-dde9ef084f5f" providerId="ADAL" clId="{0F84A287-EC61-479E-AF58-4139ED6C0900}" dt="2022-03-21T08:52:40.655" v="464" actId="1036"/>
          <ac:picMkLst>
            <pc:docMk/>
            <pc:sldMk cId="4178019721" sldId="463"/>
            <ac:picMk id="12" creationId="{4681FF92-27F4-4E6A-B4CC-14ED691968C1}"/>
          </ac:picMkLst>
        </pc:picChg>
      </pc:sldChg>
      <pc:sldChg chg="addSp delSp modSp new mod">
        <pc:chgData name="贾洪勇" userId="c61acc37-df11-4a3b-9efd-dde9ef084f5f" providerId="ADAL" clId="{0F84A287-EC61-479E-AF58-4139ED6C0900}" dt="2022-03-22T06:28:08.570" v="1220" actId="14100"/>
        <pc:sldMkLst>
          <pc:docMk/>
          <pc:sldMk cId="3627061556" sldId="464"/>
        </pc:sldMkLst>
        <pc:spChg chg="mod">
          <ac:chgData name="贾洪勇" userId="c61acc37-df11-4a3b-9efd-dde9ef084f5f" providerId="ADAL" clId="{0F84A287-EC61-479E-AF58-4139ED6C0900}" dt="2022-03-21T08:54:03.034" v="511"/>
          <ac:spMkLst>
            <pc:docMk/>
            <pc:sldMk cId="3627061556" sldId="464"/>
            <ac:spMk id="2" creationId="{D0F2086C-61E2-4D6C-AC02-A3F4D4360E9C}"/>
          </ac:spMkLst>
        </pc:spChg>
        <pc:spChg chg="del">
          <ac:chgData name="贾洪勇" userId="c61acc37-df11-4a3b-9efd-dde9ef084f5f" providerId="ADAL" clId="{0F84A287-EC61-479E-AF58-4139ED6C0900}" dt="2022-03-21T08:54:24.249" v="512" actId="22"/>
          <ac:spMkLst>
            <pc:docMk/>
            <pc:sldMk cId="3627061556" sldId="464"/>
            <ac:spMk id="3" creationId="{84ADC02C-C779-44D3-B197-7DE8ACC94E42}"/>
          </ac:spMkLst>
        </pc:spChg>
        <pc:picChg chg="add mod ord">
          <ac:chgData name="贾洪勇" userId="c61acc37-df11-4a3b-9efd-dde9ef084f5f" providerId="ADAL" clId="{0F84A287-EC61-479E-AF58-4139ED6C0900}" dt="2022-03-22T06:27:10.902" v="1215" actId="14100"/>
          <ac:picMkLst>
            <pc:docMk/>
            <pc:sldMk cId="3627061556" sldId="464"/>
            <ac:picMk id="6" creationId="{9DABDE77-A01D-418B-8EE8-9B923AB50AF1}"/>
          </ac:picMkLst>
        </pc:picChg>
        <pc:picChg chg="add mod">
          <ac:chgData name="贾洪勇" userId="c61acc37-df11-4a3b-9efd-dde9ef084f5f" providerId="ADAL" clId="{0F84A287-EC61-479E-AF58-4139ED6C0900}" dt="2022-03-22T06:27:16.993" v="1216" actId="1035"/>
          <ac:picMkLst>
            <pc:docMk/>
            <pc:sldMk cId="3627061556" sldId="464"/>
            <ac:picMk id="8" creationId="{B2378EBE-ADBD-4FE2-BA9D-97F696AF8154}"/>
          </ac:picMkLst>
        </pc:picChg>
        <pc:picChg chg="add mod">
          <ac:chgData name="贾洪勇" userId="c61acc37-df11-4a3b-9efd-dde9ef084f5f" providerId="ADAL" clId="{0F84A287-EC61-479E-AF58-4139ED6C0900}" dt="2022-03-21T09:26:23.488" v="620" actId="1035"/>
          <ac:picMkLst>
            <pc:docMk/>
            <pc:sldMk cId="3627061556" sldId="464"/>
            <ac:picMk id="10" creationId="{3E10425D-BEBA-47AA-9E0B-D0C1C6AFC49A}"/>
          </ac:picMkLst>
        </pc:picChg>
        <pc:picChg chg="add mod">
          <ac:chgData name="贾洪勇" userId="c61acc37-df11-4a3b-9efd-dde9ef084f5f" providerId="ADAL" clId="{0F84A287-EC61-479E-AF58-4139ED6C0900}" dt="2022-03-21T09:26:26.861" v="630" actId="1036"/>
          <ac:picMkLst>
            <pc:docMk/>
            <pc:sldMk cId="3627061556" sldId="464"/>
            <ac:picMk id="12" creationId="{42B49F4E-4097-41E6-98CA-82188DDC73A9}"/>
          </ac:picMkLst>
        </pc:picChg>
        <pc:picChg chg="add mod">
          <ac:chgData name="贾洪勇" userId="c61acc37-df11-4a3b-9efd-dde9ef084f5f" providerId="ADAL" clId="{0F84A287-EC61-479E-AF58-4139ED6C0900}" dt="2022-03-22T06:27:36.482" v="1219" actId="1036"/>
          <ac:picMkLst>
            <pc:docMk/>
            <pc:sldMk cId="3627061556" sldId="464"/>
            <ac:picMk id="14" creationId="{704E1D4D-F086-4FF8-9BCA-ED3828A89C10}"/>
          </ac:picMkLst>
        </pc:picChg>
        <pc:picChg chg="add mod">
          <ac:chgData name="贾洪勇" userId="c61acc37-df11-4a3b-9efd-dde9ef084f5f" providerId="ADAL" clId="{0F84A287-EC61-479E-AF58-4139ED6C0900}" dt="2022-03-22T06:28:08.570" v="1220" actId="14100"/>
          <ac:picMkLst>
            <pc:docMk/>
            <pc:sldMk cId="3627061556" sldId="464"/>
            <ac:picMk id="16" creationId="{F8010C27-AACA-4123-9C2C-12B602A55AE0}"/>
          </ac:picMkLst>
        </pc:picChg>
      </pc:sldChg>
      <pc:sldChg chg="addSp delSp modSp new mod">
        <pc:chgData name="贾洪勇" userId="c61acc37-df11-4a3b-9efd-dde9ef084f5f" providerId="ADAL" clId="{0F84A287-EC61-479E-AF58-4139ED6C0900}" dt="2022-03-21T09:25:23.176" v="608" actId="14100"/>
        <pc:sldMkLst>
          <pc:docMk/>
          <pc:sldMk cId="4027449393" sldId="465"/>
        </pc:sldMkLst>
        <pc:spChg chg="del">
          <ac:chgData name="贾洪勇" userId="c61acc37-df11-4a3b-9efd-dde9ef084f5f" providerId="ADAL" clId="{0F84A287-EC61-479E-AF58-4139ED6C0900}" dt="2022-03-21T09:21:21.279" v="539" actId="22"/>
          <ac:spMkLst>
            <pc:docMk/>
            <pc:sldMk cId="4027449393" sldId="465"/>
            <ac:spMk id="3" creationId="{85421107-9A6C-401C-8A27-4B4AC1DF698A}"/>
          </ac:spMkLst>
        </pc:spChg>
        <pc:picChg chg="add mod ord">
          <ac:chgData name="贾洪勇" userId="c61acc37-df11-4a3b-9efd-dde9ef084f5f" providerId="ADAL" clId="{0F84A287-EC61-479E-AF58-4139ED6C0900}" dt="2022-03-21T09:23:52.946" v="575" actId="1037"/>
          <ac:picMkLst>
            <pc:docMk/>
            <pc:sldMk cId="4027449393" sldId="465"/>
            <ac:picMk id="6" creationId="{15391E96-2B30-4078-9E71-15ED685A3B7C}"/>
          </ac:picMkLst>
        </pc:picChg>
        <pc:picChg chg="add mod">
          <ac:chgData name="贾洪勇" userId="c61acc37-df11-4a3b-9efd-dde9ef084f5f" providerId="ADAL" clId="{0F84A287-EC61-479E-AF58-4139ED6C0900}" dt="2022-03-21T09:24:54.672" v="600" actId="1035"/>
          <ac:picMkLst>
            <pc:docMk/>
            <pc:sldMk cId="4027449393" sldId="465"/>
            <ac:picMk id="8" creationId="{D0E67012-2C86-4D11-8C40-B40666F3A9C7}"/>
          </ac:picMkLst>
        </pc:picChg>
        <pc:picChg chg="add mod">
          <ac:chgData name="贾洪勇" userId="c61acc37-df11-4a3b-9efd-dde9ef084f5f" providerId="ADAL" clId="{0F84A287-EC61-479E-AF58-4139ED6C0900}" dt="2022-03-21T09:24:57.171" v="602" actId="1035"/>
          <ac:picMkLst>
            <pc:docMk/>
            <pc:sldMk cId="4027449393" sldId="465"/>
            <ac:picMk id="10" creationId="{C28A1701-7977-4823-8256-8B8FDA8104FA}"/>
          </ac:picMkLst>
        </pc:picChg>
        <pc:picChg chg="add mod">
          <ac:chgData name="贾洪勇" userId="c61acc37-df11-4a3b-9efd-dde9ef084f5f" providerId="ADAL" clId="{0F84A287-EC61-479E-AF58-4139ED6C0900}" dt="2022-03-21T09:24:59.992" v="605" actId="1036"/>
          <ac:picMkLst>
            <pc:docMk/>
            <pc:sldMk cId="4027449393" sldId="465"/>
            <ac:picMk id="12" creationId="{54358041-CE41-43CC-BD55-E9E663E594EC}"/>
          </ac:picMkLst>
        </pc:picChg>
        <pc:picChg chg="add mod">
          <ac:chgData name="贾洪勇" userId="c61acc37-df11-4a3b-9efd-dde9ef084f5f" providerId="ADAL" clId="{0F84A287-EC61-479E-AF58-4139ED6C0900}" dt="2022-03-21T09:25:01.344" v="606" actId="1035"/>
          <ac:picMkLst>
            <pc:docMk/>
            <pc:sldMk cId="4027449393" sldId="465"/>
            <ac:picMk id="14" creationId="{F3C05D37-36BF-4648-8A89-465DB18699A3}"/>
          </ac:picMkLst>
        </pc:picChg>
        <pc:picChg chg="add mod">
          <ac:chgData name="贾洪勇" userId="c61acc37-df11-4a3b-9efd-dde9ef084f5f" providerId="ADAL" clId="{0F84A287-EC61-479E-AF58-4139ED6C0900}" dt="2022-03-21T09:25:23.176" v="608" actId="14100"/>
          <ac:picMkLst>
            <pc:docMk/>
            <pc:sldMk cId="4027449393" sldId="465"/>
            <ac:picMk id="16" creationId="{CB92E894-E845-4723-A12F-94E4735E3066}"/>
          </ac:picMkLst>
        </pc:picChg>
      </pc:sldChg>
      <pc:sldChg chg="addSp delSp modSp new mod">
        <pc:chgData name="贾洪勇" userId="c61acc37-df11-4a3b-9efd-dde9ef084f5f" providerId="ADAL" clId="{0F84A287-EC61-479E-AF58-4139ED6C0900}" dt="2022-03-22T06:34:33.904" v="1222" actId="1035"/>
        <pc:sldMkLst>
          <pc:docMk/>
          <pc:sldMk cId="1013988333" sldId="466"/>
        </pc:sldMkLst>
        <pc:spChg chg="mod">
          <ac:chgData name="贾洪勇" userId="c61acc37-df11-4a3b-9efd-dde9ef084f5f" providerId="ADAL" clId="{0F84A287-EC61-479E-AF58-4139ED6C0900}" dt="2022-03-21T09:29:00.995" v="665"/>
          <ac:spMkLst>
            <pc:docMk/>
            <pc:sldMk cId="1013988333" sldId="466"/>
            <ac:spMk id="2" creationId="{2FB6F2F5-D203-48B4-B4D1-19861A048608}"/>
          </ac:spMkLst>
        </pc:spChg>
        <pc:spChg chg="del">
          <ac:chgData name="贾洪勇" userId="c61acc37-df11-4a3b-9efd-dde9ef084f5f" providerId="ADAL" clId="{0F84A287-EC61-479E-AF58-4139ED6C0900}" dt="2022-03-21T09:29:27.571" v="666" actId="22"/>
          <ac:spMkLst>
            <pc:docMk/>
            <pc:sldMk cId="1013988333" sldId="466"/>
            <ac:spMk id="3" creationId="{323F91B4-4134-41EB-BCD6-BADDC3350399}"/>
          </ac:spMkLst>
        </pc:spChg>
        <pc:picChg chg="add mod ord">
          <ac:chgData name="贾洪勇" userId="c61acc37-df11-4a3b-9efd-dde9ef084f5f" providerId="ADAL" clId="{0F84A287-EC61-479E-AF58-4139ED6C0900}" dt="2022-03-21T09:30:09.430" v="676" actId="1035"/>
          <ac:picMkLst>
            <pc:docMk/>
            <pc:sldMk cId="1013988333" sldId="466"/>
            <ac:picMk id="6" creationId="{C26B55CF-D6D2-4580-9CFD-ECA7C288DBBC}"/>
          </ac:picMkLst>
        </pc:picChg>
        <pc:picChg chg="add mod">
          <ac:chgData name="贾洪勇" userId="c61acc37-df11-4a3b-9efd-dde9ef084f5f" providerId="ADAL" clId="{0F84A287-EC61-479E-AF58-4139ED6C0900}" dt="2022-03-22T06:34:33.904" v="1222" actId="1035"/>
          <ac:picMkLst>
            <pc:docMk/>
            <pc:sldMk cId="1013988333" sldId="466"/>
            <ac:picMk id="8" creationId="{6DE65FA0-9920-4767-BD98-211C7F722DF4}"/>
          </ac:picMkLst>
        </pc:picChg>
      </pc:sldChg>
      <pc:sldChg chg="modSp new mod">
        <pc:chgData name="贾洪勇" userId="c61acc37-df11-4a3b-9efd-dde9ef084f5f" providerId="ADAL" clId="{0F84A287-EC61-479E-AF58-4139ED6C0900}" dt="2022-03-22T06:37:03.278" v="1236" actId="20577"/>
        <pc:sldMkLst>
          <pc:docMk/>
          <pc:sldMk cId="3718634459" sldId="467"/>
        </pc:sldMkLst>
        <pc:spChg chg="mod">
          <ac:chgData name="贾洪勇" userId="c61acc37-df11-4a3b-9efd-dde9ef084f5f" providerId="ADAL" clId="{0F84A287-EC61-479E-AF58-4139ED6C0900}" dt="2022-03-21T09:41:09.696" v="723"/>
          <ac:spMkLst>
            <pc:docMk/>
            <pc:sldMk cId="3718634459" sldId="467"/>
            <ac:spMk id="2" creationId="{DEA77FC4-62F3-4EA5-8EDE-993004A2678D}"/>
          </ac:spMkLst>
        </pc:spChg>
        <pc:spChg chg="mod">
          <ac:chgData name="贾洪勇" userId="c61acc37-df11-4a3b-9efd-dde9ef084f5f" providerId="ADAL" clId="{0F84A287-EC61-479E-AF58-4139ED6C0900}" dt="2022-03-22T06:37:03.278" v="1236" actId="20577"/>
          <ac:spMkLst>
            <pc:docMk/>
            <pc:sldMk cId="3718634459" sldId="467"/>
            <ac:spMk id="3" creationId="{708FD26A-4895-4199-85EF-DE42FB6698CD}"/>
          </ac:spMkLst>
        </pc:spChg>
      </pc:sldChg>
      <pc:sldChg chg="addSp modSp new mod">
        <pc:chgData name="贾洪勇" userId="c61acc37-df11-4a3b-9efd-dde9ef084f5f" providerId="ADAL" clId="{0F84A287-EC61-479E-AF58-4139ED6C0900}" dt="2022-03-22T06:37:57.073" v="1268" actId="1038"/>
        <pc:sldMkLst>
          <pc:docMk/>
          <pc:sldMk cId="1268208445" sldId="468"/>
        </pc:sldMkLst>
        <pc:spChg chg="mod">
          <ac:chgData name="贾洪勇" userId="c61acc37-df11-4a3b-9efd-dde9ef084f5f" providerId="ADAL" clId="{0F84A287-EC61-479E-AF58-4139ED6C0900}" dt="2022-03-22T06:37:57.073" v="1268" actId="1038"/>
          <ac:spMkLst>
            <pc:docMk/>
            <pc:sldMk cId="1268208445" sldId="468"/>
            <ac:spMk id="2" creationId="{807B8269-6D1C-43D7-B762-C3F4D6C529ED}"/>
          </ac:spMkLst>
        </pc:spChg>
        <pc:spChg chg="mod">
          <ac:chgData name="贾洪勇" userId="c61acc37-df11-4a3b-9efd-dde9ef084f5f" providerId="ADAL" clId="{0F84A287-EC61-479E-AF58-4139ED6C0900}" dt="2022-03-22T06:36:44.547" v="1231" actId="21"/>
          <ac:spMkLst>
            <pc:docMk/>
            <pc:sldMk cId="1268208445" sldId="468"/>
            <ac:spMk id="3" creationId="{7F2EDC6D-614A-4053-9276-FC4B3C307DA6}"/>
          </ac:spMkLst>
        </pc:spChg>
        <pc:picChg chg="add mod">
          <ac:chgData name="贾洪勇" userId="c61acc37-df11-4a3b-9efd-dde9ef084f5f" providerId="ADAL" clId="{0F84A287-EC61-479E-AF58-4139ED6C0900}" dt="2022-03-22T06:37:45.737" v="1251" actId="14100"/>
          <ac:picMkLst>
            <pc:docMk/>
            <pc:sldMk cId="1268208445" sldId="468"/>
            <ac:picMk id="6" creationId="{4007BEB9-1CD1-4CC9-8780-A1E1508A1A02}"/>
          </ac:picMkLst>
        </pc:picChg>
      </pc:sldChg>
      <pc:sldChg chg="addSp delSp modSp new mod">
        <pc:chgData name="贾洪勇" userId="c61acc37-df11-4a3b-9efd-dde9ef084f5f" providerId="ADAL" clId="{0F84A287-EC61-479E-AF58-4139ED6C0900}" dt="2022-03-21T09:51:12.104" v="1005" actId="14100"/>
        <pc:sldMkLst>
          <pc:docMk/>
          <pc:sldMk cId="415404842" sldId="469"/>
        </pc:sldMkLst>
        <pc:spChg chg="mod">
          <ac:chgData name="贾洪勇" userId="c61acc37-df11-4a3b-9efd-dde9ef084f5f" providerId="ADAL" clId="{0F84A287-EC61-479E-AF58-4139ED6C0900}" dt="2022-03-21T09:49:43.098" v="990"/>
          <ac:spMkLst>
            <pc:docMk/>
            <pc:sldMk cId="415404842" sldId="469"/>
            <ac:spMk id="2" creationId="{A8B03DB9-F686-492B-9018-0D65458D3E32}"/>
          </ac:spMkLst>
        </pc:spChg>
        <pc:spChg chg="del">
          <ac:chgData name="贾洪勇" userId="c61acc37-df11-4a3b-9efd-dde9ef084f5f" providerId="ADAL" clId="{0F84A287-EC61-479E-AF58-4139ED6C0900}" dt="2022-03-21T09:49:33.228" v="988" actId="22"/>
          <ac:spMkLst>
            <pc:docMk/>
            <pc:sldMk cId="415404842" sldId="469"/>
            <ac:spMk id="3" creationId="{4D8C3BD5-B888-45A9-857E-C3675D509D22}"/>
          </ac:spMkLst>
        </pc:spChg>
        <pc:picChg chg="add mod ord">
          <ac:chgData name="贾洪勇" userId="c61acc37-df11-4a3b-9efd-dde9ef084f5f" providerId="ADAL" clId="{0F84A287-EC61-479E-AF58-4139ED6C0900}" dt="2022-03-21T09:49:47.776" v="994" actId="1035"/>
          <ac:picMkLst>
            <pc:docMk/>
            <pc:sldMk cId="415404842" sldId="469"/>
            <ac:picMk id="6" creationId="{44A6E1E1-0A4E-4C4F-9182-F90B988406BF}"/>
          </ac:picMkLst>
        </pc:picChg>
        <pc:picChg chg="add mod">
          <ac:chgData name="贾洪勇" userId="c61acc37-df11-4a3b-9efd-dde9ef084f5f" providerId="ADAL" clId="{0F84A287-EC61-479E-AF58-4139ED6C0900}" dt="2022-03-21T09:51:12.104" v="1005" actId="14100"/>
          <ac:picMkLst>
            <pc:docMk/>
            <pc:sldMk cId="415404842" sldId="469"/>
            <ac:picMk id="8" creationId="{8693A87B-1CB6-4E89-A29A-0CD1A28BAD76}"/>
          </ac:picMkLst>
        </pc:picChg>
      </pc:sldChg>
      <pc:sldChg chg="addSp delSp modSp new mod">
        <pc:chgData name="贾洪勇" userId="c61acc37-df11-4a3b-9efd-dde9ef084f5f" providerId="ADAL" clId="{0F84A287-EC61-479E-AF58-4139ED6C0900}" dt="2022-03-21T10:05:57.416" v="1059" actId="1076"/>
        <pc:sldMkLst>
          <pc:docMk/>
          <pc:sldMk cId="845457623" sldId="470"/>
        </pc:sldMkLst>
        <pc:spChg chg="mod">
          <ac:chgData name="贾洪勇" userId="c61acc37-df11-4a3b-9efd-dde9ef084f5f" providerId="ADAL" clId="{0F84A287-EC61-479E-AF58-4139ED6C0900}" dt="2022-03-21T09:51:59.740" v="1011"/>
          <ac:spMkLst>
            <pc:docMk/>
            <pc:sldMk cId="845457623" sldId="470"/>
            <ac:spMk id="2" creationId="{A20D3DEA-D4EF-43D9-A7BC-9F95C51B9DCF}"/>
          </ac:spMkLst>
        </pc:spChg>
        <pc:spChg chg="del">
          <ac:chgData name="贾洪勇" userId="c61acc37-df11-4a3b-9efd-dde9ef084f5f" providerId="ADAL" clId="{0F84A287-EC61-479E-AF58-4139ED6C0900}" dt="2022-03-21T09:51:42.218" v="1007" actId="22"/>
          <ac:spMkLst>
            <pc:docMk/>
            <pc:sldMk cId="845457623" sldId="470"/>
            <ac:spMk id="3" creationId="{761AC9DE-08FE-4D68-BEF8-2F184DCC9AC4}"/>
          </ac:spMkLst>
        </pc:spChg>
        <pc:picChg chg="add mod ord">
          <ac:chgData name="贾洪勇" userId="c61acc37-df11-4a3b-9efd-dde9ef084f5f" providerId="ADAL" clId="{0F84A287-EC61-479E-AF58-4139ED6C0900}" dt="2022-03-21T10:05:57.416" v="1059" actId="1076"/>
          <ac:picMkLst>
            <pc:docMk/>
            <pc:sldMk cId="845457623" sldId="470"/>
            <ac:picMk id="6" creationId="{7E0D7D26-4D39-471F-A3CE-7928E5B2831E}"/>
          </ac:picMkLst>
        </pc:picChg>
      </pc:sldChg>
      <pc:sldChg chg="addSp delSp modSp new mod delAnim modAnim">
        <pc:chgData name="贾洪勇" userId="c61acc37-df11-4a3b-9efd-dde9ef084f5f" providerId="ADAL" clId="{0F84A287-EC61-479E-AF58-4139ED6C0900}" dt="2022-03-22T07:57:59.161" v="1623" actId="1076"/>
        <pc:sldMkLst>
          <pc:docMk/>
          <pc:sldMk cId="1950878073" sldId="471"/>
        </pc:sldMkLst>
        <pc:spChg chg="mod">
          <ac:chgData name="贾洪勇" userId="c61acc37-df11-4a3b-9efd-dde9ef084f5f" providerId="ADAL" clId="{0F84A287-EC61-479E-AF58-4139ED6C0900}" dt="2022-03-21T09:58:25.793" v="1029"/>
          <ac:spMkLst>
            <pc:docMk/>
            <pc:sldMk cId="1950878073" sldId="471"/>
            <ac:spMk id="2" creationId="{4D94BF12-666F-4419-A2DE-42A3E6918AE9}"/>
          </ac:spMkLst>
        </pc:spChg>
        <pc:spChg chg="mod">
          <ac:chgData name="贾洪勇" userId="c61acc37-df11-4a3b-9efd-dde9ef084f5f" providerId="ADAL" clId="{0F84A287-EC61-479E-AF58-4139ED6C0900}" dt="2022-03-22T07:57:53.158" v="1622" actId="207"/>
          <ac:spMkLst>
            <pc:docMk/>
            <pc:sldMk cId="1950878073" sldId="471"/>
            <ac:spMk id="3" creationId="{CACEB6AB-FEDD-4A43-8E5F-3A4F7D2F8057}"/>
          </ac:spMkLst>
        </pc:spChg>
        <pc:spChg chg="add del mod">
          <ac:chgData name="贾洪勇" userId="c61acc37-df11-4a3b-9efd-dde9ef084f5f" providerId="ADAL" clId="{0F84A287-EC61-479E-AF58-4139ED6C0900}" dt="2022-03-22T07:46:25.023" v="1374" actId="478"/>
          <ac:spMkLst>
            <pc:docMk/>
            <pc:sldMk cId="1950878073" sldId="471"/>
            <ac:spMk id="5" creationId="{26DA6334-917D-4883-B76E-469F967FBE8C}"/>
          </ac:spMkLst>
        </pc:spChg>
        <pc:spChg chg="add del mod">
          <ac:chgData name="贾洪勇" userId="c61acc37-df11-4a3b-9efd-dde9ef084f5f" providerId="ADAL" clId="{0F84A287-EC61-479E-AF58-4139ED6C0900}" dt="2022-03-22T07:45:34.767" v="1369" actId="478"/>
          <ac:spMkLst>
            <pc:docMk/>
            <pc:sldMk cId="1950878073" sldId="471"/>
            <ac:spMk id="6" creationId="{D7014C9C-F0F5-44E9-98F2-5CEB989BD0EE}"/>
          </ac:spMkLst>
        </pc:spChg>
        <pc:spChg chg="add mod">
          <ac:chgData name="贾洪勇" userId="c61acc37-df11-4a3b-9efd-dde9ef084f5f" providerId="ADAL" clId="{0F84A287-EC61-479E-AF58-4139ED6C0900}" dt="2022-03-22T07:57:59.161" v="1623" actId="1076"/>
          <ac:spMkLst>
            <pc:docMk/>
            <pc:sldMk cId="1950878073" sldId="471"/>
            <ac:spMk id="7" creationId="{A3089F2A-3E12-4A65-BE47-FB27E3D0D327}"/>
          </ac:spMkLst>
        </pc:spChg>
      </pc:sldChg>
      <pc:sldChg chg="modSp new mod">
        <pc:chgData name="贾洪勇" userId="c61acc37-df11-4a3b-9efd-dde9ef084f5f" providerId="ADAL" clId="{0F84A287-EC61-479E-AF58-4139ED6C0900}" dt="2022-03-21T10:03:48.262" v="1044" actId="123"/>
        <pc:sldMkLst>
          <pc:docMk/>
          <pc:sldMk cId="1435268052" sldId="472"/>
        </pc:sldMkLst>
        <pc:spChg chg="mod">
          <ac:chgData name="贾洪勇" userId="c61acc37-df11-4a3b-9efd-dde9ef084f5f" providerId="ADAL" clId="{0F84A287-EC61-479E-AF58-4139ED6C0900}" dt="2022-03-21T10:03:48.262" v="1044" actId="123"/>
          <ac:spMkLst>
            <pc:docMk/>
            <pc:sldMk cId="1435268052" sldId="472"/>
            <ac:spMk id="3" creationId="{1C34018E-1368-4BB2-84AC-A5EF70555C6E}"/>
          </ac:spMkLst>
        </pc:spChg>
      </pc:sldChg>
      <pc:sldChg chg="addSp delSp modSp new mod">
        <pc:chgData name="贾洪勇" userId="c61acc37-df11-4a3b-9efd-dde9ef084f5f" providerId="ADAL" clId="{0F84A287-EC61-479E-AF58-4139ED6C0900}" dt="2022-03-22T02:36:57.869" v="1095" actId="1076"/>
        <pc:sldMkLst>
          <pc:docMk/>
          <pc:sldMk cId="2010765873" sldId="473"/>
        </pc:sldMkLst>
        <pc:spChg chg="del">
          <ac:chgData name="贾洪勇" userId="c61acc37-df11-4a3b-9efd-dde9ef084f5f" providerId="ADAL" clId="{0F84A287-EC61-479E-AF58-4139ED6C0900}" dt="2022-03-21T10:04:22.111" v="1046" actId="22"/>
          <ac:spMkLst>
            <pc:docMk/>
            <pc:sldMk cId="2010765873" sldId="473"/>
            <ac:spMk id="3" creationId="{D149B95F-DC17-4906-A941-62D9FB6015D4}"/>
          </ac:spMkLst>
        </pc:spChg>
        <pc:spChg chg="add del mod">
          <ac:chgData name="贾洪勇" userId="c61acc37-df11-4a3b-9efd-dde9ef084f5f" providerId="ADAL" clId="{0F84A287-EC61-479E-AF58-4139ED6C0900}" dt="2022-03-21T10:04:44.858" v="1050" actId="478"/>
          <ac:spMkLst>
            <pc:docMk/>
            <pc:sldMk cId="2010765873" sldId="473"/>
            <ac:spMk id="8" creationId="{4AFADD91-3E7E-4A40-9C60-8D067B34A0F1}"/>
          </ac:spMkLst>
        </pc:spChg>
        <pc:picChg chg="add mod ord">
          <ac:chgData name="贾洪勇" userId="c61acc37-df11-4a3b-9efd-dde9ef084f5f" providerId="ADAL" clId="{0F84A287-EC61-479E-AF58-4139ED6C0900}" dt="2022-03-22T02:36:51.868" v="1094" actId="14100"/>
          <ac:picMkLst>
            <pc:docMk/>
            <pc:sldMk cId="2010765873" sldId="473"/>
            <ac:picMk id="6" creationId="{60677913-F8E8-4151-9BF8-CF4FC8DE2F45}"/>
          </ac:picMkLst>
        </pc:picChg>
        <pc:picChg chg="add mod">
          <ac:chgData name="贾洪勇" userId="c61acc37-df11-4a3b-9efd-dde9ef084f5f" providerId="ADAL" clId="{0F84A287-EC61-479E-AF58-4139ED6C0900}" dt="2022-03-22T02:36:57.869" v="1095" actId="1076"/>
          <ac:picMkLst>
            <pc:docMk/>
            <pc:sldMk cId="2010765873" sldId="473"/>
            <ac:picMk id="10" creationId="{3DDBE199-DA50-4D1C-8CD4-7A72548DB163}"/>
          </ac:picMkLst>
        </pc:picChg>
      </pc:sldChg>
      <pc:sldChg chg="modSp new mod">
        <pc:chgData name="贾洪勇" userId="c61acc37-df11-4a3b-9efd-dde9ef084f5f" providerId="ADAL" clId="{0F84A287-EC61-479E-AF58-4139ED6C0900}" dt="2022-03-21T10:06:45.360" v="1086" actId="255"/>
        <pc:sldMkLst>
          <pc:docMk/>
          <pc:sldMk cId="2678660580" sldId="474"/>
        </pc:sldMkLst>
        <pc:spChg chg="mod">
          <ac:chgData name="贾洪勇" userId="c61acc37-df11-4a3b-9efd-dde9ef084f5f" providerId="ADAL" clId="{0F84A287-EC61-479E-AF58-4139ED6C0900}" dt="2022-03-21T10:06:38.576" v="1085"/>
          <ac:spMkLst>
            <pc:docMk/>
            <pc:sldMk cId="2678660580" sldId="474"/>
            <ac:spMk id="2" creationId="{95DCA36C-8FBD-4EC1-891E-4D8C74D34E12}"/>
          </ac:spMkLst>
        </pc:spChg>
        <pc:spChg chg="mod">
          <ac:chgData name="贾洪勇" userId="c61acc37-df11-4a3b-9efd-dde9ef084f5f" providerId="ADAL" clId="{0F84A287-EC61-479E-AF58-4139ED6C0900}" dt="2022-03-21T10:06:45.360" v="1086" actId="255"/>
          <ac:spMkLst>
            <pc:docMk/>
            <pc:sldMk cId="2678660580" sldId="474"/>
            <ac:spMk id="3" creationId="{C0C8E490-A71B-4D67-822D-25A1B7FA057A}"/>
          </ac:spMkLst>
        </pc:spChg>
      </pc:sldChg>
      <pc:sldChg chg="addSp modSp new mod">
        <pc:chgData name="贾洪勇" userId="c61acc37-df11-4a3b-9efd-dde9ef084f5f" providerId="ADAL" clId="{0F84A287-EC61-479E-AF58-4139ED6C0900}" dt="2022-03-22T08:10:08.655" v="1663"/>
        <pc:sldMkLst>
          <pc:docMk/>
          <pc:sldMk cId="3357873582" sldId="475"/>
        </pc:sldMkLst>
        <pc:spChg chg="mod">
          <ac:chgData name="贾洪勇" userId="c61acc37-df11-4a3b-9efd-dde9ef084f5f" providerId="ADAL" clId="{0F84A287-EC61-479E-AF58-4139ED6C0900}" dt="2022-03-22T08:10:08.655" v="1663"/>
          <ac:spMkLst>
            <pc:docMk/>
            <pc:sldMk cId="3357873582" sldId="475"/>
            <ac:spMk id="2" creationId="{450CB2ED-8BAB-420B-A0A6-080BF237EB8D}"/>
          </ac:spMkLst>
        </pc:spChg>
        <pc:spChg chg="mod">
          <ac:chgData name="贾洪勇" userId="c61acc37-df11-4a3b-9efd-dde9ef084f5f" providerId="ADAL" clId="{0F84A287-EC61-479E-AF58-4139ED6C0900}" dt="2022-03-22T08:07:00.641" v="1649" actId="20577"/>
          <ac:spMkLst>
            <pc:docMk/>
            <pc:sldMk cId="3357873582" sldId="475"/>
            <ac:spMk id="3" creationId="{EEBCF199-B14C-47F9-AF24-181786B1B8DA}"/>
          </ac:spMkLst>
        </pc:spChg>
        <pc:picChg chg="add mod">
          <ac:chgData name="贾洪勇" userId="c61acc37-df11-4a3b-9efd-dde9ef084f5f" providerId="ADAL" clId="{0F84A287-EC61-479E-AF58-4139ED6C0900}" dt="2022-03-22T08:07:09.272" v="1652" actId="1076"/>
          <ac:picMkLst>
            <pc:docMk/>
            <pc:sldMk cId="3357873582" sldId="475"/>
            <ac:picMk id="6" creationId="{989A1A6D-E254-4909-862A-D14CC98943DE}"/>
          </ac:picMkLst>
        </pc:picChg>
      </pc:sldChg>
      <pc:sldChg chg="modSp new mod">
        <pc:chgData name="贾洪勇" userId="c61acc37-df11-4a3b-9efd-dde9ef084f5f" providerId="ADAL" clId="{0F84A287-EC61-479E-AF58-4139ED6C0900}" dt="2022-03-22T08:11:36.263" v="1682" actId="1035"/>
        <pc:sldMkLst>
          <pc:docMk/>
          <pc:sldMk cId="3563242257" sldId="476"/>
        </pc:sldMkLst>
        <pc:spChg chg="mod">
          <ac:chgData name="贾洪勇" userId="c61acc37-df11-4a3b-9efd-dde9ef084f5f" providerId="ADAL" clId="{0F84A287-EC61-479E-AF58-4139ED6C0900}" dt="2022-03-22T08:10:29.248" v="1666" actId="20577"/>
          <ac:spMkLst>
            <pc:docMk/>
            <pc:sldMk cId="3563242257" sldId="476"/>
            <ac:spMk id="2" creationId="{5E83BA22-78FB-4A9E-9397-DE3826074D7A}"/>
          </ac:spMkLst>
        </pc:spChg>
        <pc:spChg chg="mod">
          <ac:chgData name="贾洪勇" userId="c61acc37-df11-4a3b-9efd-dde9ef084f5f" providerId="ADAL" clId="{0F84A287-EC61-479E-AF58-4139ED6C0900}" dt="2022-03-22T08:11:36.263" v="1682" actId="1035"/>
          <ac:spMkLst>
            <pc:docMk/>
            <pc:sldMk cId="3563242257" sldId="476"/>
            <ac:spMk id="3" creationId="{3974A055-8BF5-464E-93E3-F3EA75234180}"/>
          </ac:spMkLst>
        </pc:spChg>
      </pc:sldChg>
      <pc:sldChg chg="addSp modSp new mod">
        <pc:chgData name="贾洪勇" userId="c61acc37-df11-4a3b-9efd-dde9ef084f5f" providerId="ADAL" clId="{0F84A287-EC61-479E-AF58-4139ED6C0900}" dt="2022-03-22T08:15:28.506" v="1721" actId="14100"/>
        <pc:sldMkLst>
          <pc:docMk/>
          <pc:sldMk cId="2682232739" sldId="477"/>
        </pc:sldMkLst>
        <pc:spChg chg="mod">
          <ac:chgData name="贾洪勇" userId="c61acc37-df11-4a3b-9efd-dde9ef084f5f" providerId="ADAL" clId="{0F84A287-EC61-479E-AF58-4139ED6C0900}" dt="2022-03-22T08:12:29.017" v="1705"/>
          <ac:spMkLst>
            <pc:docMk/>
            <pc:sldMk cId="2682232739" sldId="477"/>
            <ac:spMk id="2" creationId="{D3A180D3-C9A0-4117-8B41-85A8FB60877D}"/>
          </ac:spMkLst>
        </pc:spChg>
        <pc:spChg chg="mod">
          <ac:chgData name="贾洪勇" userId="c61acc37-df11-4a3b-9efd-dde9ef084f5f" providerId="ADAL" clId="{0F84A287-EC61-479E-AF58-4139ED6C0900}" dt="2022-03-22T08:14:59.839" v="1717" actId="20577"/>
          <ac:spMkLst>
            <pc:docMk/>
            <pc:sldMk cId="2682232739" sldId="477"/>
            <ac:spMk id="3" creationId="{BB1D408E-6099-4705-AFEE-1438FB29580E}"/>
          </ac:spMkLst>
        </pc:spChg>
        <pc:picChg chg="add mod">
          <ac:chgData name="贾洪勇" userId="c61acc37-df11-4a3b-9efd-dde9ef084f5f" providerId="ADAL" clId="{0F84A287-EC61-479E-AF58-4139ED6C0900}" dt="2022-03-22T08:15:28.506" v="1721" actId="14100"/>
          <ac:picMkLst>
            <pc:docMk/>
            <pc:sldMk cId="2682232739" sldId="477"/>
            <ac:picMk id="6" creationId="{019170D6-DC6C-4C91-A841-8A29D4704662}"/>
          </ac:picMkLst>
        </pc:picChg>
      </pc:sldChg>
      <pc:sldChg chg="addSp delSp modSp new add del mod">
        <pc:chgData name="贾洪勇" userId="c61acc37-df11-4a3b-9efd-dde9ef084f5f" providerId="ADAL" clId="{0F84A287-EC61-479E-AF58-4139ED6C0900}" dt="2022-03-22T08:20:26.061" v="1743" actId="20577"/>
        <pc:sldMkLst>
          <pc:docMk/>
          <pc:sldMk cId="3457729474" sldId="478"/>
        </pc:sldMkLst>
        <pc:spChg chg="mod">
          <ac:chgData name="贾洪勇" userId="c61acc37-df11-4a3b-9efd-dde9ef084f5f" providerId="ADAL" clId="{0F84A287-EC61-479E-AF58-4139ED6C0900}" dt="2022-03-22T08:16:57.365" v="1724" actId="14100"/>
          <ac:spMkLst>
            <pc:docMk/>
            <pc:sldMk cId="3457729474" sldId="478"/>
            <ac:spMk id="2" creationId="{D963342C-03C6-4292-B28A-548FB80A4A29}"/>
          </ac:spMkLst>
        </pc:spChg>
        <pc:spChg chg="mod">
          <ac:chgData name="贾洪勇" userId="c61acc37-df11-4a3b-9efd-dde9ef084f5f" providerId="ADAL" clId="{0F84A287-EC61-479E-AF58-4139ED6C0900}" dt="2022-03-22T08:20:26.061" v="1743" actId="20577"/>
          <ac:spMkLst>
            <pc:docMk/>
            <pc:sldMk cId="3457729474" sldId="478"/>
            <ac:spMk id="3" creationId="{896A2534-1C78-4E55-AC00-C776765BC776}"/>
          </ac:spMkLst>
        </pc:spChg>
        <pc:picChg chg="add del mod">
          <ac:chgData name="贾洪勇" userId="c61acc37-df11-4a3b-9efd-dde9ef084f5f" providerId="ADAL" clId="{0F84A287-EC61-479E-AF58-4139ED6C0900}" dt="2022-03-22T08:19:57.023" v="1738" actId="21"/>
          <ac:picMkLst>
            <pc:docMk/>
            <pc:sldMk cId="3457729474" sldId="478"/>
            <ac:picMk id="6" creationId="{DBBFE91E-C7C9-46DF-85CC-F2BFFAB3D806}"/>
          </ac:picMkLst>
        </pc:picChg>
      </pc:sldChg>
      <pc:sldChg chg="addSp delSp modSp new">
        <pc:chgData name="贾洪勇" userId="c61acc37-df11-4a3b-9efd-dde9ef084f5f" providerId="ADAL" clId="{0F84A287-EC61-479E-AF58-4139ED6C0900}" dt="2022-03-22T08:20:47.477" v="1746" actId="14100"/>
        <pc:sldMkLst>
          <pc:docMk/>
          <pc:sldMk cId="1918163449" sldId="479"/>
        </pc:sldMkLst>
        <pc:spChg chg="del">
          <ac:chgData name="贾洪勇" userId="c61acc37-df11-4a3b-9efd-dde9ef084f5f" providerId="ADAL" clId="{0F84A287-EC61-479E-AF58-4139ED6C0900}" dt="2022-03-22T08:20:40.822" v="1744"/>
          <ac:spMkLst>
            <pc:docMk/>
            <pc:sldMk cId="1918163449" sldId="479"/>
            <ac:spMk id="2" creationId="{5B670E19-DE1D-40E6-B89E-9FBBC0FCC3A6}"/>
          </ac:spMkLst>
        </pc:spChg>
        <pc:spChg chg="add del">
          <ac:chgData name="贾洪勇" userId="c61acc37-df11-4a3b-9efd-dde9ef084f5f" providerId="ADAL" clId="{0F84A287-EC61-479E-AF58-4139ED6C0900}" dt="2022-03-22T08:20:01.096" v="1739"/>
          <ac:spMkLst>
            <pc:docMk/>
            <pc:sldMk cId="1918163449" sldId="479"/>
            <ac:spMk id="3" creationId="{157353E0-0C1D-4939-8085-AFFE8CEBB288}"/>
          </ac:spMkLst>
        </pc:spChg>
        <pc:spChg chg="add mod">
          <ac:chgData name="贾洪勇" userId="c61acc37-df11-4a3b-9efd-dde9ef084f5f" providerId="ADAL" clId="{0F84A287-EC61-479E-AF58-4139ED6C0900}" dt="2022-03-22T08:20:47.477" v="1746" actId="14100"/>
          <ac:spMkLst>
            <pc:docMk/>
            <pc:sldMk cId="1918163449" sldId="479"/>
            <ac:spMk id="7" creationId="{D9230C99-C625-4779-9611-30B51598939B}"/>
          </ac:spMkLst>
        </pc:spChg>
        <pc:picChg chg="add del mod">
          <ac:chgData name="贾洪勇" userId="c61acc37-df11-4a3b-9efd-dde9ef084f5f" providerId="ADAL" clId="{0F84A287-EC61-479E-AF58-4139ED6C0900}" dt="2022-03-22T08:19:49.839" v="1736"/>
          <ac:picMkLst>
            <pc:docMk/>
            <pc:sldMk cId="1918163449" sldId="479"/>
            <ac:picMk id="5" creationId="{9826CDA3-65CC-4E31-BCFE-50CDC910E272}"/>
          </ac:picMkLst>
        </pc:picChg>
        <pc:picChg chg="add mod">
          <ac:chgData name="贾洪勇" userId="c61acc37-df11-4a3b-9efd-dde9ef084f5f" providerId="ADAL" clId="{0F84A287-EC61-479E-AF58-4139ED6C0900}" dt="2022-03-22T08:20:01.096" v="1739"/>
          <ac:picMkLst>
            <pc:docMk/>
            <pc:sldMk cId="1918163449" sldId="479"/>
            <ac:picMk id="6" creationId="{D3DEE30E-10CC-445B-B62E-82935DC76545}"/>
          </ac:picMkLst>
        </pc:picChg>
      </pc:sldChg>
      <pc:sldChg chg="add">
        <pc:chgData name="贾洪勇" userId="c61acc37-df11-4a3b-9efd-dde9ef084f5f" providerId="ADAL" clId="{0F84A287-EC61-479E-AF58-4139ED6C0900}" dt="2022-03-22T09:46:35.309" v="2193"/>
        <pc:sldMkLst>
          <pc:docMk/>
          <pc:sldMk cId="554001834" sldId="480"/>
        </pc:sldMkLst>
      </pc:sldChg>
      <pc:sldChg chg="modSp new del mod">
        <pc:chgData name="贾洪勇" userId="c61acc37-df11-4a3b-9efd-dde9ef084f5f" providerId="ADAL" clId="{0F84A287-EC61-479E-AF58-4139ED6C0900}" dt="2022-03-22T09:38:48.977" v="2177" actId="2696"/>
        <pc:sldMkLst>
          <pc:docMk/>
          <pc:sldMk cId="872951688" sldId="480"/>
        </pc:sldMkLst>
        <pc:spChg chg="mod">
          <ac:chgData name="贾洪勇" userId="c61acc37-df11-4a3b-9efd-dde9ef084f5f" providerId="ADAL" clId="{0F84A287-EC61-479E-AF58-4139ED6C0900}" dt="2022-03-22T08:30:39.544" v="1849" actId="20577"/>
          <ac:spMkLst>
            <pc:docMk/>
            <pc:sldMk cId="872951688" sldId="480"/>
            <ac:spMk id="2" creationId="{58F24995-F2E4-45CF-B9A1-7465FFDE7D58}"/>
          </ac:spMkLst>
        </pc:spChg>
        <pc:spChg chg="mod">
          <ac:chgData name="贾洪勇" userId="c61acc37-df11-4a3b-9efd-dde9ef084f5f" providerId="ADAL" clId="{0F84A287-EC61-479E-AF58-4139ED6C0900}" dt="2022-03-22T08:32:59.658" v="1927"/>
          <ac:spMkLst>
            <pc:docMk/>
            <pc:sldMk cId="872951688" sldId="480"/>
            <ac:spMk id="3" creationId="{FAF57157-E5B7-4D27-BA59-7340011A18B0}"/>
          </ac:spMkLst>
        </pc:spChg>
      </pc:sldChg>
      <pc:sldChg chg="add del">
        <pc:chgData name="贾洪勇" userId="c61acc37-df11-4a3b-9efd-dde9ef084f5f" providerId="ADAL" clId="{0F84A287-EC61-479E-AF58-4139ED6C0900}" dt="2022-03-22T09:46:27.375" v="2192" actId="2696"/>
        <pc:sldMkLst>
          <pc:docMk/>
          <pc:sldMk cId="1423238661" sldId="480"/>
        </pc:sldMkLst>
      </pc:sldChg>
      <pc:sldChg chg="addSp modSp new mod modAnim">
        <pc:chgData name="贾洪勇" userId="c61acc37-df11-4a3b-9efd-dde9ef084f5f" providerId="ADAL" clId="{0F84A287-EC61-479E-AF58-4139ED6C0900}" dt="2022-03-22T08:45:03.677" v="2036"/>
        <pc:sldMkLst>
          <pc:docMk/>
          <pc:sldMk cId="1927036431" sldId="481"/>
        </pc:sldMkLst>
        <pc:spChg chg="mod">
          <ac:chgData name="贾洪勇" userId="c61acc37-df11-4a3b-9efd-dde9ef084f5f" providerId="ADAL" clId="{0F84A287-EC61-479E-AF58-4139ED6C0900}" dt="2022-03-22T08:40:50.058" v="2005" actId="14100"/>
          <ac:spMkLst>
            <pc:docMk/>
            <pc:sldMk cId="1927036431" sldId="481"/>
            <ac:spMk id="2" creationId="{5642AD3B-8EDC-48F1-8981-5EBFCE35D8D7}"/>
          </ac:spMkLst>
        </pc:spChg>
        <pc:spChg chg="mod">
          <ac:chgData name="贾洪勇" userId="c61acc37-df11-4a3b-9efd-dde9ef084f5f" providerId="ADAL" clId="{0F84A287-EC61-479E-AF58-4139ED6C0900}" dt="2022-03-22T08:45:03.677" v="2036"/>
          <ac:spMkLst>
            <pc:docMk/>
            <pc:sldMk cId="1927036431" sldId="481"/>
            <ac:spMk id="3" creationId="{6EDA5CA0-E0D7-436F-98BD-E56073ECAFA8}"/>
          </ac:spMkLst>
        </pc:spChg>
        <pc:picChg chg="add mod">
          <ac:chgData name="贾洪勇" userId="c61acc37-df11-4a3b-9efd-dde9ef084f5f" providerId="ADAL" clId="{0F84A287-EC61-479E-AF58-4139ED6C0900}" dt="2022-03-22T08:43:53.582" v="2027" actId="14100"/>
          <ac:picMkLst>
            <pc:docMk/>
            <pc:sldMk cId="1927036431" sldId="481"/>
            <ac:picMk id="6" creationId="{AE921CCE-3FD4-464A-8F86-6283BA3BA712}"/>
          </ac:picMkLst>
        </pc:picChg>
        <pc:picChg chg="add mod">
          <ac:chgData name="贾洪勇" userId="c61acc37-df11-4a3b-9efd-dde9ef084f5f" providerId="ADAL" clId="{0F84A287-EC61-479E-AF58-4139ED6C0900}" dt="2022-03-22T08:44:07.431" v="2032" actId="14100"/>
          <ac:picMkLst>
            <pc:docMk/>
            <pc:sldMk cId="1927036431" sldId="481"/>
            <ac:picMk id="8" creationId="{B1294BDE-A68D-4A39-8E5B-B68466EA200B}"/>
          </ac:picMkLst>
        </pc:picChg>
      </pc:sldChg>
      <pc:sldChg chg="add">
        <pc:chgData name="贾洪勇" userId="c61acc37-df11-4a3b-9efd-dde9ef084f5f" providerId="ADAL" clId="{0F84A287-EC61-479E-AF58-4139ED6C0900}" dt="2022-03-22T09:46:35.309" v="2193"/>
        <pc:sldMkLst>
          <pc:docMk/>
          <pc:sldMk cId="515581543" sldId="482"/>
        </pc:sldMkLst>
      </pc:sldChg>
      <pc:sldChg chg="modSp add del mod">
        <pc:chgData name="贾洪勇" userId="c61acc37-df11-4a3b-9efd-dde9ef084f5f" providerId="ADAL" clId="{0F84A287-EC61-479E-AF58-4139ED6C0900}" dt="2022-03-22T09:38:48.977" v="2177" actId="2696"/>
        <pc:sldMkLst>
          <pc:docMk/>
          <pc:sldMk cId="4257826995" sldId="482"/>
        </pc:sldMkLst>
        <pc:spChg chg="mod">
          <ac:chgData name="贾洪勇" userId="c61acc37-df11-4a3b-9efd-dde9ef084f5f" providerId="ADAL" clId="{0F84A287-EC61-479E-AF58-4139ED6C0900}" dt="2022-03-22T08:32:19.167" v="1864" actId="5793"/>
          <ac:spMkLst>
            <pc:docMk/>
            <pc:sldMk cId="4257826995" sldId="482"/>
            <ac:spMk id="3" creationId="{FAF57157-E5B7-4D27-BA59-7340011A18B0}"/>
          </ac:spMkLst>
        </pc:spChg>
      </pc:sldChg>
      <pc:sldChg chg="add del">
        <pc:chgData name="贾洪勇" userId="c61acc37-df11-4a3b-9efd-dde9ef084f5f" providerId="ADAL" clId="{0F84A287-EC61-479E-AF58-4139ED6C0900}" dt="2022-03-22T09:46:27.375" v="2192" actId="2696"/>
        <pc:sldMkLst>
          <pc:docMk/>
          <pc:sldMk cId="4270108206" sldId="482"/>
        </pc:sldMkLst>
      </pc:sldChg>
      <pc:sldChg chg="add del">
        <pc:chgData name="贾洪勇" userId="c61acc37-df11-4a3b-9efd-dde9ef084f5f" providerId="ADAL" clId="{0F84A287-EC61-479E-AF58-4139ED6C0900}" dt="2022-03-22T09:46:27.375" v="2192" actId="2696"/>
        <pc:sldMkLst>
          <pc:docMk/>
          <pc:sldMk cId="3104055112" sldId="483"/>
        </pc:sldMkLst>
      </pc:sldChg>
      <pc:sldChg chg="add">
        <pc:chgData name="贾洪勇" userId="c61acc37-df11-4a3b-9efd-dde9ef084f5f" providerId="ADAL" clId="{0F84A287-EC61-479E-AF58-4139ED6C0900}" dt="2022-03-22T09:46:35.309" v="2193"/>
        <pc:sldMkLst>
          <pc:docMk/>
          <pc:sldMk cId="3433096588" sldId="483"/>
        </pc:sldMkLst>
      </pc:sldChg>
      <pc:sldChg chg="modSp add del mod">
        <pc:chgData name="贾洪勇" userId="c61acc37-df11-4a3b-9efd-dde9ef084f5f" providerId="ADAL" clId="{0F84A287-EC61-479E-AF58-4139ED6C0900}" dt="2022-03-22T09:38:48.977" v="2177" actId="2696"/>
        <pc:sldMkLst>
          <pc:docMk/>
          <pc:sldMk cId="3768719712" sldId="483"/>
        </pc:sldMkLst>
        <pc:spChg chg="mod">
          <ac:chgData name="贾洪勇" userId="c61acc37-df11-4a3b-9efd-dde9ef084f5f" providerId="ADAL" clId="{0F84A287-EC61-479E-AF58-4139ED6C0900}" dt="2022-03-22T08:35:49.376" v="1962" actId="14100"/>
          <ac:spMkLst>
            <pc:docMk/>
            <pc:sldMk cId="3768719712" sldId="483"/>
            <ac:spMk id="3" creationId="{FAF57157-E5B7-4D27-BA59-7340011A18B0}"/>
          </ac:spMkLst>
        </pc:spChg>
      </pc:sldChg>
      <pc:sldChg chg="addSp delSp modSp new del">
        <pc:chgData name="贾洪勇" userId="c61acc37-df11-4a3b-9efd-dde9ef084f5f" providerId="ADAL" clId="{0F84A287-EC61-479E-AF58-4139ED6C0900}" dt="2022-03-22T09:38:48.977" v="2177" actId="2696"/>
        <pc:sldMkLst>
          <pc:docMk/>
          <pc:sldMk cId="26939919" sldId="484"/>
        </pc:sldMkLst>
        <pc:spChg chg="del">
          <ac:chgData name="贾洪勇" userId="c61acc37-df11-4a3b-9efd-dde9ef084f5f" providerId="ADAL" clId="{0F84A287-EC61-479E-AF58-4139ED6C0900}" dt="2022-03-22T08:34:51.481" v="1953"/>
          <ac:spMkLst>
            <pc:docMk/>
            <pc:sldMk cId="26939919" sldId="484"/>
            <ac:spMk id="3" creationId="{5AEBC2D9-E3EE-4BDF-8F81-FCA5E7CE8AB4}"/>
          </ac:spMkLst>
        </pc:spChg>
        <pc:picChg chg="add mod">
          <ac:chgData name="贾洪勇" userId="c61acc37-df11-4a3b-9efd-dde9ef084f5f" providerId="ADAL" clId="{0F84A287-EC61-479E-AF58-4139ED6C0900}" dt="2022-03-22T08:34:56.737" v="1955" actId="1076"/>
          <ac:picMkLst>
            <pc:docMk/>
            <pc:sldMk cId="26939919" sldId="484"/>
            <ac:picMk id="5" creationId="{D17B7FD4-D58E-444B-99CA-BFEB849F0C49}"/>
          </ac:picMkLst>
        </pc:picChg>
      </pc:sldChg>
      <pc:sldChg chg="add">
        <pc:chgData name="贾洪勇" userId="c61acc37-df11-4a3b-9efd-dde9ef084f5f" providerId="ADAL" clId="{0F84A287-EC61-479E-AF58-4139ED6C0900}" dt="2022-03-22T09:46:35.309" v="2193"/>
        <pc:sldMkLst>
          <pc:docMk/>
          <pc:sldMk cId="2630660010" sldId="484"/>
        </pc:sldMkLst>
      </pc:sldChg>
      <pc:sldChg chg="add del">
        <pc:chgData name="贾洪勇" userId="c61acc37-df11-4a3b-9efd-dde9ef084f5f" providerId="ADAL" clId="{0F84A287-EC61-479E-AF58-4139ED6C0900}" dt="2022-03-22T09:46:27.375" v="2192" actId="2696"/>
        <pc:sldMkLst>
          <pc:docMk/>
          <pc:sldMk cId="3321552216" sldId="484"/>
        </pc:sldMkLst>
      </pc:sldChg>
      <pc:sldChg chg="add del">
        <pc:chgData name="贾洪勇" userId="c61acc37-df11-4a3b-9efd-dde9ef084f5f" providerId="ADAL" clId="{0F84A287-EC61-479E-AF58-4139ED6C0900}" dt="2022-03-22T09:46:27.375" v="2192" actId="2696"/>
        <pc:sldMkLst>
          <pc:docMk/>
          <pc:sldMk cId="1215499423" sldId="485"/>
        </pc:sldMkLst>
      </pc:sldChg>
      <pc:sldChg chg="addSp delSp modSp new del">
        <pc:chgData name="贾洪勇" userId="c61acc37-df11-4a3b-9efd-dde9ef084f5f" providerId="ADAL" clId="{0F84A287-EC61-479E-AF58-4139ED6C0900}" dt="2022-03-22T09:38:48.977" v="2177" actId="2696"/>
        <pc:sldMkLst>
          <pc:docMk/>
          <pc:sldMk cId="1697401495" sldId="485"/>
        </pc:sldMkLst>
        <pc:spChg chg="del">
          <ac:chgData name="贾洪勇" userId="c61acc37-df11-4a3b-9efd-dde9ef084f5f" providerId="ADAL" clId="{0F84A287-EC61-479E-AF58-4139ED6C0900}" dt="2022-03-22T08:35:19.180" v="1957"/>
          <ac:spMkLst>
            <pc:docMk/>
            <pc:sldMk cId="1697401495" sldId="485"/>
            <ac:spMk id="3" creationId="{52B1E516-4A71-41E5-AE00-9334CD619965}"/>
          </ac:spMkLst>
        </pc:spChg>
        <pc:picChg chg="add mod">
          <ac:chgData name="贾洪勇" userId="c61acc37-df11-4a3b-9efd-dde9ef084f5f" providerId="ADAL" clId="{0F84A287-EC61-479E-AF58-4139ED6C0900}" dt="2022-03-22T08:35:23.526" v="1959" actId="14100"/>
          <ac:picMkLst>
            <pc:docMk/>
            <pc:sldMk cId="1697401495" sldId="485"/>
            <ac:picMk id="5" creationId="{D5520417-8BBA-4704-9737-00FB6E0EE586}"/>
          </ac:picMkLst>
        </pc:picChg>
      </pc:sldChg>
      <pc:sldChg chg="add">
        <pc:chgData name="贾洪勇" userId="c61acc37-df11-4a3b-9efd-dde9ef084f5f" providerId="ADAL" clId="{0F84A287-EC61-479E-AF58-4139ED6C0900}" dt="2022-03-22T09:46:35.309" v="2193"/>
        <pc:sldMkLst>
          <pc:docMk/>
          <pc:sldMk cId="2627671772" sldId="485"/>
        </pc:sldMkLst>
      </pc:sldChg>
      <pc:sldChg chg="addSp modSp new mod modAnim">
        <pc:chgData name="贾洪勇" userId="c61acc37-df11-4a3b-9efd-dde9ef084f5f" providerId="ADAL" clId="{0F84A287-EC61-479E-AF58-4139ED6C0900}" dt="2022-03-22T08:37:56.070" v="1977"/>
        <pc:sldMkLst>
          <pc:docMk/>
          <pc:sldMk cId="1955454083" sldId="486"/>
        </pc:sldMkLst>
        <pc:spChg chg="mod">
          <ac:chgData name="贾洪勇" userId="c61acc37-df11-4a3b-9efd-dde9ef084f5f" providerId="ADAL" clId="{0F84A287-EC61-479E-AF58-4139ED6C0900}" dt="2022-03-22T08:36:39.753" v="1964"/>
          <ac:spMkLst>
            <pc:docMk/>
            <pc:sldMk cId="1955454083" sldId="486"/>
            <ac:spMk id="2" creationId="{6B977602-E7A9-4D09-8BB6-04E4C1FE4759}"/>
          </ac:spMkLst>
        </pc:spChg>
        <pc:spChg chg="mod">
          <ac:chgData name="贾洪勇" userId="c61acc37-df11-4a3b-9efd-dde9ef084f5f" providerId="ADAL" clId="{0F84A287-EC61-479E-AF58-4139ED6C0900}" dt="2022-03-22T08:37:44.867" v="1975" actId="113"/>
          <ac:spMkLst>
            <pc:docMk/>
            <pc:sldMk cId="1955454083" sldId="486"/>
            <ac:spMk id="3" creationId="{90B6DB08-33FC-4BC7-813F-F629599A024D}"/>
          </ac:spMkLst>
        </pc:spChg>
        <pc:picChg chg="add mod">
          <ac:chgData name="贾洪勇" userId="c61acc37-df11-4a3b-9efd-dde9ef084f5f" providerId="ADAL" clId="{0F84A287-EC61-479E-AF58-4139ED6C0900}" dt="2022-03-22T08:37:51.553" v="1976" actId="1440"/>
          <ac:picMkLst>
            <pc:docMk/>
            <pc:sldMk cId="1955454083" sldId="486"/>
            <ac:picMk id="6" creationId="{EFD2EBB3-30AF-4F8E-8433-F72841A3A90D}"/>
          </ac:picMkLst>
        </pc:picChg>
      </pc:sldChg>
      <pc:sldChg chg="addSp modSp new mod">
        <pc:chgData name="贾洪勇" userId="c61acc37-df11-4a3b-9efd-dde9ef084f5f" providerId="ADAL" clId="{0F84A287-EC61-479E-AF58-4139ED6C0900}" dt="2022-03-22T08:40:13.610" v="2002" actId="14100"/>
        <pc:sldMkLst>
          <pc:docMk/>
          <pc:sldMk cId="4241848649" sldId="487"/>
        </pc:sldMkLst>
        <pc:spChg chg="mod">
          <ac:chgData name="贾洪勇" userId="c61acc37-df11-4a3b-9efd-dde9ef084f5f" providerId="ADAL" clId="{0F84A287-EC61-479E-AF58-4139ED6C0900}" dt="2022-03-22T08:39:44.537" v="1998" actId="1076"/>
          <ac:spMkLst>
            <pc:docMk/>
            <pc:sldMk cId="4241848649" sldId="487"/>
            <ac:spMk id="2" creationId="{2779C0E2-9720-4C1A-8997-FC06AE33CCE3}"/>
          </ac:spMkLst>
        </pc:spChg>
        <pc:spChg chg="mod">
          <ac:chgData name="贾洪勇" userId="c61acc37-df11-4a3b-9efd-dde9ef084f5f" providerId="ADAL" clId="{0F84A287-EC61-479E-AF58-4139ED6C0900}" dt="2022-03-22T08:39:28.694" v="1992" actId="21"/>
          <ac:spMkLst>
            <pc:docMk/>
            <pc:sldMk cId="4241848649" sldId="487"/>
            <ac:spMk id="3" creationId="{21DEEC0F-4531-4056-A640-38900ED1132B}"/>
          </ac:spMkLst>
        </pc:spChg>
        <pc:picChg chg="add mod">
          <ac:chgData name="贾洪勇" userId="c61acc37-df11-4a3b-9efd-dde9ef084f5f" providerId="ADAL" clId="{0F84A287-EC61-479E-AF58-4139ED6C0900}" dt="2022-03-22T08:40:13.610" v="2002" actId="14100"/>
          <ac:picMkLst>
            <pc:docMk/>
            <pc:sldMk cId="4241848649" sldId="487"/>
            <ac:picMk id="6" creationId="{375A3ED4-CDA1-4A46-9451-DAAF517E33B6}"/>
          </ac:picMkLst>
        </pc:picChg>
      </pc:sldChg>
      <pc:sldChg chg="modSp new mod">
        <pc:chgData name="贾洪勇" userId="c61acc37-df11-4a3b-9efd-dde9ef084f5f" providerId="ADAL" clId="{0F84A287-EC61-479E-AF58-4139ED6C0900}" dt="2022-03-22T09:40:37.891" v="2191" actId="20577"/>
        <pc:sldMkLst>
          <pc:docMk/>
          <pc:sldMk cId="2590464300" sldId="488"/>
        </pc:sldMkLst>
        <pc:spChg chg="mod">
          <ac:chgData name="贾洪勇" userId="c61acc37-df11-4a3b-9efd-dde9ef084f5f" providerId="ADAL" clId="{0F84A287-EC61-479E-AF58-4139ED6C0900}" dt="2022-03-22T09:14:07.768" v="2132"/>
          <ac:spMkLst>
            <pc:docMk/>
            <pc:sldMk cId="2590464300" sldId="488"/>
            <ac:spMk id="2" creationId="{50A5E672-A9A5-4F4C-8673-39D261E14386}"/>
          </ac:spMkLst>
        </pc:spChg>
        <pc:spChg chg="mod">
          <ac:chgData name="贾洪勇" userId="c61acc37-df11-4a3b-9efd-dde9ef084f5f" providerId="ADAL" clId="{0F84A287-EC61-479E-AF58-4139ED6C0900}" dt="2022-03-22T09:40:37.891" v="2191" actId="20577"/>
          <ac:spMkLst>
            <pc:docMk/>
            <pc:sldMk cId="2590464300" sldId="488"/>
            <ac:spMk id="3" creationId="{9D5A48DA-4F4E-40B5-BB06-D1C158F0CB18}"/>
          </ac:spMkLst>
        </pc:spChg>
      </pc:sldChg>
      <pc:sldChg chg="modSp new del mod">
        <pc:chgData name="贾洪勇" userId="c61acc37-df11-4a3b-9efd-dde9ef084f5f" providerId="ADAL" clId="{0F84A287-EC61-479E-AF58-4139ED6C0900}" dt="2022-03-22T08:40:41.892" v="2003" actId="47"/>
        <pc:sldMkLst>
          <pc:docMk/>
          <pc:sldMk cId="3659314726" sldId="488"/>
        </pc:sldMkLst>
        <pc:spChg chg="mod">
          <ac:chgData name="贾洪勇" userId="c61acc37-df11-4a3b-9efd-dde9ef084f5f" providerId="ADAL" clId="{0F84A287-EC61-479E-AF58-4139ED6C0900}" dt="2022-03-22T08:39:13.269" v="1991"/>
          <ac:spMkLst>
            <pc:docMk/>
            <pc:sldMk cId="3659314726" sldId="488"/>
            <ac:spMk id="2" creationId="{A1A2A3C7-97E5-4F99-9A5C-79A60F4BF244}"/>
          </ac:spMkLst>
        </pc:spChg>
      </pc:sldChg>
      <pc:sldChg chg="addSp modSp new mod">
        <pc:chgData name="贾洪勇" userId="c61acc37-df11-4a3b-9efd-dde9ef084f5f" providerId="ADAL" clId="{0F84A287-EC61-479E-AF58-4139ED6C0900}" dt="2022-03-22T08:45:41.033" v="2039" actId="22"/>
        <pc:sldMkLst>
          <pc:docMk/>
          <pc:sldMk cId="1551466001" sldId="489"/>
        </pc:sldMkLst>
        <pc:spChg chg="mod">
          <ac:chgData name="贾洪勇" userId="c61acc37-df11-4a3b-9efd-dde9ef084f5f" providerId="ADAL" clId="{0F84A287-EC61-479E-AF58-4139ED6C0900}" dt="2022-03-22T08:45:19.866" v="2038"/>
          <ac:spMkLst>
            <pc:docMk/>
            <pc:sldMk cId="1551466001" sldId="489"/>
            <ac:spMk id="3" creationId="{8DA626CB-BF01-4BF8-B8C2-93368571E544}"/>
          </ac:spMkLst>
        </pc:spChg>
        <pc:picChg chg="add">
          <ac:chgData name="贾洪勇" userId="c61acc37-df11-4a3b-9efd-dde9ef084f5f" providerId="ADAL" clId="{0F84A287-EC61-479E-AF58-4139ED6C0900}" dt="2022-03-22T08:45:41.033" v="2039" actId="22"/>
          <ac:picMkLst>
            <pc:docMk/>
            <pc:sldMk cId="1551466001" sldId="489"/>
            <ac:picMk id="6" creationId="{8CF6689E-6252-4368-A600-DD7C630F6475}"/>
          </ac:picMkLst>
        </pc:picChg>
      </pc:sldChg>
      <pc:sldChg chg="addSp modSp new mod">
        <pc:chgData name="贾洪勇" userId="c61acc37-df11-4a3b-9efd-dde9ef084f5f" providerId="ADAL" clId="{0F84A287-EC61-479E-AF58-4139ED6C0900}" dt="2022-03-22T08:46:24.740" v="2042" actId="22"/>
        <pc:sldMkLst>
          <pc:docMk/>
          <pc:sldMk cId="4277854207" sldId="490"/>
        </pc:sldMkLst>
        <pc:spChg chg="mod">
          <ac:chgData name="贾洪勇" userId="c61acc37-df11-4a3b-9efd-dde9ef084f5f" providerId="ADAL" clId="{0F84A287-EC61-479E-AF58-4139ED6C0900}" dt="2022-03-22T08:46:04.530" v="2041"/>
          <ac:spMkLst>
            <pc:docMk/>
            <pc:sldMk cId="4277854207" sldId="490"/>
            <ac:spMk id="3" creationId="{C8E234A9-ACCA-4410-96F2-DA4BCB075D1C}"/>
          </ac:spMkLst>
        </pc:spChg>
        <pc:picChg chg="add">
          <ac:chgData name="贾洪勇" userId="c61acc37-df11-4a3b-9efd-dde9ef084f5f" providerId="ADAL" clId="{0F84A287-EC61-479E-AF58-4139ED6C0900}" dt="2022-03-22T08:46:24.740" v="2042" actId="22"/>
          <ac:picMkLst>
            <pc:docMk/>
            <pc:sldMk cId="4277854207" sldId="490"/>
            <ac:picMk id="6" creationId="{366D1445-F052-49F8-BAFB-F9CAABA53F87}"/>
          </ac:picMkLst>
        </pc:picChg>
      </pc:sldChg>
      <pc:sldChg chg="addSp modSp new mod">
        <pc:chgData name="贾洪勇" userId="c61acc37-df11-4a3b-9efd-dde9ef084f5f" providerId="ADAL" clId="{0F84A287-EC61-479E-AF58-4139ED6C0900}" dt="2022-03-22T09:06:32.321" v="2049" actId="14100"/>
        <pc:sldMkLst>
          <pc:docMk/>
          <pc:sldMk cId="3774562369" sldId="491"/>
        </pc:sldMkLst>
        <pc:spChg chg="mod">
          <ac:chgData name="贾洪勇" userId="c61acc37-df11-4a3b-9efd-dde9ef084f5f" providerId="ADAL" clId="{0F84A287-EC61-479E-AF58-4139ED6C0900}" dt="2022-03-22T09:05:56.684" v="2044"/>
          <ac:spMkLst>
            <pc:docMk/>
            <pc:sldMk cId="3774562369" sldId="491"/>
            <ac:spMk id="3" creationId="{25CA91D3-A29C-4386-876A-64024DF082B5}"/>
          </ac:spMkLst>
        </pc:spChg>
        <pc:picChg chg="add mod">
          <ac:chgData name="贾洪勇" userId="c61acc37-df11-4a3b-9efd-dde9ef084f5f" providerId="ADAL" clId="{0F84A287-EC61-479E-AF58-4139ED6C0900}" dt="2022-03-22T09:06:32.321" v="2049" actId="14100"/>
          <ac:picMkLst>
            <pc:docMk/>
            <pc:sldMk cId="3774562369" sldId="491"/>
            <ac:picMk id="6" creationId="{80705BD7-CA6D-40DE-AF7B-09BF7305282F}"/>
          </ac:picMkLst>
        </pc:picChg>
      </pc:sldChg>
      <pc:sldChg chg="addSp modSp new mod">
        <pc:chgData name="贾洪勇" userId="c61acc37-df11-4a3b-9efd-dde9ef084f5f" providerId="ADAL" clId="{0F84A287-EC61-479E-AF58-4139ED6C0900}" dt="2022-03-22T09:07:08.255" v="2053" actId="14100"/>
        <pc:sldMkLst>
          <pc:docMk/>
          <pc:sldMk cId="1773585342" sldId="492"/>
        </pc:sldMkLst>
        <pc:spChg chg="mod">
          <ac:chgData name="贾洪勇" userId="c61acc37-df11-4a3b-9efd-dde9ef084f5f" providerId="ADAL" clId="{0F84A287-EC61-479E-AF58-4139ED6C0900}" dt="2022-03-22T09:06:55.739" v="2051"/>
          <ac:spMkLst>
            <pc:docMk/>
            <pc:sldMk cId="1773585342" sldId="492"/>
            <ac:spMk id="3" creationId="{C2C761BC-3D4E-4E8B-9376-6BCAAAA7E2B4}"/>
          </ac:spMkLst>
        </pc:spChg>
        <pc:picChg chg="add mod">
          <ac:chgData name="贾洪勇" userId="c61acc37-df11-4a3b-9efd-dde9ef084f5f" providerId="ADAL" clId="{0F84A287-EC61-479E-AF58-4139ED6C0900}" dt="2022-03-22T09:07:08.255" v="2053" actId="14100"/>
          <ac:picMkLst>
            <pc:docMk/>
            <pc:sldMk cId="1773585342" sldId="492"/>
            <ac:picMk id="6" creationId="{E13888F0-5898-405A-9952-7CFF97E88855}"/>
          </ac:picMkLst>
        </pc:picChg>
      </pc:sldChg>
      <pc:sldChg chg="addSp modSp new mod">
        <pc:chgData name="贾洪勇" userId="c61acc37-df11-4a3b-9efd-dde9ef084f5f" providerId="ADAL" clId="{0F84A287-EC61-479E-AF58-4139ED6C0900}" dt="2022-03-22T09:08:30.828" v="2100" actId="1076"/>
        <pc:sldMkLst>
          <pc:docMk/>
          <pc:sldMk cId="4255406088" sldId="493"/>
        </pc:sldMkLst>
        <pc:spChg chg="mod">
          <ac:chgData name="贾洪勇" userId="c61acc37-df11-4a3b-9efd-dde9ef084f5f" providerId="ADAL" clId="{0F84A287-EC61-479E-AF58-4139ED6C0900}" dt="2022-03-22T09:07:33.407" v="2068" actId="20577"/>
          <ac:spMkLst>
            <pc:docMk/>
            <pc:sldMk cId="4255406088" sldId="493"/>
            <ac:spMk id="2" creationId="{8E921B24-4486-40EB-B7F4-C0847DDA9DE6}"/>
          </ac:spMkLst>
        </pc:spChg>
        <pc:spChg chg="mod">
          <ac:chgData name="贾洪勇" userId="c61acc37-df11-4a3b-9efd-dde9ef084f5f" providerId="ADAL" clId="{0F84A287-EC61-479E-AF58-4139ED6C0900}" dt="2022-03-22T09:08:05.405" v="2096"/>
          <ac:spMkLst>
            <pc:docMk/>
            <pc:sldMk cId="4255406088" sldId="493"/>
            <ac:spMk id="3" creationId="{A1F1D6D2-455F-4D8E-BA7A-FD5DED632C7C}"/>
          </ac:spMkLst>
        </pc:spChg>
        <pc:picChg chg="add mod">
          <ac:chgData name="贾洪勇" userId="c61acc37-df11-4a3b-9efd-dde9ef084f5f" providerId="ADAL" clId="{0F84A287-EC61-479E-AF58-4139ED6C0900}" dt="2022-03-22T09:08:30.828" v="2100" actId="1076"/>
          <ac:picMkLst>
            <pc:docMk/>
            <pc:sldMk cId="4255406088" sldId="493"/>
            <ac:picMk id="6" creationId="{413FC266-991D-4F50-9715-9B36E7FDF5A4}"/>
          </ac:picMkLst>
        </pc:picChg>
      </pc:sldChg>
      <pc:sldChg chg="addSp modSp new mod modAnim">
        <pc:chgData name="贾洪勇" userId="c61acc37-df11-4a3b-9efd-dde9ef084f5f" providerId="ADAL" clId="{0F84A287-EC61-479E-AF58-4139ED6C0900}" dt="2022-03-22T09:13:08.326" v="2131" actId="1036"/>
        <pc:sldMkLst>
          <pc:docMk/>
          <pc:sldMk cId="2651857522" sldId="494"/>
        </pc:sldMkLst>
        <pc:spChg chg="mod">
          <ac:chgData name="贾洪勇" userId="c61acc37-df11-4a3b-9efd-dde9ef084f5f" providerId="ADAL" clId="{0F84A287-EC61-479E-AF58-4139ED6C0900}" dt="2022-03-22T09:13:02.223" v="2126" actId="1035"/>
          <ac:spMkLst>
            <pc:docMk/>
            <pc:sldMk cId="2651857522" sldId="494"/>
            <ac:spMk id="3" creationId="{E0345797-7C73-49EB-8CE1-04E584685355}"/>
          </ac:spMkLst>
        </pc:spChg>
        <pc:picChg chg="add mod">
          <ac:chgData name="贾洪勇" userId="c61acc37-df11-4a3b-9efd-dde9ef084f5f" providerId="ADAL" clId="{0F84A287-EC61-479E-AF58-4139ED6C0900}" dt="2022-03-22T09:13:08.326" v="2131" actId="1036"/>
          <ac:picMkLst>
            <pc:docMk/>
            <pc:sldMk cId="2651857522" sldId="494"/>
            <ac:picMk id="6" creationId="{06756CE5-AD6C-42A5-9962-8FDE083EE089}"/>
          </ac:picMkLst>
        </pc:picChg>
      </pc:sldChg>
      <pc:sldChg chg="add">
        <pc:chgData name="贾洪勇" userId="c61acc37-df11-4a3b-9efd-dde9ef084f5f" providerId="ADAL" clId="{0F84A287-EC61-479E-AF58-4139ED6C0900}" dt="2022-03-22T09:57:25.517" v="2222" actId="2890"/>
        <pc:sldMkLst>
          <pc:docMk/>
          <pc:sldMk cId="1552900052" sldId="495"/>
        </pc:sldMkLst>
      </pc:sldChg>
      <pc:sldChg chg="modSp new mod">
        <pc:chgData name="贾洪勇" userId="c61acc37-df11-4a3b-9efd-dde9ef084f5f" providerId="ADAL" clId="{0F84A287-EC61-479E-AF58-4139ED6C0900}" dt="2022-03-22T10:05:01.787" v="2345" actId="20577"/>
        <pc:sldMkLst>
          <pc:docMk/>
          <pc:sldMk cId="3258626425" sldId="496"/>
        </pc:sldMkLst>
        <pc:spChg chg="mod">
          <ac:chgData name="贾洪勇" userId="c61acc37-df11-4a3b-9efd-dde9ef084f5f" providerId="ADAL" clId="{0F84A287-EC61-479E-AF58-4139ED6C0900}" dt="2022-03-22T10:05:01.787" v="2345" actId="20577"/>
          <ac:spMkLst>
            <pc:docMk/>
            <pc:sldMk cId="3258626425" sldId="496"/>
            <ac:spMk id="3" creationId="{E82E9E70-0964-4AC7-8C48-249123628A9C}"/>
          </ac:spMkLst>
        </pc:spChg>
      </pc:sldChg>
      <pc:sldMasterChg chg="delSp modSp mod">
        <pc:chgData name="贾洪勇" userId="c61acc37-df11-4a3b-9efd-dde9ef084f5f" providerId="ADAL" clId="{0F84A287-EC61-479E-AF58-4139ED6C0900}" dt="2022-03-21T06:35:58.404" v="42" actId="5793"/>
        <pc:sldMasterMkLst>
          <pc:docMk/>
          <pc:sldMasterMk cId="0" sldId="2147483648"/>
        </pc:sldMasterMkLst>
        <pc:spChg chg="mod">
          <ac:chgData name="贾洪勇" userId="c61acc37-df11-4a3b-9efd-dde9ef084f5f" providerId="ADAL" clId="{0F84A287-EC61-479E-AF58-4139ED6C0900}" dt="2022-03-21T06:35:58.404" v="42" actId="5793"/>
          <ac:spMkLst>
            <pc:docMk/>
            <pc:sldMasterMk cId="0" sldId="2147483648"/>
            <ac:spMk id="11267" creationId="{0264DF58-A59C-4019-8DE9-21D4913CA1F5}"/>
          </ac:spMkLst>
        </pc:spChg>
        <pc:picChg chg="del">
          <ac:chgData name="贾洪勇" userId="c61acc37-df11-4a3b-9efd-dde9ef084f5f" providerId="ADAL" clId="{0F84A287-EC61-479E-AF58-4139ED6C0900}" dt="2022-03-21T06:35:45.813" v="41" actId="478"/>
          <ac:picMkLst>
            <pc:docMk/>
            <pc:sldMasterMk cId="0" sldId="2147483648"/>
            <ac:picMk id="3" creationId="{1E195111-AA09-42C8-B8B0-EA877324414B}"/>
          </ac:picMkLst>
        </pc:picChg>
      </pc:sldMasterChg>
    </pc:docChg>
  </pc:docChgLst>
  <pc:docChgLst>
    <pc:chgData name="贾洪勇" userId="c61acc37-df11-4a3b-9efd-dde9ef084f5f" providerId="ADAL" clId="{B952D2C1-6FA3-43E9-816C-D6FA4F2549F1}"/>
    <pc:docChg chg="undo custSel addSld modSld">
      <pc:chgData name="贾洪勇" userId="c61acc37-df11-4a3b-9efd-dde9ef084f5f" providerId="ADAL" clId="{B952D2C1-6FA3-43E9-816C-D6FA4F2549F1}" dt="2022-03-30T07:36:26.597" v="374" actId="680"/>
      <pc:docMkLst>
        <pc:docMk/>
      </pc:docMkLst>
      <pc:sldChg chg="modSp new mod">
        <pc:chgData name="贾洪勇" userId="c61acc37-df11-4a3b-9efd-dde9ef084f5f" providerId="ADAL" clId="{B952D2C1-6FA3-43E9-816C-D6FA4F2549F1}" dt="2022-03-30T03:43:30.952" v="83" actId="6549"/>
        <pc:sldMkLst>
          <pc:docMk/>
          <pc:sldMk cId="2385981193" sldId="457"/>
        </pc:sldMkLst>
        <pc:spChg chg="mod">
          <ac:chgData name="贾洪勇" userId="c61acc37-df11-4a3b-9efd-dde9ef084f5f" providerId="ADAL" clId="{B952D2C1-6FA3-43E9-816C-D6FA4F2549F1}" dt="2022-03-30T03:42:48.738" v="32"/>
          <ac:spMkLst>
            <pc:docMk/>
            <pc:sldMk cId="2385981193" sldId="457"/>
            <ac:spMk id="2" creationId="{F91D859E-69F0-46E2-A23D-885B607C1FEF}"/>
          </ac:spMkLst>
        </pc:spChg>
        <pc:spChg chg="mod">
          <ac:chgData name="贾洪勇" userId="c61acc37-df11-4a3b-9efd-dde9ef084f5f" providerId="ADAL" clId="{B952D2C1-6FA3-43E9-816C-D6FA4F2549F1}" dt="2022-03-30T03:43:30.952" v="83" actId="6549"/>
          <ac:spMkLst>
            <pc:docMk/>
            <pc:sldMk cId="2385981193" sldId="457"/>
            <ac:spMk id="3" creationId="{2AE113F5-EB26-440C-A60D-482773E1451A}"/>
          </ac:spMkLst>
        </pc:spChg>
      </pc:sldChg>
      <pc:sldChg chg="modSp new mod">
        <pc:chgData name="贾洪勇" userId="c61acc37-df11-4a3b-9efd-dde9ef084f5f" providerId="ADAL" clId="{B952D2C1-6FA3-43E9-816C-D6FA4F2549F1}" dt="2022-03-30T03:51:28.681" v="149" actId="20577"/>
        <pc:sldMkLst>
          <pc:docMk/>
          <pc:sldMk cId="3105070560" sldId="458"/>
        </pc:sldMkLst>
        <pc:spChg chg="mod">
          <ac:chgData name="贾洪勇" userId="c61acc37-df11-4a3b-9efd-dde9ef084f5f" providerId="ADAL" clId="{B952D2C1-6FA3-43E9-816C-D6FA4F2549F1}" dt="2022-03-30T03:48:53.534" v="122"/>
          <ac:spMkLst>
            <pc:docMk/>
            <pc:sldMk cId="3105070560" sldId="458"/>
            <ac:spMk id="2" creationId="{CA60DBEC-7849-4968-80A2-639CCE1184E7}"/>
          </ac:spMkLst>
        </pc:spChg>
        <pc:spChg chg="mod">
          <ac:chgData name="贾洪勇" userId="c61acc37-df11-4a3b-9efd-dde9ef084f5f" providerId="ADAL" clId="{B952D2C1-6FA3-43E9-816C-D6FA4F2549F1}" dt="2022-03-30T03:51:28.681" v="149" actId="20577"/>
          <ac:spMkLst>
            <pc:docMk/>
            <pc:sldMk cId="3105070560" sldId="458"/>
            <ac:spMk id="3" creationId="{CF36183F-609A-4122-A80E-87932AAFF958}"/>
          </ac:spMkLst>
        </pc:spChg>
      </pc:sldChg>
      <pc:sldChg chg="addSp delSp modSp new mod">
        <pc:chgData name="贾洪勇" userId="c61acc37-df11-4a3b-9efd-dde9ef084f5f" providerId="ADAL" clId="{B952D2C1-6FA3-43E9-816C-D6FA4F2549F1}" dt="2022-03-30T03:52:35.053" v="182"/>
        <pc:sldMkLst>
          <pc:docMk/>
          <pc:sldMk cId="1832755687" sldId="459"/>
        </pc:sldMkLst>
        <pc:spChg chg="mod">
          <ac:chgData name="贾洪勇" userId="c61acc37-df11-4a3b-9efd-dde9ef084f5f" providerId="ADAL" clId="{B952D2C1-6FA3-43E9-816C-D6FA4F2549F1}" dt="2022-03-30T03:52:35.053" v="182"/>
          <ac:spMkLst>
            <pc:docMk/>
            <pc:sldMk cId="1832755687" sldId="459"/>
            <ac:spMk id="2" creationId="{82C4BB6A-28AE-4751-8E49-D457CE0BDFBA}"/>
          </ac:spMkLst>
        </pc:spChg>
        <pc:spChg chg="del">
          <ac:chgData name="贾洪勇" userId="c61acc37-df11-4a3b-9efd-dde9ef084f5f" providerId="ADAL" clId="{B952D2C1-6FA3-43E9-816C-D6FA4F2549F1}" dt="2022-03-30T03:52:12.541" v="151" actId="22"/>
          <ac:spMkLst>
            <pc:docMk/>
            <pc:sldMk cId="1832755687" sldId="459"/>
            <ac:spMk id="3" creationId="{9011A28B-6401-4A45-9F52-937F653B6C25}"/>
          </ac:spMkLst>
        </pc:spChg>
        <pc:picChg chg="add mod ord">
          <ac:chgData name="贾洪勇" userId="c61acc37-df11-4a3b-9efd-dde9ef084f5f" providerId="ADAL" clId="{B952D2C1-6FA3-43E9-816C-D6FA4F2549F1}" dt="2022-03-30T03:52:21.182" v="154" actId="1076"/>
          <ac:picMkLst>
            <pc:docMk/>
            <pc:sldMk cId="1832755687" sldId="459"/>
            <ac:picMk id="6" creationId="{C926C884-7AE4-4B10-BFF7-4D636A3CEB44}"/>
          </ac:picMkLst>
        </pc:picChg>
      </pc:sldChg>
      <pc:sldChg chg="addSp delSp modSp new mod">
        <pc:chgData name="贾洪勇" userId="c61acc37-df11-4a3b-9efd-dde9ef084f5f" providerId="ADAL" clId="{B952D2C1-6FA3-43E9-816C-D6FA4F2549F1}" dt="2022-03-30T03:57:36.007" v="247" actId="20577"/>
        <pc:sldMkLst>
          <pc:docMk/>
          <pc:sldMk cId="304770894" sldId="460"/>
        </pc:sldMkLst>
        <pc:spChg chg="mod">
          <ac:chgData name="贾洪勇" userId="c61acc37-df11-4a3b-9efd-dde9ef084f5f" providerId="ADAL" clId="{B952D2C1-6FA3-43E9-816C-D6FA4F2549F1}" dt="2022-03-30T03:53:34.837" v="226"/>
          <ac:spMkLst>
            <pc:docMk/>
            <pc:sldMk cId="304770894" sldId="460"/>
            <ac:spMk id="2" creationId="{15FF3148-0FCF-45FA-8A37-8FE49F821C74}"/>
          </ac:spMkLst>
        </pc:spChg>
        <pc:spChg chg="mod">
          <ac:chgData name="贾洪勇" userId="c61acc37-df11-4a3b-9efd-dde9ef084f5f" providerId="ADAL" clId="{B952D2C1-6FA3-43E9-816C-D6FA4F2549F1}" dt="2022-03-30T03:57:36.007" v="247" actId="20577"/>
          <ac:spMkLst>
            <pc:docMk/>
            <pc:sldMk cId="304770894" sldId="460"/>
            <ac:spMk id="3" creationId="{1A2944CF-4F6D-4926-B6CD-2A6729556227}"/>
          </ac:spMkLst>
        </pc:spChg>
        <pc:picChg chg="add del">
          <ac:chgData name="贾洪勇" userId="c61acc37-df11-4a3b-9efd-dde9ef084f5f" providerId="ADAL" clId="{B952D2C1-6FA3-43E9-816C-D6FA4F2549F1}" dt="2022-03-30T03:54:37.357" v="231" actId="478"/>
          <ac:picMkLst>
            <pc:docMk/>
            <pc:sldMk cId="304770894" sldId="460"/>
            <ac:picMk id="6" creationId="{A3C312E6-B811-4605-AA25-7C6FD8817EBB}"/>
          </ac:picMkLst>
        </pc:picChg>
      </pc:sldChg>
      <pc:sldChg chg="addSp delSp modSp new mod">
        <pc:chgData name="贾洪勇" userId="c61acc37-df11-4a3b-9efd-dde9ef084f5f" providerId="ADAL" clId="{B952D2C1-6FA3-43E9-816C-D6FA4F2549F1}" dt="2022-03-30T03:54:56.405" v="234"/>
        <pc:sldMkLst>
          <pc:docMk/>
          <pc:sldMk cId="625408887" sldId="461"/>
        </pc:sldMkLst>
        <pc:spChg chg="mod">
          <ac:chgData name="贾洪勇" userId="c61acc37-df11-4a3b-9efd-dde9ef084f5f" providerId="ADAL" clId="{B952D2C1-6FA3-43E9-816C-D6FA4F2549F1}" dt="2022-03-30T03:54:56.405" v="234"/>
          <ac:spMkLst>
            <pc:docMk/>
            <pc:sldMk cId="625408887" sldId="461"/>
            <ac:spMk id="2" creationId="{2D4E6BE9-1686-4C4F-AAF8-18E7211C1607}"/>
          </ac:spMkLst>
        </pc:spChg>
        <pc:spChg chg="del">
          <ac:chgData name="贾洪勇" userId="c61acc37-df11-4a3b-9efd-dde9ef084f5f" providerId="ADAL" clId="{B952D2C1-6FA3-43E9-816C-D6FA4F2549F1}" dt="2022-03-30T03:54:43.521" v="233" actId="22"/>
          <ac:spMkLst>
            <pc:docMk/>
            <pc:sldMk cId="625408887" sldId="461"/>
            <ac:spMk id="3" creationId="{598432A3-8E75-4510-BAC4-1E0A2FE407B9}"/>
          </ac:spMkLst>
        </pc:spChg>
        <pc:picChg chg="add mod ord">
          <ac:chgData name="贾洪勇" userId="c61acc37-df11-4a3b-9efd-dde9ef084f5f" providerId="ADAL" clId="{B952D2C1-6FA3-43E9-816C-D6FA4F2549F1}" dt="2022-03-30T03:54:43.521" v="233" actId="22"/>
          <ac:picMkLst>
            <pc:docMk/>
            <pc:sldMk cId="625408887" sldId="461"/>
            <ac:picMk id="6" creationId="{FD2292A8-BDCA-4AEF-A222-F408ACFC7C4C}"/>
          </ac:picMkLst>
        </pc:picChg>
      </pc:sldChg>
      <pc:sldChg chg="addSp modSp new mod">
        <pc:chgData name="贾洪勇" userId="c61acc37-df11-4a3b-9efd-dde9ef084f5f" providerId="ADAL" clId="{B952D2C1-6FA3-43E9-816C-D6FA4F2549F1}" dt="2022-03-30T04:00:54.976" v="270" actId="1076"/>
        <pc:sldMkLst>
          <pc:docMk/>
          <pc:sldMk cId="1723274579" sldId="462"/>
        </pc:sldMkLst>
        <pc:spChg chg="mod">
          <ac:chgData name="贾洪勇" userId="c61acc37-df11-4a3b-9efd-dde9ef084f5f" providerId="ADAL" clId="{B952D2C1-6FA3-43E9-816C-D6FA4F2549F1}" dt="2022-03-30T04:00:10.741" v="265"/>
          <ac:spMkLst>
            <pc:docMk/>
            <pc:sldMk cId="1723274579" sldId="462"/>
            <ac:spMk id="2" creationId="{B0AD6163-7C0A-46C4-8B28-B9785BC2549E}"/>
          </ac:spMkLst>
        </pc:spChg>
        <pc:spChg chg="mod">
          <ac:chgData name="贾洪勇" userId="c61acc37-df11-4a3b-9efd-dde9ef084f5f" providerId="ADAL" clId="{B952D2C1-6FA3-43E9-816C-D6FA4F2549F1}" dt="2022-03-30T04:00:34.196" v="268" actId="6549"/>
          <ac:spMkLst>
            <pc:docMk/>
            <pc:sldMk cId="1723274579" sldId="462"/>
            <ac:spMk id="3" creationId="{F332EC84-16E6-49C1-91C7-E5EA3523A8B2}"/>
          </ac:spMkLst>
        </pc:spChg>
        <pc:picChg chg="add mod">
          <ac:chgData name="贾洪勇" userId="c61acc37-df11-4a3b-9efd-dde9ef084f5f" providerId="ADAL" clId="{B952D2C1-6FA3-43E9-816C-D6FA4F2549F1}" dt="2022-03-30T04:00:54.976" v="270" actId="1076"/>
          <ac:picMkLst>
            <pc:docMk/>
            <pc:sldMk cId="1723274579" sldId="462"/>
            <ac:picMk id="6" creationId="{0CC17DA5-937B-4303-BF2A-425B0EE71CA7}"/>
          </ac:picMkLst>
        </pc:picChg>
      </pc:sldChg>
      <pc:sldChg chg="modSp new mod">
        <pc:chgData name="贾洪勇" userId="c61acc37-df11-4a3b-9efd-dde9ef084f5f" providerId="ADAL" clId="{B952D2C1-6FA3-43E9-816C-D6FA4F2549F1}" dt="2022-03-30T04:02:18.521" v="301" actId="1076"/>
        <pc:sldMkLst>
          <pc:docMk/>
          <pc:sldMk cId="3475999221" sldId="463"/>
        </pc:sldMkLst>
        <pc:spChg chg="mod">
          <ac:chgData name="贾洪勇" userId="c61acc37-df11-4a3b-9efd-dde9ef084f5f" providerId="ADAL" clId="{B952D2C1-6FA3-43E9-816C-D6FA4F2549F1}" dt="2022-03-30T04:02:12.073" v="299"/>
          <ac:spMkLst>
            <pc:docMk/>
            <pc:sldMk cId="3475999221" sldId="463"/>
            <ac:spMk id="2" creationId="{2814BF4E-4CDE-4E84-B3D7-1C493C66F4AD}"/>
          </ac:spMkLst>
        </pc:spChg>
        <pc:spChg chg="mod">
          <ac:chgData name="贾洪勇" userId="c61acc37-df11-4a3b-9efd-dde9ef084f5f" providerId="ADAL" clId="{B952D2C1-6FA3-43E9-816C-D6FA4F2549F1}" dt="2022-03-30T04:02:18.521" v="301" actId="1076"/>
          <ac:spMkLst>
            <pc:docMk/>
            <pc:sldMk cId="3475999221" sldId="463"/>
            <ac:spMk id="3" creationId="{CD2EA308-1E56-4499-81D5-DBAC59B171B2}"/>
          </ac:spMkLst>
        </pc:spChg>
      </pc:sldChg>
      <pc:sldChg chg="modSp new mod">
        <pc:chgData name="贾洪勇" userId="c61acc37-df11-4a3b-9efd-dde9ef084f5f" providerId="ADAL" clId="{B952D2C1-6FA3-43E9-816C-D6FA4F2549F1}" dt="2022-03-30T04:03:50.285" v="323" actId="6549"/>
        <pc:sldMkLst>
          <pc:docMk/>
          <pc:sldMk cId="432116284" sldId="464"/>
        </pc:sldMkLst>
        <pc:spChg chg="mod">
          <ac:chgData name="贾洪勇" userId="c61acc37-df11-4a3b-9efd-dde9ef084f5f" providerId="ADAL" clId="{B952D2C1-6FA3-43E9-816C-D6FA4F2549F1}" dt="2022-03-30T04:03:06.221" v="316"/>
          <ac:spMkLst>
            <pc:docMk/>
            <pc:sldMk cId="432116284" sldId="464"/>
            <ac:spMk id="2" creationId="{700A7C27-564E-476F-89FD-21E16C457E77}"/>
          </ac:spMkLst>
        </pc:spChg>
        <pc:spChg chg="mod">
          <ac:chgData name="贾洪勇" userId="c61acc37-df11-4a3b-9efd-dde9ef084f5f" providerId="ADAL" clId="{B952D2C1-6FA3-43E9-816C-D6FA4F2549F1}" dt="2022-03-30T04:03:50.285" v="323" actId="6549"/>
          <ac:spMkLst>
            <pc:docMk/>
            <pc:sldMk cId="432116284" sldId="464"/>
            <ac:spMk id="3" creationId="{01D0D2CC-2C9D-4FA1-A973-9688241B288D}"/>
          </ac:spMkLst>
        </pc:spChg>
      </pc:sldChg>
      <pc:sldChg chg="modSp new mod">
        <pc:chgData name="贾洪勇" userId="c61acc37-df11-4a3b-9efd-dde9ef084f5f" providerId="ADAL" clId="{B952D2C1-6FA3-43E9-816C-D6FA4F2549F1}" dt="2022-03-30T04:04:23.138" v="327" actId="6549"/>
        <pc:sldMkLst>
          <pc:docMk/>
          <pc:sldMk cId="231172753" sldId="465"/>
        </pc:sldMkLst>
        <pc:spChg chg="mod">
          <ac:chgData name="贾洪勇" userId="c61acc37-df11-4a3b-9efd-dde9ef084f5f" providerId="ADAL" clId="{B952D2C1-6FA3-43E9-816C-D6FA4F2549F1}" dt="2022-03-30T04:04:23.138" v="327" actId="6549"/>
          <ac:spMkLst>
            <pc:docMk/>
            <pc:sldMk cId="231172753" sldId="465"/>
            <ac:spMk id="3" creationId="{E23871AB-C2C4-49EF-9EC9-80EAED86FFC3}"/>
          </ac:spMkLst>
        </pc:spChg>
      </pc:sldChg>
      <pc:sldChg chg="modSp new mod">
        <pc:chgData name="贾洪勇" userId="c61acc37-df11-4a3b-9efd-dde9ef084f5f" providerId="ADAL" clId="{B952D2C1-6FA3-43E9-816C-D6FA4F2549F1}" dt="2022-03-30T06:32:18.506" v="373"/>
        <pc:sldMkLst>
          <pc:docMk/>
          <pc:sldMk cId="517113884" sldId="466"/>
        </pc:sldMkLst>
        <pc:spChg chg="mod">
          <ac:chgData name="贾洪勇" userId="c61acc37-df11-4a3b-9efd-dde9ef084f5f" providerId="ADAL" clId="{B952D2C1-6FA3-43E9-816C-D6FA4F2549F1}" dt="2022-03-30T04:09:01.104" v="346"/>
          <ac:spMkLst>
            <pc:docMk/>
            <pc:sldMk cId="517113884" sldId="466"/>
            <ac:spMk id="2" creationId="{9C8BEC63-9ABD-4B9F-956B-0F5756CF0B6C}"/>
          </ac:spMkLst>
        </pc:spChg>
        <pc:spChg chg="mod">
          <ac:chgData name="贾洪勇" userId="c61acc37-df11-4a3b-9efd-dde9ef084f5f" providerId="ADAL" clId="{B952D2C1-6FA3-43E9-816C-D6FA4F2549F1}" dt="2022-03-30T06:32:18.506" v="373"/>
          <ac:spMkLst>
            <pc:docMk/>
            <pc:sldMk cId="517113884" sldId="466"/>
            <ac:spMk id="3" creationId="{F1D292C5-0200-434B-8F24-7FDA8502528F}"/>
          </ac:spMkLst>
        </pc:spChg>
      </pc:sldChg>
      <pc:sldChg chg="new">
        <pc:chgData name="贾洪勇" userId="c61acc37-df11-4a3b-9efd-dde9ef084f5f" providerId="ADAL" clId="{B952D2C1-6FA3-43E9-816C-D6FA4F2549F1}" dt="2022-03-30T07:36:26.597" v="374" actId="680"/>
        <pc:sldMkLst>
          <pc:docMk/>
          <pc:sldMk cId="899096539" sldId="467"/>
        </pc:sldMkLst>
      </pc:sldChg>
    </pc:docChg>
  </pc:docChgLst>
  <pc:docChgLst>
    <pc:chgData name="贾洪勇" userId="c61acc37-df11-4a3b-9efd-dde9ef084f5f" providerId="ADAL" clId="{CB7C486E-FC68-4DD6-969C-35FE18D354B1}"/>
    <pc:docChg chg="undo custSel addSld delSld modSld sldOrd modMainMaster">
      <pc:chgData name="贾洪勇" userId="c61acc37-df11-4a3b-9efd-dde9ef084f5f" providerId="ADAL" clId="{CB7C486E-FC68-4DD6-969C-35FE18D354B1}" dt="2022-03-18T08:01:04.096" v="584"/>
      <pc:docMkLst>
        <pc:docMk/>
      </pc:docMkLst>
      <pc:sldChg chg="delSp modSp del mod">
        <pc:chgData name="贾洪勇" userId="c61acc37-df11-4a3b-9efd-dde9ef084f5f" providerId="ADAL" clId="{CB7C486E-FC68-4DD6-969C-35FE18D354B1}" dt="2022-03-18T03:43:13.598" v="33" actId="47"/>
        <pc:sldMkLst>
          <pc:docMk/>
          <pc:sldMk cId="0" sldId="256"/>
        </pc:sldMkLst>
        <pc:spChg chg="mod">
          <ac:chgData name="贾洪勇" userId="c61acc37-df11-4a3b-9efd-dde9ef084f5f" providerId="ADAL" clId="{CB7C486E-FC68-4DD6-969C-35FE18D354B1}" dt="2022-03-18T03:34:56.837" v="18"/>
          <ac:spMkLst>
            <pc:docMk/>
            <pc:sldMk cId="0" sldId="256"/>
            <ac:spMk id="13314" creationId="{C21C83B8-3052-45D5-9B05-1BF65BE8C363}"/>
          </ac:spMkLst>
        </pc:spChg>
        <pc:spChg chg="del">
          <ac:chgData name="贾洪勇" userId="c61acc37-df11-4a3b-9efd-dde9ef084f5f" providerId="ADAL" clId="{CB7C486E-FC68-4DD6-969C-35FE18D354B1}" dt="2022-03-18T03:33:54.744" v="0" actId="478"/>
          <ac:spMkLst>
            <pc:docMk/>
            <pc:sldMk cId="0" sldId="256"/>
            <ac:spMk id="13315" creationId="{62B986B6-C20B-4A69-A682-92FE399D3EEE}"/>
          </ac:spMkLst>
        </pc:spChg>
        <pc:spChg chg="del">
          <ac:chgData name="贾洪勇" userId="c61acc37-df11-4a3b-9efd-dde9ef084f5f" providerId="ADAL" clId="{CB7C486E-FC68-4DD6-969C-35FE18D354B1}" dt="2022-03-18T03:34:03.138" v="1" actId="478"/>
          <ac:spMkLst>
            <pc:docMk/>
            <pc:sldMk cId="0" sldId="256"/>
            <ac:spMk id="13316" creationId="{D3629245-2C19-4ADB-A752-E632F2FF6D9D}"/>
          </ac:spMkLst>
        </pc:spChg>
      </pc:sldChg>
      <pc:sldChg chg="modSp del">
        <pc:chgData name="贾洪勇" userId="c61acc37-df11-4a3b-9efd-dde9ef084f5f" providerId="ADAL" clId="{CB7C486E-FC68-4DD6-969C-35FE18D354B1}" dt="2022-03-18T03:34:45.693" v="3" actId="47"/>
        <pc:sldMkLst>
          <pc:docMk/>
          <pc:sldMk cId="0" sldId="314"/>
        </pc:sldMkLst>
        <pc:spChg chg="mod">
          <ac:chgData name="贾洪勇" userId="c61acc37-df11-4a3b-9efd-dde9ef084f5f" providerId="ADAL" clId="{CB7C486E-FC68-4DD6-969C-35FE18D354B1}" dt="2022-03-18T03:34:14.304" v="2" actId="1076"/>
          <ac:spMkLst>
            <pc:docMk/>
            <pc:sldMk cId="0" sldId="314"/>
            <ac:spMk id="14338" creationId="{DFBEB10C-93A2-4DF7-B89E-596767E7391C}"/>
          </ac:spMkLst>
        </pc:spChg>
      </pc:sldChg>
      <pc:sldChg chg="del">
        <pc:chgData name="贾洪勇" userId="c61acc37-df11-4a3b-9efd-dde9ef084f5f" providerId="ADAL" clId="{CB7C486E-FC68-4DD6-969C-35FE18D354B1}" dt="2022-03-18T03:34:46.728" v="4" actId="47"/>
        <pc:sldMkLst>
          <pc:docMk/>
          <pc:sldMk cId="0" sldId="370"/>
        </pc:sldMkLst>
      </pc:sldChg>
      <pc:sldChg chg="del">
        <pc:chgData name="贾洪勇" userId="c61acc37-df11-4a3b-9efd-dde9ef084f5f" providerId="ADAL" clId="{CB7C486E-FC68-4DD6-969C-35FE18D354B1}" dt="2022-03-18T07:20:59.469" v="281" actId="47"/>
        <pc:sldMkLst>
          <pc:docMk/>
          <pc:sldMk cId="0" sldId="408"/>
        </pc:sldMkLst>
      </pc:sldChg>
      <pc:sldChg chg="addSp modSp new mod">
        <pc:chgData name="贾洪勇" userId="c61acc37-df11-4a3b-9efd-dde9ef084f5f" providerId="ADAL" clId="{CB7C486E-FC68-4DD6-969C-35FE18D354B1}" dt="2022-03-18T07:29:02.899" v="330" actId="108"/>
        <pc:sldMkLst>
          <pc:docMk/>
          <pc:sldMk cId="577440345" sldId="409"/>
        </pc:sldMkLst>
        <pc:spChg chg="add mod">
          <ac:chgData name="贾洪勇" userId="c61acc37-df11-4a3b-9efd-dde9ef084f5f" providerId="ADAL" clId="{CB7C486E-FC68-4DD6-969C-35FE18D354B1}" dt="2022-03-18T07:29:02.899" v="330" actId="108"/>
          <ac:spMkLst>
            <pc:docMk/>
            <pc:sldMk cId="577440345" sldId="409"/>
            <ac:spMk id="4" creationId="{6710BAEE-AAE4-4378-AFEE-DD57D18DBFFF}"/>
          </ac:spMkLst>
        </pc:spChg>
        <pc:spChg chg="add mod">
          <ac:chgData name="贾洪勇" userId="c61acc37-df11-4a3b-9efd-dde9ef084f5f" providerId="ADAL" clId="{CB7C486E-FC68-4DD6-969C-35FE18D354B1}" dt="2022-03-18T07:26:35.964" v="318"/>
          <ac:spMkLst>
            <pc:docMk/>
            <pc:sldMk cId="577440345" sldId="409"/>
            <ac:spMk id="5" creationId="{C0B648A0-0D17-4625-9363-E3C8AF3EE338}"/>
          </ac:spMkLst>
        </pc:spChg>
      </pc:sldChg>
      <pc:sldChg chg="addSp modSp add mod">
        <pc:chgData name="贾洪勇" userId="c61acc37-df11-4a3b-9efd-dde9ef084f5f" providerId="ADAL" clId="{CB7C486E-FC68-4DD6-969C-35FE18D354B1}" dt="2022-03-18T07:28:59.119" v="329" actId="108"/>
        <pc:sldMkLst>
          <pc:docMk/>
          <pc:sldMk cId="1934142118" sldId="410"/>
        </pc:sldMkLst>
        <pc:spChg chg="mod">
          <ac:chgData name="贾洪勇" userId="c61acc37-df11-4a3b-9efd-dde9ef084f5f" providerId="ADAL" clId="{CB7C486E-FC68-4DD6-969C-35FE18D354B1}" dt="2022-03-18T07:28:59.119" v="329" actId="108"/>
          <ac:spMkLst>
            <pc:docMk/>
            <pc:sldMk cId="1934142118" sldId="410"/>
            <ac:spMk id="4" creationId="{6710BAEE-AAE4-4378-AFEE-DD57D18DBFFF}"/>
          </ac:spMkLst>
        </pc:spChg>
        <pc:spChg chg="add mod">
          <ac:chgData name="贾洪勇" userId="c61acc37-df11-4a3b-9efd-dde9ef084f5f" providerId="ADAL" clId="{CB7C486E-FC68-4DD6-969C-35FE18D354B1}" dt="2022-03-18T07:26:33.185" v="317"/>
          <ac:spMkLst>
            <pc:docMk/>
            <pc:sldMk cId="1934142118" sldId="410"/>
            <ac:spMk id="5" creationId="{07C2EB41-D03A-43C4-942F-A1BFED58004C}"/>
          </ac:spMkLst>
        </pc:spChg>
      </pc:sldChg>
      <pc:sldChg chg="addSp modSp new mod">
        <pc:chgData name="贾洪勇" userId="c61acc37-df11-4a3b-9efd-dde9ef084f5f" providerId="ADAL" clId="{CB7C486E-FC68-4DD6-969C-35FE18D354B1}" dt="2022-03-18T07:28:55.596" v="328" actId="108"/>
        <pc:sldMkLst>
          <pc:docMk/>
          <pc:sldMk cId="3381065549" sldId="411"/>
        </pc:sldMkLst>
        <pc:spChg chg="add mod">
          <ac:chgData name="贾洪勇" userId="c61acc37-df11-4a3b-9efd-dde9ef084f5f" providerId="ADAL" clId="{CB7C486E-FC68-4DD6-969C-35FE18D354B1}" dt="2022-03-18T07:28:55.596" v="328" actId="108"/>
          <ac:spMkLst>
            <pc:docMk/>
            <pc:sldMk cId="3381065549" sldId="411"/>
            <ac:spMk id="4" creationId="{FA92604B-D461-4AE6-9546-F5284F3B57FD}"/>
          </ac:spMkLst>
        </pc:spChg>
        <pc:spChg chg="add mod">
          <ac:chgData name="贾洪勇" userId="c61acc37-df11-4a3b-9efd-dde9ef084f5f" providerId="ADAL" clId="{CB7C486E-FC68-4DD6-969C-35FE18D354B1}" dt="2022-03-18T07:26:29.831" v="316"/>
          <ac:spMkLst>
            <pc:docMk/>
            <pc:sldMk cId="3381065549" sldId="411"/>
            <ac:spMk id="5" creationId="{F91569D5-16F9-40AF-86CD-65B194DF2466}"/>
          </ac:spMkLst>
        </pc:spChg>
      </pc:sldChg>
      <pc:sldChg chg="addSp modSp new mod">
        <pc:chgData name="贾洪勇" userId="c61acc37-df11-4a3b-9efd-dde9ef084f5f" providerId="ADAL" clId="{CB7C486E-FC68-4DD6-969C-35FE18D354B1}" dt="2022-03-18T07:28:47.987" v="327" actId="108"/>
        <pc:sldMkLst>
          <pc:docMk/>
          <pc:sldMk cId="3788963722" sldId="412"/>
        </pc:sldMkLst>
        <pc:spChg chg="add mod">
          <ac:chgData name="贾洪勇" userId="c61acc37-df11-4a3b-9efd-dde9ef084f5f" providerId="ADAL" clId="{CB7C486E-FC68-4DD6-969C-35FE18D354B1}" dt="2022-03-18T07:28:47.987" v="327" actId="108"/>
          <ac:spMkLst>
            <pc:docMk/>
            <pc:sldMk cId="3788963722" sldId="412"/>
            <ac:spMk id="4" creationId="{82D8F8E9-49E0-4EE8-8813-93AEB0D0CCEC}"/>
          </ac:spMkLst>
        </pc:spChg>
        <pc:spChg chg="add mod">
          <ac:chgData name="贾洪勇" userId="c61acc37-df11-4a3b-9efd-dde9ef084f5f" providerId="ADAL" clId="{CB7C486E-FC68-4DD6-969C-35FE18D354B1}" dt="2022-03-18T07:26:27.180" v="315"/>
          <ac:spMkLst>
            <pc:docMk/>
            <pc:sldMk cId="3788963722" sldId="412"/>
            <ac:spMk id="5" creationId="{2F2FE199-E308-4EC3-84B1-685BAB88B0C3}"/>
          </ac:spMkLst>
        </pc:spChg>
      </pc:sldChg>
      <pc:sldChg chg="addSp modSp new mod">
        <pc:chgData name="贾洪勇" userId="c61acc37-df11-4a3b-9efd-dde9ef084f5f" providerId="ADAL" clId="{CB7C486E-FC68-4DD6-969C-35FE18D354B1}" dt="2022-03-18T07:28:39.380" v="326" actId="20577"/>
        <pc:sldMkLst>
          <pc:docMk/>
          <pc:sldMk cId="1607213250" sldId="413"/>
        </pc:sldMkLst>
        <pc:spChg chg="add mod">
          <ac:chgData name="贾洪勇" userId="c61acc37-df11-4a3b-9efd-dde9ef084f5f" providerId="ADAL" clId="{CB7C486E-FC68-4DD6-969C-35FE18D354B1}" dt="2022-03-18T07:28:39.380" v="326" actId="20577"/>
          <ac:spMkLst>
            <pc:docMk/>
            <pc:sldMk cId="1607213250" sldId="413"/>
            <ac:spMk id="4" creationId="{9014024F-B1FB-46FC-98FA-17C12077D97A}"/>
          </ac:spMkLst>
        </pc:spChg>
        <pc:spChg chg="add mod">
          <ac:chgData name="贾洪勇" userId="c61acc37-df11-4a3b-9efd-dde9ef084f5f" providerId="ADAL" clId="{CB7C486E-FC68-4DD6-969C-35FE18D354B1}" dt="2022-03-18T07:26:24.329" v="314"/>
          <ac:spMkLst>
            <pc:docMk/>
            <pc:sldMk cId="1607213250" sldId="413"/>
            <ac:spMk id="5" creationId="{10F3E7E9-FF37-428E-8360-5E630D6B1507}"/>
          </ac:spMkLst>
        </pc:spChg>
      </pc:sldChg>
      <pc:sldChg chg="addSp modSp new mod">
        <pc:chgData name="贾洪勇" userId="c61acc37-df11-4a3b-9efd-dde9ef084f5f" providerId="ADAL" clId="{CB7C486E-FC68-4DD6-969C-35FE18D354B1}" dt="2022-03-18T07:28:26.233" v="320" actId="2711"/>
        <pc:sldMkLst>
          <pc:docMk/>
          <pc:sldMk cId="872687422" sldId="414"/>
        </pc:sldMkLst>
        <pc:spChg chg="add mod">
          <ac:chgData name="贾洪勇" userId="c61acc37-df11-4a3b-9efd-dde9ef084f5f" providerId="ADAL" clId="{CB7C486E-FC68-4DD6-969C-35FE18D354B1}" dt="2022-03-18T07:28:26.233" v="320" actId="2711"/>
          <ac:spMkLst>
            <pc:docMk/>
            <pc:sldMk cId="872687422" sldId="414"/>
            <ac:spMk id="4" creationId="{2B67F317-3B6B-4850-B811-E04372CF45CA}"/>
          </ac:spMkLst>
        </pc:spChg>
        <pc:spChg chg="add mod">
          <ac:chgData name="贾洪勇" userId="c61acc37-df11-4a3b-9efd-dde9ef084f5f" providerId="ADAL" clId="{CB7C486E-FC68-4DD6-969C-35FE18D354B1}" dt="2022-03-18T07:26:21.401" v="313"/>
          <ac:spMkLst>
            <pc:docMk/>
            <pc:sldMk cId="872687422" sldId="414"/>
            <ac:spMk id="5" creationId="{C3355EFC-AA93-4F33-A12A-BEFB4CC970FA}"/>
          </ac:spMkLst>
        </pc:spChg>
      </pc:sldChg>
      <pc:sldChg chg="addSp delSp modSp new del mod">
        <pc:chgData name="贾洪勇" userId="c61acc37-df11-4a3b-9efd-dde9ef084f5f" providerId="ADAL" clId="{CB7C486E-FC68-4DD6-969C-35FE18D354B1}" dt="2022-03-18T06:36:18.809" v="217" actId="47"/>
        <pc:sldMkLst>
          <pc:docMk/>
          <pc:sldMk cId="1935207237" sldId="415"/>
        </pc:sldMkLst>
        <pc:spChg chg="add del mod">
          <ac:chgData name="贾洪勇" userId="c61acc37-df11-4a3b-9efd-dde9ef084f5f" providerId="ADAL" clId="{CB7C486E-FC68-4DD6-969C-35FE18D354B1}" dt="2022-03-18T06:32:50.772" v="182"/>
          <ac:spMkLst>
            <pc:docMk/>
            <pc:sldMk cId="1935207237" sldId="415"/>
            <ac:spMk id="3" creationId="{36347274-BC4E-460A-A37A-0E9369953672}"/>
          </ac:spMkLst>
        </pc:spChg>
      </pc:sldChg>
      <pc:sldChg chg="new del">
        <pc:chgData name="贾洪勇" userId="c61acc37-df11-4a3b-9efd-dde9ef084f5f" providerId="ADAL" clId="{CB7C486E-FC68-4DD6-969C-35FE18D354B1}" dt="2022-03-18T06:36:41.767" v="221" actId="47"/>
        <pc:sldMkLst>
          <pc:docMk/>
          <pc:sldMk cId="3433363337" sldId="415"/>
        </pc:sldMkLst>
      </pc:sldChg>
      <pc:sldChg chg="addSp delSp modSp add mod ord">
        <pc:chgData name="贾洪勇" userId="c61acc37-df11-4a3b-9efd-dde9ef084f5f" providerId="ADAL" clId="{CB7C486E-FC68-4DD6-969C-35FE18D354B1}" dt="2022-03-18T07:26:16.379" v="312"/>
        <pc:sldMkLst>
          <pc:docMk/>
          <pc:sldMk cId="4093410477" sldId="415"/>
        </pc:sldMkLst>
        <pc:spChg chg="del mod">
          <ac:chgData name="贾洪勇" userId="c61acc37-df11-4a3b-9efd-dde9ef084f5f" providerId="ADAL" clId="{CB7C486E-FC68-4DD6-969C-35FE18D354B1}" dt="2022-03-18T07:26:14.772" v="311" actId="478"/>
          <ac:spMkLst>
            <pc:docMk/>
            <pc:sldMk cId="4093410477" sldId="415"/>
            <ac:spMk id="3" creationId="{ADDBE1A4-5187-4496-8D14-B601D22E392A}"/>
          </ac:spMkLst>
        </pc:spChg>
        <pc:spChg chg="add mod">
          <ac:chgData name="贾洪勇" userId="c61acc37-df11-4a3b-9efd-dde9ef084f5f" providerId="ADAL" clId="{CB7C486E-FC68-4DD6-969C-35FE18D354B1}" dt="2022-03-18T07:26:16.379" v="312"/>
          <ac:spMkLst>
            <pc:docMk/>
            <pc:sldMk cId="4093410477" sldId="415"/>
            <ac:spMk id="8" creationId="{69F11809-CCBD-47D1-8778-4875402CC924}"/>
          </ac:spMkLst>
        </pc:spChg>
        <pc:spChg chg="mod">
          <ac:chgData name="贾洪勇" userId="c61acc37-df11-4a3b-9efd-dde9ef084f5f" providerId="ADAL" clId="{CB7C486E-FC68-4DD6-969C-35FE18D354B1}" dt="2022-03-18T07:21:54.970" v="285" actId="20577"/>
          <ac:spMkLst>
            <pc:docMk/>
            <pc:sldMk cId="4093410477" sldId="415"/>
            <ac:spMk id="32772" creationId="{6914F806-C5C4-4CD2-99FF-7B69A4513B30}"/>
          </ac:spMkLst>
        </pc:spChg>
        <pc:picChg chg="add mod">
          <ac:chgData name="贾洪勇" userId="c61acc37-df11-4a3b-9efd-dde9ef084f5f" providerId="ADAL" clId="{CB7C486E-FC68-4DD6-969C-35FE18D354B1}" dt="2022-03-18T06:38:23.460" v="280" actId="14100"/>
          <ac:picMkLst>
            <pc:docMk/>
            <pc:sldMk cId="4093410477" sldId="415"/>
            <ac:picMk id="4" creationId="{AB0350B9-B891-409A-9738-9C9797846F63}"/>
          </ac:picMkLst>
        </pc:picChg>
        <pc:picChg chg="del">
          <ac:chgData name="贾洪勇" userId="c61acc37-df11-4a3b-9efd-dde9ef084f5f" providerId="ADAL" clId="{CB7C486E-FC68-4DD6-969C-35FE18D354B1}" dt="2022-03-18T06:38:09.553" v="274" actId="478"/>
          <ac:picMkLst>
            <pc:docMk/>
            <pc:sldMk cId="4093410477" sldId="415"/>
            <ac:picMk id="32773" creationId="{69ED3F2D-5637-4ACC-9B74-8DE4D0356397}"/>
          </ac:picMkLst>
        </pc:picChg>
      </pc:sldChg>
      <pc:sldChg chg="new del">
        <pc:chgData name="贾洪勇" userId="c61acc37-df11-4a3b-9efd-dde9ef084f5f" providerId="ADAL" clId="{CB7C486E-FC68-4DD6-969C-35FE18D354B1}" dt="2022-03-18T06:36:40.742" v="220" actId="47"/>
        <pc:sldMkLst>
          <pc:docMk/>
          <pc:sldMk cId="2815552836" sldId="416"/>
        </pc:sldMkLst>
      </pc:sldChg>
      <pc:sldChg chg="addSp delSp modSp add mod">
        <pc:chgData name="贾洪勇" userId="c61acc37-df11-4a3b-9efd-dde9ef084f5f" providerId="ADAL" clId="{CB7C486E-FC68-4DD6-969C-35FE18D354B1}" dt="2022-03-18T07:29:23.157" v="331" actId="1076"/>
        <pc:sldMkLst>
          <pc:docMk/>
          <pc:sldMk cId="3118523811" sldId="416"/>
        </pc:sldMkLst>
        <pc:spChg chg="del">
          <ac:chgData name="贾洪勇" userId="c61acc37-df11-4a3b-9efd-dde9ef084f5f" providerId="ADAL" clId="{CB7C486E-FC68-4DD6-969C-35FE18D354B1}" dt="2022-03-18T07:26:08.821" v="309" actId="478"/>
          <ac:spMkLst>
            <pc:docMk/>
            <pc:sldMk cId="3118523811" sldId="416"/>
            <ac:spMk id="3" creationId="{ADDBE1A4-5187-4496-8D14-B601D22E392A}"/>
          </ac:spMkLst>
        </pc:spChg>
        <pc:spChg chg="add del mod">
          <ac:chgData name="贾洪勇" userId="c61acc37-df11-4a3b-9efd-dde9ef084f5f" providerId="ADAL" clId="{CB7C486E-FC68-4DD6-969C-35FE18D354B1}" dt="2022-03-18T07:24:43.541" v="298" actId="21"/>
          <ac:spMkLst>
            <pc:docMk/>
            <pc:sldMk cId="3118523811" sldId="416"/>
            <ac:spMk id="7" creationId="{8C698024-E267-42A6-8598-5E11070F66B1}"/>
          </ac:spMkLst>
        </pc:spChg>
        <pc:spChg chg="add mod">
          <ac:chgData name="贾洪勇" userId="c61acc37-df11-4a3b-9efd-dde9ef084f5f" providerId="ADAL" clId="{CB7C486E-FC68-4DD6-969C-35FE18D354B1}" dt="2022-03-18T07:26:10.668" v="310"/>
          <ac:spMkLst>
            <pc:docMk/>
            <pc:sldMk cId="3118523811" sldId="416"/>
            <ac:spMk id="8" creationId="{36D9FA71-E15F-4293-B899-2CD7D0BA3C56}"/>
          </ac:spMkLst>
        </pc:spChg>
        <pc:spChg chg="mod">
          <ac:chgData name="贾洪勇" userId="c61acc37-df11-4a3b-9efd-dde9ef084f5f" providerId="ADAL" clId="{CB7C486E-FC68-4DD6-969C-35FE18D354B1}" dt="2022-03-18T07:29:23.157" v="331" actId="1076"/>
          <ac:spMkLst>
            <pc:docMk/>
            <pc:sldMk cId="3118523811" sldId="416"/>
            <ac:spMk id="32772" creationId="{6914F806-C5C4-4CD2-99FF-7B69A4513B30}"/>
          </ac:spMkLst>
        </pc:spChg>
        <pc:picChg chg="del">
          <ac:chgData name="贾洪勇" userId="c61acc37-df11-4a3b-9efd-dde9ef084f5f" providerId="ADAL" clId="{CB7C486E-FC68-4DD6-969C-35FE18D354B1}" dt="2022-03-18T07:22:49.461" v="289" actId="478"/>
          <ac:picMkLst>
            <pc:docMk/>
            <pc:sldMk cId="3118523811" sldId="416"/>
            <ac:picMk id="4" creationId="{AB0350B9-B891-409A-9738-9C9797846F63}"/>
          </ac:picMkLst>
        </pc:picChg>
      </pc:sldChg>
      <pc:sldChg chg="new del">
        <pc:chgData name="贾洪勇" userId="c61acc37-df11-4a3b-9efd-dde9ef084f5f" providerId="ADAL" clId="{CB7C486E-FC68-4DD6-969C-35FE18D354B1}" dt="2022-03-18T07:22:27.124" v="287" actId="47"/>
        <pc:sldMkLst>
          <pc:docMk/>
          <pc:sldMk cId="3445593383" sldId="416"/>
        </pc:sldMkLst>
      </pc:sldChg>
      <pc:sldChg chg="addSp delSp modSp add mod">
        <pc:chgData name="贾洪勇" userId="c61acc37-df11-4a3b-9efd-dde9ef084f5f" providerId="ADAL" clId="{CB7C486E-FC68-4DD6-969C-35FE18D354B1}" dt="2022-03-18T07:30:01.418" v="380" actId="1076"/>
        <pc:sldMkLst>
          <pc:docMk/>
          <pc:sldMk cId="2557786044" sldId="417"/>
        </pc:sldMkLst>
        <pc:spChg chg="mod">
          <ac:chgData name="贾洪勇" userId="c61acc37-df11-4a3b-9efd-dde9ef084f5f" providerId="ADAL" clId="{CB7C486E-FC68-4DD6-969C-35FE18D354B1}" dt="2022-03-18T07:29:51.523" v="371"/>
          <ac:spMkLst>
            <pc:docMk/>
            <pc:sldMk cId="2557786044" sldId="417"/>
            <ac:spMk id="3" creationId="{ADDBE1A4-5187-4496-8D14-B601D22E392A}"/>
          </ac:spMkLst>
        </pc:spChg>
        <pc:spChg chg="add del mod">
          <ac:chgData name="贾洪勇" userId="c61acc37-df11-4a3b-9efd-dde9ef084f5f" providerId="ADAL" clId="{CB7C486E-FC68-4DD6-969C-35FE18D354B1}" dt="2022-03-18T07:25:11.150" v="302"/>
          <ac:spMkLst>
            <pc:docMk/>
            <pc:sldMk cId="2557786044" sldId="417"/>
            <ac:spMk id="5" creationId="{EE2E2E71-C8A7-474C-A66B-6E4E14432991}"/>
          </ac:spMkLst>
        </pc:spChg>
        <pc:spChg chg="mod">
          <ac:chgData name="贾洪勇" userId="c61acc37-df11-4a3b-9efd-dde9ef084f5f" providerId="ADAL" clId="{CB7C486E-FC68-4DD6-969C-35FE18D354B1}" dt="2022-03-18T07:30:01.418" v="380" actId="1076"/>
          <ac:spMkLst>
            <pc:docMk/>
            <pc:sldMk cId="2557786044" sldId="417"/>
            <ac:spMk id="32772" creationId="{6914F806-C5C4-4CD2-99FF-7B69A4513B30}"/>
          </ac:spMkLst>
        </pc:spChg>
      </pc:sldChg>
      <pc:sldChg chg="modSp add mod">
        <pc:chgData name="贾洪勇" userId="c61acc37-df11-4a3b-9efd-dde9ef084f5f" providerId="ADAL" clId="{CB7C486E-FC68-4DD6-969C-35FE18D354B1}" dt="2022-03-18T07:30:58.503" v="415" actId="6549"/>
        <pc:sldMkLst>
          <pc:docMk/>
          <pc:sldMk cId="2713124896" sldId="418"/>
        </pc:sldMkLst>
        <pc:spChg chg="mod">
          <ac:chgData name="贾洪勇" userId="c61acc37-df11-4a3b-9efd-dde9ef084f5f" providerId="ADAL" clId="{CB7C486E-FC68-4DD6-969C-35FE18D354B1}" dt="2022-03-18T07:30:28.663" v="398"/>
          <ac:spMkLst>
            <pc:docMk/>
            <pc:sldMk cId="2713124896" sldId="418"/>
            <ac:spMk id="3" creationId="{ADDBE1A4-5187-4496-8D14-B601D22E392A}"/>
          </ac:spMkLst>
        </pc:spChg>
        <pc:spChg chg="mod">
          <ac:chgData name="贾洪勇" userId="c61acc37-df11-4a3b-9efd-dde9ef084f5f" providerId="ADAL" clId="{CB7C486E-FC68-4DD6-969C-35FE18D354B1}" dt="2022-03-18T07:30:58.503" v="415" actId="6549"/>
          <ac:spMkLst>
            <pc:docMk/>
            <pc:sldMk cId="2713124896" sldId="418"/>
            <ac:spMk id="32772" creationId="{6914F806-C5C4-4CD2-99FF-7B69A4513B30}"/>
          </ac:spMkLst>
        </pc:spChg>
      </pc:sldChg>
      <pc:sldChg chg="modSp add mod">
        <pc:chgData name="贾洪勇" userId="c61acc37-df11-4a3b-9efd-dde9ef084f5f" providerId="ADAL" clId="{CB7C486E-FC68-4DD6-969C-35FE18D354B1}" dt="2022-03-18T07:32:03.375" v="421" actId="1076"/>
        <pc:sldMkLst>
          <pc:docMk/>
          <pc:sldMk cId="1063583134" sldId="419"/>
        </pc:sldMkLst>
        <pc:spChg chg="mod">
          <ac:chgData name="贾洪勇" userId="c61acc37-df11-4a3b-9efd-dde9ef084f5f" providerId="ADAL" clId="{CB7C486E-FC68-4DD6-969C-35FE18D354B1}" dt="2022-03-18T07:32:03.375" v="421" actId="1076"/>
          <ac:spMkLst>
            <pc:docMk/>
            <pc:sldMk cId="1063583134" sldId="419"/>
            <ac:spMk id="32772" creationId="{6914F806-C5C4-4CD2-99FF-7B69A4513B30}"/>
          </ac:spMkLst>
        </pc:spChg>
      </pc:sldChg>
      <pc:sldChg chg="modSp add mod">
        <pc:chgData name="贾洪勇" userId="c61acc37-df11-4a3b-9efd-dde9ef084f5f" providerId="ADAL" clId="{CB7C486E-FC68-4DD6-969C-35FE18D354B1}" dt="2022-03-18T07:53:49.033" v="448"/>
        <pc:sldMkLst>
          <pc:docMk/>
          <pc:sldMk cId="1201457307" sldId="420"/>
        </pc:sldMkLst>
        <pc:spChg chg="mod">
          <ac:chgData name="贾洪勇" userId="c61acc37-df11-4a3b-9efd-dde9ef084f5f" providerId="ADAL" clId="{CB7C486E-FC68-4DD6-969C-35FE18D354B1}" dt="2022-03-18T07:53:49.033" v="448"/>
          <ac:spMkLst>
            <pc:docMk/>
            <pc:sldMk cId="1201457307" sldId="420"/>
            <ac:spMk id="3" creationId="{ADDBE1A4-5187-4496-8D14-B601D22E392A}"/>
          </ac:spMkLst>
        </pc:spChg>
        <pc:spChg chg="mod">
          <ac:chgData name="贾洪勇" userId="c61acc37-df11-4a3b-9efd-dde9ef084f5f" providerId="ADAL" clId="{CB7C486E-FC68-4DD6-969C-35FE18D354B1}" dt="2022-03-18T07:53:05.829" v="434" actId="6549"/>
          <ac:spMkLst>
            <pc:docMk/>
            <pc:sldMk cId="1201457307" sldId="420"/>
            <ac:spMk id="32772" creationId="{6914F806-C5C4-4CD2-99FF-7B69A4513B30}"/>
          </ac:spMkLst>
        </pc:spChg>
      </pc:sldChg>
      <pc:sldChg chg="modSp add mod">
        <pc:chgData name="贾洪勇" userId="c61acc37-df11-4a3b-9efd-dde9ef084f5f" providerId="ADAL" clId="{CB7C486E-FC68-4DD6-969C-35FE18D354B1}" dt="2022-03-18T07:55:15.545" v="482" actId="6549"/>
        <pc:sldMkLst>
          <pc:docMk/>
          <pc:sldMk cId="3590644022" sldId="421"/>
        </pc:sldMkLst>
        <pc:spChg chg="mod">
          <ac:chgData name="贾洪勇" userId="c61acc37-df11-4a3b-9efd-dde9ef084f5f" providerId="ADAL" clId="{CB7C486E-FC68-4DD6-969C-35FE18D354B1}" dt="2022-03-18T07:54:28.845" v="477"/>
          <ac:spMkLst>
            <pc:docMk/>
            <pc:sldMk cId="3590644022" sldId="421"/>
            <ac:spMk id="3" creationId="{ADDBE1A4-5187-4496-8D14-B601D22E392A}"/>
          </ac:spMkLst>
        </pc:spChg>
        <pc:spChg chg="mod">
          <ac:chgData name="贾洪勇" userId="c61acc37-df11-4a3b-9efd-dde9ef084f5f" providerId="ADAL" clId="{CB7C486E-FC68-4DD6-969C-35FE18D354B1}" dt="2022-03-18T07:55:15.545" v="482" actId="6549"/>
          <ac:spMkLst>
            <pc:docMk/>
            <pc:sldMk cId="3590644022" sldId="421"/>
            <ac:spMk id="32772" creationId="{6914F806-C5C4-4CD2-99FF-7B69A4513B30}"/>
          </ac:spMkLst>
        </pc:spChg>
      </pc:sldChg>
      <pc:sldChg chg="modSp add mod">
        <pc:chgData name="贾洪勇" userId="c61acc37-df11-4a3b-9efd-dde9ef084f5f" providerId="ADAL" clId="{CB7C486E-FC68-4DD6-969C-35FE18D354B1}" dt="2022-03-18T07:56:30.349" v="518" actId="6549"/>
        <pc:sldMkLst>
          <pc:docMk/>
          <pc:sldMk cId="1243240414" sldId="422"/>
        </pc:sldMkLst>
        <pc:spChg chg="mod">
          <ac:chgData name="贾洪勇" userId="c61acc37-df11-4a3b-9efd-dde9ef084f5f" providerId="ADAL" clId="{CB7C486E-FC68-4DD6-969C-35FE18D354B1}" dt="2022-03-18T07:55:39.242" v="516"/>
          <ac:spMkLst>
            <pc:docMk/>
            <pc:sldMk cId="1243240414" sldId="422"/>
            <ac:spMk id="3" creationId="{ADDBE1A4-5187-4496-8D14-B601D22E392A}"/>
          </ac:spMkLst>
        </pc:spChg>
        <pc:spChg chg="mod">
          <ac:chgData name="贾洪勇" userId="c61acc37-df11-4a3b-9efd-dde9ef084f5f" providerId="ADAL" clId="{CB7C486E-FC68-4DD6-969C-35FE18D354B1}" dt="2022-03-18T07:56:30.349" v="518" actId="6549"/>
          <ac:spMkLst>
            <pc:docMk/>
            <pc:sldMk cId="1243240414" sldId="422"/>
            <ac:spMk id="32772" creationId="{6914F806-C5C4-4CD2-99FF-7B69A4513B30}"/>
          </ac:spMkLst>
        </pc:spChg>
      </pc:sldChg>
      <pc:sldChg chg="modSp add mod">
        <pc:chgData name="贾洪勇" userId="c61acc37-df11-4a3b-9efd-dde9ef084f5f" providerId="ADAL" clId="{CB7C486E-FC68-4DD6-969C-35FE18D354B1}" dt="2022-03-18T07:57:42.261" v="522" actId="5793"/>
        <pc:sldMkLst>
          <pc:docMk/>
          <pc:sldMk cId="3392252253" sldId="423"/>
        </pc:sldMkLst>
        <pc:spChg chg="mod">
          <ac:chgData name="贾洪勇" userId="c61acc37-df11-4a3b-9efd-dde9ef084f5f" providerId="ADAL" clId="{CB7C486E-FC68-4DD6-969C-35FE18D354B1}" dt="2022-03-18T07:57:42.261" v="522" actId="5793"/>
          <ac:spMkLst>
            <pc:docMk/>
            <pc:sldMk cId="3392252253" sldId="423"/>
            <ac:spMk id="32772" creationId="{6914F806-C5C4-4CD2-99FF-7B69A4513B30}"/>
          </ac:spMkLst>
        </pc:spChg>
      </pc:sldChg>
      <pc:sldChg chg="modSp add mod">
        <pc:chgData name="贾洪勇" userId="c61acc37-df11-4a3b-9efd-dde9ef084f5f" providerId="ADAL" clId="{CB7C486E-FC68-4DD6-969C-35FE18D354B1}" dt="2022-03-18T07:57:54.925" v="525" actId="6549"/>
        <pc:sldMkLst>
          <pc:docMk/>
          <pc:sldMk cId="3008393032" sldId="424"/>
        </pc:sldMkLst>
        <pc:spChg chg="mod">
          <ac:chgData name="贾洪勇" userId="c61acc37-df11-4a3b-9efd-dde9ef084f5f" providerId="ADAL" clId="{CB7C486E-FC68-4DD6-969C-35FE18D354B1}" dt="2022-03-18T07:57:54.925" v="525" actId="6549"/>
          <ac:spMkLst>
            <pc:docMk/>
            <pc:sldMk cId="3008393032" sldId="424"/>
            <ac:spMk id="32772" creationId="{6914F806-C5C4-4CD2-99FF-7B69A4513B30}"/>
          </ac:spMkLst>
        </pc:spChg>
      </pc:sldChg>
      <pc:sldChg chg="modSp add mod">
        <pc:chgData name="贾洪勇" userId="c61acc37-df11-4a3b-9efd-dde9ef084f5f" providerId="ADAL" clId="{CB7C486E-FC68-4DD6-969C-35FE18D354B1}" dt="2022-03-18T07:58:46.109" v="549"/>
        <pc:sldMkLst>
          <pc:docMk/>
          <pc:sldMk cId="1736205307" sldId="425"/>
        </pc:sldMkLst>
        <pc:spChg chg="mod">
          <ac:chgData name="贾洪勇" userId="c61acc37-df11-4a3b-9efd-dde9ef084f5f" providerId="ADAL" clId="{CB7C486E-FC68-4DD6-969C-35FE18D354B1}" dt="2022-03-18T07:58:17.835" v="548"/>
          <ac:spMkLst>
            <pc:docMk/>
            <pc:sldMk cId="1736205307" sldId="425"/>
            <ac:spMk id="3" creationId="{ADDBE1A4-5187-4496-8D14-B601D22E392A}"/>
          </ac:spMkLst>
        </pc:spChg>
        <pc:spChg chg="mod">
          <ac:chgData name="贾洪勇" userId="c61acc37-df11-4a3b-9efd-dde9ef084f5f" providerId="ADAL" clId="{CB7C486E-FC68-4DD6-969C-35FE18D354B1}" dt="2022-03-18T07:58:46.109" v="549"/>
          <ac:spMkLst>
            <pc:docMk/>
            <pc:sldMk cId="1736205307" sldId="425"/>
            <ac:spMk id="32772" creationId="{6914F806-C5C4-4CD2-99FF-7B69A4513B30}"/>
          </ac:spMkLst>
        </pc:spChg>
      </pc:sldChg>
      <pc:sldChg chg="modSp add mod">
        <pc:chgData name="贾洪勇" userId="c61acc37-df11-4a3b-9efd-dde9ef084f5f" providerId="ADAL" clId="{CB7C486E-FC68-4DD6-969C-35FE18D354B1}" dt="2022-03-18T07:59:13.815" v="552" actId="21"/>
        <pc:sldMkLst>
          <pc:docMk/>
          <pc:sldMk cId="204187897" sldId="426"/>
        </pc:sldMkLst>
        <pc:spChg chg="mod">
          <ac:chgData name="贾洪勇" userId="c61acc37-df11-4a3b-9efd-dde9ef084f5f" providerId="ADAL" clId="{CB7C486E-FC68-4DD6-969C-35FE18D354B1}" dt="2022-03-18T07:59:13.815" v="552" actId="21"/>
          <ac:spMkLst>
            <pc:docMk/>
            <pc:sldMk cId="204187897" sldId="426"/>
            <ac:spMk id="32772" creationId="{6914F806-C5C4-4CD2-99FF-7B69A4513B30}"/>
          </ac:spMkLst>
        </pc:spChg>
      </pc:sldChg>
      <pc:sldChg chg="modSp add mod">
        <pc:chgData name="贾洪勇" userId="c61acc37-df11-4a3b-9efd-dde9ef084f5f" providerId="ADAL" clId="{CB7C486E-FC68-4DD6-969C-35FE18D354B1}" dt="2022-03-18T08:00:10.178" v="559" actId="1076"/>
        <pc:sldMkLst>
          <pc:docMk/>
          <pc:sldMk cId="3522320116" sldId="427"/>
        </pc:sldMkLst>
        <pc:spChg chg="mod">
          <ac:chgData name="贾洪勇" userId="c61acc37-df11-4a3b-9efd-dde9ef084f5f" providerId="ADAL" clId="{CB7C486E-FC68-4DD6-969C-35FE18D354B1}" dt="2022-03-18T08:00:10.178" v="559" actId="1076"/>
          <ac:spMkLst>
            <pc:docMk/>
            <pc:sldMk cId="3522320116" sldId="427"/>
            <ac:spMk id="32772" creationId="{6914F806-C5C4-4CD2-99FF-7B69A4513B30}"/>
          </ac:spMkLst>
        </pc:spChg>
      </pc:sldChg>
      <pc:sldChg chg="modSp add mod">
        <pc:chgData name="贾洪勇" userId="c61acc37-df11-4a3b-9efd-dde9ef084f5f" providerId="ADAL" clId="{CB7C486E-FC68-4DD6-969C-35FE18D354B1}" dt="2022-03-18T08:00:41.929" v="582"/>
        <pc:sldMkLst>
          <pc:docMk/>
          <pc:sldMk cId="1421572176" sldId="428"/>
        </pc:sldMkLst>
        <pc:spChg chg="mod">
          <ac:chgData name="贾洪勇" userId="c61acc37-df11-4a3b-9efd-dde9ef084f5f" providerId="ADAL" clId="{CB7C486E-FC68-4DD6-969C-35FE18D354B1}" dt="2022-03-18T08:00:23.640" v="581"/>
          <ac:spMkLst>
            <pc:docMk/>
            <pc:sldMk cId="1421572176" sldId="428"/>
            <ac:spMk id="3" creationId="{ADDBE1A4-5187-4496-8D14-B601D22E392A}"/>
          </ac:spMkLst>
        </pc:spChg>
        <pc:spChg chg="mod">
          <ac:chgData name="贾洪勇" userId="c61acc37-df11-4a3b-9efd-dde9ef084f5f" providerId="ADAL" clId="{CB7C486E-FC68-4DD6-969C-35FE18D354B1}" dt="2022-03-18T08:00:41.929" v="582"/>
          <ac:spMkLst>
            <pc:docMk/>
            <pc:sldMk cId="1421572176" sldId="428"/>
            <ac:spMk id="32772" creationId="{6914F806-C5C4-4CD2-99FF-7B69A4513B30}"/>
          </ac:spMkLst>
        </pc:spChg>
      </pc:sldChg>
      <pc:sldChg chg="modSp add mod">
        <pc:chgData name="贾洪勇" userId="c61acc37-df11-4a3b-9efd-dde9ef084f5f" providerId="ADAL" clId="{CB7C486E-FC68-4DD6-969C-35FE18D354B1}" dt="2022-03-18T08:01:04.096" v="584"/>
        <pc:sldMkLst>
          <pc:docMk/>
          <pc:sldMk cId="1633014289" sldId="429"/>
        </pc:sldMkLst>
        <pc:spChg chg="mod">
          <ac:chgData name="贾洪勇" userId="c61acc37-df11-4a3b-9efd-dde9ef084f5f" providerId="ADAL" clId="{CB7C486E-FC68-4DD6-969C-35FE18D354B1}" dt="2022-03-18T08:01:04.096" v="584"/>
          <ac:spMkLst>
            <pc:docMk/>
            <pc:sldMk cId="1633014289" sldId="429"/>
            <ac:spMk id="32772" creationId="{6914F806-C5C4-4CD2-99FF-7B69A4513B30}"/>
          </ac:spMkLst>
        </pc:spChg>
      </pc:sldChg>
      <pc:sldMasterChg chg="modSldLayout">
        <pc:chgData name="贾洪勇" userId="c61acc37-df11-4a3b-9efd-dde9ef084f5f" providerId="ADAL" clId="{CB7C486E-FC68-4DD6-969C-35FE18D354B1}" dt="2022-03-18T06:35:20.783" v="216"/>
        <pc:sldMasterMkLst>
          <pc:docMk/>
          <pc:sldMasterMk cId="0" sldId="2147483648"/>
        </pc:sldMasterMkLst>
        <pc:sldLayoutChg chg="modSp">
          <pc:chgData name="贾洪勇" userId="c61acc37-df11-4a3b-9efd-dde9ef084f5f" providerId="ADAL" clId="{CB7C486E-FC68-4DD6-969C-35FE18D354B1}" dt="2022-03-18T03:38:52.083" v="32" actId="1076"/>
          <pc:sldLayoutMkLst>
            <pc:docMk/>
            <pc:sldMasterMk cId="0" sldId="2147483648"/>
            <pc:sldLayoutMk cId="1131148380" sldId="2147483688"/>
          </pc:sldLayoutMkLst>
          <pc:spChg chg="mod">
            <ac:chgData name="贾洪勇" userId="c61acc37-df11-4a3b-9efd-dde9ef084f5f" providerId="ADAL" clId="{CB7C486E-FC68-4DD6-969C-35FE18D354B1}" dt="2022-03-18T03:38:52.083" v="32" actId="1076"/>
            <ac:spMkLst>
              <pc:docMk/>
              <pc:sldMasterMk cId="0" sldId="2147483648"/>
              <pc:sldLayoutMk cId="1131148380" sldId="2147483688"/>
              <ac:spMk id="3" creationId="{00000000-0000-0000-0000-000000000000}"/>
            </ac:spMkLst>
          </pc:spChg>
        </pc:sldLayoutChg>
        <pc:sldLayoutChg chg="addSp delSp modSp mod">
          <pc:chgData name="贾洪勇" userId="c61acc37-df11-4a3b-9efd-dde9ef084f5f" providerId="ADAL" clId="{CB7C486E-FC68-4DD6-969C-35FE18D354B1}" dt="2022-03-18T06:35:20.783" v="216"/>
          <pc:sldLayoutMkLst>
            <pc:docMk/>
            <pc:sldMasterMk cId="0" sldId="2147483648"/>
            <pc:sldLayoutMk cId="2298048910" sldId="2147483693"/>
          </pc:sldLayoutMkLst>
          <pc:spChg chg="add del mod">
            <ac:chgData name="贾洪勇" userId="c61acc37-df11-4a3b-9efd-dde9ef084f5f" providerId="ADAL" clId="{CB7C486E-FC68-4DD6-969C-35FE18D354B1}" dt="2022-03-18T06:34:00.788" v="189"/>
            <ac:spMkLst>
              <pc:docMk/>
              <pc:sldMasterMk cId="0" sldId="2147483648"/>
              <pc:sldLayoutMk cId="2298048910" sldId="2147483693"/>
              <ac:spMk id="3" creationId="{A7C4E214-F4CC-426E-8672-15493942AF1A}"/>
            </ac:spMkLst>
          </pc:spChg>
          <pc:spChg chg="add del mod">
            <ac:chgData name="贾洪勇" userId="c61acc37-df11-4a3b-9efd-dde9ef084f5f" providerId="ADAL" clId="{CB7C486E-FC68-4DD6-969C-35FE18D354B1}" dt="2022-03-18T06:35:20.783" v="216"/>
            <ac:spMkLst>
              <pc:docMk/>
              <pc:sldMasterMk cId="0" sldId="2147483648"/>
              <pc:sldLayoutMk cId="2298048910" sldId="2147483693"/>
              <ac:spMk id="4" creationId="{03BDDCE9-0BF9-432F-85E2-6092E126C820}"/>
            </ac:spMkLst>
          </pc:spChg>
          <pc:spChg chg="add del mod">
            <ac:chgData name="贾洪勇" userId="c61acc37-df11-4a3b-9efd-dde9ef084f5f" providerId="ADAL" clId="{CB7C486E-FC68-4DD6-969C-35FE18D354B1}" dt="2022-03-18T06:35:20.782" v="214"/>
            <ac:spMkLst>
              <pc:docMk/>
              <pc:sldMasterMk cId="0" sldId="2147483648"/>
              <pc:sldLayoutMk cId="2298048910" sldId="2147483693"/>
              <ac:spMk id="5" creationId="{247F4632-6C9C-4A7D-A274-2F628E36CBF4}"/>
            </ac:spMkLst>
          </pc:spChg>
        </pc:sldLayoutChg>
        <pc:sldLayoutChg chg="addSp delSp modSp mod">
          <pc:chgData name="贾洪勇" userId="c61acc37-df11-4a3b-9efd-dde9ef084f5f" providerId="ADAL" clId="{CB7C486E-FC68-4DD6-969C-35FE18D354B1}" dt="2022-03-18T03:38:39.911" v="30" actId="478"/>
          <pc:sldLayoutMkLst>
            <pc:docMk/>
            <pc:sldMasterMk cId="0" sldId="2147483648"/>
            <pc:sldLayoutMk cId="4011097091" sldId="2147483699"/>
          </pc:sldLayoutMkLst>
          <pc:picChg chg="add del mod">
            <ac:chgData name="贾洪勇" userId="c61acc37-df11-4a3b-9efd-dde9ef084f5f" providerId="ADAL" clId="{CB7C486E-FC68-4DD6-969C-35FE18D354B1}" dt="2022-03-18T03:38:39.911" v="30" actId="478"/>
            <ac:picMkLst>
              <pc:docMk/>
              <pc:sldMasterMk cId="0" sldId="2147483648"/>
              <pc:sldLayoutMk cId="4011097091" sldId="2147483699"/>
              <ac:picMk id="2" creationId="{F8676505-2BD9-4798-85AD-75B1BFD093D0}"/>
            </ac:picMkLst>
          </pc:picChg>
          <pc:picChg chg="del mod">
            <ac:chgData name="贾洪勇" userId="c61acc37-df11-4a3b-9efd-dde9ef084f5f" providerId="ADAL" clId="{CB7C486E-FC68-4DD6-969C-35FE18D354B1}" dt="2022-03-18T03:38:02.939" v="22" actId="478"/>
            <ac:picMkLst>
              <pc:docMk/>
              <pc:sldMasterMk cId="0" sldId="2147483648"/>
              <pc:sldLayoutMk cId="4011097091" sldId="2147483699"/>
              <ac:picMk id="3" creationId="{233B6B97-9643-4FC4-BADC-930491D881B8}"/>
            </ac:picMkLst>
          </pc:picChg>
        </pc:sldLayoutChg>
      </pc:sldMasterChg>
    </pc:docChg>
  </pc:docChgLst>
  <pc:docChgLst>
    <pc:chgData name="贾洪勇" userId="c61acc37-df11-4a3b-9efd-dde9ef084f5f" providerId="ADAL" clId="{4657A8FE-C22E-4A51-8E40-3B9B0579B27A}"/>
    <pc:docChg chg="addSld modSld sldOrd">
      <pc:chgData name="贾洪勇" userId="c61acc37-df11-4a3b-9efd-dde9ef084f5f" providerId="ADAL" clId="{4657A8FE-C22E-4A51-8E40-3B9B0579B27A}" dt="2022-03-20T15:09:53.296" v="34" actId="20577"/>
      <pc:docMkLst>
        <pc:docMk/>
      </pc:docMkLst>
      <pc:sldChg chg="modSp mod">
        <pc:chgData name="贾洪勇" userId="c61acc37-df11-4a3b-9efd-dde9ef084f5f" providerId="ADAL" clId="{4657A8FE-C22E-4A51-8E40-3B9B0579B27A}" dt="2022-03-20T15:09:53.296" v="34" actId="20577"/>
        <pc:sldMkLst>
          <pc:docMk/>
          <pc:sldMk cId="1201457307" sldId="420"/>
        </pc:sldMkLst>
        <pc:spChg chg="mod">
          <ac:chgData name="贾洪勇" userId="c61acc37-df11-4a3b-9efd-dde9ef084f5f" providerId="ADAL" clId="{4657A8FE-C22E-4A51-8E40-3B9B0579B27A}" dt="2022-03-20T15:09:53.296" v="34" actId="20577"/>
          <ac:spMkLst>
            <pc:docMk/>
            <pc:sldMk cId="1201457307" sldId="420"/>
            <ac:spMk id="32772" creationId="{6914F806-C5C4-4CD2-99FF-7B69A4513B30}"/>
          </ac:spMkLst>
        </pc:spChg>
      </pc:sldChg>
      <pc:sldChg chg="addSp modSp new mod ord">
        <pc:chgData name="贾洪勇" userId="c61acc37-df11-4a3b-9efd-dde9ef084f5f" providerId="ADAL" clId="{4657A8FE-C22E-4A51-8E40-3B9B0579B27A}" dt="2022-03-20T11:54:35.212" v="33" actId="1076"/>
        <pc:sldMkLst>
          <pc:docMk/>
          <pc:sldMk cId="87541539" sldId="456"/>
        </pc:sldMkLst>
        <pc:spChg chg="add mod">
          <ac:chgData name="贾洪勇" userId="c61acc37-df11-4a3b-9efd-dde9ef084f5f" providerId="ADAL" clId="{4657A8FE-C22E-4A51-8E40-3B9B0579B27A}" dt="2022-03-20T11:54:35.212" v="33" actId="1076"/>
          <ac:spMkLst>
            <pc:docMk/>
            <pc:sldMk cId="87541539" sldId="456"/>
            <ac:spMk id="3" creationId="{09C8F47B-A1DC-48C9-972D-0B78005D61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830997"/>
          </a:xfrm>
          <a:prstGeom prst="rect">
            <a:avLst/>
          </a:prstGeom>
          <a:noFill/>
        </p:spPr>
        <p:txBody>
          <a:bodyPr wrap="square" rtlCol="0">
            <a:spAutoFit/>
          </a:bodyPr>
          <a:lstStyle/>
          <a:p>
            <a:r>
              <a:rPr lang="zh-CN" altLang="en-US" sz="4800" b="1">
                <a:latin typeface="隶书" panose="02010509060101010101" pitchFamily="49" charset="-122"/>
                <a:ea typeface="隶书" panose="02010509060101010101" pitchFamily="49" charset="-122"/>
              </a:rPr>
              <a:t>可信计算密码支撑平台</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1D859E-69F0-46E2-A23D-885B607C1FEF}"/>
              </a:ext>
            </a:extLst>
          </p:cNvPr>
          <p:cNvSpPr>
            <a:spLocks noGrp="1"/>
          </p:cNvSpPr>
          <p:nvPr>
            <p:ph type="title"/>
          </p:nvPr>
        </p:nvSpPr>
        <p:spPr/>
        <p:txBody>
          <a:bodyPr/>
          <a:lstStyle/>
          <a:p>
            <a:r>
              <a:rPr lang="zh-CN" altLang="en-US" dirty="0"/>
              <a:t>可信计算密码支撑平台</a:t>
            </a:r>
          </a:p>
        </p:txBody>
      </p:sp>
      <p:sp>
        <p:nvSpPr>
          <p:cNvPr id="3" name="内容占位符 2">
            <a:extLst>
              <a:ext uri="{FF2B5EF4-FFF2-40B4-BE49-F238E27FC236}">
                <a16:creationId xmlns:a16="http://schemas.microsoft.com/office/drawing/2014/main" id="{2AE113F5-EB26-440C-A60D-482773E1451A}"/>
              </a:ext>
            </a:extLst>
          </p:cNvPr>
          <p:cNvSpPr>
            <a:spLocks noGrp="1"/>
          </p:cNvSpPr>
          <p:nvPr>
            <p:ph idx="1"/>
          </p:nvPr>
        </p:nvSpPr>
        <p:spPr>
          <a:xfrm>
            <a:off x="297499" y="1463675"/>
            <a:ext cx="8296656" cy="4005870"/>
          </a:xfrm>
        </p:spPr>
        <p:txBody>
          <a:bodyPr/>
          <a:lstStyle/>
          <a:p>
            <a:pPr algn="just"/>
            <a:r>
              <a:rPr lang="zh-CN" altLang="en-US" sz="3200" dirty="0"/>
              <a:t>可信计算密码支撑平台是可信计算平台的重要组成部分</a:t>
            </a:r>
            <a:r>
              <a:rPr lang="en-US" altLang="zh-CN" sz="3200" dirty="0"/>
              <a:t>, </a:t>
            </a:r>
            <a:r>
              <a:rPr lang="zh-CN" altLang="en-US" sz="3200" dirty="0"/>
              <a:t>包括密码算法、密钥管理、证书管理、密码协议、密码服务等内容</a:t>
            </a:r>
            <a:r>
              <a:rPr lang="en-US" altLang="zh-CN" sz="3200" dirty="0"/>
              <a:t>, </a:t>
            </a:r>
            <a:r>
              <a:rPr lang="zh-CN" altLang="en-US" sz="3200" dirty="0"/>
              <a:t>为可信计算平台自身的完整性、身份可信性和数据安全性提供密码支持。可信计算密码支撑平台的产品形态主要表现为可信密码模块和可信密码服务模块。</a:t>
            </a:r>
          </a:p>
        </p:txBody>
      </p:sp>
      <p:sp>
        <p:nvSpPr>
          <p:cNvPr id="4" name="灯片编号占位符 3">
            <a:extLst>
              <a:ext uri="{FF2B5EF4-FFF2-40B4-BE49-F238E27FC236}">
                <a16:creationId xmlns:a16="http://schemas.microsoft.com/office/drawing/2014/main" id="{B911512A-0434-4CD6-B591-21C11319526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23859811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60DBEC-7849-4968-80A2-639CCE1184E7}"/>
              </a:ext>
            </a:extLst>
          </p:cNvPr>
          <p:cNvSpPr>
            <a:spLocks noGrp="1"/>
          </p:cNvSpPr>
          <p:nvPr>
            <p:ph type="title"/>
          </p:nvPr>
        </p:nvSpPr>
        <p:spPr/>
        <p:txBody>
          <a:bodyPr/>
          <a:lstStyle/>
          <a:p>
            <a:r>
              <a:rPr lang="zh-CN" altLang="en-US" dirty="0"/>
              <a:t>可信计算密码支撑平台功能</a:t>
            </a:r>
          </a:p>
        </p:txBody>
      </p:sp>
      <p:sp>
        <p:nvSpPr>
          <p:cNvPr id="3" name="内容占位符 2">
            <a:extLst>
              <a:ext uri="{FF2B5EF4-FFF2-40B4-BE49-F238E27FC236}">
                <a16:creationId xmlns:a16="http://schemas.microsoft.com/office/drawing/2014/main" id="{CF36183F-609A-4122-A80E-87932AAFF958}"/>
              </a:ext>
            </a:extLst>
          </p:cNvPr>
          <p:cNvSpPr>
            <a:spLocks noGrp="1"/>
          </p:cNvSpPr>
          <p:nvPr>
            <p:ph idx="1"/>
          </p:nvPr>
        </p:nvSpPr>
        <p:spPr/>
        <p:txBody>
          <a:bodyPr/>
          <a:lstStyle/>
          <a:p>
            <a:r>
              <a:rPr lang="en-US" altLang="zh-CN" sz="2400" dirty="0"/>
              <a:t>a) </a:t>
            </a:r>
            <a:r>
              <a:rPr lang="zh-CN" altLang="en-US" sz="2400" dirty="0"/>
              <a:t>平台完整性</a:t>
            </a:r>
          </a:p>
          <a:p>
            <a:pPr marL="0" indent="0">
              <a:buNone/>
            </a:pPr>
            <a:r>
              <a:rPr lang="zh-CN" altLang="en-US" sz="2400" dirty="0"/>
              <a:t>      利用密码机制</a:t>
            </a:r>
            <a:r>
              <a:rPr lang="en-US" altLang="zh-CN" sz="2400" dirty="0"/>
              <a:t>, </a:t>
            </a:r>
            <a:r>
              <a:rPr lang="zh-CN" altLang="en-US" sz="2400" dirty="0"/>
              <a:t>通过对系统平台组件的完整性度量</a:t>
            </a:r>
            <a:r>
              <a:rPr lang="en-US" altLang="zh-CN" sz="2400" dirty="0"/>
              <a:t>, </a:t>
            </a:r>
            <a:r>
              <a:rPr lang="zh-CN" altLang="en-US" sz="2400" dirty="0"/>
              <a:t>确保系统平台完整性</a:t>
            </a:r>
            <a:r>
              <a:rPr lang="en-US" altLang="zh-CN" sz="2400" dirty="0"/>
              <a:t>, </a:t>
            </a:r>
            <a:r>
              <a:rPr lang="zh-CN" altLang="en-US" sz="2400" dirty="0"/>
              <a:t>并向外部实体可信地报告平台完整性。</a:t>
            </a:r>
            <a:endParaRPr lang="en-US" altLang="zh-CN" sz="2400" dirty="0"/>
          </a:p>
          <a:p>
            <a:pPr marL="0" indent="0">
              <a:buNone/>
            </a:pPr>
            <a:endParaRPr lang="zh-CN" altLang="en-US" sz="2400" dirty="0"/>
          </a:p>
          <a:p>
            <a:r>
              <a:rPr lang="en-US" altLang="zh-CN" sz="2400" dirty="0"/>
              <a:t>b) </a:t>
            </a:r>
            <a:r>
              <a:rPr lang="zh-CN" altLang="en-US" sz="2400" dirty="0"/>
              <a:t>平台身份可信</a:t>
            </a:r>
          </a:p>
          <a:p>
            <a:pPr marL="0" indent="0">
              <a:buNone/>
            </a:pPr>
            <a:r>
              <a:rPr lang="zh-CN" altLang="en-US" sz="2400" dirty="0"/>
              <a:t>     利用密码机制</a:t>
            </a:r>
            <a:r>
              <a:rPr lang="en-US" altLang="zh-CN" sz="2400" dirty="0"/>
              <a:t>, </a:t>
            </a:r>
            <a:r>
              <a:rPr lang="zh-CN" altLang="en-US" sz="2400" dirty="0"/>
              <a:t>标识系统平台身份</a:t>
            </a:r>
            <a:r>
              <a:rPr lang="en-US" altLang="zh-CN" sz="2400" dirty="0"/>
              <a:t>, </a:t>
            </a:r>
            <a:r>
              <a:rPr lang="zh-CN" altLang="en-US" sz="2400" dirty="0"/>
              <a:t>实现系统平台身份管理功能</a:t>
            </a:r>
            <a:r>
              <a:rPr lang="en-US" altLang="zh-CN" sz="2400" dirty="0"/>
              <a:t>, </a:t>
            </a:r>
            <a:r>
              <a:rPr lang="zh-CN" altLang="en-US" sz="2400" dirty="0"/>
              <a:t>并向外部实体提供系统平台身份证明。</a:t>
            </a:r>
            <a:endParaRPr lang="en-US" altLang="zh-CN" sz="2400" dirty="0"/>
          </a:p>
          <a:p>
            <a:pPr marL="0" indent="0">
              <a:buNone/>
            </a:pPr>
            <a:endParaRPr lang="zh-CN" altLang="en-US" sz="2400" dirty="0"/>
          </a:p>
          <a:p>
            <a:r>
              <a:rPr lang="en-US" altLang="zh-CN" sz="2400" dirty="0"/>
              <a:t>c) </a:t>
            </a:r>
            <a:r>
              <a:rPr lang="zh-CN" altLang="en-US" sz="2400" dirty="0"/>
              <a:t>平台数据安全保护</a:t>
            </a:r>
          </a:p>
          <a:p>
            <a:pPr marL="0" indent="0">
              <a:buNone/>
            </a:pPr>
            <a:r>
              <a:rPr lang="zh-CN" altLang="en-US" sz="2400" dirty="0"/>
              <a:t>     利用密码机制</a:t>
            </a:r>
            <a:r>
              <a:rPr lang="en-US" altLang="zh-CN" sz="2400" dirty="0"/>
              <a:t>, </a:t>
            </a:r>
            <a:r>
              <a:rPr lang="zh-CN" altLang="en-US" sz="2400" dirty="0"/>
              <a:t>保护系统平台敏感数据。 其中数据安全保护包括平台自身敏感数据的保护和用户敏感数据的保护。 另外也可为用户数据保护提供服务接口。</a:t>
            </a:r>
          </a:p>
        </p:txBody>
      </p:sp>
      <p:sp>
        <p:nvSpPr>
          <p:cNvPr id="4" name="灯片编号占位符 3">
            <a:extLst>
              <a:ext uri="{FF2B5EF4-FFF2-40B4-BE49-F238E27FC236}">
                <a16:creationId xmlns:a16="http://schemas.microsoft.com/office/drawing/2014/main" id="{E3464110-2233-4EBF-B817-C71F272296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31050705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4BB6A-28AE-4751-8E49-D457CE0BDFBA}"/>
              </a:ext>
            </a:extLst>
          </p:cNvPr>
          <p:cNvSpPr>
            <a:spLocks noGrp="1"/>
          </p:cNvSpPr>
          <p:nvPr>
            <p:ph type="title"/>
          </p:nvPr>
        </p:nvSpPr>
        <p:spPr/>
        <p:txBody>
          <a:bodyPr/>
          <a:lstStyle/>
          <a:p>
            <a:r>
              <a:rPr lang="zh-CN" altLang="en-US" dirty="0"/>
              <a:t>密码模块与平台功能的关系</a:t>
            </a:r>
          </a:p>
        </p:txBody>
      </p:sp>
      <p:pic>
        <p:nvPicPr>
          <p:cNvPr id="6" name="内容占位符 5">
            <a:extLst>
              <a:ext uri="{FF2B5EF4-FFF2-40B4-BE49-F238E27FC236}">
                <a16:creationId xmlns:a16="http://schemas.microsoft.com/office/drawing/2014/main" id="{C926C884-7AE4-4B10-BFF7-4D636A3CEB44}"/>
              </a:ext>
            </a:extLst>
          </p:cNvPr>
          <p:cNvPicPr>
            <a:picLocks noGrp="1" noChangeAspect="1"/>
          </p:cNvPicPr>
          <p:nvPr>
            <p:ph idx="1"/>
          </p:nvPr>
        </p:nvPicPr>
        <p:blipFill>
          <a:blip r:embed="rId2"/>
          <a:stretch>
            <a:fillRect/>
          </a:stretch>
        </p:blipFill>
        <p:spPr>
          <a:xfrm>
            <a:off x="423068" y="1298308"/>
            <a:ext cx="8297863" cy="4921007"/>
          </a:xfrm>
        </p:spPr>
      </p:pic>
      <p:sp>
        <p:nvSpPr>
          <p:cNvPr id="4" name="灯片编号占位符 3">
            <a:extLst>
              <a:ext uri="{FF2B5EF4-FFF2-40B4-BE49-F238E27FC236}">
                <a16:creationId xmlns:a16="http://schemas.microsoft.com/office/drawing/2014/main" id="{48C0E7BC-060B-4217-A713-2DDB7B773AD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18327556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FF3148-0FCF-45FA-8A37-8FE49F821C74}"/>
              </a:ext>
            </a:extLst>
          </p:cNvPr>
          <p:cNvSpPr>
            <a:spLocks noGrp="1"/>
          </p:cNvSpPr>
          <p:nvPr>
            <p:ph type="title"/>
          </p:nvPr>
        </p:nvSpPr>
        <p:spPr/>
        <p:txBody>
          <a:bodyPr/>
          <a:lstStyle/>
          <a:p>
            <a:r>
              <a:rPr lang="zh-CN" altLang="en-US" dirty="0"/>
              <a:t>可信计算密码支撑平台组成结构</a:t>
            </a:r>
          </a:p>
        </p:txBody>
      </p:sp>
      <p:sp>
        <p:nvSpPr>
          <p:cNvPr id="3" name="内容占位符 2">
            <a:extLst>
              <a:ext uri="{FF2B5EF4-FFF2-40B4-BE49-F238E27FC236}">
                <a16:creationId xmlns:a16="http://schemas.microsoft.com/office/drawing/2014/main" id="{1A2944CF-4F6D-4926-B6CD-2A6729556227}"/>
              </a:ext>
            </a:extLst>
          </p:cNvPr>
          <p:cNvSpPr>
            <a:spLocks noGrp="1"/>
          </p:cNvSpPr>
          <p:nvPr>
            <p:ph idx="1"/>
          </p:nvPr>
        </p:nvSpPr>
        <p:spPr>
          <a:xfrm>
            <a:off x="129100" y="1246438"/>
            <a:ext cx="8665095" cy="5382962"/>
          </a:xfrm>
        </p:spPr>
        <p:txBody>
          <a:bodyPr/>
          <a:lstStyle/>
          <a:p>
            <a:r>
              <a:rPr lang="zh-CN" altLang="en-US" sz="2400" dirty="0"/>
              <a:t>可信计算密码支撑平台主要由可信密码模块</a:t>
            </a:r>
            <a:r>
              <a:rPr lang="en-US" altLang="zh-CN" sz="2400" dirty="0"/>
              <a:t>(TCM) </a:t>
            </a:r>
            <a:r>
              <a:rPr lang="zh-CN" altLang="en-US" sz="2400" dirty="0"/>
              <a:t>和</a:t>
            </a:r>
            <a:r>
              <a:rPr lang="en-US" altLang="zh-CN" sz="2400" dirty="0"/>
              <a:t>TCM </a:t>
            </a:r>
            <a:r>
              <a:rPr lang="zh-CN" altLang="en-US" sz="2400" dirty="0"/>
              <a:t>服务模块</a:t>
            </a:r>
            <a:r>
              <a:rPr lang="en-US" altLang="zh-CN" sz="2400" dirty="0"/>
              <a:t>(TSM) </a:t>
            </a:r>
            <a:r>
              <a:rPr lang="zh-CN" altLang="en-US" sz="2400" dirty="0"/>
              <a:t>两大部分组成。可信计算密码支撑平台以可信密码模块为可信根</a:t>
            </a:r>
            <a:r>
              <a:rPr lang="en-US" altLang="zh-CN" sz="2400" dirty="0"/>
              <a:t>, </a:t>
            </a:r>
            <a:r>
              <a:rPr lang="zh-CN" altLang="en-US" sz="2400" dirty="0"/>
              <a:t>通过如下三类机制及平台自身安全管理功能</a:t>
            </a:r>
            <a:r>
              <a:rPr lang="en-US" altLang="zh-CN" sz="2400" dirty="0"/>
              <a:t>, </a:t>
            </a:r>
            <a:r>
              <a:rPr lang="zh-CN" altLang="en-US" sz="2400" dirty="0"/>
              <a:t>实现平台安全功能</a:t>
            </a:r>
            <a:r>
              <a:rPr lang="en-US" altLang="zh-CN" sz="2400" dirty="0"/>
              <a:t>:</a:t>
            </a:r>
          </a:p>
          <a:p>
            <a:endParaRPr lang="en-US" altLang="zh-CN" sz="2400" dirty="0"/>
          </a:p>
          <a:p>
            <a:r>
              <a:rPr lang="en-US" altLang="zh-CN" sz="2400" dirty="0"/>
              <a:t>a) </a:t>
            </a:r>
            <a:r>
              <a:rPr lang="zh-CN" altLang="en-US" sz="2400" dirty="0"/>
              <a:t>以可信度量根为起点</a:t>
            </a:r>
            <a:r>
              <a:rPr lang="en-US" altLang="zh-CN" sz="2400" dirty="0"/>
              <a:t>, </a:t>
            </a:r>
            <a:r>
              <a:rPr lang="zh-CN" altLang="en-US" sz="2400" dirty="0"/>
              <a:t>计算系统平台完整性度量值</a:t>
            </a:r>
            <a:r>
              <a:rPr lang="en-US" altLang="zh-CN" sz="2400" dirty="0"/>
              <a:t>, </a:t>
            </a:r>
            <a:r>
              <a:rPr lang="zh-CN" altLang="en-US" sz="2400" dirty="0"/>
              <a:t>建立计算机系统平台信任链</a:t>
            </a:r>
            <a:r>
              <a:rPr lang="en-US" altLang="zh-CN" sz="2400" dirty="0"/>
              <a:t>, </a:t>
            </a:r>
            <a:r>
              <a:rPr lang="zh-CN" altLang="en-US" sz="2400" dirty="0"/>
              <a:t>确保系统平台可信。</a:t>
            </a:r>
            <a:endParaRPr lang="en-US" altLang="zh-CN" sz="2400" dirty="0"/>
          </a:p>
          <a:p>
            <a:endParaRPr lang="zh-CN" altLang="en-US" sz="2400" dirty="0"/>
          </a:p>
          <a:p>
            <a:r>
              <a:rPr lang="en-US" altLang="zh-CN" sz="2400" dirty="0"/>
              <a:t>b) </a:t>
            </a:r>
            <a:r>
              <a:rPr lang="zh-CN" altLang="en-US" sz="2400" dirty="0"/>
              <a:t>可信报告根标识平台身份的可信性</a:t>
            </a:r>
            <a:r>
              <a:rPr lang="en-US" altLang="zh-CN" sz="2400" dirty="0"/>
              <a:t>, </a:t>
            </a:r>
            <a:r>
              <a:rPr lang="zh-CN" altLang="en-US" sz="2400" dirty="0"/>
              <a:t>具有唯一性</a:t>
            </a:r>
            <a:r>
              <a:rPr lang="en-US" altLang="zh-CN" sz="2400" dirty="0"/>
              <a:t>, </a:t>
            </a:r>
            <a:r>
              <a:rPr lang="zh-CN" altLang="en-US" sz="2400" dirty="0"/>
              <a:t>以可信报告根为基础</a:t>
            </a:r>
            <a:r>
              <a:rPr lang="en-US" altLang="zh-CN" sz="2400" dirty="0"/>
              <a:t>, </a:t>
            </a:r>
            <a:r>
              <a:rPr lang="zh-CN" altLang="en-US" sz="2400" dirty="0"/>
              <a:t>实现平台身份证明和完整性报告。</a:t>
            </a:r>
            <a:endParaRPr lang="en-US" altLang="zh-CN" sz="2400" dirty="0"/>
          </a:p>
          <a:p>
            <a:endParaRPr lang="zh-CN" altLang="en-US" sz="2400" dirty="0"/>
          </a:p>
          <a:p>
            <a:r>
              <a:rPr lang="en-US" altLang="zh-CN" sz="2400" dirty="0"/>
              <a:t>c) </a:t>
            </a:r>
            <a:r>
              <a:rPr lang="zh-CN" altLang="en-US" sz="2400" dirty="0"/>
              <a:t>基于可信存储根</a:t>
            </a:r>
            <a:r>
              <a:rPr lang="en-US" altLang="zh-CN" sz="2400" dirty="0"/>
              <a:t>, </a:t>
            </a:r>
            <a:r>
              <a:rPr lang="zh-CN" altLang="en-US" sz="2400" dirty="0"/>
              <a:t>实现密钥管理、 平台数据安全保护功能</a:t>
            </a:r>
            <a:r>
              <a:rPr lang="en-US" altLang="zh-CN" sz="2400" dirty="0"/>
              <a:t>, </a:t>
            </a:r>
            <a:r>
              <a:rPr lang="zh-CN" altLang="en-US" sz="2400" dirty="0"/>
              <a:t>提供相应的密码服务。</a:t>
            </a:r>
          </a:p>
        </p:txBody>
      </p:sp>
      <p:sp>
        <p:nvSpPr>
          <p:cNvPr id="4" name="灯片编号占位符 3">
            <a:extLst>
              <a:ext uri="{FF2B5EF4-FFF2-40B4-BE49-F238E27FC236}">
                <a16:creationId xmlns:a16="http://schemas.microsoft.com/office/drawing/2014/main" id="{21DAC821-9F8D-46E8-8E64-EF11A9AB946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3047708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4E6BE9-1686-4C4F-AAF8-18E7211C1607}"/>
              </a:ext>
            </a:extLst>
          </p:cNvPr>
          <p:cNvSpPr>
            <a:spLocks noGrp="1"/>
          </p:cNvSpPr>
          <p:nvPr>
            <p:ph type="title"/>
          </p:nvPr>
        </p:nvSpPr>
        <p:spPr/>
        <p:txBody>
          <a:bodyPr/>
          <a:lstStyle/>
          <a:p>
            <a:r>
              <a:rPr lang="zh-CN" altLang="en-US" dirty="0"/>
              <a:t>可信计算密码支撑平台功能架构</a:t>
            </a:r>
          </a:p>
        </p:txBody>
      </p:sp>
      <p:pic>
        <p:nvPicPr>
          <p:cNvPr id="6" name="内容占位符 5">
            <a:extLst>
              <a:ext uri="{FF2B5EF4-FFF2-40B4-BE49-F238E27FC236}">
                <a16:creationId xmlns:a16="http://schemas.microsoft.com/office/drawing/2014/main" id="{FD2292A8-BDCA-4AEF-A222-F408ACFC7C4C}"/>
              </a:ext>
            </a:extLst>
          </p:cNvPr>
          <p:cNvPicPr>
            <a:picLocks noGrp="1" noChangeAspect="1"/>
          </p:cNvPicPr>
          <p:nvPr>
            <p:ph idx="1"/>
          </p:nvPr>
        </p:nvPicPr>
        <p:blipFill>
          <a:blip r:embed="rId2"/>
          <a:stretch>
            <a:fillRect/>
          </a:stretch>
        </p:blipFill>
        <p:spPr>
          <a:xfrm>
            <a:off x="1968272" y="928205"/>
            <a:ext cx="5224918" cy="5410200"/>
          </a:xfrm>
        </p:spPr>
      </p:pic>
      <p:sp>
        <p:nvSpPr>
          <p:cNvPr id="4" name="灯片编号占位符 3">
            <a:extLst>
              <a:ext uri="{FF2B5EF4-FFF2-40B4-BE49-F238E27FC236}">
                <a16:creationId xmlns:a16="http://schemas.microsoft.com/office/drawing/2014/main" id="{EBA0B2B3-F670-4B53-B29A-AE3F6097276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6254088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D6163-7C0A-46C4-8B28-B9785BC2549E}"/>
              </a:ext>
            </a:extLst>
          </p:cNvPr>
          <p:cNvSpPr>
            <a:spLocks noGrp="1"/>
          </p:cNvSpPr>
          <p:nvPr>
            <p:ph type="title"/>
          </p:nvPr>
        </p:nvSpPr>
        <p:spPr/>
        <p:txBody>
          <a:bodyPr/>
          <a:lstStyle/>
          <a:p>
            <a:r>
              <a:rPr lang="zh-CN" altLang="en-US" dirty="0"/>
              <a:t>可信密码模块</a:t>
            </a:r>
          </a:p>
        </p:txBody>
      </p:sp>
      <p:sp>
        <p:nvSpPr>
          <p:cNvPr id="3" name="内容占位符 2">
            <a:extLst>
              <a:ext uri="{FF2B5EF4-FFF2-40B4-BE49-F238E27FC236}">
                <a16:creationId xmlns:a16="http://schemas.microsoft.com/office/drawing/2014/main" id="{F332EC84-16E6-49C1-91C7-E5EA3523A8B2}"/>
              </a:ext>
            </a:extLst>
          </p:cNvPr>
          <p:cNvSpPr>
            <a:spLocks noGrp="1"/>
          </p:cNvSpPr>
          <p:nvPr>
            <p:ph idx="1"/>
          </p:nvPr>
        </p:nvSpPr>
        <p:spPr/>
        <p:txBody>
          <a:bodyPr/>
          <a:lstStyle/>
          <a:p>
            <a:r>
              <a:rPr lang="zh-CN" altLang="en-US" dirty="0"/>
              <a:t>可信密码模块</a:t>
            </a:r>
            <a:r>
              <a:rPr lang="en-US" altLang="zh-CN" dirty="0"/>
              <a:t>(TCM) </a:t>
            </a:r>
            <a:r>
              <a:rPr lang="zh-CN" altLang="en-US" dirty="0"/>
              <a:t>是可信计算密码支撑平台必备的关键基础部件</a:t>
            </a:r>
            <a:r>
              <a:rPr lang="en-US" altLang="zh-CN" dirty="0"/>
              <a:t>, </a:t>
            </a:r>
            <a:r>
              <a:rPr lang="zh-CN" altLang="en-US" dirty="0"/>
              <a:t>提供独立的密码算法支撑。</a:t>
            </a:r>
            <a:r>
              <a:rPr lang="en-US" altLang="zh-CN" dirty="0"/>
              <a:t>TCM </a:t>
            </a:r>
            <a:r>
              <a:rPr lang="zh-CN" altLang="en-US" dirty="0"/>
              <a:t>是硬件和固件的集合</a:t>
            </a:r>
            <a:r>
              <a:rPr lang="en-US" altLang="zh-CN" dirty="0"/>
              <a:t>, </a:t>
            </a:r>
            <a:r>
              <a:rPr lang="zh-CN" altLang="en-US" dirty="0"/>
              <a:t>可以采用独立的封装形式</a:t>
            </a:r>
            <a:r>
              <a:rPr lang="en-US" altLang="zh-CN" dirty="0"/>
              <a:t>, </a:t>
            </a:r>
            <a:r>
              <a:rPr lang="zh-CN" altLang="en-US" dirty="0"/>
              <a:t>也可以采用</a:t>
            </a:r>
            <a:r>
              <a:rPr lang="en-US" altLang="zh-CN" dirty="0"/>
              <a:t>IP </a:t>
            </a:r>
            <a:r>
              <a:rPr lang="zh-CN" altLang="en-US" dirty="0"/>
              <a:t>核的方式和其他类型芯片集成在一起</a:t>
            </a:r>
            <a:r>
              <a:rPr lang="en-US" altLang="zh-CN" dirty="0"/>
              <a:t>, </a:t>
            </a:r>
            <a:r>
              <a:rPr lang="zh-CN" altLang="en-US" dirty="0"/>
              <a:t>提供 </a:t>
            </a:r>
            <a:r>
              <a:rPr lang="en-US" altLang="zh-CN" dirty="0"/>
              <a:t>TCM </a:t>
            </a:r>
            <a:r>
              <a:rPr lang="zh-CN" altLang="en-US" dirty="0"/>
              <a:t>功能。</a:t>
            </a:r>
          </a:p>
        </p:txBody>
      </p:sp>
      <p:sp>
        <p:nvSpPr>
          <p:cNvPr id="4" name="灯片编号占位符 3">
            <a:extLst>
              <a:ext uri="{FF2B5EF4-FFF2-40B4-BE49-F238E27FC236}">
                <a16:creationId xmlns:a16="http://schemas.microsoft.com/office/drawing/2014/main" id="{05F99F52-1014-46B1-A2FD-77E313CDF7C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pic>
        <p:nvPicPr>
          <p:cNvPr id="6" name="图片 5">
            <a:extLst>
              <a:ext uri="{FF2B5EF4-FFF2-40B4-BE49-F238E27FC236}">
                <a16:creationId xmlns:a16="http://schemas.microsoft.com/office/drawing/2014/main" id="{0CC17DA5-937B-4303-BF2A-425B0EE71CA7}"/>
              </a:ext>
            </a:extLst>
          </p:cNvPr>
          <p:cNvPicPr>
            <a:picLocks noChangeAspect="1"/>
          </p:cNvPicPr>
          <p:nvPr/>
        </p:nvPicPr>
        <p:blipFill>
          <a:blip r:embed="rId2"/>
          <a:stretch>
            <a:fillRect/>
          </a:stretch>
        </p:blipFill>
        <p:spPr>
          <a:xfrm>
            <a:off x="2469799" y="2226008"/>
            <a:ext cx="4344006" cy="4248743"/>
          </a:xfrm>
          <a:prstGeom prst="rect">
            <a:avLst/>
          </a:prstGeom>
        </p:spPr>
      </p:pic>
    </p:spTree>
    <p:extLst>
      <p:ext uri="{BB962C8B-B14F-4D97-AF65-F5344CB8AC3E}">
        <p14:creationId xmlns:p14="http://schemas.microsoft.com/office/powerpoint/2010/main" val="17232745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14BF4E-4CDE-4E84-B3D7-1C493C66F4AD}"/>
              </a:ext>
            </a:extLst>
          </p:cNvPr>
          <p:cNvSpPr>
            <a:spLocks noGrp="1"/>
          </p:cNvSpPr>
          <p:nvPr>
            <p:ph type="title"/>
          </p:nvPr>
        </p:nvSpPr>
        <p:spPr/>
        <p:txBody>
          <a:bodyPr/>
          <a:lstStyle/>
          <a:p>
            <a:r>
              <a:rPr lang="zh-CN" altLang="en-US" dirty="0"/>
              <a:t>可信密码模块部件功能</a:t>
            </a:r>
          </a:p>
        </p:txBody>
      </p:sp>
      <p:sp>
        <p:nvSpPr>
          <p:cNvPr id="3" name="内容占位符 2">
            <a:extLst>
              <a:ext uri="{FF2B5EF4-FFF2-40B4-BE49-F238E27FC236}">
                <a16:creationId xmlns:a16="http://schemas.microsoft.com/office/drawing/2014/main" id="{CD2EA308-1E56-4499-81D5-DBAC59B171B2}"/>
              </a:ext>
            </a:extLst>
          </p:cNvPr>
          <p:cNvSpPr>
            <a:spLocks noGrp="1"/>
          </p:cNvSpPr>
          <p:nvPr>
            <p:ph idx="1"/>
          </p:nvPr>
        </p:nvSpPr>
        <p:spPr>
          <a:xfrm>
            <a:off x="381000" y="1539996"/>
            <a:ext cx="8296656" cy="4713518"/>
          </a:xfrm>
        </p:spPr>
        <p:txBody>
          <a:bodyPr/>
          <a:lstStyle/>
          <a:p>
            <a:r>
              <a:rPr lang="en-US" altLang="zh-CN" sz="2400" dirty="0"/>
              <a:t>I/O:TCM </a:t>
            </a:r>
            <a:r>
              <a:rPr lang="zh-CN" altLang="en-US" sz="2400" dirty="0"/>
              <a:t>的输入输出硬件接口</a:t>
            </a:r>
            <a:r>
              <a:rPr lang="en-US" altLang="zh-CN" sz="2400" dirty="0"/>
              <a:t>;</a:t>
            </a:r>
          </a:p>
          <a:p>
            <a:r>
              <a:rPr lang="en-US" altLang="zh-CN" sz="2400" dirty="0"/>
              <a:t>SM4 </a:t>
            </a:r>
            <a:r>
              <a:rPr lang="zh-CN" altLang="en-US" sz="2400" dirty="0"/>
              <a:t>引擎</a:t>
            </a:r>
            <a:r>
              <a:rPr lang="en-US" altLang="zh-CN" sz="2400" dirty="0"/>
              <a:t>: </a:t>
            </a:r>
            <a:r>
              <a:rPr lang="zh-CN" altLang="en-US" sz="2400" dirty="0"/>
              <a:t>执行</a:t>
            </a:r>
            <a:r>
              <a:rPr lang="en-US" altLang="zh-CN" sz="2400" dirty="0"/>
              <a:t>SM4 </a:t>
            </a:r>
            <a:r>
              <a:rPr lang="zh-CN" altLang="en-US" sz="2400" dirty="0"/>
              <a:t>对称密码运算的单元</a:t>
            </a:r>
            <a:r>
              <a:rPr lang="en-US" altLang="zh-CN" sz="2400" dirty="0"/>
              <a:t>;</a:t>
            </a:r>
          </a:p>
          <a:p>
            <a:r>
              <a:rPr lang="en-US" altLang="zh-CN" sz="2400" dirty="0"/>
              <a:t>SM2 </a:t>
            </a:r>
            <a:r>
              <a:rPr lang="zh-CN" altLang="en-US" sz="2400" dirty="0"/>
              <a:t>引擎</a:t>
            </a:r>
            <a:r>
              <a:rPr lang="en-US" altLang="zh-CN" sz="2400" dirty="0"/>
              <a:t>: </a:t>
            </a:r>
            <a:r>
              <a:rPr lang="zh-CN" altLang="en-US" sz="2400" dirty="0"/>
              <a:t>产生</a:t>
            </a:r>
            <a:r>
              <a:rPr lang="en-US" altLang="zh-CN" sz="2400" dirty="0"/>
              <a:t>SM2 </a:t>
            </a:r>
            <a:r>
              <a:rPr lang="zh-CN" altLang="en-US" sz="2400" dirty="0"/>
              <a:t>密钥对和执行</a:t>
            </a:r>
            <a:r>
              <a:rPr lang="en-US" altLang="zh-CN" sz="2400" dirty="0"/>
              <a:t>SM2 </a:t>
            </a:r>
            <a:r>
              <a:rPr lang="zh-CN" altLang="en-US" sz="2400" dirty="0"/>
              <a:t>加</a:t>
            </a:r>
            <a:r>
              <a:rPr lang="en-US" altLang="zh-CN" sz="2400" dirty="0"/>
              <a:t>/</a:t>
            </a:r>
            <a:r>
              <a:rPr lang="zh-CN" altLang="en-US" sz="2400" dirty="0"/>
              <a:t>解密、 签名运算的单元</a:t>
            </a:r>
            <a:r>
              <a:rPr lang="en-US" altLang="zh-CN" sz="2400" dirty="0"/>
              <a:t>;</a:t>
            </a:r>
          </a:p>
          <a:p>
            <a:r>
              <a:rPr lang="en-US" altLang="zh-CN" sz="2400" dirty="0"/>
              <a:t>SM3 </a:t>
            </a:r>
            <a:r>
              <a:rPr lang="zh-CN" altLang="en-US" sz="2400" dirty="0"/>
              <a:t>引擎</a:t>
            </a:r>
            <a:r>
              <a:rPr lang="en-US" altLang="zh-CN" sz="2400" dirty="0"/>
              <a:t>: </a:t>
            </a:r>
            <a:r>
              <a:rPr lang="zh-CN" altLang="en-US" sz="2400" dirty="0"/>
              <a:t>执行杂凑运算的单元</a:t>
            </a:r>
            <a:r>
              <a:rPr lang="en-US" altLang="zh-CN" sz="2400" dirty="0"/>
              <a:t>;</a:t>
            </a:r>
          </a:p>
          <a:p>
            <a:r>
              <a:rPr lang="zh-CN" altLang="en-US" sz="2400" dirty="0"/>
              <a:t>随机数发生器</a:t>
            </a:r>
            <a:r>
              <a:rPr lang="en-US" altLang="zh-CN" sz="2400" dirty="0"/>
              <a:t>: </a:t>
            </a:r>
            <a:r>
              <a:rPr lang="zh-CN" altLang="en-US" sz="2400" dirty="0"/>
              <a:t>生成随机数的单元</a:t>
            </a:r>
            <a:r>
              <a:rPr lang="en-US" altLang="zh-CN" sz="2400" dirty="0"/>
              <a:t>;</a:t>
            </a:r>
          </a:p>
          <a:p>
            <a:r>
              <a:rPr lang="en-US" altLang="zh-CN" sz="2400" dirty="0"/>
              <a:t>HMAC </a:t>
            </a:r>
            <a:r>
              <a:rPr lang="zh-CN" altLang="en-US" sz="2400" dirty="0"/>
              <a:t>引擎</a:t>
            </a:r>
            <a:r>
              <a:rPr lang="en-US" altLang="zh-CN" sz="2400" dirty="0"/>
              <a:t>: </a:t>
            </a:r>
            <a:r>
              <a:rPr lang="zh-CN" altLang="en-US" sz="2400" dirty="0"/>
              <a:t>基于</a:t>
            </a:r>
            <a:r>
              <a:rPr lang="en-US" altLang="zh-CN" sz="2400" dirty="0"/>
              <a:t>SM3 </a:t>
            </a:r>
            <a:r>
              <a:rPr lang="zh-CN" altLang="en-US" sz="2400" dirty="0"/>
              <a:t>引擎的计算消息认证码单元</a:t>
            </a:r>
            <a:r>
              <a:rPr lang="en-US" altLang="zh-CN" sz="2400" dirty="0"/>
              <a:t>;</a:t>
            </a:r>
          </a:p>
          <a:p>
            <a:r>
              <a:rPr lang="zh-CN" altLang="en-US" sz="2400" dirty="0"/>
              <a:t>执行引擎</a:t>
            </a:r>
            <a:r>
              <a:rPr lang="en-US" altLang="zh-CN" sz="2400" dirty="0"/>
              <a:t>:TCM </a:t>
            </a:r>
            <a:r>
              <a:rPr lang="zh-CN" altLang="en-US" sz="2400" dirty="0"/>
              <a:t>的运算执行单元</a:t>
            </a:r>
            <a:r>
              <a:rPr lang="en-US" altLang="zh-CN" sz="2400" dirty="0"/>
              <a:t>;</a:t>
            </a:r>
          </a:p>
          <a:p>
            <a:r>
              <a:rPr lang="zh-CN" altLang="en-US" sz="2400" dirty="0"/>
              <a:t>非易失性存储器</a:t>
            </a:r>
            <a:r>
              <a:rPr lang="en-US" altLang="zh-CN" sz="2400" dirty="0"/>
              <a:t>: </a:t>
            </a:r>
            <a:r>
              <a:rPr lang="zh-CN" altLang="en-US" sz="2400" dirty="0"/>
              <a:t>存储永久数据的存储单元</a:t>
            </a:r>
            <a:r>
              <a:rPr lang="en-US" altLang="zh-CN" sz="2400" dirty="0"/>
              <a:t>[1-5] ;</a:t>
            </a:r>
          </a:p>
          <a:p>
            <a:r>
              <a:rPr lang="zh-CN" altLang="en-US" sz="2400" dirty="0"/>
              <a:t>易失性存储器</a:t>
            </a:r>
            <a:r>
              <a:rPr lang="en-US" altLang="zh-CN" sz="2400" dirty="0"/>
              <a:t>:TCM </a:t>
            </a:r>
            <a:r>
              <a:rPr lang="zh-CN" altLang="en-US" sz="2400" dirty="0"/>
              <a:t>运行时临时数据的存储单元。</a:t>
            </a:r>
          </a:p>
        </p:txBody>
      </p:sp>
      <p:sp>
        <p:nvSpPr>
          <p:cNvPr id="4" name="灯片编号占位符 3">
            <a:extLst>
              <a:ext uri="{FF2B5EF4-FFF2-40B4-BE49-F238E27FC236}">
                <a16:creationId xmlns:a16="http://schemas.microsoft.com/office/drawing/2014/main" id="{EFB7BCC9-569D-4C90-A728-E8D30C3AE32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34759992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A7C27-564E-476F-89FD-21E16C457E77}"/>
              </a:ext>
            </a:extLst>
          </p:cNvPr>
          <p:cNvSpPr>
            <a:spLocks noGrp="1"/>
          </p:cNvSpPr>
          <p:nvPr>
            <p:ph type="title"/>
          </p:nvPr>
        </p:nvSpPr>
        <p:spPr/>
        <p:txBody>
          <a:bodyPr/>
          <a:lstStyle/>
          <a:p>
            <a:r>
              <a:rPr lang="en-US" altLang="zh-CN" dirty="0"/>
              <a:t>TCM</a:t>
            </a:r>
            <a:r>
              <a:rPr lang="zh-CN" altLang="en-US" dirty="0"/>
              <a:t>服务模块</a:t>
            </a:r>
          </a:p>
        </p:txBody>
      </p:sp>
      <p:sp>
        <p:nvSpPr>
          <p:cNvPr id="3" name="内容占位符 2">
            <a:extLst>
              <a:ext uri="{FF2B5EF4-FFF2-40B4-BE49-F238E27FC236}">
                <a16:creationId xmlns:a16="http://schemas.microsoft.com/office/drawing/2014/main" id="{01D0D2CC-2C9D-4FA1-A973-9688241B288D}"/>
              </a:ext>
            </a:extLst>
          </p:cNvPr>
          <p:cNvSpPr>
            <a:spLocks noGrp="1"/>
          </p:cNvSpPr>
          <p:nvPr>
            <p:ph idx="1"/>
          </p:nvPr>
        </p:nvSpPr>
        <p:spPr/>
        <p:txBody>
          <a:bodyPr/>
          <a:lstStyle/>
          <a:p>
            <a:r>
              <a:rPr lang="zh-CN" altLang="en-US" sz="2400" dirty="0"/>
              <a:t>可信密码模块定义了一个具有存储保护和执行保护的子系统</a:t>
            </a:r>
            <a:r>
              <a:rPr lang="en-US" altLang="zh-CN" sz="2400" dirty="0"/>
              <a:t>, </a:t>
            </a:r>
            <a:r>
              <a:rPr lang="zh-CN" altLang="en-US" sz="2400" dirty="0"/>
              <a:t>该子系统将为计算平台建立信任根基</a:t>
            </a:r>
            <a:r>
              <a:rPr lang="en-US" altLang="zh-CN" sz="2400" dirty="0"/>
              <a:t>, </a:t>
            </a:r>
            <a:r>
              <a:rPr lang="zh-CN" altLang="en-US" sz="2400" dirty="0"/>
              <a:t>并且其独立的计算资源将建立严格受限的安全保护机制。 为防止 </a:t>
            </a:r>
            <a:r>
              <a:rPr lang="en-US" altLang="zh-CN" sz="2400" dirty="0"/>
              <a:t>TCM </a:t>
            </a:r>
            <a:r>
              <a:rPr lang="zh-CN" altLang="en-US" sz="2400" dirty="0"/>
              <a:t>成为计算平台的性能瓶颈，将子系统中需执行保护的函数与无需执行保护的函数划分开</a:t>
            </a:r>
            <a:r>
              <a:rPr lang="en-US" altLang="zh-CN" sz="2400" dirty="0"/>
              <a:t>, </a:t>
            </a:r>
            <a:r>
              <a:rPr lang="zh-CN" altLang="en-US" sz="2400" dirty="0"/>
              <a:t>将无需执行保护的功能函数由计算平台主处理器执行</a:t>
            </a:r>
            <a:r>
              <a:rPr lang="en-US" altLang="zh-CN" sz="2400" dirty="0"/>
              <a:t>, </a:t>
            </a:r>
            <a:r>
              <a:rPr lang="zh-CN" altLang="en-US" sz="2400" dirty="0"/>
              <a:t>而这些支持函数构成了 </a:t>
            </a:r>
            <a:r>
              <a:rPr lang="en-US" altLang="zh-CN" sz="2400" dirty="0"/>
              <a:t>TCM </a:t>
            </a:r>
            <a:r>
              <a:rPr lang="zh-CN" altLang="en-US" sz="2400" dirty="0"/>
              <a:t>服务模块</a:t>
            </a:r>
            <a:r>
              <a:rPr lang="en-US" altLang="zh-CN" sz="2400" dirty="0"/>
              <a:t>, </a:t>
            </a:r>
            <a:r>
              <a:rPr lang="zh-CN" altLang="en-US" sz="2400" dirty="0"/>
              <a:t>简记为 </a:t>
            </a:r>
            <a:r>
              <a:rPr lang="en-US" altLang="zh-CN" sz="2400" dirty="0"/>
              <a:t>TSM</a:t>
            </a:r>
            <a:r>
              <a:rPr lang="zh-CN" altLang="en-US" sz="2400" dirty="0"/>
              <a:t>。</a:t>
            </a:r>
            <a:endParaRPr lang="en-US" altLang="zh-CN" sz="2400" dirty="0"/>
          </a:p>
          <a:p>
            <a:endParaRPr lang="en-US" altLang="zh-CN" dirty="0"/>
          </a:p>
          <a:p>
            <a:r>
              <a:rPr lang="zh-CN" altLang="en-US" sz="2400" dirty="0">
                <a:solidFill>
                  <a:srgbClr val="FF0000"/>
                </a:solidFill>
              </a:rPr>
              <a:t>国际上通用的可信计算规范由可信计算组织（</a:t>
            </a:r>
            <a:r>
              <a:rPr lang="en-US" altLang="zh-CN" sz="2400" dirty="0">
                <a:solidFill>
                  <a:srgbClr val="FF0000"/>
                </a:solidFill>
              </a:rPr>
              <a:t>Trusted Computing Group, TCG</a:t>
            </a:r>
            <a:r>
              <a:rPr lang="zh-CN" altLang="en-US" sz="2400" dirty="0">
                <a:solidFill>
                  <a:srgbClr val="FF0000"/>
                </a:solidFill>
              </a:rPr>
              <a:t>）制定，核心是可信平台芯片（</a:t>
            </a:r>
            <a:r>
              <a:rPr lang="en-US" altLang="zh-CN" sz="2400" dirty="0">
                <a:solidFill>
                  <a:srgbClr val="FF0000"/>
                </a:solidFill>
              </a:rPr>
              <a:t>Trusted Platform Module, TPM </a:t>
            </a:r>
            <a:r>
              <a:rPr lang="zh-CN" altLang="en-US" sz="2400" dirty="0">
                <a:solidFill>
                  <a:srgbClr val="FF0000"/>
                </a:solidFill>
              </a:rPr>
              <a:t>）和可信软件栈（</a:t>
            </a:r>
            <a:r>
              <a:rPr lang="en-US" altLang="zh-CN" sz="2400" dirty="0">
                <a:solidFill>
                  <a:srgbClr val="FF0000"/>
                </a:solidFill>
              </a:rPr>
              <a:t>Trusted Software </a:t>
            </a:r>
            <a:r>
              <a:rPr lang="en-US" altLang="zh-CN" sz="2400" dirty="0" err="1">
                <a:solidFill>
                  <a:srgbClr val="FF0000"/>
                </a:solidFill>
              </a:rPr>
              <a:t>Stack,TSS</a:t>
            </a:r>
            <a:r>
              <a:rPr lang="en-US" altLang="zh-CN" sz="2400" dirty="0">
                <a:solidFill>
                  <a:srgbClr val="FF0000"/>
                </a:solidFill>
              </a:rPr>
              <a:t> </a:t>
            </a:r>
            <a:r>
              <a:rPr lang="zh-CN" altLang="en-US" sz="2400" dirty="0">
                <a:solidFill>
                  <a:srgbClr val="FF0000"/>
                </a:solidFill>
              </a:rPr>
              <a:t>）。</a:t>
            </a:r>
            <a:r>
              <a:rPr lang="en-US" altLang="zh-CN" sz="2400" dirty="0">
                <a:solidFill>
                  <a:srgbClr val="FF0000"/>
                </a:solidFill>
              </a:rPr>
              <a:t>TCM </a:t>
            </a:r>
            <a:r>
              <a:rPr lang="zh-CN" altLang="en-US" sz="2400" dirty="0">
                <a:solidFill>
                  <a:srgbClr val="FF0000"/>
                </a:solidFill>
              </a:rPr>
              <a:t>对应 </a:t>
            </a:r>
            <a:r>
              <a:rPr lang="en-US" altLang="zh-CN" sz="2400" dirty="0">
                <a:solidFill>
                  <a:srgbClr val="FF0000"/>
                </a:solidFill>
              </a:rPr>
              <a:t>TPM, </a:t>
            </a:r>
            <a:r>
              <a:rPr lang="zh-CN" altLang="en-US" sz="2400" dirty="0">
                <a:solidFill>
                  <a:srgbClr val="FF0000"/>
                </a:solidFill>
              </a:rPr>
              <a:t>是我国具有自主知识产权的可信芯片。对应</a:t>
            </a:r>
            <a:r>
              <a:rPr lang="en-US" altLang="zh-CN" sz="2400" dirty="0">
                <a:solidFill>
                  <a:srgbClr val="FF0000"/>
                </a:solidFill>
              </a:rPr>
              <a:t>TSS</a:t>
            </a:r>
            <a:r>
              <a:rPr lang="zh-CN" altLang="en-US" sz="2400" dirty="0">
                <a:solidFill>
                  <a:srgbClr val="FF0000"/>
                </a:solidFill>
              </a:rPr>
              <a:t>的就是 </a:t>
            </a:r>
            <a:r>
              <a:rPr lang="en-US" altLang="zh-CN" sz="2400" dirty="0">
                <a:solidFill>
                  <a:srgbClr val="FF0000"/>
                </a:solidFill>
              </a:rPr>
              <a:t>TCM </a:t>
            </a:r>
            <a:r>
              <a:rPr lang="zh-CN" altLang="en-US" sz="2400" dirty="0">
                <a:solidFill>
                  <a:srgbClr val="FF0000"/>
                </a:solidFill>
              </a:rPr>
              <a:t>服务模块（</a:t>
            </a:r>
            <a:r>
              <a:rPr lang="en-US" altLang="zh-CN" sz="2400" dirty="0">
                <a:solidFill>
                  <a:srgbClr val="FF0000"/>
                </a:solidFill>
              </a:rPr>
              <a:t>TCM Service Module, TSM </a:t>
            </a:r>
            <a:r>
              <a:rPr lang="zh-CN" altLang="en-US" sz="2400" dirty="0">
                <a:solidFill>
                  <a:srgbClr val="FF0000"/>
                </a:solidFill>
              </a:rPr>
              <a:t>）。</a:t>
            </a:r>
          </a:p>
        </p:txBody>
      </p:sp>
      <p:sp>
        <p:nvSpPr>
          <p:cNvPr id="4" name="灯片编号占位符 3">
            <a:extLst>
              <a:ext uri="{FF2B5EF4-FFF2-40B4-BE49-F238E27FC236}">
                <a16:creationId xmlns:a16="http://schemas.microsoft.com/office/drawing/2014/main" id="{89ED0696-6D45-4B96-AA60-9142A3A03D0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4321162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9BDD-C342-48E7-BFBB-B3F1B0051365}"/>
              </a:ext>
            </a:extLst>
          </p:cNvPr>
          <p:cNvSpPr>
            <a:spLocks noGrp="1"/>
          </p:cNvSpPr>
          <p:nvPr>
            <p:ph type="title"/>
          </p:nvPr>
        </p:nvSpPr>
        <p:spPr/>
        <p:txBody>
          <a:bodyPr/>
          <a:lstStyle/>
          <a:p>
            <a:r>
              <a:rPr lang="en-US" altLang="zh-CN" dirty="0"/>
              <a:t>TCM</a:t>
            </a:r>
            <a:r>
              <a:rPr lang="zh-CN" altLang="en-US" dirty="0"/>
              <a:t>服务模块</a:t>
            </a:r>
          </a:p>
        </p:txBody>
      </p:sp>
      <p:sp>
        <p:nvSpPr>
          <p:cNvPr id="3" name="内容占位符 2">
            <a:extLst>
              <a:ext uri="{FF2B5EF4-FFF2-40B4-BE49-F238E27FC236}">
                <a16:creationId xmlns:a16="http://schemas.microsoft.com/office/drawing/2014/main" id="{E23871AB-C2C4-49EF-9EC9-80EAED86FFC3}"/>
              </a:ext>
            </a:extLst>
          </p:cNvPr>
          <p:cNvSpPr>
            <a:spLocks noGrp="1"/>
          </p:cNvSpPr>
          <p:nvPr>
            <p:ph idx="1"/>
          </p:nvPr>
        </p:nvSpPr>
        <p:spPr>
          <a:xfrm>
            <a:off x="432511" y="1143000"/>
            <a:ext cx="8296656" cy="4975502"/>
          </a:xfrm>
        </p:spPr>
        <p:txBody>
          <a:bodyPr/>
          <a:lstStyle/>
          <a:p>
            <a:pPr algn="just"/>
            <a:r>
              <a:rPr lang="en-US" altLang="zh-CN" sz="3200" dirty="0"/>
              <a:t>TSM </a:t>
            </a:r>
            <a:r>
              <a:rPr lang="zh-CN" altLang="en-US" sz="3200" dirty="0"/>
              <a:t>主要为用户使用 </a:t>
            </a:r>
            <a:r>
              <a:rPr lang="en-US" altLang="zh-CN" sz="3200" dirty="0"/>
              <a:t>TCM </a:t>
            </a:r>
            <a:r>
              <a:rPr lang="zh-CN" altLang="en-US" sz="3200" dirty="0"/>
              <a:t>基础资源提供支持</a:t>
            </a:r>
            <a:r>
              <a:rPr lang="en-US" altLang="zh-CN" sz="3200" dirty="0"/>
              <a:t>, </a:t>
            </a:r>
            <a:r>
              <a:rPr lang="zh-CN" altLang="en-US" sz="3200" dirty="0"/>
              <a:t>由多个部分组成</a:t>
            </a:r>
            <a:r>
              <a:rPr lang="en-US" altLang="zh-CN" sz="3200" dirty="0"/>
              <a:t>, </a:t>
            </a:r>
            <a:r>
              <a:rPr lang="zh-CN" altLang="en-US" sz="3200" dirty="0"/>
              <a:t>每个部分间的接口定义具有互操作性</a:t>
            </a:r>
            <a:r>
              <a:rPr lang="en-US" altLang="zh-CN" sz="3200" dirty="0"/>
              <a:t> </a:t>
            </a:r>
            <a:r>
              <a:rPr lang="zh-CN" altLang="en-US" sz="3200" dirty="0"/>
              <a:t>。</a:t>
            </a:r>
            <a:r>
              <a:rPr lang="en-US" altLang="zh-CN" sz="3200" dirty="0"/>
              <a:t>TSM </a:t>
            </a:r>
            <a:r>
              <a:rPr lang="zh-CN" altLang="en-US" sz="3200" dirty="0"/>
              <a:t>提供规范化的函数接口。</a:t>
            </a:r>
            <a:r>
              <a:rPr lang="en-US" altLang="zh-CN" sz="3200" dirty="0"/>
              <a:t>TSM</a:t>
            </a:r>
            <a:r>
              <a:rPr lang="zh-CN" altLang="en-US" sz="3200" dirty="0"/>
              <a:t>的设计目标是</a:t>
            </a:r>
            <a:r>
              <a:rPr lang="en-US" altLang="zh-CN" sz="3200" dirty="0"/>
              <a:t>:</a:t>
            </a:r>
          </a:p>
          <a:p>
            <a:r>
              <a:rPr lang="en-US" altLang="zh-CN" sz="3200" dirty="0"/>
              <a:t>a) </a:t>
            </a:r>
            <a:r>
              <a:rPr lang="zh-CN" altLang="en-US" sz="3200" dirty="0"/>
              <a:t>为应用程序调用 </a:t>
            </a:r>
            <a:r>
              <a:rPr lang="en-US" altLang="zh-CN" sz="3200" dirty="0"/>
              <a:t>TCM </a:t>
            </a:r>
            <a:r>
              <a:rPr lang="zh-CN" altLang="en-US" sz="3200" dirty="0"/>
              <a:t>安全保护功能提供一个入口点</a:t>
            </a:r>
            <a:r>
              <a:rPr lang="en-US" altLang="zh-CN" sz="3200" dirty="0"/>
              <a:t>;</a:t>
            </a:r>
          </a:p>
          <a:p>
            <a:r>
              <a:rPr lang="en-US" altLang="zh-CN" sz="3200" dirty="0"/>
              <a:t>b) </a:t>
            </a:r>
            <a:r>
              <a:rPr lang="zh-CN" altLang="en-US" sz="3200" dirty="0"/>
              <a:t>提供对 </a:t>
            </a:r>
            <a:r>
              <a:rPr lang="en-US" altLang="zh-CN" sz="3200" dirty="0"/>
              <a:t>TCM </a:t>
            </a:r>
            <a:r>
              <a:rPr lang="zh-CN" altLang="en-US" sz="3200" dirty="0"/>
              <a:t>的同步访问</a:t>
            </a:r>
            <a:r>
              <a:rPr lang="en-US" altLang="zh-CN" sz="3200" dirty="0"/>
              <a:t>;</a:t>
            </a:r>
          </a:p>
          <a:p>
            <a:r>
              <a:rPr lang="en-US" altLang="zh-CN" sz="3200" dirty="0"/>
              <a:t>c) </a:t>
            </a:r>
            <a:r>
              <a:rPr lang="zh-CN" altLang="en-US" sz="3200" dirty="0"/>
              <a:t>向应用程序隐藏 </a:t>
            </a:r>
            <a:r>
              <a:rPr lang="en-US" altLang="zh-CN" sz="3200" dirty="0"/>
              <a:t>TCM </a:t>
            </a:r>
            <a:r>
              <a:rPr lang="zh-CN" altLang="en-US" sz="3200" dirty="0"/>
              <a:t>所建立的功能命令</a:t>
            </a:r>
            <a:r>
              <a:rPr lang="en-US" altLang="zh-CN" sz="3200" dirty="0"/>
              <a:t>;</a:t>
            </a:r>
          </a:p>
          <a:p>
            <a:r>
              <a:rPr lang="en-US" altLang="zh-CN" sz="3200" dirty="0"/>
              <a:t>d) </a:t>
            </a:r>
            <a:r>
              <a:rPr lang="zh-CN" altLang="en-US" sz="3200" dirty="0"/>
              <a:t>管理 </a:t>
            </a:r>
            <a:r>
              <a:rPr lang="en-US" altLang="zh-CN" sz="3200" dirty="0"/>
              <a:t>TCM </a:t>
            </a:r>
            <a:r>
              <a:rPr lang="zh-CN" altLang="en-US" sz="3200" dirty="0"/>
              <a:t>资源。</a:t>
            </a:r>
          </a:p>
        </p:txBody>
      </p:sp>
      <p:sp>
        <p:nvSpPr>
          <p:cNvPr id="4" name="灯片编号占位符 3">
            <a:extLst>
              <a:ext uri="{FF2B5EF4-FFF2-40B4-BE49-F238E27FC236}">
                <a16:creationId xmlns:a16="http://schemas.microsoft.com/office/drawing/2014/main" id="{40A4FBAE-2896-495F-872F-ED036E4B330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2311727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8BEC63-9ABD-4B9F-956B-0F5756CF0B6C}"/>
              </a:ext>
            </a:extLst>
          </p:cNvPr>
          <p:cNvSpPr>
            <a:spLocks noGrp="1"/>
          </p:cNvSpPr>
          <p:nvPr>
            <p:ph type="title"/>
          </p:nvPr>
        </p:nvSpPr>
        <p:spPr/>
        <p:txBody>
          <a:bodyPr/>
          <a:lstStyle/>
          <a:p>
            <a:r>
              <a:rPr lang="zh-CN" altLang="en-US" dirty="0"/>
              <a:t>密码算法规范</a:t>
            </a:r>
          </a:p>
        </p:txBody>
      </p:sp>
      <p:sp>
        <p:nvSpPr>
          <p:cNvPr id="3" name="内容占位符 2">
            <a:extLst>
              <a:ext uri="{FF2B5EF4-FFF2-40B4-BE49-F238E27FC236}">
                <a16:creationId xmlns:a16="http://schemas.microsoft.com/office/drawing/2014/main" id="{F1D292C5-0200-434B-8F24-7FDA8502528F}"/>
              </a:ext>
            </a:extLst>
          </p:cNvPr>
          <p:cNvSpPr>
            <a:spLocks noGrp="1"/>
          </p:cNvSpPr>
          <p:nvPr>
            <p:ph idx="1"/>
          </p:nvPr>
        </p:nvSpPr>
        <p:spPr>
          <a:xfrm>
            <a:off x="381000" y="1916251"/>
            <a:ext cx="8296656" cy="3257166"/>
          </a:xfrm>
        </p:spPr>
        <p:txBody>
          <a:bodyPr/>
          <a:lstStyle/>
          <a:p>
            <a:pPr algn="just"/>
            <a:r>
              <a:rPr lang="zh-CN" altLang="en-US" sz="3200" dirty="0"/>
              <a:t>国家可信计算标准涉及的密码算法包括 </a:t>
            </a:r>
            <a:r>
              <a:rPr lang="en-US" altLang="zh-CN" sz="3200" dirty="0"/>
              <a:t>SM2 </a:t>
            </a:r>
            <a:r>
              <a:rPr lang="zh-CN" altLang="en-US" sz="3200" dirty="0"/>
              <a:t>椭圆曲线密码算法、</a:t>
            </a:r>
            <a:r>
              <a:rPr lang="en-US" altLang="zh-CN" sz="3200" dirty="0"/>
              <a:t>SM4 </a:t>
            </a:r>
            <a:r>
              <a:rPr lang="zh-CN" altLang="en-US" sz="3200" dirty="0"/>
              <a:t>对称密码算法、</a:t>
            </a:r>
            <a:r>
              <a:rPr lang="en-US" altLang="zh-CN" sz="3200" dirty="0"/>
              <a:t>SM3 </a:t>
            </a:r>
            <a:r>
              <a:rPr lang="zh-CN" altLang="en-US" sz="3200" dirty="0"/>
              <a:t>密码杂凑算法、</a:t>
            </a:r>
            <a:r>
              <a:rPr lang="en-US" altLang="zh-CN" sz="3200" dirty="0"/>
              <a:t>HMAC </a:t>
            </a:r>
            <a:r>
              <a:rPr lang="zh-CN" altLang="en-US" sz="3200" dirty="0"/>
              <a:t>消息认证码算法、随机数发生器。上述密码算法必须符合国家密码管理局管理要求并在可信密码模块内实现。</a:t>
            </a:r>
          </a:p>
        </p:txBody>
      </p:sp>
      <p:sp>
        <p:nvSpPr>
          <p:cNvPr id="4" name="灯片编号占位符 3">
            <a:extLst>
              <a:ext uri="{FF2B5EF4-FFF2-40B4-BE49-F238E27FC236}">
                <a16:creationId xmlns:a16="http://schemas.microsoft.com/office/drawing/2014/main" id="{E58EA608-84FF-4EDA-91E9-F3C1D1CA125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5171138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5F2AC8-26E3-4653-BA43-6008A1AB22C4}"/>
              </a:ext>
            </a:extLst>
          </p:cNvPr>
          <p:cNvSpPr>
            <a:spLocks noGrp="1"/>
          </p:cNvSpPr>
          <p:nvPr>
            <p:ph type="title"/>
          </p:nvPr>
        </p:nvSpPr>
        <p:spPr/>
        <p:txBody>
          <a:bodyPr/>
          <a:lstStyle/>
          <a:p>
            <a:r>
              <a:rPr lang="zh-CN" altLang="en-US" dirty="0"/>
              <a:t>密码算法规范</a:t>
            </a:r>
          </a:p>
        </p:txBody>
      </p:sp>
      <p:sp>
        <p:nvSpPr>
          <p:cNvPr id="3" name="内容占位符 2">
            <a:extLst>
              <a:ext uri="{FF2B5EF4-FFF2-40B4-BE49-F238E27FC236}">
                <a16:creationId xmlns:a16="http://schemas.microsoft.com/office/drawing/2014/main" id="{966091B9-9D17-4C46-AFD4-776B2FA7FCBF}"/>
              </a:ext>
            </a:extLst>
          </p:cNvPr>
          <p:cNvSpPr>
            <a:spLocks noGrp="1"/>
          </p:cNvSpPr>
          <p:nvPr>
            <p:ph idx="1"/>
          </p:nvPr>
        </p:nvSpPr>
        <p:spPr>
          <a:xfrm>
            <a:off x="432511" y="1143000"/>
            <a:ext cx="8296656" cy="3784941"/>
          </a:xfrm>
        </p:spPr>
        <p:txBody>
          <a:bodyPr/>
          <a:lstStyle/>
          <a:p>
            <a:pPr algn="just"/>
            <a:r>
              <a:rPr lang="en-US" altLang="zh-CN" sz="3200" dirty="0"/>
              <a:t>SM2</a:t>
            </a:r>
            <a:r>
              <a:rPr lang="zh-CN" altLang="en-US" sz="3200" dirty="0"/>
              <a:t>算法</a:t>
            </a:r>
            <a:r>
              <a:rPr lang="en-US" altLang="zh-CN" sz="3200" dirty="0"/>
              <a:t>, </a:t>
            </a:r>
            <a:r>
              <a:rPr lang="zh-CN" altLang="en-US" sz="3200" dirty="0"/>
              <a:t>其密钥位长为</a:t>
            </a:r>
            <a:r>
              <a:rPr lang="en-US" altLang="zh-CN" sz="3200" dirty="0"/>
              <a:t>m (m =256) </a:t>
            </a:r>
            <a:r>
              <a:rPr lang="zh-CN" altLang="en-US" sz="3200" dirty="0"/>
              <a:t>。</a:t>
            </a:r>
            <a:r>
              <a:rPr lang="en-US" altLang="zh-CN" sz="3200" dirty="0"/>
              <a:t>SM2 </a:t>
            </a:r>
            <a:r>
              <a:rPr lang="zh-CN" altLang="en-US" sz="3200" dirty="0"/>
              <a:t>算法包含</a:t>
            </a:r>
            <a:r>
              <a:rPr lang="en-US" altLang="zh-CN" sz="3200" dirty="0"/>
              <a:t>: </a:t>
            </a:r>
            <a:r>
              <a:rPr lang="zh-CN" altLang="en-US" sz="3200" dirty="0"/>
              <a:t>系统参数、密钥对生成、 数字签名算法</a:t>
            </a:r>
            <a:r>
              <a:rPr lang="en-US" altLang="zh-CN" sz="3200" dirty="0"/>
              <a:t>(SM2-1)</a:t>
            </a:r>
            <a:r>
              <a:rPr lang="zh-CN" altLang="en-US" sz="3200" dirty="0"/>
              <a:t>、密钥交换协议</a:t>
            </a:r>
            <a:r>
              <a:rPr lang="en-US" altLang="zh-CN" sz="3200" dirty="0"/>
              <a:t>(SM2-2) </a:t>
            </a:r>
            <a:r>
              <a:rPr lang="zh-CN" altLang="en-US" sz="3200" dirty="0"/>
              <a:t>和加密算法</a:t>
            </a:r>
            <a:r>
              <a:rPr lang="en-US" altLang="zh-CN" sz="3200" dirty="0"/>
              <a:t>(SM2-3) </a:t>
            </a:r>
            <a:r>
              <a:rPr lang="zh-CN" altLang="en-US" sz="3200" dirty="0"/>
              <a:t>共五个部分。</a:t>
            </a:r>
            <a:r>
              <a:rPr lang="en-US" altLang="zh-CN" sz="3200" dirty="0"/>
              <a:t>SM2</a:t>
            </a:r>
            <a:r>
              <a:rPr lang="zh-CN" altLang="en-US" sz="3200" dirty="0"/>
              <a:t>是基于椭圆曲线的密码算法。</a:t>
            </a:r>
          </a:p>
        </p:txBody>
      </p:sp>
      <p:sp>
        <p:nvSpPr>
          <p:cNvPr id="4" name="灯片编号占位符 3">
            <a:extLst>
              <a:ext uri="{FF2B5EF4-FFF2-40B4-BE49-F238E27FC236}">
                <a16:creationId xmlns:a16="http://schemas.microsoft.com/office/drawing/2014/main" id="{2C191C1F-788C-43D5-AA7B-DCB3AB54290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39841139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B1B9E9-9EA5-43FC-93D1-AF74AFE160F6}"/>
              </a:ext>
            </a:extLst>
          </p:cNvPr>
          <p:cNvSpPr>
            <a:spLocks noGrp="1"/>
          </p:cNvSpPr>
          <p:nvPr>
            <p:ph type="title"/>
          </p:nvPr>
        </p:nvSpPr>
        <p:spPr/>
        <p:txBody>
          <a:bodyPr/>
          <a:lstStyle/>
          <a:p>
            <a:r>
              <a:rPr lang="en-US" altLang="zh-CN" dirty="0"/>
              <a:t>SM2</a:t>
            </a:r>
            <a:r>
              <a:rPr lang="zh-CN" altLang="en-US" dirty="0"/>
              <a:t>算法密钥生成</a:t>
            </a:r>
          </a:p>
        </p:txBody>
      </p:sp>
      <p:sp>
        <p:nvSpPr>
          <p:cNvPr id="3" name="内容占位符 2">
            <a:extLst>
              <a:ext uri="{FF2B5EF4-FFF2-40B4-BE49-F238E27FC236}">
                <a16:creationId xmlns:a16="http://schemas.microsoft.com/office/drawing/2014/main" id="{D748E422-47E2-4919-AF1C-6DA5075DBF85}"/>
              </a:ext>
            </a:extLst>
          </p:cNvPr>
          <p:cNvSpPr>
            <a:spLocks noGrp="1"/>
          </p:cNvSpPr>
          <p:nvPr>
            <p:ph idx="1"/>
          </p:nvPr>
        </p:nvSpPr>
        <p:spPr>
          <a:xfrm>
            <a:off x="92054" y="1143000"/>
            <a:ext cx="8984439" cy="5410200"/>
          </a:xfrm>
        </p:spPr>
        <p:txBody>
          <a:bodyPr/>
          <a:lstStyle/>
          <a:p>
            <a:r>
              <a:rPr lang="en-US" altLang="zh-CN" sz="2400" dirty="0"/>
              <a:t>SM2 </a:t>
            </a:r>
            <a:r>
              <a:rPr lang="zh-CN" altLang="en-US" sz="2400" dirty="0"/>
              <a:t>的密钥对包括私钥</a:t>
            </a:r>
            <a:r>
              <a:rPr lang="en-US" altLang="zh-CN" sz="2400" dirty="0"/>
              <a:t>(</a:t>
            </a:r>
            <a:r>
              <a:rPr lang="zh-CN" altLang="en-US" sz="2400" dirty="0"/>
              <a:t>记为</a:t>
            </a:r>
            <a:r>
              <a:rPr lang="en-US" altLang="zh-CN" sz="2400" dirty="0"/>
              <a:t>d ) </a:t>
            </a:r>
            <a:r>
              <a:rPr lang="zh-CN" altLang="en-US" sz="2400" dirty="0"/>
              <a:t>和公钥</a:t>
            </a:r>
            <a:r>
              <a:rPr lang="en-US" altLang="zh-CN" sz="2400" dirty="0"/>
              <a:t>(</a:t>
            </a:r>
            <a:r>
              <a:rPr lang="zh-CN" altLang="en-US" sz="2400" dirty="0"/>
              <a:t>记为</a:t>
            </a:r>
            <a:r>
              <a:rPr lang="en-US" altLang="zh-CN" sz="2400" dirty="0"/>
              <a:t>Q) , </a:t>
            </a:r>
            <a:r>
              <a:rPr lang="zh-CN" altLang="en-US" sz="2400" dirty="0"/>
              <a:t>其中</a:t>
            </a:r>
            <a:r>
              <a:rPr lang="en-US" altLang="zh-CN" sz="2400" dirty="0"/>
              <a:t>d </a:t>
            </a:r>
            <a:r>
              <a:rPr lang="zh-CN" altLang="en-US" sz="2400" dirty="0"/>
              <a:t>为小于</a:t>
            </a:r>
            <a:r>
              <a:rPr lang="en-US" altLang="zh-CN" sz="2400" dirty="0"/>
              <a:t>n -1 </a:t>
            </a:r>
            <a:r>
              <a:rPr lang="zh-CN" altLang="en-US" sz="2400" dirty="0"/>
              <a:t>的一个随机的正整数</a:t>
            </a:r>
            <a:r>
              <a:rPr lang="en-US" altLang="zh-CN" sz="2400" dirty="0"/>
              <a:t>,Q </a:t>
            </a:r>
            <a:r>
              <a:rPr lang="zh-CN" altLang="en-US" sz="2400" dirty="0"/>
              <a:t>为曲线</a:t>
            </a:r>
            <a:r>
              <a:rPr lang="en-US" altLang="zh-CN" sz="2400" dirty="0"/>
              <a:t>E (</a:t>
            </a:r>
            <a:r>
              <a:rPr lang="en-US" altLang="zh-CN" sz="2400" dirty="0" err="1"/>
              <a:t>Fp</a:t>
            </a:r>
            <a:r>
              <a:rPr lang="en-US" altLang="zh-CN" sz="2400" dirty="0"/>
              <a:t>) </a:t>
            </a:r>
            <a:r>
              <a:rPr lang="zh-CN" altLang="en-US" sz="2400" dirty="0"/>
              <a:t>上的一个非无穷远点且满足</a:t>
            </a:r>
            <a:r>
              <a:rPr lang="en-US" altLang="zh-CN" sz="2400" dirty="0"/>
              <a:t>Q =</a:t>
            </a:r>
            <a:r>
              <a:rPr lang="en-US" altLang="zh-CN" sz="2400" dirty="0" err="1"/>
              <a:t>dG</a:t>
            </a:r>
            <a:r>
              <a:rPr lang="en-US" altLang="zh-CN" sz="2400" dirty="0"/>
              <a:t>(</a:t>
            </a:r>
            <a:r>
              <a:rPr lang="zh-CN" altLang="en-US" sz="2400" dirty="0"/>
              <a:t>即连续</a:t>
            </a:r>
            <a:r>
              <a:rPr lang="en-US" altLang="zh-CN" sz="2400" dirty="0"/>
              <a:t>d </a:t>
            </a:r>
            <a:r>
              <a:rPr lang="zh-CN" altLang="en-US" sz="2400" dirty="0"/>
              <a:t>个 </a:t>
            </a:r>
            <a:r>
              <a:rPr lang="en-US" altLang="zh-CN" sz="2400" dirty="0"/>
              <a:t>G </a:t>
            </a:r>
            <a:r>
              <a:rPr lang="zh-CN" altLang="en-US" sz="2400" dirty="0"/>
              <a:t>点“相加”</a:t>
            </a:r>
            <a:r>
              <a:rPr lang="en-US" altLang="zh-CN" sz="2400" dirty="0"/>
              <a:t>, </a:t>
            </a:r>
            <a:r>
              <a:rPr lang="zh-CN" altLang="en-US" sz="2400" dirty="0"/>
              <a:t>简称为“点乘”</a:t>
            </a:r>
            <a:r>
              <a:rPr lang="en-US" altLang="zh-CN" sz="2400" dirty="0"/>
              <a:t>) </a:t>
            </a:r>
            <a:r>
              <a:rPr lang="zh-CN" altLang="en-US" sz="2400" dirty="0"/>
              <a:t>。</a:t>
            </a:r>
          </a:p>
          <a:p>
            <a:r>
              <a:rPr lang="zh-CN" altLang="en-US" sz="2400" dirty="0"/>
              <a:t>输入参数</a:t>
            </a:r>
            <a:r>
              <a:rPr lang="en-US" altLang="zh-CN" sz="2400" dirty="0"/>
              <a:t>:</a:t>
            </a:r>
            <a:r>
              <a:rPr lang="zh-CN" altLang="en-US" sz="2400" dirty="0"/>
              <a:t>无</a:t>
            </a:r>
          </a:p>
          <a:p>
            <a:r>
              <a:rPr lang="zh-CN" altLang="en-US" sz="2400" dirty="0"/>
              <a:t>输出参数</a:t>
            </a:r>
            <a:r>
              <a:rPr lang="en-US" altLang="zh-CN" sz="2400" dirty="0"/>
              <a:t>: d : </a:t>
            </a:r>
            <a:r>
              <a:rPr lang="zh-CN" altLang="en-US" sz="2400" dirty="0"/>
              <a:t>私钥，</a:t>
            </a:r>
            <a:r>
              <a:rPr lang="en-US" altLang="zh-CN" sz="2400" dirty="0"/>
              <a:t>Q: </a:t>
            </a:r>
            <a:r>
              <a:rPr lang="zh-CN" altLang="en-US" sz="2400" dirty="0"/>
              <a:t>公钥 </a:t>
            </a:r>
            <a:r>
              <a:rPr lang="en-US" altLang="zh-CN" sz="2400" dirty="0"/>
              <a:t>Q =</a:t>
            </a:r>
            <a:r>
              <a:rPr lang="en-US" altLang="zh-CN" sz="2400" dirty="0" err="1"/>
              <a:t>dG</a:t>
            </a:r>
            <a:endParaRPr lang="en-US" altLang="zh-CN" sz="2400" dirty="0"/>
          </a:p>
          <a:p>
            <a:pPr marL="0" indent="0">
              <a:buNone/>
            </a:pPr>
            <a:r>
              <a:rPr lang="zh-CN" altLang="en-US" sz="2400" dirty="0"/>
              <a:t>说明</a:t>
            </a:r>
            <a:r>
              <a:rPr lang="en-US" altLang="zh-CN" sz="2400" dirty="0"/>
              <a:t>:</a:t>
            </a:r>
          </a:p>
          <a:p>
            <a:r>
              <a:rPr lang="en-US" altLang="zh-CN" sz="2400" dirty="0"/>
              <a:t>a) E (</a:t>
            </a:r>
            <a:r>
              <a:rPr lang="en-US" altLang="zh-CN" sz="2400" dirty="0" err="1"/>
              <a:t>Fp</a:t>
            </a:r>
            <a:r>
              <a:rPr lang="en-US" altLang="zh-CN" sz="2400" dirty="0"/>
              <a:t> ) </a:t>
            </a:r>
            <a:r>
              <a:rPr lang="zh-CN" altLang="en-US" sz="2400" dirty="0"/>
              <a:t>上的两个点“相加”是一个较复杂的运算过程</a:t>
            </a:r>
            <a:r>
              <a:rPr lang="en-US" altLang="zh-CN" sz="2400" dirty="0"/>
              <a:t>(</a:t>
            </a:r>
            <a:r>
              <a:rPr lang="zh-CN" altLang="en-US" sz="2400" dirty="0"/>
              <a:t>与普通的整数加法不同</a:t>
            </a:r>
            <a:r>
              <a:rPr lang="en-US" altLang="zh-CN" sz="2400" dirty="0"/>
              <a:t>) ,O </a:t>
            </a:r>
            <a:r>
              <a:rPr lang="zh-CN" altLang="en-US" sz="2400" dirty="0"/>
              <a:t>与</a:t>
            </a:r>
            <a:r>
              <a:rPr lang="en-US" altLang="zh-CN" sz="2400" dirty="0"/>
              <a:t>E (</a:t>
            </a:r>
            <a:r>
              <a:rPr lang="en-US" altLang="zh-CN" sz="2400" dirty="0" err="1"/>
              <a:t>Fp</a:t>
            </a:r>
            <a:r>
              <a:rPr lang="en-US" altLang="zh-CN" sz="2400" dirty="0"/>
              <a:t> ) </a:t>
            </a:r>
            <a:r>
              <a:rPr lang="zh-CN" altLang="en-US" sz="2400" dirty="0"/>
              <a:t>上的任意点 </a:t>
            </a:r>
            <a:r>
              <a:rPr lang="en-US" altLang="zh-CN" sz="2400" dirty="0"/>
              <a:t>P“</a:t>
            </a:r>
            <a:r>
              <a:rPr lang="zh-CN" altLang="en-US" sz="2400" dirty="0"/>
              <a:t>相加”结果仍为 </a:t>
            </a:r>
            <a:r>
              <a:rPr lang="en-US" altLang="zh-CN" sz="2400" dirty="0"/>
              <a:t>P, “</a:t>
            </a:r>
            <a:r>
              <a:rPr lang="zh-CN" altLang="en-US" sz="2400" dirty="0"/>
              <a:t>相加”是一个可结合、 可交换的运算。</a:t>
            </a:r>
          </a:p>
          <a:p>
            <a:r>
              <a:rPr lang="en-US" altLang="zh-CN" sz="2400" dirty="0"/>
              <a:t>b) Q = (</a:t>
            </a:r>
            <a:r>
              <a:rPr lang="en-US" altLang="zh-CN" sz="2400" dirty="0" err="1"/>
              <a:t>xQ</a:t>
            </a:r>
            <a:r>
              <a:rPr lang="en-US" altLang="zh-CN" sz="2400" dirty="0"/>
              <a:t> , </a:t>
            </a:r>
            <a:r>
              <a:rPr lang="en-US" altLang="zh-CN" sz="2400" dirty="0" err="1"/>
              <a:t>yQ</a:t>
            </a:r>
            <a:r>
              <a:rPr lang="en-US" altLang="zh-CN" sz="2400" dirty="0"/>
              <a:t> ) ∈E (</a:t>
            </a:r>
            <a:r>
              <a:rPr lang="en-US" altLang="zh-CN" sz="2400" dirty="0" err="1"/>
              <a:t>Fp</a:t>
            </a:r>
            <a:r>
              <a:rPr lang="en-US" altLang="zh-CN" sz="2400" dirty="0"/>
              <a:t> ) ,Q ≠O, </a:t>
            </a:r>
            <a:r>
              <a:rPr lang="zh-CN" altLang="en-US" sz="2400" dirty="0"/>
              <a:t>可以看作一个有序整数对</a:t>
            </a:r>
            <a:r>
              <a:rPr lang="en-US" altLang="zh-CN" sz="2400" dirty="0"/>
              <a:t>;</a:t>
            </a:r>
          </a:p>
          <a:p>
            <a:r>
              <a:rPr lang="en-US" altLang="zh-CN" sz="2400" dirty="0"/>
              <a:t>SM2 </a:t>
            </a:r>
            <a:r>
              <a:rPr lang="zh-CN" altLang="en-US" sz="2400" dirty="0"/>
              <a:t>系统参数作为公共参数</a:t>
            </a:r>
            <a:r>
              <a:rPr lang="en-US" altLang="zh-CN" sz="2400" dirty="0"/>
              <a:t>, </a:t>
            </a:r>
            <a:r>
              <a:rPr lang="zh-CN" altLang="en-US" sz="2400" dirty="0"/>
              <a:t>可以在所有的平台和系统之间公开共享。</a:t>
            </a:r>
          </a:p>
        </p:txBody>
      </p:sp>
      <p:sp>
        <p:nvSpPr>
          <p:cNvPr id="4" name="灯片编号占位符 3">
            <a:extLst>
              <a:ext uri="{FF2B5EF4-FFF2-40B4-BE49-F238E27FC236}">
                <a16:creationId xmlns:a16="http://schemas.microsoft.com/office/drawing/2014/main" id="{98B4DF4F-B844-4670-8276-42218A85BF6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17429058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A9F9AC-EE53-401C-9F45-BCCA341FEB9F}"/>
              </a:ext>
            </a:extLst>
          </p:cNvPr>
          <p:cNvSpPr>
            <a:spLocks noGrp="1"/>
          </p:cNvSpPr>
          <p:nvPr>
            <p:ph type="title"/>
          </p:nvPr>
        </p:nvSpPr>
        <p:spPr/>
        <p:txBody>
          <a:bodyPr/>
          <a:lstStyle/>
          <a:p>
            <a:r>
              <a:rPr lang="en-US" altLang="zh-CN" dirty="0"/>
              <a:t>SM2-1 </a:t>
            </a:r>
            <a:r>
              <a:rPr lang="zh-CN" altLang="en-US" dirty="0"/>
              <a:t>数字签名算法</a:t>
            </a:r>
          </a:p>
        </p:txBody>
      </p:sp>
      <p:sp>
        <p:nvSpPr>
          <p:cNvPr id="3" name="内容占位符 2">
            <a:extLst>
              <a:ext uri="{FF2B5EF4-FFF2-40B4-BE49-F238E27FC236}">
                <a16:creationId xmlns:a16="http://schemas.microsoft.com/office/drawing/2014/main" id="{16ACA75B-9257-4888-B936-A5F5728194AC}"/>
              </a:ext>
            </a:extLst>
          </p:cNvPr>
          <p:cNvSpPr>
            <a:spLocks noGrp="1"/>
          </p:cNvSpPr>
          <p:nvPr>
            <p:ph idx="1"/>
          </p:nvPr>
        </p:nvSpPr>
        <p:spPr/>
        <p:txBody>
          <a:bodyPr/>
          <a:lstStyle/>
          <a:p>
            <a:pPr algn="just"/>
            <a:r>
              <a:rPr lang="zh-CN" altLang="en-US" sz="2800" dirty="0"/>
              <a:t>数字签名是书写签名的电子形式。数字签名可以向第三方证明消息是由声称的始发者所签。与书写签名不同</a:t>
            </a:r>
            <a:r>
              <a:rPr lang="en-US" altLang="zh-CN" sz="2800" dirty="0"/>
              <a:t>, </a:t>
            </a:r>
            <a:r>
              <a:rPr lang="zh-CN" altLang="en-US" sz="2800" dirty="0"/>
              <a:t>数字签名要验证消息的完整性。对存储的数据和程序产生数字签名</a:t>
            </a:r>
            <a:r>
              <a:rPr lang="en-US" altLang="zh-CN" sz="2800" dirty="0"/>
              <a:t>, </a:t>
            </a:r>
            <a:r>
              <a:rPr lang="zh-CN" altLang="en-US" sz="2800" dirty="0"/>
              <a:t>使得在以后的任何时刻都可以验证数据和程序的完整性。</a:t>
            </a:r>
          </a:p>
          <a:p>
            <a:pPr algn="just"/>
            <a:r>
              <a:rPr lang="zh-CN" altLang="en-US" sz="2800" dirty="0"/>
              <a:t>数字签名算法流程是由一个签名者对数据产生数字签名</a:t>
            </a:r>
            <a:r>
              <a:rPr lang="en-US" altLang="zh-CN" sz="2800" dirty="0"/>
              <a:t>, </a:t>
            </a:r>
            <a:r>
              <a:rPr lang="zh-CN" altLang="en-US" sz="2800" dirty="0"/>
              <a:t>并由一个验证者验证签名的正确性。每个签名者有一个公钥和一个私钥</a:t>
            </a:r>
            <a:r>
              <a:rPr lang="en-US" altLang="zh-CN" sz="2800" dirty="0"/>
              <a:t>, </a:t>
            </a:r>
            <a:r>
              <a:rPr lang="zh-CN" altLang="en-US" sz="2800" dirty="0"/>
              <a:t>其中私钥用于产生签名</a:t>
            </a:r>
            <a:r>
              <a:rPr lang="en-US" altLang="zh-CN" sz="2800" dirty="0"/>
              <a:t>, </a:t>
            </a:r>
            <a:r>
              <a:rPr lang="zh-CN" altLang="en-US" sz="2800" dirty="0"/>
              <a:t>验证者用签名者的公钥验证签名的正确性。</a:t>
            </a:r>
          </a:p>
          <a:p>
            <a:pPr algn="just"/>
            <a:r>
              <a:rPr lang="zh-CN" altLang="en-US" sz="2800" dirty="0"/>
              <a:t>在签名的生成和验证过程之前</a:t>
            </a:r>
            <a:r>
              <a:rPr lang="en-US" altLang="zh-CN" sz="2800" dirty="0"/>
              <a:t>, </a:t>
            </a:r>
            <a:r>
              <a:rPr lang="zh-CN" altLang="en-US" sz="2800" dirty="0"/>
              <a:t>都要用密码杂凑函数对待签消息 </a:t>
            </a:r>
            <a:r>
              <a:rPr lang="en-US" altLang="zh-CN" sz="2800" dirty="0"/>
              <a:t>M </a:t>
            </a:r>
            <a:r>
              <a:rPr lang="zh-CN" altLang="en-US" sz="2800" dirty="0"/>
              <a:t>和待验证消息进行杂凑运算。</a:t>
            </a:r>
          </a:p>
        </p:txBody>
      </p:sp>
      <p:sp>
        <p:nvSpPr>
          <p:cNvPr id="4" name="灯片编号占位符 3">
            <a:extLst>
              <a:ext uri="{FF2B5EF4-FFF2-40B4-BE49-F238E27FC236}">
                <a16:creationId xmlns:a16="http://schemas.microsoft.com/office/drawing/2014/main" id="{50FEAB03-AF91-4C0D-BCE7-A7F6F91137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18252188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16BD2-1862-41EC-B367-A3CD46AC50E7}"/>
              </a:ext>
            </a:extLst>
          </p:cNvPr>
          <p:cNvSpPr>
            <a:spLocks noGrp="1"/>
          </p:cNvSpPr>
          <p:nvPr>
            <p:ph type="title"/>
          </p:nvPr>
        </p:nvSpPr>
        <p:spPr/>
        <p:txBody>
          <a:bodyPr/>
          <a:lstStyle/>
          <a:p>
            <a:r>
              <a:rPr lang="en-US" altLang="zh-CN" dirty="0"/>
              <a:t>SM2-3 </a:t>
            </a:r>
            <a:r>
              <a:rPr lang="zh-CN" altLang="en-US" dirty="0"/>
              <a:t>公钥加密算法</a:t>
            </a:r>
          </a:p>
        </p:txBody>
      </p:sp>
      <p:sp>
        <p:nvSpPr>
          <p:cNvPr id="3" name="内容占位符 2">
            <a:extLst>
              <a:ext uri="{FF2B5EF4-FFF2-40B4-BE49-F238E27FC236}">
                <a16:creationId xmlns:a16="http://schemas.microsoft.com/office/drawing/2014/main" id="{49AEE266-A234-4EC5-B19F-861576660C5B}"/>
              </a:ext>
            </a:extLst>
          </p:cNvPr>
          <p:cNvSpPr>
            <a:spLocks noGrp="1"/>
          </p:cNvSpPr>
          <p:nvPr>
            <p:ph idx="1"/>
          </p:nvPr>
        </p:nvSpPr>
        <p:spPr/>
        <p:txBody>
          <a:bodyPr/>
          <a:lstStyle/>
          <a:p>
            <a:r>
              <a:rPr lang="en-US" altLang="zh-CN" sz="3200" dirty="0"/>
              <a:t>SM2-3 </a:t>
            </a:r>
            <a:r>
              <a:rPr lang="zh-CN" altLang="en-US" sz="3200" dirty="0"/>
              <a:t>可提供消息的机密性。在</a:t>
            </a:r>
            <a:r>
              <a:rPr lang="en-US" altLang="zh-CN" sz="3200" dirty="0"/>
              <a:t>SM2 </a:t>
            </a:r>
            <a:r>
              <a:rPr lang="zh-CN" altLang="en-US" sz="3200" dirty="0"/>
              <a:t>公钥加密算法中</a:t>
            </a:r>
            <a:r>
              <a:rPr lang="en-US" altLang="zh-CN" sz="3200" dirty="0"/>
              <a:t>, </a:t>
            </a:r>
            <a:r>
              <a:rPr lang="zh-CN" altLang="en-US" sz="3200" dirty="0"/>
              <a:t>公钥用于加密</a:t>
            </a:r>
            <a:r>
              <a:rPr lang="en-US" altLang="zh-CN" sz="3200" dirty="0"/>
              <a:t>, </a:t>
            </a:r>
            <a:r>
              <a:rPr lang="zh-CN" altLang="en-US" sz="3200" dirty="0"/>
              <a:t>私钥用于解密。国标中的</a:t>
            </a:r>
            <a:r>
              <a:rPr lang="en-US" altLang="zh-CN" sz="3200" dirty="0"/>
              <a:t>SM2 </a:t>
            </a:r>
            <a:r>
              <a:rPr lang="zh-CN" altLang="en-US" sz="3200" dirty="0"/>
              <a:t>公钥加密算法包括两个方面</a:t>
            </a:r>
            <a:r>
              <a:rPr lang="en-US" altLang="zh-CN" sz="3200" dirty="0"/>
              <a:t>: </a:t>
            </a:r>
            <a:r>
              <a:rPr lang="zh-CN" altLang="en-US" sz="3200" dirty="0"/>
              <a:t>一方面是发送者用接收者的公钥将信息加密成密文</a:t>
            </a:r>
            <a:r>
              <a:rPr lang="en-US" altLang="zh-CN" sz="3200" dirty="0"/>
              <a:t>;</a:t>
            </a:r>
            <a:r>
              <a:rPr lang="zh-CN" altLang="en-US" sz="3200" dirty="0"/>
              <a:t>另一方面是接收者用自己的私钥对收到的密文进行解密还原成原始信息。可信计算平台中的</a:t>
            </a:r>
            <a:r>
              <a:rPr lang="en-US" altLang="zh-CN" sz="3200" dirty="0"/>
              <a:t>SM2 </a:t>
            </a:r>
            <a:r>
              <a:rPr lang="zh-CN" altLang="en-US" sz="3200" dirty="0"/>
              <a:t>公钥加密算法用于加密对称密钥和随机数等敏感信息</a:t>
            </a:r>
            <a:r>
              <a:rPr lang="en-US" altLang="zh-CN" sz="3200" dirty="0"/>
              <a:t>, </a:t>
            </a:r>
            <a:r>
              <a:rPr lang="zh-CN" altLang="en-US" sz="3200" dirty="0"/>
              <a:t>公钥加密的明文信息的字节长度是可变的。</a:t>
            </a:r>
          </a:p>
        </p:txBody>
      </p:sp>
      <p:sp>
        <p:nvSpPr>
          <p:cNvPr id="4" name="灯片编号占位符 3">
            <a:extLst>
              <a:ext uri="{FF2B5EF4-FFF2-40B4-BE49-F238E27FC236}">
                <a16:creationId xmlns:a16="http://schemas.microsoft.com/office/drawing/2014/main" id="{42884703-5F2F-4BC5-8672-A2811DDFAAE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34953584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DD582-ADD5-4435-A250-F858930DF3F9}"/>
              </a:ext>
            </a:extLst>
          </p:cNvPr>
          <p:cNvSpPr>
            <a:spLocks noGrp="1"/>
          </p:cNvSpPr>
          <p:nvPr>
            <p:ph type="title"/>
          </p:nvPr>
        </p:nvSpPr>
        <p:spPr/>
        <p:txBody>
          <a:bodyPr/>
          <a:lstStyle/>
          <a:p>
            <a:r>
              <a:rPr lang="en-US" altLang="zh-CN" dirty="0"/>
              <a:t>SM2-2 </a:t>
            </a:r>
            <a:r>
              <a:rPr lang="zh-CN" altLang="en-US" dirty="0"/>
              <a:t>密钥交换协议</a:t>
            </a:r>
          </a:p>
        </p:txBody>
      </p:sp>
      <p:sp>
        <p:nvSpPr>
          <p:cNvPr id="3" name="内容占位符 2">
            <a:extLst>
              <a:ext uri="{FF2B5EF4-FFF2-40B4-BE49-F238E27FC236}">
                <a16:creationId xmlns:a16="http://schemas.microsoft.com/office/drawing/2014/main" id="{CE03EDDF-DC07-4EF7-BE07-D5FBCB2FEB7E}"/>
              </a:ext>
            </a:extLst>
          </p:cNvPr>
          <p:cNvSpPr>
            <a:spLocks noGrp="1"/>
          </p:cNvSpPr>
          <p:nvPr>
            <p:ph idx="1"/>
          </p:nvPr>
        </p:nvSpPr>
        <p:spPr/>
        <p:txBody>
          <a:bodyPr/>
          <a:lstStyle/>
          <a:p>
            <a:pPr algn="just"/>
            <a:r>
              <a:rPr lang="zh-CN" altLang="en-US" sz="2400" dirty="0"/>
              <a:t>密钥交换协议是在两个用户 </a:t>
            </a:r>
            <a:r>
              <a:rPr lang="en-US" altLang="zh-CN" sz="2400" dirty="0"/>
              <a:t>A </a:t>
            </a:r>
            <a:r>
              <a:rPr lang="zh-CN" altLang="en-US" sz="2400" dirty="0"/>
              <a:t>和 </a:t>
            </a:r>
            <a:r>
              <a:rPr lang="en-US" altLang="zh-CN" sz="2400" dirty="0"/>
              <a:t>B </a:t>
            </a:r>
            <a:r>
              <a:rPr lang="zh-CN" altLang="en-US" sz="2400" dirty="0"/>
              <a:t>之间建立一个共享秘密密钥的协商过程</a:t>
            </a:r>
            <a:r>
              <a:rPr lang="en-US" altLang="zh-CN" sz="2400" dirty="0"/>
              <a:t>, </a:t>
            </a:r>
            <a:r>
              <a:rPr lang="zh-CN" altLang="en-US" sz="2400" dirty="0"/>
              <a:t>通过这种方式能够确定一个共享秘密密钥的值。设密钥协商双方为 </a:t>
            </a:r>
            <a:r>
              <a:rPr lang="en-US" altLang="zh-CN" sz="2400" dirty="0"/>
              <a:t>A</a:t>
            </a:r>
            <a:r>
              <a:rPr lang="zh-CN" altLang="en-US" sz="2400" dirty="0"/>
              <a:t>、</a:t>
            </a:r>
            <a:r>
              <a:rPr lang="en-US" altLang="zh-CN" sz="2400" dirty="0"/>
              <a:t>B, </a:t>
            </a:r>
            <a:r>
              <a:rPr lang="zh-CN" altLang="en-US" sz="2400" dirty="0"/>
              <a:t>其密钥对分别为</a:t>
            </a:r>
            <a:r>
              <a:rPr lang="en-US" altLang="zh-CN" sz="2400" dirty="0"/>
              <a:t>(d</a:t>
            </a:r>
            <a:r>
              <a:rPr lang="en-US" altLang="zh-CN" sz="2400" baseline="-25000" dirty="0"/>
              <a:t>A</a:t>
            </a:r>
            <a:r>
              <a:rPr lang="en-US" altLang="zh-CN" sz="2400" dirty="0"/>
              <a:t>, Q</a:t>
            </a:r>
            <a:r>
              <a:rPr lang="en-US" altLang="zh-CN" sz="2400" baseline="-25000" dirty="0"/>
              <a:t>A</a:t>
            </a:r>
            <a:r>
              <a:rPr lang="en-US" altLang="zh-CN" sz="2400" dirty="0"/>
              <a:t>) </a:t>
            </a:r>
            <a:r>
              <a:rPr lang="zh-CN" altLang="en-US" sz="2400" dirty="0"/>
              <a:t>和</a:t>
            </a:r>
            <a:r>
              <a:rPr lang="en-US" altLang="zh-CN" sz="2400" dirty="0"/>
              <a:t>(d</a:t>
            </a:r>
            <a:r>
              <a:rPr lang="en-US" altLang="zh-CN" sz="2400" baseline="-25000" dirty="0"/>
              <a:t>B</a:t>
            </a:r>
            <a:r>
              <a:rPr lang="en-US" altLang="zh-CN" sz="2400" dirty="0"/>
              <a:t>, Q</a:t>
            </a:r>
            <a:r>
              <a:rPr lang="en-US" altLang="zh-CN" sz="2400" baseline="-25000" dirty="0"/>
              <a:t>B</a:t>
            </a:r>
            <a:r>
              <a:rPr lang="en-US" altLang="zh-CN" sz="2400" dirty="0"/>
              <a:t>) , </a:t>
            </a:r>
            <a:r>
              <a:rPr lang="zh-CN" altLang="en-US" sz="2400" dirty="0"/>
              <a:t>双方需要获得的密钥数据的比特长度为</a:t>
            </a:r>
            <a:r>
              <a:rPr lang="en-US" altLang="zh-CN" sz="2400" dirty="0" err="1"/>
              <a:t>klen</a:t>
            </a:r>
            <a:r>
              <a:rPr lang="en-US" altLang="zh-CN" sz="2400" dirty="0"/>
              <a:t> </a:t>
            </a:r>
            <a:r>
              <a:rPr lang="zh-CN" altLang="en-US" sz="2400" dirty="0"/>
              <a:t>。 密钥交换协议分为两个阶段。</a:t>
            </a:r>
          </a:p>
        </p:txBody>
      </p:sp>
      <p:sp>
        <p:nvSpPr>
          <p:cNvPr id="4" name="灯片编号占位符 3">
            <a:extLst>
              <a:ext uri="{FF2B5EF4-FFF2-40B4-BE49-F238E27FC236}">
                <a16:creationId xmlns:a16="http://schemas.microsoft.com/office/drawing/2014/main" id="{3448321C-46FB-4CFE-936D-B61F50D0D21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pic>
        <p:nvPicPr>
          <p:cNvPr id="6" name="图片 5">
            <a:extLst>
              <a:ext uri="{FF2B5EF4-FFF2-40B4-BE49-F238E27FC236}">
                <a16:creationId xmlns:a16="http://schemas.microsoft.com/office/drawing/2014/main" id="{3B81B6A8-544C-4D4F-BCFF-2F2579242F5A}"/>
              </a:ext>
            </a:extLst>
          </p:cNvPr>
          <p:cNvPicPr>
            <a:picLocks noChangeAspect="1"/>
          </p:cNvPicPr>
          <p:nvPr/>
        </p:nvPicPr>
        <p:blipFill>
          <a:blip r:embed="rId2"/>
          <a:stretch>
            <a:fillRect/>
          </a:stretch>
        </p:blipFill>
        <p:spPr>
          <a:xfrm>
            <a:off x="350901" y="3306260"/>
            <a:ext cx="8459876" cy="2752801"/>
          </a:xfrm>
          <a:prstGeom prst="rect">
            <a:avLst/>
          </a:prstGeom>
        </p:spPr>
      </p:pic>
    </p:spTree>
    <p:extLst>
      <p:ext uri="{BB962C8B-B14F-4D97-AF65-F5344CB8AC3E}">
        <p14:creationId xmlns:p14="http://schemas.microsoft.com/office/powerpoint/2010/main" val="27537485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D21992-8FB5-4F05-9541-B4B2490E597D}"/>
              </a:ext>
            </a:extLst>
          </p:cNvPr>
          <p:cNvSpPr>
            <a:spLocks noGrp="1"/>
          </p:cNvSpPr>
          <p:nvPr>
            <p:ph type="title"/>
          </p:nvPr>
        </p:nvSpPr>
        <p:spPr/>
        <p:txBody>
          <a:bodyPr/>
          <a:lstStyle/>
          <a:p>
            <a:r>
              <a:rPr lang="en-US" altLang="zh-CN" dirty="0"/>
              <a:t>SM3</a:t>
            </a:r>
            <a:endParaRPr lang="zh-CN" altLang="en-US" dirty="0"/>
          </a:p>
        </p:txBody>
      </p:sp>
      <p:sp>
        <p:nvSpPr>
          <p:cNvPr id="3" name="内容占位符 2">
            <a:extLst>
              <a:ext uri="{FF2B5EF4-FFF2-40B4-BE49-F238E27FC236}">
                <a16:creationId xmlns:a16="http://schemas.microsoft.com/office/drawing/2014/main" id="{A3F5B6ED-FFC9-4C2A-85E7-1310CDCCD4B8}"/>
              </a:ext>
            </a:extLst>
          </p:cNvPr>
          <p:cNvSpPr>
            <a:spLocks noGrp="1"/>
          </p:cNvSpPr>
          <p:nvPr>
            <p:ph idx="1"/>
          </p:nvPr>
        </p:nvSpPr>
        <p:spPr>
          <a:xfrm>
            <a:off x="432511" y="1143000"/>
            <a:ext cx="8545792" cy="5410200"/>
          </a:xfrm>
        </p:spPr>
        <p:txBody>
          <a:bodyPr/>
          <a:lstStyle/>
          <a:p>
            <a:pPr algn="just"/>
            <a:r>
              <a:rPr lang="zh-CN" altLang="en-US" sz="2800" dirty="0"/>
              <a:t>标准规定密码杂凑算法为</a:t>
            </a:r>
            <a:r>
              <a:rPr lang="en-US" altLang="zh-CN" sz="2800" dirty="0"/>
              <a:t>SM3</a:t>
            </a:r>
            <a:r>
              <a:rPr lang="zh-CN" altLang="en-US" sz="2800" dirty="0"/>
              <a:t>。对于给定的长度为</a:t>
            </a:r>
            <a:r>
              <a:rPr lang="en-US" altLang="zh-CN" sz="2800" dirty="0"/>
              <a:t>k (k &lt;264 ) </a:t>
            </a:r>
            <a:r>
              <a:rPr lang="zh-CN" altLang="en-US" sz="2800" dirty="0"/>
              <a:t>的消息</a:t>
            </a:r>
            <a:r>
              <a:rPr lang="en-US" altLang="zh-CN" sz="2800" dirty="0"/>
              <a:t>,SM3 </a:t>
            </a:r>
            <a:r>
              <a:rPr lang="zh-CN" altLang="en-US" sz="2800" dirty="0"/>
              <a:t>密码杂凑算法经过填充、 迭代压缩和选裁</a:t>
            </a:r>
            <a:r>
              <a:rPr lang="en-US" altLang="zh-CN" sz="2800" dirty="0"/>
              <a:t>, </a:t>
            </a:r>
            <a:r>
              <a:rPr lang="zh-CN" altLang="en-US" sz="2800" dirty="0"/>
              <a:t>生成杂凑值。经预处理过的消息分组长度为</a:t>
            </a:r>
            <a:r>
              <a:rPr lang="en-US" altLang="zh-CN" sz="2800" dirty="0"/>
              <a:t>512 </a:t>
            </a:r>
            <a:r>
              <a:rPr lang="zh-CN" altLang="en-US" sz="2800" dirty="0"/>
              <a:t>比特</a:t>
            </a:r>
            <a:r>
              <a:rPr lang="en-US" altLang="zh-CN" sz="2800" dirty="0"/>
              <a:t>, TCM</a:t>
            </a:r>
            <a:r>
              <a:rPr lang="zh-CN" altLang="en-US" sz="2800" dirty="0"/>
              <a:t>标准选用的杂凑值长度为</a:t>
            </a:r>
            <a:r>
              <a:rPr lang="en-US" altLang="zh-CN" sz="2800" dirty="0"/>
              <a:t>256 </a:t>
            </a:r>
            <a:r>
              <a:rPr lang="zh-CN" altLang="en-US" sz="2800" dirty="0"/>
              <a:t>比特。</a:t>
            </a:r>
            <a:endParaRPr lang="en-US" altLang="zh-CN" sz="2800" dirty="0"/>
          </a:p>
          <a:p>
            <a:r>
              <a:rPr lang="zh-CN" altLang="en-US" sz="2800" dirty="0"/>
              <a:t>输入参数：</a:t>
            </a:r>
            <a:r>
              <a:rPr lang="en-US" altLang="zh-CN" sz="2800" dirty="0"/>
              <a:t>512 </a:t>
            </a:r>
            <a:r>
              <a:rPr lang="zh-CN" altLang="en-US" sz="2800" dirty="0"/>
              <a:t>比特长度的消息</a:t>
            </a:r>
          </a:p>
          <a:p>
            <a:r>
              <a:rPr lang="zh-CN" altLang="en-US" sz="2800" dirty="0"/>
              <a:t>输出参数：</a:t>
            </a:r>
            <a:r>
              <a:rPr lang="en-US" altLang="zh-CN" sz="2800" dirty="0"/>
              <a:t>256 </a:t>
            </a:r>
            <a:r>
              <a:rPr lang="zh-CN" altLang="en-US" sz="2800" dirty="0"/>
              <a:t>比特长度的摘要</a:t>
            </a:r>
          </a:p>
        </p:txBody>
      </p:sp>
      <p:sp>
        <p:nvSpPr>
          <p:cNvPr id="4" name="灯片编号占位符 3">
            <a:extLst>
              <a:ext uri="{FF2B5EF4-FFF2-40B4-BE49-F238E27FC236}">
                <a16:creationId xmlns:a16="http://schemas.microsoft.com/office/drawing/2014/main" id="{20319CCF-4462-45C1-B855-CF32A00C7C0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22932486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9B3135-A674-40EB-AAAE-A4A9CEDD90A8}"/>
              </a:ext>
            </a:extLst>
          </p:cNvPr>
          <p:cNvSpPr>
            <a:spLocks noGrp="1"/>
          </p:cNvSpPr>
          <p:nvPr>
            <p:ph type="title"/>
          </p:nvPr>
        </p:nvSpPr>
        <p:spPr/>
        <p:txBody>
          <a:bodyPr/>
          <a:lstStyle/>
          <a:p>
            <a:r>
              <a:rPr lang="en-US" altLang="zh-CN" dirty="0"/>
              <a:t>HMAC</a:t>
            </a:r>
            <a:endParaRPr lang="zh-CN" altLang="en-US" dirty="0"/>
          </a:p>
        </p:txBody>
      </p:sp>
      <p:sp>
        <p:nvSpPr>
          <p:cNvPr id="3" name="内容占位符 2">
            <a:extLst>
              <a:ext uri="{FF2B5EF4-FFF2-40B4-BE49-F238E27FC236}">
                <a16:creationId xmlns:a16="http://schemas.microsoft.com/office/drawing/2014/main" id="{2325D10A-2E83-482F-BE3B-6914F302C655}"/>
              </a:ext>
            </a:extLst>
          </p:cNvPr>
          <p:cNvSpPr>
            <a:spLocks noGrp="1"/>
          </p:cNvSpPr>
          <p:nvPr>
            <p:ph idx="1"/>
          </p:nvPr>
        </p:nvSpPr>
        <p:spPr>
          <a:xfrm>
            <a:off x="432511" y="1057082"/>
            <a:ext cx="8296656" cy="5410200"/>
          </a:xfrm>
        </p:spPr>
        <p:txBody>
          <a:bodyPr/>
          <a:lstStyle/>
          <a:p>
            <a:pPr algn="just"/>
            <a:r>
              <a:rPr lang="zh-CN" altLang="en-US" sz="2400" dirty="0"/>
              <a:t>消息验证码算法</a:t>
            </a:r>
            <a:r>
              <a:rPr lang="en-US" altLang="zh-CN" sz="2400" dirty="0"/>
              <a:t>: </a:t>
            </a:r>
            <a:r>
              <a:rPr lang="zh-CN" altLang="en-US" sz="2400" dirty="0"/>
              <a:t>利用密码杂凑算法 </a:t>
            </a:r>
            <a:r>
              <a:rPr lang="en-US" altLang="zh-CN" sz="2400" dirty="0"/>
              <a:t>SM3, </a:t>
            </a:r>
            <a:r>
              <a:rPr lang="zh-CN" altLang="en-US" sz="2400" dirty="0"/>
              <a:t>对于给定的消息和验证双方共享的秘密信息产生长度为</a:t>
            </a:r>
            <a:r>
              <a:rPr lang="en-US" altLang="zh-CN" sz="2400" dirty="0"/>
              <a:t>t</a:t>
            </a:r>
            <a:r>
              <a:rPr lang="zh-CN" altLang="en-US" sz="2400" dirty="0"/>
              <a:t>个字节的消息验证码。</a:t>
            </a:r>
          </a:p>
        </p:txBody>
      </p:sp>
      <p:sp>
        <p:nvSpPr>
          <p:cNvPr id="4" name="灯片编号占位符 3">
            <a:extLst>
              <a:ext uri="{FF2B5EF4-FFF2-40B4-BE49-F238E27FC236}">
                <a16:creationId xmlns:a16="http://schemas.microsoft.com/office/drawing/2014/main" id="{4687D798-C9F1-425C-B06C-B029274AF2F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pic>
        <p:nvPicPr>
          <p:cNvPr id="6" name="图片 5">
            <a:extLst>
              <a:ext uri="{FF2B5EF4-FFF2-40B4-BE49-F238E27FC236}">
                <a16:creationId xmlns:a16="http://schemas.microsoft.com/office/drawing/2014/main" id="{6324B33B-8FD7-4737-BD78-CBE5965B15B6}"/>
              </a:ext>
            </a:extLst>
          </p:cNvPr>
          <p:cNvPicPr>
            <a:picLocks noChangeAspect="1"/>
          </p:cNvPicPr>
          <p:nvPr/>
        </p:nvPicPr>
        <p:blipFill>
          <a:blip r:embed="rId2"/>
          <a:stretch>
            <a:fillRect/>
          </a:stretch>
        </p:blipFill>
        <p:spPr>
          <a:xfrm>
            <a:off x="822346" y="2209289"/>
            <a:ext cx="7726373" cy="4343911"/>
          </a:xfrm>
          <a:prstGeom prst="rect">
            <a:avLst/>
          </a:prstGeom>
        </p:spPr>
      </p:pic>
    </p:spTree>
    <p:extLst>
      <p:ext uri="{BB962C8B-B14F-4D97-AF65-F5344CB8AC3E}">
        <p14:creationId xmlns:p14="http://schemas.microsoft.com/office/powerpoint/2010/main" val="11906226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4A980-7008-45F6-A3EB-DF75D9453AF3}"/>
              </a:ext>
            </a:extLst>
          </p:cNvPr>
          <p:cNvSpPr>
            <a:spLocks noGrp="1"/>
          </p:cNvSpPr>
          <p:nvPr>
            <p:ph type="title"/>
          </p:nvPr>
        </p:nvSpPr>
        <p:spPr/>
        <p:txBody>
          <a:bodyPr/>
          <a:lstStyle/>
          <a:p>
            <a:r>
              <a:rPr lang="en-US" altLang="zh-CN" dirty="0"/>
              <a:t>SM4</a:t>
            </a:r>
            <a:r>
              <a:rPr lang="zh-CN" altLang="en-US" dirty="0"/>
              <a:t>算法</a:t>
            </a:r>
          </a:p>
        </p:txBody>
      </p:sp>
      <p:sp>
        <p:nvSpPr>
          <p:cNvPr id="3" name="内容占位符 2">
            <a:extLst>
              <a:ext uri="{FF2B5EF4-FFF2-40B4-BE49-F238E27FC236}">
                <a16:creationId xmlns:a16="http://schemas.microsoft.com/office/drawing/2014/main" id="{CD282D3E-A364-40F7-918F-5421F8FC09F3}"/>
              </a:ext>
            </a:extLst>
          </p:cNvPr>
          <p:cNvSpPr>
            <a:spLocks noGrp="1"/>
          </p:cNvSpPr>
          <p:nvPr>
            <p:ph idx="1"/>
          </p:nvPr>
        </p:nvSpPr>
        <p:spPr/>
        <p:txBody>
          <a:bodyPr/>
          <a:lstStyle/>
          <a:p>
            <a:pPr algn="just"/>
            <a:r>
              <a:rPr lang="zh-CN" altLang="en-US" dirty="0"/>
              <a:t>标准规定对称密码算法为</a:t>
            </a:r>
            <a:r>
              <a:rPr lang="en-US" altLang="zh-CN" dirty="0"/>
              <a:t>SM4</a:t>
            </a:r>
            <a:r>
              <a:rPr lang="zh-CN" altLang="en-US" dirty="0"/>
              <a:t>。 该算法是一个分组算法</a:t>
            </a:r>
            <a:r>
              <a:rPr lang="en-US" altLang="zh-CN" dirty="0"/>
              <a:t>, </a:t>
            </a:r>
            <a:r>
              <a:rPr lang="zh-CN" altLang="en-US" dirty="0"/>
              <a:t>该算法的分组长度为</a:t>
            </a:r>
            <a:r>
              <a:rPr lang="en-US" altLang="zh-CN" dirty="0"/>
              <a:t>128 </a:t>
            </a:r>
            <a:r>
              <a:rPr lang="zh-CN" altLang="en-US" dirty="0"/>
              <a:t>比特</a:t>
            </a:r>
            <a:r>
              <a:rPr lang="en-US" altLang="zh-CN" dirty="0"/>
              <a:t>, </a:t>
            </a:r>
            <a:r>
              <a:rPr lang="zh-CN" altLang="en-US" dirty="0"/>
              <a:t>密钥长度为</a:t>
            </a:r>
            <a:r>
              <a:rPr lang="en-US" altLang="zh-CN" dirty="0"/>
              <a:t>128 </a:t>
            </a:r>
            <a:r>
              <a:rPr lang="zh-CN" altLang="en-US" dirty="0"/>
              <a:t>比特。加密算法与密钥扩展算法都采用</a:t>
            </a:r>
            <a:r>
              <a:rPr lang="en-US" altLang="zh-CN" dirty="0"/>
              <a:t>32 </a:t>
            </a:r>
            <a:r>
              <a:rPr lang="zh-CN" altLang="en-US" dirty="0"/>
              <a:t>轮非线性迭代结构。 解密算法与加密算法的结构相同</a:t>
            </a:r>
            <a:r>
              <a:rPr lang="en-US" altLang="zh-CN" dirty="0"/>
              <a:t>, </a:t>
            </a:r>
            <a:r>
              <a:rPr lang="zh-CN" altLang="en-US" dirty="0"/>
              <a:t>只是轮密钥的使用顺序相反</a:t>
            </a:r>
            <a:r>
              <a:rPr lang="en-US" altLang="zh-CN" dirty="0"/>
              <a:t>, </a:t>
            </a:r>
            <a:r>
              <a:rPr lang="zh-CN" altLang="en-US" dirty="0"/>
              <a:t>解密轮密钥是加密轮密钥的逆序。</a:t>
            </a:r>
          </a:p>
        </p:txBody>
      </p:sp>
      <p:sp>
        <p:nvSpPr>
          <p:cNvPr id="4" name="灯片编号占位符 3">
            <a:extLst>
              <a:ext uri="{FF2B5EF4-FFF2-40B4-BE49-F238E27FC236}">
                <a16:creationId xmlns:a16="http://schemas.microsoft.com/office/drawing/2014/main" id="{71A64C07-1302-4F02-9D03-B0D91B7177F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pic>
        <p:nvPicPr>
          <p:cNvPr id="6" name="图片 5">
            <a:extLst>
              <a:ext uri="{FF2B5EF4-FFF2-40B4-BE49-F238E27FC236}">
                <a16:creationId xmlns:a16="http://schemas.microsoft.com/office/drawing/2014/main" id="{5551DE21-3EFA-40AF-A2D8-EB05BE191468}"/>
              </a:ext>
            </a:extLst>
          </p:cNvPr>
          <p:cNvPicPr>
            <a:picLocks noChangeAspect="1"/>
          </p:cNvPicPr>
          <p:nvPr/>
        </p:nvPicPr>
        <p:blipFill>
          <a:blip r:embed="rId2"/>
          <a:stretch>
            <a:fillRect/>
          </a:stretch>
        </p:blipFill>
        <p:spPr>
          <a:xfrm>
            <a:off x="1607872" y="2776133"/>
            <a:ext cx="5744150" cy="2938867"/>
          </a:xfrm>
          <a:prstGeom prst="rect">
            <a:avLst/>
          </a:prstGeom>
        </p:spPr>
      </p:pic>
    </p:spTree>
    <p:extLst>
      <p:ext uri="{BB962C8B-B14F-4D97-AF65-F5344CB8AC3E}">
        <p14:creationId xmlns:p14="http://schemas.microsoft.com/office/powerpoint/2010/main" val="22403944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891846-F0EF-4476-A417-8F7175B05D13}"/>
              </a:ext>
            </a:extLst>
          </p:cNvPr>
          <p:cNvSpPr>
            <a:spLocks noGrp="1"/>
          </p:cNvSpPr>
          <p:nvPr>
            <p:ph type="title"/>
          </p:nvPr>
        </p:nvSpPr>
        <p:spPr/>
        <p:txBody>
          <a:bodyPr/>
          <a:lstStyle/>
          <a:p>
            <a:r>
              <a:rPr lang="en-US" altLang="zh-CN" dirty="0"/>
              <a:t>SM4</a:t>
            </a:r>
            <a:r>
              <a:rPr lang="zh-CN" altLang="en-US" dirty="0"/>
              <a:t>算法工作模式</a:t>
            </a:r>
          </a:p>
        </p:txBody>
      </p:sp>
      <p:sp>
        <p:nvSpPr>
          <p:cNvPr id="3" name="内容占位符 2">
            <a:extLst>
              <a:ext uri="{FF2B5EF4-FFF2-40B4-BE49-F238E27FC236}">
                <a16:creationId xmlns:a16="http://schemas.microsoft.com/office/drawing/2014/main" id="{79F950BE-51AC-4912-B380-6DEF6F37D03A}"/>
              </a:ext>
            </a:extLst>
          </p:cNvPr>
          <p:cNvSpPr>
            <a:spLocks noGrp="1"/>
          </p:cNvSpPr>
          <p:nvPr>
            <p:ph idx="1"/>
          </p:nvPr>
        </p:nvSpPr>
        <p:spPr/>
        <p:txBody>
          <a:bodyPr/>
          <a:lstStyle/>
          <a:p>
            <a:pPr marL="0" indent="0" algn="just">
              <a:buNone/>
            </a:pPr>
            <a:r>
              <a:rPr lang="en-US" altLang="zh-CN" sz="3200" dirty="0"/>
              <a:t>TCM</a:t>
            </a:r>
            <a:r>
              <a:rPr lang="zh-CN" altLang="en-US" sz="3200" dirty="0"/>
              <a:t>标准规定采用 </a:t>
            </a:r>
            <a:r>
              <a:rPr lang="en-US" altLang="zh-CN" sz="3200" dirty="0"/>
              <a:t>CBC </a:t>
            </a:r>
            <a:r>
              <a:rPr lang="zh-CN" altLang="en-US" sz="3200" dirty="0"/>
              <a:t>模式</a:t>
            </a:r>
            <a:r>
              <a:rPr lang="en-US" altLang="zh-CN" sz="3200" dirty="0"/>
              <a:t>,IV </a:t>
            </a:r>
            <a:r>
              <a:rPr lang="zh-CN" altLang="en-US" sz="3200" dirty="0"/>
              <a:t>由用户自定义。对于数据的最后一个分组</a:t>
            </a:r>
            <a:r>
              <a:rPr lang="en-US" altLang="zh-CN" sz="3200" dirty="0"/>
              <a:t>, </a:t>
            </a:r>
            <a:r>
              <a:rPr lang="zh-CN" altLang="en-US" sz="3200" dirty="0"/>
              <a:t>数据需要填充</a:t>
            </a:r>
            <a:r>
              <a:rPr lang="en-US" altLang="zh-CN" sz="3200" dirty="0"/>
              <a:t>, </a:t>
            </a:r>
            <a:r>
              <a:rPr lang="zh-CN" altLang="en-US" sz="3200" dirty="0"/>
              <a:t>方法如下</a:t>
            </a:r>
            <a:r>
              <a:rPr lang="en-US" altLang="zh-CN" sz="3200" dirty="0"/>
              <a:t>:</a:t>
            </a:r>
          </a:p>
          <a:p>
            <a:r>
              <a:rPr lang="en-US" altLang="zh-CN" sz="3200" dirty="0"/>
              <a:t>a) </a:t>
            </a:r>
            <a:r>
              <a:rPr lang="zh-CN" altLang="en-US" sz="3200" dirty="0"/>
              <a:t>填充完的数据长度必须是</a:t>
            </a:r>
            <a:r>
              <a:rPr lang="en-US" altLang="zh-CN" sz="3200" dirty="0"/>
              <a:t>16 </a:t>
            </a:r>
            <a:r>
              <a:rPr lang="zh-CN" altLang="en-US" sz="3200" dirty="0"/>
              <a:t>的整数倍</a:t>
            </a:r>
            <a:r>
              <a:rPr lang="en-US" altLang="zh-CN" sz="3200" dirty="0"/>
              <a:t>;</a:t>
            </a:r>
          </a:p>
          <a:p>
            <a:pPr algn="just"/>
            <a:r>
              <a:rPr lang="en-US" altLang="zh-CN" sz="3200" dirty="0"/>
              <a:t>b)</a:t>
            </a:r>
            <a:r>
              <a:rPr lang="zh-CN" altLang="en-US" sz="3200" dirty="0"/>
              <a:t>如果最后一个分组缺少</a:t>
            </a:r>
            <a:r>
              <a:rPr lang="en-US" altLang="zh-CN" sz="3200" dirty="0"/>
              <a:t>d1</a:t>
            </a:r>
            <a:r>
              <a:rPr lang="zh-CN" altLang="en-US" sz="3200" dirty="0"/>
              <a:t>个字节</a:t>
            </a:r>
            <a:r>
              <a:rPr lang="en-US" altLang="zh-CN" sz="3200" dirty="0"/>
              <a:t>(0&lt;d1&lt;16) , </a:t>
            </a:r>
            <a:r>
              <a:rPr lang="zh-CN" altLang="en-US" sz="3200" dirty="0"/>
              <a:t>则在该组后面填充</a:t>
            </a:r>
            <a:r>
              <a:rPr lang="en-US" altLang="zh-CN" sz="3200" dirty="0"/>
              <a:t>d1</a:t>
            </a:r>
            <a:r>
              <a:rPr lang="zh-CN" altLang="en-US" sz="3200" dirty="0"/>
              <a:t>个字节</a:t>
            </a:r>
            <a:r>
              <a:rPr lang="en-US" altLang="zh-CN" sz="3200" dirty="0"/>
              <a:t>, </a:t>
            </a:r>
            <a:r>
              <a:rPr lang="zh-CN" altLang="en-US" sz="3200" dirty="0"/>
              <a:t>每个字节内容均是</a:t>
            </a:r>
            <a:r>
              <a:rPr lang="en-US" altLang="zh-CN" sz="3200" dirty="0"/>
              <a:t>d1;</a:t>
            </a:r>
          </a:p>
          <a:p>
            <a:pPr algn="just"/>
            <a:r>
              <a:rPr lang="en-US" altLang="zh-CN" sz="3200" dirty="0"/>
              <a:t>c) </a:t>
            </a:r>
            <a:r>
              <a:rPr lang="zh-CN" altLang="en-US" sz="3200" dirty="0"/>
              <a:t>如果</a:t>
            </a:r>
            <a:r>
              <a:rPr lang="en-US" altLang="zh-CN" sz="3200" dirty="0"/>
              <a:t>d1=0</a:t>
            </a:r>
            <a:r>
              <a:rPr lang="zh-CN" altLang="en-US" sz="3200" dirty="0"/>
              <a:t>则填充</a:t>
            </a:r>
            <a:r>
              <a:rPr lang="en-US" altLang="zh-CN" sz="3200" dirty="0"/>
              <a:t>16</a:t>
            </a:r>
            <a:r>
              <a:rPr lang="zh-CN" altLang="en-US" sz="3200" dirty="0"/>
              <a:t>个字节</a:t>
            </a:r>
            <a:r>
              <a:rPr lang="en-US" altLang="zh-CN" sz="3200" dirty="0"/>
              <a:t>, </a:t>
            </a:r>
            <a:r>
              <a:rPr lang="zh-CN" altLang="en-US" sz="3200" dirty="0"/>
              <a:t>每个字节内容均是</a:t>
            </a:r>
            <a:r>
              <a:rPr lang="en-US" altLang="zh-CN" sz="3200" dirty="0"/>
              <a:t>16</a:t>
            </a:r>
            <a:r>
              <a:rPr lang="zh-CN" altLang="en-US" sz="3200" dirty="0"/>
              <a:t>。</a:t>
            </a:r>
          </a:p>
        </p:txBody>
      </p:sp>
      <p:sp>
        <p:nvSpPr>
          <p:cNvPr id="4" name="灯片编号占位符 3">
            <a:extLst>
              <a:ext uri="{FF2B5EF4-FFF2-40B4-BE49-F238E27FC236}">
                <a16:creationId xmlns:a16="http://schemas.microsoft.com/office/drawing/2014/main" id="{35ECD31C-75FE-4D2B-88B6-2DAA7DE03DD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29906936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1774EF-4C98-4541-9F19-27012A0AC390}"/>
              </a:ext>
            </a:extLst>
          </p:cNvPr>
          <p:cNvSpPr>
            <a:spLocks noGrp="1"/>
          </p:cNvSpPr>
          <p:nvPr>
            <p:ph type="title"/>
          </p:nvPr>
        </p:nvSpPr>
        <p:spPr/>
        <p:txBody>
          <a:bodyPr/>
          <a:lstStyle/>
          <a:p>
            <a:r>
              <a:rPr lang="zh-CN" altLang="en-US" dirty="0"/>
              <a:t>随机数发生器</a:t>
            </a:r>
          </a:p>
        </p:txBody>
      </p:sp>
      <p:sp>
        <p:nvSpPr>
          <p:cNvPr id="3" name="内容占位符 2">
            <a:extLst>
              <a:ext uri="{FF2B5EF4-FFF2-40B4-BE49-F238E27FC236}">
                <a16:creationId xmlns:a16="http://schemas.microsoft.com/office/drawing/2014/main" id="{FE8E8DB9-D096-403E-AB1C-A7DB22530E6C}"/>
              </a:ext>
            </a:extLst>
          </p:cNvPr>
          <p:cNvSpPr>
            <a:spLocks noGrp="1"/>
          </p:cNvSpPr>
          <p:nvPr>
            <p:ph idx="1"/>
          </p:nvPr>
        </p:nvSpPr>
        <p:spPr>
          <a:xfrm>
            <a:off x="381000" y="1572584"/>
            <a:ext cx="8296656" cy="3594697"/>
          </a:xfrm>
        </p:spPr>
        <p:txBody>
          <a:bodyPr/>
          <a:lstStyle/>
          <a:p>
            <a:pPr algn="just"/>
            <a:r>
              <a:rPr lang="en-US" altLang="zh-CN" sz="3600" dirty="0"/>
              <a:t>TCM</a:t>
            </a:r>
            <a:r>
              <a:rPr lang="zh-CN" altLang="en-US" sz="3600" dirty="0"/>
              <a:t>标准没有规定随机数生成的具体算法</a:t>
            </a:r>
            <a:r>
              <a:rPr lang="en-US" altLang="zh-CN" sz="3600" dirty="0"/>
              <a:t>, </a:t>
            </a:r>
            <a:r>
              <a:rPr lang="zh-CN" altLang="en-US" sz="3600" dirty="0"/>
              <a:t>随机数生成算法由可信密码模块制造商设计实现。所生成的随机数必须为真随机数</a:t>
            </a:r>
            <a:r>
              <a:rPr lang="en-US" altLang="zh-CN" sz="3600" dirty="0"/>
              <a:t>,</a:t>
            </a:r>
            <a:r>
              <a:rPr lang="zh-CN" altLang="en-US" sz="3600" dirty="0"/>
              <a:t>并满足国家商用密码随机数检测要求。</a:t>
            </a:r>
          </a:p>
        </p:txBody>
      </p:sp>
      <p:sp>
        <p:nvSpPr>
          <p:cNvPr id="4" name="灯片编号占位符 3">
            <a:extLst>
              <a:ext uri="{FF2B5EF4-FFF2-40B4-BE49-F238E27FC236}">
                <a16:creationId xmlns:a16="http://schemas.microsoft.com/office/drawing/2014/main" id="{9EA58EF7-E2FE-4EE4-8CDD-2B7F55FA3D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9121452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8E2FD3-E9E3-40D2-9037-6949593E6121}"/>
              </a:ext>
            </a:extLst>
          </p:cNvPr>
          <p:cNvSpPr>
            <a:spLocks noGrp="1"/>
          </p:cNvSpPr>
          <p:nvPr>
            <p:ph type="title"/>
          </p:nvPr>
        </p:nvSpPr>
        <p:spPr/>
        <p:txBody>
          <a:bodyPr/>
          <a:lstStyle/>
          <a:p>
            <a:r>
              <a:rPr lang="zh-CN" altLang="en-US" dirty="0"/>
              <a:t>平台完整性</a:t>
            </a:r>
          </a:p>
        </p:txBody>
      </p:sp>
      <p:sp>
        <p:nvSpPr>
          <p:cNvPr id="3" name="内容占位符 2">
            <a:extLst>
              <a:ext uri="{FF2B5EF4-FFF2-40B4-BE49-F238E27FC236}">
                <a16:creationId xmlns:a16="http://schemas.microsoft.com/office/drawing/2014/main" id="{3732D05B-F8FC-4D6D-A46E-5909C6EC59B1}"/>
              </a:ext>
            </a:extLst>
          </p:cNvPr>
          <p:cNvSpPr>
            <a:spLocks noGrp="1"/>
          </p:cNvSpPr>
          <p:nvPr>
            <p:ph idx="1"/>
          </p:nvPr>
        </p:nvSpPr>
        <p:spPr>
          <a:xfrm>
            <a:off x="381000" y="1447800"/>
            <a:ext cx="8296656" cy="5410200"/>
          </a:xfrm>
        </p:spPr>
        <p:txBody>
          <a:bodyPr/>
          <a:lstStyle/>
          <a:p>
            <a:pPr algn="just"/>
            <a:r>
              <a:rPr lang="zh-CN" altLang="en-US" sz="3600" dirty="0"/>
              <a:t>可信计算密码支撑平台利用密码机制</a:t>
            </a:r>
            <a:r>
              <a:rPr lang="en-US" altLang="zh-CN" sz="3600" dirty="0"/>
              <a:t>, </a:t>
            </a:r>
            <a:r>
              <a:rPr lang="zh-CN" altLang="en-US" sz="3600" dirty="0"/>
              <a:t>通过对系统平台组件的完整性度量、 存储与报告</a:t>
            </a:r>
            <a:r>
              <a:rPr lang="en-US" altLang="zh-CN" sz="3600" dirty="0"/>
              <a:t>, </a:t>
            </a:r>
            <a:r>
              <a:rPr lang="zh-CN" altLang="en-US" sz="3600" dirty="0"/>
              <a:t>确保平台完整性。</a:t>
            </a:r>
            <a:endParaRPr lang="en-US" altLang="zh-CN" sz="3600" dirty="0"/>
          </a:p>
          <a:p>
            <a:pPr algn="just"/>
            <a:r>
              <a:rPr lang="zh-CN" altLang="en-US" sz="3600" dirty="0"/>
              <a:t>完整性度量、存储与报告</a:t>
            </a:r>
          </a:p>
          <a:p>
            <a:pPr algn="just"/>
            <a:r>
              <a:rPr lang="zh-CN" altLang="en-US" sz="3600" dirty="0"/>
              <a:t>完整性度量与存储是指计算部件的度量值</a:t>
            </a:r>
            <a:r>
              <a:rPr lang="en-US" altLang="zh-CN" sz="3600" dirty="0"/>
              <a:t>, </a:t>
            </a:r>
            <a:r>
              <a:rPr lang="zh-CN" altLang="en-US" sz="3600" dirty="0"/>
              <a:t>记录该事件到事件日志</a:t>
            </a:r>
            <a:r>
              <a:rPr lang="en-US" altLang="zh-CN" sz="3600" dirty="0"/>
              <a:t>, </a:t>
            </a:r>
            <a:r>
              <a:rPr lang="zh-CN" altLang="en-US" sz="3600" dirty="0"/>
              <a:t>并把度量值记入可信密码模块内相应的平台配置寄存器</a:t>
            </a:r>
            <a:r>
              <a:rPr lang="en-US" altLang="zh-CN" sz="3600" dirty="0"/>
              <a:t>(PCR) </a:t>
            </a:r>
            <a:r>
              <a:rPr lang="zh-CN" altLang="en-US" sz="3600" dirty="0"/>
              <a:t>中。</a:t>
            </a:r>
          </a:p>
        </p:txBody>
      </p:sp>
      <p:sp>
        <p:nvSpPr>
          <p:cNvPr id="4" name="灯片编号占位符 3">
            <a:extLst>
              <a:ext uri="{FF2B5EF4-FFF2-40B4-BE49-F238E27FC236}">
                <a16:creationId xmlns:a16="http://schemas.microsoft.com/office/drawing/2014/main" id="{F673CA02-94C8-44B3-94B3-5145685FA15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7453520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D71536-84DA-4594-9FB6-0C54FF607D54}"/>
              </a:ext>
            </a:extLst>
          </p:cNvPr>
          <p:cNvSpPr>
            <a:spLocks noGrp="1"/>
          </p:cNvSpPr>
          <p:nvPr>
            <p:ph type="title"/>
          </p:nvPr>
        </p:nvSpPr>
        <p:spPr/>
        <p:txBody>
          <a:bodyPr/>
          <a:lstStyle/>
          <a:p>
            <a:r>
              <a:rPr lang="zh-CN" altLang="en-US" dirty="0"/>
              <a:t>完整性度量流程</a:t>
            </a:r>
          </a:p>
        </p:txBody>
      </p:sp>
      <p:pic>
        <p:nvPicPr>
          <p:cNvPr id="5" name="内容占位符 4">
            <a:extLst>
              <a:ext uri="{FF2B5EF4-FFF2-40B4-BE49-F238E27FC236}">
                <a16:creationId xmlns:a16="http://schemas.microsoft.com/office/drawing/2014/main" id="{D290B938-16C4-45D2-BF20-0846D2215500}"/>
              </a:ext>
            </a:extLst>
          </p:cNvPr>
          <p:cNvPicPr>
            <a:picLocks noGrp="1" noChangeAspect="1"/>
          </p:cNvPicPr>
          <p:nvPr>
            <p:ph idx="1"/>
          </p:nvPr>
        </p:nvPicPr>
        <p:blipFill>
          <a:blip r:embed="rId2"/>
          <a:stretch>
            <a:fillRect/>
          </a:stretch>
        </p:blipFill>
        <p:spPr>
          <a:xfrm>
            <a:off x="486231" y="1143000"/>
            <a:ext cx="8189000" cy="5410200"/>
          </a:xfrm>
          <a:prstGeom prst="rect">
            <a:avLst/>
          </a:prstGeom>
        </p:spPr>
      </p:pic>
      <p:sp>
        <p:nvSpPr>
          <p:cNvPr id="4" name="灯片编号占位符 3">
            <a:extLst>
              <a:ext uri="{FF2B5EF4-FFF2-40B4-BE49-F238E27FC236}">
                <a16:creationId xmlns:a16="http://schemas.microsoft.com/office/drawing/2014/main" id="{B71C1882-9A1D-4655-9F48-6601E42F36A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29075399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52D111-7876-4BF3-89DB-EE09CF9C40F7}"/>
              </a:ext>
            </a:extLst>
          </p:cNvPr>
          <p:cNvSpPr>
            <a:spLocks noGrp="1"/>
          </p:cNvSpPr>
          <p:nvPr>
            <p:ph type="title"/>
          </p:nvPr>
        </p:nvSpPr>
        <p:spPr/>
        <p:txBody>
          <a:bodyPr/>
          <a:lstStyle/>
          <a:p>
            <a:r>
              <a:rPr lang="zh-CN" altLang="en-US" dirty="0"/>
              <a:t>完整性度量与存储要求</a:t>
            </a:r>
          </a:p>
        </p:txBody>
      </p:sp>
      <p:sp>
        <p:nvSpPr>
          <p:cNvPr id="3" name="内容占位符 2">
            <a:extLst>
              <a:ext uri="{FF2B5EF4-FFF2-40B4-BE49-F238E27FC236}">
                <a16:creationId xmlns:a16="http://schemas.microsoft.com/office/drawing/2014/main" id="{3349D573-C125-4778-8112-210D1DEFB16D}"/>
              </a:ext>
            </a:extLst>
          </p:cNvPr>
          <p:cNvSpPr>
            <a:spLocks noGrp="1"/>
          </p:cNvSpPr>
          <p:nvPr>
            <p:ph idx="1"/>
          </p:nvPr>
        </p:nvSpPr>
        <p:spPr>
          <a:xfrm>
            <a:off x="171834" y="1623234"/>
            <a:ext cx="8904660" cy="4513678"/>
          </a:xfrm>
        </p:spPr>
        <p:txBody>
          <a:bodyPr/>
          <a:lstStyle/>
          <a:p>
            <a:r>
              <a:rPr lang="en-US" altLang="zh-CN" sz="3200" dirty="0"/>
              <a:t>a) </a:t>
            </a:r>
            <a:r>
              <a:rPr lang="zh-CN" altLang="en-US" sz="3200" dirty="0"/>
              <a:t>计算度量值的过程应是执行杂凑运算的过程</a:t>
            </a:r>
            <a:r>
              <a:rPr lang="en-US" altLang="zh-CN" sz="3200" dirty="0"/>
              <a:t>;</a:t>
            </a:r>
          </a:p>
          <a:p>
            <a:r>
              <a:rPr lang="en-US" altLang="zh-CN" sz="3200" dirty="0"/>
              <a:t>b) </a:t>
            </a:r>
            <a:r>
              <a:rPr lang="zh-CN" altLang="en-US" sz="3200" dirty="0"/>
              <a:t>杂凑运算输入的数据应为度量者指定的可以表征被度量者特性的数据</a:t>
            </a:r>
            <a:r>
              <a:rPr lang="en-US" altLang="zh-CN" sz="3200" dirty="0"/>
              <a:t>;</a:t>
            </a:r>
          </a:p>
          <a:p>
            <a:r>
              <a:rPr lang="en-US" altLang="zh-CN" sz="3200" dirty="0"/>
              <a:t>c) </a:t>
            </a:r>
            <a:r>
              <a:rPr lang="zh-CN" altLang="en-US" sz="3200" dirty="0"/>
              <a:t>杂凑运算输出的杂凑值即为被度量者的完整性度量值</a:t>
            </a:r>
            <a:r>
              <a:rPr lang="en-US" altLang="zh-CN" sz="3200" dirty="0"/>
              <a:t>;</a:t>
            </a:r>
          </a:p>
          <a:p>
            <a:r>
              <a:rPr lang="en-US" altLang="zh-CN" sz="3200" dirty="0"/>
              <a:t>d) </a:t>
            </a:r>
            <a:r>
              <a:rPr lang="zh-CN" altLang="en-US" sz="3200" dirty="0"/>
              <a:t>度量者应把度量值记入指定的 </a:t>
            </a:r>
            <a:r>
              <a:rPr lang="en-US" altLang="zh-CN" sz="3200" dirty="0"/>
              <a:t>PCR </a:t>
            </a:r>
            <a:r>
              <a:rPr lang="zh-CN" altLang="en-US" sz="3200" dirty="0"/>
              <a:t>中。 记入的办法是</a:t>
            </a:r>
            <a:r>
              <a:rPr lang="en-US" altLang="zh-CN" sz="3200" dirty="0"/>
              <a:t>: </a:t>
            </a:r>
            <a:r>
              <a:rPr lang="zh-CN" altLang="en-US" sz="3200" dirty="0"/>
              <a:t>新 </a:t>
            </a:r>
            <a:r>
              <a:rPr lang="en-US" altLang="zh-CN" sz="3200" dirty="0"/>
              <a:t>PCR </a:t>
            </a:r>
            <a:r>
              <a:rPr lang="zh-CN" altLang="en-US" sz="3200" dirty="0"/>
              <a:t>值 </a:t>
            </a:r>
            <a:r>
              <a:rPr lang="en-US" altLang="zh-CN" sz="3200" dirty="0"/>
              <a:t>= </a:t>
            </a:r>
            <a:r>
              <a:rPr lang="zh-CN" altLang="en-US" sz="3200" dirty="0"/>
              <a:t>密码杂凑算法 </a:t>
            </a:r>
            <a:r>
              <a:rPr lang="en-US" altLang="zh-CN" sz="3200" dirty="0"/>
              <a:t>( </a:t>
            </a:r>
            <a:r>
              <a:rPr lang="zh-CN" altLang="en-US" sz="3200" dirty="0"/>
              <a:t>原</a:t>
            </a:r>
            <a:r>
              <a:rPr lang="en-US" altLang="zh-CN" sz="3200" dirty="0"/>
              <a:t>PCR </a:t>
            </a:r>
            <a:r>
              <a:rPr lang="zh-CN" altLang="en-US" sz="3200" dirty="0"/>
              <a:t>值 </a:t>
            </a:r>
            <a:r>
              <a:rPr lang="en-US" altLang="zh-CN" sz="3200" dirty="0"/>
              <a:t>‖ </a:t>
            </a:r>
            <a:r>
              <a:rPr lang="zh-CN" altLang="en-US" sz="3200" dirty="0"/>
              <a:t>度量值 </a:t>
            </a:r>
            <a:r>
              <a:rPr lang="en-US" altLang="zh-CN" sz="3200" dirty="0"/>
              <a:t>) ;</a:t>
            </a:r>
          </a:p>
        </p:txBody>
      </p:sp>
      <p:sp>
        <p:nvSpPr>
          <p:cNvPr id="4" name="灯片编号占位符 3">
            <a:extLst>
              <a:ext uri="{FF2B5EF4-FFF2-40B4-BE49-F238E27FC236}">
                <a16:creationId xmlns:a16="http://schemas.microsoft.com/office/drawing/2014/main" id="{F145CD01-E517-44D4-AD1E-1083AB1F7F2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18132650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A9B6CD-DF15-456F-A8F1-32E3080603A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A4E6E72-ABB7-471A-B635-20ABC60C12BF}"/>
              </a:ext>
            </a:extLst>
          </p:cNvPr>
          <p:cNvSpPr>
            <a:spLocks noGrp="1"/>
          </p:cNvSpPr>
          <p:nvPr>
            <p:ph idx="1"/>
          </p:nvPr>
        </p:nvSpPr>
        <p:spPr>
          <a:xfrm>
            <a:off x="196382" y="1351655"/>
            <a:ext cx="8508238" cy="4766847"/>
          </a:xfrm>
        </p:spPr>
        <p:txBody>
          <a:bodyPr/>
          <a:lstStyle/>
          <a:p>
            <a:pPr algn="just"/>
            <a:r>
              <a:rPr lang="en-US" altLang="zh-CN" sz="2800" dirty="0"/>
              <a:t>e) </a:t>
            </a:r>
            <a:r>
              <a:rPr lang="zh-CN" altLang="en-US" sz="2800" dirty="0"/>
              <a:t>应把度量过程信息记录到平台事件日志中。至少应记录</a:t>
            </a:r>
            <a:r>
              <a:rPr lang="en-US" altLang="zh-CN" sz="2800" dirty="0"/>
              <a:t>: </a:t>
            </a:r>
            <a:r>
              <a:rPr lang="zh-CN" altLang="en-US" sz="2800" dirty="0"/>
              <a:t>度量者信息、被度量者信息、原</a:t>
            </a:r>
            <a:r>
              <a:rPr lang="en-US" altLang="zh-CN" sz="2800" dirty="0"/>
              <a:t>PCR</a:t>
            </a:r>
            <a:r>
              <a:rPr lang="zh-CN" altLang="en-US" sz="2800" dirty="0"/>
              <a:t>值、 度量值、新 </a:t>
            </a:r>
            <a:r>
              <a:rPr lang="en-US" altLang="zh-CN" sz="2800" dirty="0"/>
              <a:t>PCR </a:t>
            </a:r>
            <a:r>
              <a:rPr lang="zh-CN" altLang="en-US" sz="2800" dirty="0"/>
              <a:t>值、完成时间等</a:t>
            </a:r>
            <a:r>
              <a:rPr lang="en-US" altLang="zh-CN" sz="2800" dirty="0"/>
              <a:t>;</a:t>
            </a:r>
          </a:p>
          <a:p>
            <a:pPr algn="just"/>
            <a:r>
              <a:rPr lang="en-US" altLang="zh-CN" sz="2800" dirty="0"/>
              <a:t>f) </a:t>
            </a:r>
            <a:r>
              <a:rPr lang="zh-CN" altLang="en-US" sz="2800" dirty="0"/>
              <a:t>如果一个部件序列中的各部件完整性度量值存储在同一个 </a:t>
            </a:r>
            <a:r>
              <a:rPr lang="en-US" altLang="zh-CN" sz="2800" dirty="0"/>
              <a:t>PCR </a:t>
            </a:r>
            <a:r>
              <a:rPr lang="zh-CN" altLang="en-US" sz="2800" dirty="0"/>
              <a:t>中</a:t>
            </a:r>
            <a:r>
              <a:rPr lang="en-US" altLang="zh-CN" sz="2800" dirty="0"/>
              <a:t>, </a:t>
            </a:r>
            <a:r>
              <a:rPr lang="zh-CN" altLang="en-US" sz="2800" dirty="0"/>
              <a:t>则采用一种专门的压缩存储方式</a:t>
            </a:r>
            <a:r>
              <a:rPr lang="en-US" altLang="zh-CN" sz="2800" dirty="0"/>
              <a:t>, </a:t>
            </a:r>
            <a:r>
              <a:rPr lang="zh-CN" altLang="en-US" sz="2800" dirty="0"/>
              <a:t>即从第一个部件开始</a:t>
            </a:r>
            <a:r>
              <a:rPr lang="en-US" altLang="zh-CN" sz="2800" dirty="0"/>
              <a:t>, </a:t>
            </a:r>
            <a:r>
              <a:rPr lang="zh-CN" altLang="en-US" sz="2800" dirty="0"/>
              <a:t>将该部件完整性度量值与目标 </a:t>
            </a:r>
            <a:r>
              <a:rPr lang="en-US" altLang="zh-CN" sz="2800" dirty="0"/>
              <a:t>PCR </a:t>
            </a:r>
            <a:r>
              <a:rPr lang="zh-CN" altLang="en-US" sz="2800" dirty="0"/>
              <a:t>的已有存储值拼接</a:t>
            </a:r>
            <a:r>
              <a:rPr lang="en-US" altLang="zh-CN" sz="2800" dirty="0"/>
              <a:t>, </a:t>
            </a:r>
            <a:r>
              <a:rPr lang="zh-CN" altLang="en-US" sz="2800" dirty="0"/>
              <a:t>进行杂凑运算</a:t>
            </a:r>
            <a:r>
              <a:rPr lang="en-US" altLang="zh-CN" sz="2800" dirty="0"/>
              <a:t>, </a:t>
            </a:r>
            <a:r>
              <a:rPr lang="zh-CN" altLang="en-US" sz="2800" dirty="0"/>
              <a:t>然后将所得结果再存储于该 </a:t>
            </a:r>
            <a:r>
              <a:rPr lang="en-US" altLang="zh-CN" sz="2800" dirty="0"/>
              <a:t>PCR </a:t>
            </a:r>
            <a:r>
              <a:rPr lang="zh-CN" altLang="en-US" sz="2800" dirty="0"/>
              <a:t>中</a:t>
            </a:r>
            <a:r>
              <a:rPr lang="en-US" altLang="zh-CN" sz="2800" dirty="0"/>
              <a:t>, </a:t>
            </a:r>
            <a:r>
              <a:rPr lang="zh-CN" altLang="en-US" sz="2800" dirty="0"/>
              <a:t>依次类推</a:t>
            </a:r>
            <a:r>
              <a:rPr lang="en-US" altLang="zh-CN" sz="2800" dirty="0"/>
              <a:t>, </a:t>
            </a:r>
            <a:r>
              <a:rPr lang="zh-CN" altLang="en-US" sz="2800" dirty="0"/>
              <a:t>最后一个部件的完整性度量值存储操作完成后</a:t>
            </a:r>
            <a:r>
              <a:rPr lang="en-US" altLang="zh-CN" sz="2800" dirty="0"/>
              <a:t>, </a:t>
            </a:r>
            <a:r>
              <a:rPr lang="zh-CN" altLang="en-US" sz="2800" dirty="0"/>
              <a:t>所得值即为该部件序列存储到 </a:t>
            </a:r>
            <a:r>
              <a:rPr lang="en-US" altLang="zh-CN" sz="2800" dirty="0"/>
              <a:t>PCR </a:t>
            </a:r>
            <a:r>
              <a:rPr lang="zh-CN" altLang="en-US" sz="2800" dirty="0"/>
              <a:t>中的完整性度量值。</a:t>
            </a:r>
          </a:p>
          <a:p>
            <a:endParaRPr lang="zh-CN" altLang="en-US" dirty="0"/>
          </a:p>
        </p:txBody>
      </p:sp>
      <p:sp>
        <p:nvSpPr>
          <p:cNvPr id="4" name="灯片编号占位符 3">
            <a:extLst>
              <a:ext uri="{FF2B5EF4-FFF2-40B4-BE49-F238E27FC236}">
                <a16:creationId xmlns:a16="http://schemas.microsoft.com/office/drawing/2014/main" id="{5B816028-F992-4FA8-9DC4-5E583EABC74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13706059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276170-6FA7-4438-952B-72C2C7DA4FA6}"/>
              </a:ext>
            </a:extLst>
          </p:cNvPr>
          <p:cNvSpPr>
            <a:spLocks noGrp="1"/>
          </p:cNvSpPr>
          <p:nvPr>
            <p:ph type="title"/>
          </p:nvPr>
        </p:nvSpPr>
        <p:spPr/>
        <p:txBody>
          <a:bodyPr/>
          <a:lstStyle/>
          <a:p>
            <a:r>
              <a:rPr lang="zh-CN" altLang="en-US" dirty="0"/>
              <a:t>完整性报告</a:t>
            </a:r>
          </a:p>
        </p:txBody>
      </p:sp>
      <p:sp>
        <p:nvSpPr>
          <p:cNvPr id="3" name="内容占位符 2">
            <a:extLst>
              <a:ext uri="{FF2B5EF4-FFF2-40B4-BE49-F238E27FC236}">
                <a16:creationId xmlns:a16="http://schemas.microsoft.com/office/drawing/2014/main" id="{2AD0C201-7578-4E5C-9FFA-1F037B7A7AC7}"/>
              </a:ext>
            </a:extLst>
          </p:cNvPr>
          <p:cNvSpPr>
            <a:spLocks noGrp="1"/>
          </p:cNvSpPr>
          <p:nvPr>
            <p:ph idx="1"/>
          </p:nvPr>
        </p:nvSpPr>
        <p:spPr>
          <a:xfrm>
            <a:off x="423672" y="1463675"/>
            <a:ext cx="8296656" cy="4453864"/>
          </a:xfrm>
        </p:spPr>
        <p:txBody>
          <a:bodyPr/>
          <a:lstStyle/>
          <a:p>
            <a:pPr marL="0" indent="0" algn="just">
              <a:buNone/>
            </a:pPr>
            <a:r>
              <a:rPr lang="zh-CN" altLang="en-US" sz="2400" dirty="0"/>
              <a:t>完整性报告是指平台向验证者提供平台或部分部件的完整性度量值的过程。完整性报告应满足如下要求</a:t>
            </a:r>
            <a:r>
              <a:rPr lang="en-US" altLang="zh-CN" sz="2400" dirty="0"/>
              <a:t>:</a:t>
            </a:r>
          </a:p>
          <a:p>
            <a:pPr algn="just"/>
            <a:r>
              <a:rPr lang="en-US" altLang="zh-CN" sz="2400" dirty="0"/>
              <a:t>a) </a:t>
            </a:r>
            <a:r>
              <a:rPr lang="zh-CN" altLang="en-US" sz="2400" dirty="0"/>
              <a:t>平台能够向验证者提供指定 </a:t>
            </a:r>
            <a:r>
              <a:rPr lang="en-US" altLang="zh-CN" sz="2400" dirty="0"/>
              <a:t>PCR </a:t>
            </a:r>
            <a:r>
              <a:rPr lang="zh-CN" altLang="en-US" sz="2400" dirty="0"/>
              <a:t>值</a:t>
            </a:r>
            <a:r>
              <a:rPr lang="en-US" altLang="zh-CN" sz="2400" dirty="0"/>
              <a:t>, </a:t>
            </a:r>
            <a:r>
              <a:rPr lang="zh-CN" altLang="en-US" sz="2400" dirty="0"/>
              <a:t>无需任何授权</a:t>
            </a:r>
            <a:r>
              <a:rPr lang="en-US" altLang="zh-CN" sz="2400" dirty="0"/>
              <a:t>;</a:t>
            </a:r>
          </a:p>
          <a:p>
            <a:pPr algn="just"/>
            <a:r>
              <a:rPr lang="en-US" altLang="zh-CN" sz="2400" dirty="0"/>
              <a:t>b) </a:t>
            </a:r>
            <a:r>
              <a:rPr lang="zh-CN" altLang="en-US" sz="2400" dirty="0"/>
              <a:t>平台能够向验证者提供指定 </a:t>
            </a:r>
            <a:r>
              <a:rPr lang="en-US" altLang="zh-CN" sz="2400" dirty="0"/>
              <a:t>PCR </a:t>
            </a:r>
            <a:r>
              <a:rPr lang="zh-CN" altLang="en-US" sz="2400" dirty="0"/>
              <a:t>值以及对 </a:t>
            </a:r>
            <a:r>
              <a:rPr lang="en-US" altLang="zh-CN" sz="2400" dirty="0"/>
              <a:t>PCR </a:t>
            </a:r>
            <a:r>
              <a:rPr lang="zh-CN" altLang="en-US" sz="2400" dirty="0"/>
              <a:t>值的签名。 签名使用平台身份密钥</a:t>
            </a:r>
            <a:r>
              <a:rPr lang="en-US" altLang="zh-CN" sz="2400" dirty="0"/>
              <a:t>;</a:t>
            </a:r>
          </a:p>
          <a:p>
            <a:pPr algn="just"/>
            <a:r>
              <a:rPr lang="en-US" altLang="zh-CN" sz="2400" dirty="0"/>
              <a:t>c) </a:t>
            </a:r>
            <a:r>
              <a:rPr lang="zh-CN" altLang="en-US" sz="2400" dirty="0"/>
              <a:t>平台可向验证者提供指定 </a:t>
            </a:r>
            <a:r>
              <a:rPr lang="en-US" altLang="zh-CN" sz="2400" dirty="0"/>
              <a:t>PCR </a:t>
            </a:r>
            <a:r>
              <a:rPr lang="zh-CN" altLang="en-US" sz="2400" dirty="0"/>
              <a:t>的相关事件日志信息</a:t>
            </a:r>
            <a:r>
              <a:rPr lang="en-US" altLang="zh-CN" sz="2400" dirty="0"/>
              <a:t>;</a:t>
            </a:r>
          </a:p>
          <a:p>
            <a:pPr algn="just"/>
            <a:r>
              <a:rPr lang="en-US" altLang="zh-CN" sz="2400" dirty="0"/>
              <a:t>d) </a:t>
            </a:r>
            <a:r>
              <a:rPr lang="zh-CN" altLang="en-US" sz="2400" dirty="0"/>
              <a:t>验证者可通过分析完整性度量事件日志信息判断该 </a:t>
            </a:r>
            <a:r>
              <a:rPr lang="en-US" altLang="zh-CN" sz="2400" dirty="0"/>
              <a:t>PCR </a:t>
            </a:r>
            <a:r>
              <a:rPr lang="zh-CN" altLang="en-US" sz="2400" dirty="0"/>
              <a:t>值是否来自正确的度量过程</a:t>
            </a:r>
            <a:r>
              <a:rPr lang="en-US" altLang="zh-CN" sz="2400" dirty="0"/>
              <a:t>;</a:t>
            </a:r>
          </a:p>
          <a:p>
            <a:pPr algn="just"/>
            <a:r>
              <a:rPr lang="en-US" altLang="zh-CN" sz="2400" dirty="0"/>
              <a:t>e) </a:t>
            </a:r>
            <a:r>
              <a:rPr lang="zh-CN" altLang="en-US" sz="2400" dirty="0"/>
              <a:t>验证者应使用平台身份密钥验证 </a:t>
            </a:r>
            <a:r>
              <a:rPr lang="en-US" altLang="zh-CN" sz="2400" dirty="0"/>
              <a:t>PCR </a:t>
            </a:r>
            <a:r>
              <a:rPr lang="zh-CN" altLang="en-US" sz="2400" dirty="0"/>
              <a:t>值签名</a:t>
            </a:r>
            <a:r>
              <a:rPr lang="en-US" altLang="zh-CN" sz="2400" dirty="0"/>
              <a:t>, </a:t>
            </a:r>
            <a:r>
              <a:rPr lang="zh-CN" altLang="en-US" sz="2400" dirty="0"/>
              <a:t>获得平台完整性报告结果。</a:t>
            </a:r>
          </a:p>
        </p:txBody>
      </p:sp>
      <p:sp>
        <p:nvSpPr>
          <p:cNvPr id="4" name="灯片编号占位符 3">
            <a:extLst>
              <a:ext uri="{FF2B5EF4-FFF2-40B4-BE49-F238E27FC236}">
                <a16:creationId xmlns:a16="http://schemas.microsoft.com/office/drawing/2014/main" id="{1631A404-46A1-4351-B62D-F2CED051FD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34247213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020F4E-D753-4A8B-A915-BDAA06474066}"/>
              </a:ext>
            </a:extLst>
          </p:cNvPr>
          <p:cNvSpPr>
            <a:spLocks noGrp="1"/>
          </p:cNvSpPr>
          <p:nvPr>
            <p:ph type="title"/>
          </p:nvPr>
        </p:nvSpPr>
        <p:spPr/>
        <p:txBody>
          <a:bodyPr/>
          <a:lstStyle/>
          <a:p>
            <a:r>
              <a:rPr lang="zh-CN" altLang="en-US" dirty="0"/>
              <a:t>信任链</a:t>
            </a:r>
          </a:p>
        </p:txBody>
      </p:sp>
      <p:sp>
        <p:nvSpPr>
          <p:cNvPr id="3" name="内容占位符 2">
            <a:extLst>
              <a:ext uri="{FF2B5EF4-FFF2-40B4-BE49-F238E27FC236}">
                <a16:creationId xmlns:a16="http://schemas.microsoft.com/office/drawing/2014/main" id="{A96B4DA0-442E-425F-A105-23026FC6EF2E}"/>
              </a:ext>
            </a:extLst>
          </p:cNvPr>
          <p:cNvSpPr>
            <a:spLocks noGrp="1"/>
          </p:cNvSpPr>
          <p:nvPr>
            <p:ph idx="1"/>
          </p:nvPr>
        </p:nvSpPr>
        <p:spPr>
          <a:xfrm>
            <a:off x="432511" y="1143000"/>
            <a:ext cx="8296656" cy="5141199"/>
          </a:xfrm>
        </p:spPr>
        <p:txBody>
          <a:bodyPr/>
          <a:lstStyle/>
          <a:p>
            <a:pPr algn="just"/>
            <a:r>
              <a:rPr lang="zh-CN" altLang="en-US" sz="2400" dirty="0"/>
              <a:t>信任链可以保障平台完整性。 以 </a:t>
            </a:r>
            <a:r>
              <a:rPr lang="en-US" altLang="zh-CN" sz="2400" dirty="0"/>
              <a:t>PC </a:t>
            </a:r>
            <a:r>
              <a:rPr lang="zh-CN" altLang="en-US" sz="2400" dirty="0"/>
              <a:t>为例</a:t>
            </a:r>
            <a:r>
              <a:rPr lang="en-US" altLang="zh-CN" sz="2400" dirty="0"/>
              <a:t>, </a:t>
            </a:r>
            <a:r>
              <a:rPr lang="zh-CN" altLang="en-US" sz="2400" dirty="0"/>
              <a:t>平台信任链的建立是以可信度量根为起点</a:t>
            </a:r>
            <a:r>
              <a:rPr lang="en-US" altLang="zh-CN" sz="2400" dirty="0"/>
              <a:t>, </a:t>
            </a:r>
            <a:r>
              <a:rPr lang="zh-CN" altLang="en-US" sz="2400" dirty="0"/>
              <a:t>首先对</a:t>
            </a:r>
            <a:r>
              <a:rPr lang="en-US" altLang="zh-CN" sz="2400" dirty="0"/>
              <a:t>BIOS </a:t>
            </a:r>
            <a:r>
              <a:rPr lang="zh-CN" altLang="en-US" sz="2400" dirty="0"/>
              <a:t>的其他部件进行完整性度量</a:t>
            </a:r>
            <a:r>
              <a:rPr lang="en-US" altLang="zh-CN" sz="2400" dirty="0"/>
              <a:t>, </a:t>
            </a:r>
            <a:r>
              <a:rPr lang="zh-CN" altLang="en-US" sz="2400" dirty="0"/>
              <a:t>并将度量值存储于可信密码模块的</a:t>
            </a:r>
            <a:r>
              <a:rPr lang="en-US" altLang="zh-CN" sz="2400" dirty="0"/>
              <a:t>PCR </a:t>
            </a:r>
            <a:r>
              <a:rPr lang="zh-CN" altLang="en-US" sz="2400" dirty="0"/>
              <a:t>中</a:t>
            </a:r>
            <a:r>
              <a:rPr lang="en-US" altLang="zh-CN" sz="2400" dirty="0"/>
              <a:t>, </a:t>
            </a:r>
            <a:r>
              <a:rPr lang="zh-CN" altLang="en-US" sz="2400" dirty="0"/>
              <a:t>按照选择的判断机制判断</a:t>
            </a:r>
            <a:r>
              <a:rPr lang="en-US" altLang="zh-CN" sz="2400" dirty="0"/>
              <a:t>BIOS </a:t>
            </a:r>
            <a:r>
              <a:rPr lang="zh-CN" altLang="en-US" sz="2400" dirty="0"/>
              <a:t>的完整性</a:t>
            </a:r>
            <a:r>
              <a:rPr lang="en-US" altLang="zh-CN" sz="2400" dirty="0"/>
              <a:t>, </a:t>
            </a:r>
            <a:r>
              <a:rPr lang="zh-CN" altLang="en-US" sz="2400" dirty="0"/>
              <a:t>若完整性未被破坏</a:t>
            </a:r>
            <a:r>
              <a:rPr lang="en-US" altLang="zh-CN" sz="2400" dirty="0"/>
              <a:t>, </a:t>
            </a:r>
            <a:r>
              <a:rPr lang="zh-CN" altLang="en-US" sz="2400" dirty="0"/>
              <a:t>则运行 </a:t>
            </a:r>
            <a:r>
              <a:rPr lang="en-US" altLang="zh-CN" sz="2400" dirty="0"/>
              <a:t>BIOS; </a:t>
            </a:r>
            <a:r>
              <a:rPr lang="zh-CN" altLang="en-US" sz="2400" dirty="0"/>
              <a:t>并度量初始化程序加载器</a:t>
            </a:r>
            <a:r>
              <a:rPr lang="en-US" altLang="zh-CN" sz="2400" dirty="0"/>
              <a:t>(Initial Program Loader—IPL)/</a:t>
            </a:r>
            <a:r>
              <a:rPr lang="zh-CN" altLang="en-US" sz="2400" dirty="0"/>
              <a:t>主引导分区</a:t>
            </a:r>
            <a:r>
              <a:rPr lang="en-US" altLang="zh-CN" sz="2400" dirty="0"/>
              <a:t>(Master Boot Record—MBR) </a:t>
            </a:r>
            <a:r>
              <a:rPr lang="zh-CN" altLang="en-US" sz="2400" dirty="0"/>
              <a:t>的完整性</a:t>
            </a:r>
            <a:r>
              <a:rPr lang="en-US" altLang="zh-CN" sz="2400" dirty="0"/>
              <a:t>, </a:t>
            </a:r>
            <a:r>
              <a:rPr lang="zh-CN" altLang="en-US" sz="2400" dirty="0"/>
              <a:t>基于判断机制判断</a:t>
            </a:r>
            <a:r>
              <a:rPr lang="en-US" altLang="zh-CN" sz="2400" dirty="0"/>
              <a:t>IPL/MBR </a:t>
            </a:r>
            <a:r>
              <a:rPr lang="zh-CN" altLang="en-US" sz="2400" dirty="0"/>
              <a:t>完整性：</a:t>
            </a:r>
            <a:endParaRPr lang="en-US" altLang="zh-CN" sz="2400" dirty="0"/>
          </a:p>
          <a:p>
            <a:pPr algn="just"/>
            <a:r>
              <a:rPr lang="zh-CN" altLang="en-US" sz="2400" dirty="0"/>
              <a:t>若</a:t>
            </a:r>
            <a:r>
              <a:rPr lang="en-US" altLang="zh-CN" sz="2400" dirty="0"/>
              <a:t>IPL/MBR </a:t>
            </a:r>
            <a:r>
              <a:rPr lang="zh-CN" altLang="en-US" sz="2400" dirty="0"/>
              <a:t>完整性没有被破坏</a:t>
            </a:r>
            <a:r>
              <a:rPr lang="en-US" altLang="zh-CN" sz="2400" dirty="0"/>
              <a:t>, </a:t>
            </a:r>
            <a:r>
              <a:rPr lang="zh-CN" altLang="en-US" sz="2400" dirty="0"/>
              <a:t>则运行 </a:t>
            </a:r>
            <a:r>
              <a:rPr lang="en-US" altLang="zh-CN" sz="2400" dirty="0"/>
              <a:t>MBR; </a:t>
            </a:r>
            <a:r>
              <a:rPr lang="zh-CN" altLang="en-US" sz="2400" dirty="0"/>
              <a:t>然后由</a:t>
            </a:r>
            <a:r>
              <a:rPr lang="en-US" altLang="zh-CN" sz="2400" dirty="0"/>
              <a:t>IPL/MBR </a:t>
            </a:r>
            <a:r>
              <a:rPr lang="zh-CN" altLang="en-US" sz="2400" dirty="0"/>
              <a:t>度量 </a:t>
            </a:r>
            <a:r>
              <a:rPr lang="en-US" altLang="zh-CN" sz="2400" dirty="0"/>
              <a:t>OS </a:t>
            </a:r>
            <a:r>
              <a:rPr lang="zh-CN" altLang="en-US" sz="2400" dirty="0"/>
              <a:t>内核的度量与修复部件的完整性</a:t>
            </a:r>
            <a:r>
              <a:rPr lang="en-US" altLang="zh-CN" sz="2400" dirty="0"/>
              <a:t>, </a:t>
            </a:r>
            <a:r>
              <a:rPr lang="zh-CN" altLang="en-US" sz="2400" dirty="0"/>
              <a:t>若该部件完整性未被破坏</a:t>
            </a:r>
            <a:r>
              <a:rPr lang="en-US" altLang="zh-CN" sz="2400" dirty="0"/>
              <a:t>, </a:t>
            </a:r>
            <a:r>
              <a:rPr lang="zh-CN" altLang="en-US" sz="2400" dirty="0"/>
              <a:t>则由该部件度量 </a:t>
            </a:r>
            <a:r>
              <a:rPr lang="en-US" altLang="zh-CN" sz="2400" dirty="0"/>
              <a:t>OS </a:t>
            </a:r>
            <a:r>
              <a:rPr lang="zh-CN" altLang="en-US" sz="2400" dirty="0"/>
              <a:t>内核的完整性</a:t>
            </a:r>
            <a:r>
              <a:rPr lang="en-US" altLang="zh-CN" sz="2400" dirty="0"/>
              <a:t>, </a:t>
            </a:r>
            <a:r>
              <a:rPr lang="zh-CN" altLang="en-US" sz="2400" dirty="0"/>
              <a:t>若未被篡改</a:t>
            </a:r>
            <a:r>
              <a:rPr lang="en-US" altLang="zh-CN" sz="2400" dirty="0"/>
              <a:t>, </a:t>
            </a:r>
            <a:r>
              <a:rPr lang="zh-CN" altLang="en-US" sz="2400" dirty="0"/>
              <a:t>则运行 </a:t>
            </a:r>
            <a:r>
              <a:rPr lang="en-US" altLang="zh-CN" sz="2400" dirty="0"/>
              <a:t>OS </a:t>
            </a:r>
            <a:r>
              <a:rPr lang="zh-CN" altLang="en-US" sz="2400" dirty="0"/>
              <a:t>内核。 </a:t>
            </a:r>
            <a:r>
              <a:rPr lang="en-US" altLang="zh-CN" sz="2400" dirty="0"/>
              <a:t>OS</a:t>
            </a:r>
            <a:r>
              <a:rPr lang="zh-CN" altLang="en-US" sz="2400" dirty="0"/>
              <a:t>内核启动后基于同样机制检测 </a:t>
            </a:r>
            <a:r>
              <a:rPr lang="en-US" altLang="zh-CN" sz="2400" dirty="0"/>
              <a:t>OS </a:t>
            </a:r>
            <a:r>
              <a:rPr lang="zh-CN" altLang="en-US" sz="2400" dirty="0"/>
              <a:t>服务完整性</a:t>
            </a:r>
            <a:r>
              <a:rPr lang="en-US" altLang="zh-CN" sz="2400" dirty="0"/>
              <a:t>, </a:t>
            </a:r>
            <a:r>
              <a:rPr lang="zh-CN" altLang="en-US" sz="2400" dirty="0"/>
              <a:t>通过信任关系传递</a:t>
            </a:r>
            <a:r>
              <a:rPr lang="en-US" altLang="zh-CN" sz="2400" dirty="0"/>
              <a:t>, </a:t>
            </a:r>
            <a:r>
              <a:rPr lang="zh-CN" altLang="en-US" sz="2400" dirty="0"/>
              <a:t>可以确保所启动的系统是可信的。</a:t>
            </a:r>
          </a:p>
        </p:txBody>
      </p:sp>
      <p:sp>
        <p:nvSpPr>
          <p:cNvPr id="4" name="灯片编号占位符 3">
            <a:extLst>
              <a:ext uri="{FF2B5EF4-FFF2-40B4-BE49-F238E27FC236}">
                <a16:creationId xmlns:a16="http://schemas.microsoft.com/office/drawing/2014/main" id="{06503E37-A9CC-46FA-A41C-B15717D5EA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198077754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5C731-4304-4E6A-830D-A853E8CA0E2D}"/>
              </a:ext>
            </a:extLst>
          </p:cNvPr>
          <p:cNvSpPr>
            <a:spLocks noGrp="1"/>
          </p:cNvSpPr>
          <p:nvPr>
            <p:ph type="title"/>
          </p:nvPr>
        </p:nvSpPr>
        <p:spPr/>
        <p:txBody>
          <a:bodyPr/>
          <a:lstStyle/>
          <a:p>
            <a:r>
              <a:rPr lang="zh-CN" altLang="en-US" dirty="0"/>
              <a:t>向外部实体证实平台完整性</a:t>
            </a:r>
          </a:p>
        </p:txBody>
      </p:sp>
      <p:sp>
        <p:nvSpPr>
          <p:cNvPr id="3" name="内容占位符 2">
            <a:extLst>
              <a:ext uri="{FF2B5EF4-FFF2-40B4-BE49-F238E27FC236}">
                <a16:creationId xmlns:a16="http://schemas.microsoft.com/office/drawing/2014/main" id="{B5269789-C655-4C9F-9AC2-FB0BEEEFE73E}"/>
              </a:ext>
            </a:extLst>
          </p:cNvPr>
          <p:cNvSpPr>
            <a:spLocks noGrp="1"/>
          </p:cNvSpPr>
          <p:nvPr>
            <p:ph idx="1"/>
          </p:nvPr>
        </p:nvSpPr>
        <p:spPr>
          <a:xfrm>
            <a:off x="304800" y="1143000"/>
            <a:ext cx="8612134" cy="5410200"/>
          </a:xfrm>
        </p:spPr>
        <p:txBody>
          <a:bodyPr/>
          <a:lstStyle/>
          <a:p>
            <a:endParaRPr lang="en-US" altLang="zh-CN" sz="2800" dirty="0"/>
          </a:p>
          <a:p>
            <a:r>
              <a:rPr lang="zh-CN" altLang="en-US" sz="2800" dirty="0"/>
              <a:t>系统运行时可以设置一个平台防护模块</a:t>
            </a:r>
            <a:r>
              <a:rPr lang="en-US" altLang="zh-CN" sz="2800" dirty="0"/>
              <a:t>, </a:t>
            </a:r>
            <a:r>
              <a:rPr lang="zh-CN" altLang="en-US" sz="2800" dirty="0"/>
              <a:t>用于检测应用程序或进程的完整性</a:t>
            </a:r>
            <a:r>
              <a:rPr lang="en-US" altLang="zh-CN" sz="2800" dirty="0"/>
              <a:t>, </a:t>
            </a:r>
            <a:r>
              <a:rPr lang="zh-CN" altLang="en-US" sz="2800" dirty="0"/>
              <a:t>确保应用程序或进程的可信性。</a:t>
            </a:r>
            <a:endParaRPr lang="en-US" altLang="zh-CN" sz="2800" dirty="0"/>
          </a:p>
          <a:p>
            <a:endParaRPr lang="en-US" altLang="zh-CN" sz="2800" dirty="0"/>
          </a:p>
          <a:p>
            <a:r>
              <a:rPr lang="zh-CN" altLang="en-US" sz="2800" dirty="0"/>
              <a:t>平台可向外部实体提供完整性报告</a:t>
            </a:r>
            <a:r>
              <a:rPr lang="en-US" altLang="zh-CN" sz="2800" dirty="0"/>
              <a:t>, </a:t>
            </a:r>
            <a:r>
              <a:rPr lang="zh-CN" altLang="en-US" sz="2800" dirty="0"/>
              <a:t>所报告的度量值作为判断平台可信性的依据。报告完整性度量值时</a:t>
            </a:r>
            <a:r>
              <a:rPr lang="en-US" altLang="zh-CN" sz="2800" dirty="0"/>
              <a:t>, </a:t>
            </a:r>
            <a:r>
              <a:rPr lang="zh-CN" altLang="en-US" sz="2800" dirty="0"/>
              <a:t>平台身份密钥应对完整性度量值进行数字签名</a:t>
            </a:r>
            <a:r>
              <a:rPr lang="en-US" altLang="zh-CN" sz="2800" dirty="0"/>
              <a:t>, </a:t>
            </a:r>
            <a:r>
              <a:rPr lang="zh-CN" altLang="en-US" sz="2800" dirty="0"/>
              <a:t>接收方通过验证签名有效性以及校验完整性度量值来判断该平台的可信性。外部实体可以向平台请求验证平台的完整性。</a:t>
            </a:r>
          </a:p>
        </p:txBody>
      </p:sp>
      <p:sp>
        <p:nvSpPr>
          <p:cNvPr id="4" name="灯片编号占位符 3">
            <a:extLst>
              <a:ext uri="{FF2B5EF4-FFF2-40B4-BE49-F238E27FC236}">
                <a16:creationId xmlns:a16="http://schemas.microsoft.com/office/drawing/2014/main" id="{006118FE-69BC-4B81-8D5D-FB93DE0F8A2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19277784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420098-996B-4981-AC9E-5B3D61A4115C}"/>
              </a:ext>
            </a:extLst>
          </p:cNvPr>
          <p:cNvSpPr>
            <a:spLocks noGrp="1"/>
          </p:cNvSpPr>
          <p:nvPr>
            <p:ph type="title"/>
          </p:nvPr>
        </p:nvSpPr>
        <p:spPr/>
        <p:txBody>
          <a:bodyPr/>
          <a:lstStyle/>
          <a:p>
            <a:r>
              <a:rPr lang="zh-CN" altLang="en-US" dirty="0"/>
              <a:t>参考验证流程</a:t>
            </a:r>
          </a:p>
        </p:txBody>
      </p:sp>
      <p:sp>
        <p:nvSpPr>
          <p:cNvPr id="3" name="内容占位符 2">
            <a:extLst>
              <a:ext uri="{FF2B5EF4-FFF2-40B4-BE49-F238E27FC236}">
                <a16:creationId xmlns:a16="http://schemas.microsoft.com/office/drawing/2014/main" id="{48DBF0EB-AD8E-4C2F-88ED-BF4A15A54F78}"/>
              </a:ext>
            </a:extLst>
          </p:cNvPr>
          <p:cNvSpPr>
            <a:spLocks noGrp="1"/>
          </p:cNvSpPr>
          <p:nvPr>
            <p:ph idx="1"/>
          </p:nvPr>
        </p:nvSpPr>
        <p:spPr>
          <a:xfrm>
            <a:off x="381000" y="1070124"/>
            <a:ext cx="8545792" cy="5483076"/>
          </a:xfrm>
        </p:spPr>
        <p:txBody>
          <a:bodyPr/>
          <a:lstStyle/>
          <a:p>
            <a:r>
              <a:rPr lang="en-US" altLang="zh-CN" sz="2800" b="1" dirty="0"/>
              <a:t>a) </a:t>
            </a:r>
            <a:r>
              <a:rPr lang="zh-CN" altLang="en-US" sz="2800" b="1" dirty="0"/>
              <a:t>平台按如下方式报告其完整性</a:t>
            </a:r>
          </a:p>
          <a:p>
            <a:pPr marL="0" indent="0">
              <a:buNone/>
            </a:pPr>
            <a:r>
              <a:rPr lang="en-US" altLang="zh-CN" sz="2400" dirty="0"/>
              <a:t>1) </a:t>
            </a:r>
            <a:r>
              <a:rPr lang="zh-CN" altLang="en-US" sz="2400" dirty="0"/>
              <a:t>平台启动后</a:t>
            </a:r>
            <a:r>
              <a:rPr lang="en-US" altLang="zh-CN" sz="2400" dirty="0"/>
              <a:t>, </a:t>
            </a:r>
            <a:r>
              <a:rPr lang="zh-CN" altLang="en-US" sz="2400" dirty="0"/>
              <a:t>外部实体向平台发送完整性度量报告的请求</a:t>
            </a:r>
            <a:r>
              <a:rPr lang="en-US" altLang="zh-CN" sz="2400" dirty="0"/>
              <a:t>;</a:t>
            </a:r>
          </a:p>
          <a:p>
            <a:pPr marL="0" indent="0">
              <a:buNone/>
            </a:pPr>
            <a:r>
              <a:rPr lang="en-US" altLang="zh-CN" sz="2400" dirty="0"/>
              <a:t>2) </a:t>
            </a:r>
            <a:r>
              <a:rPr lang="zh-CN" altLang="en-US" sz="2400" dirty="0"/>
              <a:t>可信密码模块收集 </a:t>
            </a:r>
            <a:r>
              <a:rPr lang="en-US" altLang="zh-CN" sz="2400" dirty="0"/>
              <a:t>PCR </a:t>
            </a:r>
            <a:r>
              <a:rPr lang="zh-CN" altLang="en-US" sz="2400" dirty="0"/>
              <a:t>的值</a:t>
            </a:r>
            <a:r>
              <a:rPr lang="en-US" altLang="zh-CN" sz="2400" dirty="0"/>
              <a:t>, </a:t>
            </a:r>
            <a:r>
              <a:rPr lang="zh-CN" altLang="en-US" sz="2400" dirty="0"/>
              <a:t>使用平台身份密钥</a:t>
            </a:r>
            <a:r>
              <a:rPr lang="en-US" altLang="zh-CN" sz="2400" dirty="0"/>
              <a:t>(PIK) </a:t>
            </a:r>
            <a:r>
              <a:rPr lang="zh-CN" altLang="en-US" sz="2400" dirty="0"/>
              <a:t>对 </a:t>
            </a:r>
            <a:r>
              <a:rPr lang="en-US" altLang="zh-CN" sz="2400" dirty="0"/>
              <a:t>PCR </a:t>
            </a:r>
            <a:r>
              <a:rPr lang="zh-CN" altLang="en-US" sz="2400" dirty="0"/>
              <a:t>的值进行签名</a:t>
            </a:r>
            <a:r>
              <a:rPr lang="en-US" altLang="zh-CN" sz="2400" dirty="0"/>
              <a:t>;</a:t>
            </a:r>
          </a:p>
          <a:p>
            <a:pPr marL="0" indent="0">
              <a:buNone/>
            </a:pPr>
            <a:r>
              <a:rPr lang="en-US" altLang="zh-CN" sz="2400" dirty="0"/>
              <a:t>3) </a:t>
            </a:r>
            <a:r>
              <a:rPr lang="zh-CN" altLang="en-US" sz="2400" dirty="0"/>
              <a:t>平台将 </a:t>
            </a:r>
            <a:r>
              <a:rPr lang="en-US" altLang="zh-CN" sz="2400" dirty="0"/>
              <a:t>PCR </a:t>
            </a:r>
            <a:r>
              <a:rPr lang="zh-CN" altLang="en-US" sz="2400" dirty="0"/>
              <a:t>的值</a:t>
            </a:r>
            <a:r>
              <a:rPr lang="en-US" altLang="zh-CN" sz="2400" dirty="0"/>
              <a:t>,PIK </a:t>
            </a:r>
            <a:r>
              <a:rPr lang="zh-CN" altLang="en-US" sz="2400" dirty="0"/>
              <a:t>对 </a:t>
            </a:r>
            <a:r>
              <a:rPr lang="en-US" altLang="zh-CN" sz="2400" dirty="0"/>
              <a:t>PCR </a:t>
            </a:r>
            <a:r>
              <a:rPr lang="zh-CN" altLang="en-US" sz="2400" dirty="0"/>
              <a:t>值的签名和 </a:t>
            </a:r>
            <a:r>
              <a:rPr lang="en-US" altLang="zh-CN" sz="2400" dirty="0"/>
              <a:t>PIK </a:t>
            </a:r>
            <a:r>
              <a:rPr lang="zh-CN" altLang="en-US" sz="2400" dirty="0"/>
              <a:t>证书发送给验证者。</a:t>
            </a:r>
          </a:p>
          <a:p>
            <a:r>
              <a:rPr lang="en-US" altLang="zh-CN" sz="2800" b="1" dirty="0"/>
              <a:t>b) </a:t>
            </a:r>
            <a:r>
              <a:rPr lang="zh-CN" altLang="en-US" sz="2800" b="1" dirty="0"/>
              <a:t>验证者验证平台完整性</a:t>
            </a:r>
          </a:p>
          <a:p>
            <a:pPr marL="0" indent="0">
              <a:buNone/>
            </a:pPr>
            <a:r>
              <a:rPr lang="en-US" altLang="zh-CN" sz="2400" dirty="0"/>
              <a:t>1) </a:t>
            </a:r>
            <a:r>
              <a:rPr lang="zh-CN" altLang="en-US" sz="2400" dirty="0"/>
              <a:t>验证者得到平台发送的 </a:t>
            </a:r>
            <a:r>
              <a:rPr lang="en-US" altLang="zh-CN" sz="2400" dirty="0"/>
              <a:t>PCR </a:t>
            </a:r>
            <a:r>
              <a:rPr lang="zh-CN" altLang="en-US" sz="2400" dirty="0"/>
              <a:t>值</a:t>
            </a:r>
            <a:r>
              <a:rPr lang="en-US" altLang="zh-CN" sz="2400" dirty="0"/>
              <a:t>,PIK </a:t>
            </a:r>
            <a:r>
              <a:rPr lang="zh-CN" altLang="en-US" sz="2400" dirty="0"/>
              <a:t>对 </a:t>
            </a:r>
            <a:r>
              <a:rPr lang="en-US" altLang="zh-CN" sz="2400" dirty="0"/>
              <a:t>PCR </a:t>
            </a:r>
            <a:r>
              <a:rPr lang="zh-CN" altLang="en-US" sz="2400" dirty="0"/>
              <a:t>值的签名和 </a:t>
            </a:r>
            <a:r>
              <a:rPr lang="en-US" altLang="zh-CN" sz="2400" dirty="0"/>
              <a:t>PIK </a:t>
            </a:r>
            <a:r>
              <a:rPr lang="zh-CN" altLang="en-US" sz="2400" dirty="0"/>
              <a:t>证书</a:t>
            </a:r>
          </a:p>
          <a:p>
            <a:pPr marL="0" indent="0">
              <a:buNone/>
            </a:pPr>
            <a:r>
              <a:rPr lang="en-US" altLang="zh-CN" sz="2400" dirty="0"/>
              <a:t>2) </a:t>
            </a:r>
            <a:r>
              <a:rPr lang="zh-CN" altLang="en-US" sz="2400" dirty="0"/>
              <a:t>验证者验证 </a:t>
            </a:r>
            <a:r>
              <a:rPr lang="en-US" altLang="zh-CN" sz="2400" dirty="0"/>
              <a:t>PIK </a:t>
            </a:r>
            <a:r>
              <a:rPr lang="zh-CN" altLang="en-US" sz="2400" dirty="0"/>
              <a:t>证书</a:t>
            </a:r>
            <a:r>
              <a:rPr lang="en-US" altLang="zh-CN" sz="2400" dirty="0"/>
              <a:t>;</a:t>
            </a:r>
          </a:p>
          <a:p>
            <a:pPr marL="0" indent="0">
              <a:buNone/>
            </a:pPr>
            <a:r>
              <a:rPr lang="en-US" altLang="zh-CN" sz="2400" dirty="0"/>
              <a:t>3) </a:t>
            </a:r>
            <a:r>
              <a:rPr lang="zh-CN" altLang="en-US" sz="2400" dirty="0"/>
              <a:t>验证者验证 </a:t>
            </a:r>
            <a:r>
              <a:rPr lang="en-US" altLang="zh-CN" sz="2400" dirty="0"/>
              <a:t>PCR </a:t>
            </a:r>
            <a:r>
              <a:rPr lang="zh-CN" altLang="en-US" sz="2400" dirty="0"/>
              <a:t>值的签名</a:t>
            </a:r>
            <a:r>
              <a:rPr lang="en-US" altLang="zh-CN" sz="2400" dirty="0"/>
              <a:t>;</a:t>
            </a:r>
          </a:p>
          <a:p>
            <a:pPr marL="0" indent="0">
              <a:buNone/>
            </a:pPr>
            <a:r>
              <a:rPr lang="en-US" altLang="zh-CN" sz="2400" dirty="0"/>
              <a:t>4) </a:t>
            </a:r>
            <a:r>
              <a:rPr lang="zh-CN" altLang="en-US" sz="2400" dirty="0"/>
              <a:t>验证者对 </a:t>
            </a:r>
            <a:r>
              <a:rPr lang="en-US" altLang="zh-CN" sz="2400" dirty="0"/>
              <a:t>PCR </a:t>
            </a:r>
            <a:r>
              <a:rPr lang="zh-CN" altLang="en-US" sz="2400" dirty="0"/>
              <a:t>的值与平台的完整性基准值进行比较</a:t>
            </a:r>
            <a:r>
              <a:rPr lang="en-US" altLang="zh-CN" sz="2400" dirty="0"/>
              <a:t>, </a:t>
            </a:r>
            <a:r>
              <a:rPr lang="zh-CN" altLang="en-US" sz="2400" dirty="0"/>
              <a:t>若相同</a:t>
            </a:r>
            <a:r>
              <a:rPr lang="en-US" altLang="zh-CN" sz="2400" dirty="0"/>
              <a:t>, </a:t>
            </a:r>
            <a:r>
              <a:rPr lang="zh-CN" altLang="en-US" sz="2400" dirty="0"/>
              <a:t>则表明当前平台处于可信状态。</a:t>
            </a:r>
          </a:p>
          <a:p>
            <a:endParaRPr lang="zh-CN" altLang="en-US" dirty="0"/>
          </a:p>
        </p:txBody>
      </p:sp>
      <p:sp>
        <p:nvSpPr>
          <p:cNvPr id="4" name="灯片编号占位符 3">
            <a:extLst>
              <a:ext uri="{FF2B5EF4-FFF2-40B4-BE49-F238E27FC236}">
                <a16:creationId xmlns:a16="http://schemas.microsoft.com/office/drawing/2014/main" id="{DDE1876A-8D13-4828-8003-E0F330F7F80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23015749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B8B5AB-549C-4FF0-810F-24C8F21D92A3}"/>
              </a:ext>
            </a:extLst>
          </p:cNvPr>
          <p:cNvSpPr>
            <a:spLocks noGrp="1"/>
          </p:cNvSpPr>
          <p:nvPr>
            <p:ph type="title"/>
          </p:nvPr>
        </p:nvSpPr>
        <p:spPr/>
        <p:txBody>
          <a:bodyPr/>
          <a:lstStyle/>
          <a:p>
            <a:r>
              <a:rPr lang="zh-CN" altLang="en-US" dirty="0"/>
              <a:t>平台身份可信</a:t>
            </a:r>
            <a:r>
              <a:rPr lang="en-US" altLang="zh-CN" dirty="0"/>
              <a:t>--</a:t>
            </a:r>
            <a:r>
              <a:rPr lang="zh-CN" altLang="en-US" dirty="0"/>
              <a:t>平台身份标识</a:t>
            </a:r>
          </a:p>
        </p:txBody>
      </p:sp>
      <p:sp>
        <p:nvSpPr>
          <p:cNvPr id="3" name="内容占位符 2">
            <a:extLst>
              <a:ext uri="{FF2B5EF4-FFF2-40B4-BE49-F238E27FC236}">
                <a16:creationId xmlns:a16="http://schemas.microsoft.com/office/drawing/2014/main" id="{35993EE0-7B54-44A5-9AFF-388FC38B0663}"/>
              </a:ext>
            </a:extLst>
          </p:cNvPr>
          <p:cNvSpPr>
            <a:spLocks noGrp="1"/>
          </p:cNvSpPr>
          <p:nvPr>
            <p:ph idx="1"/>
          </p:nvPr>
        </p:nvSpPr>
        <p:spPr>
          <a:xfrm>
            <a:off x="381000" y="1463674"/>
            <a:ext cx="8296656" cy="4789839"/>
          </a:xfrm>
        </p:spPr>
        <p:txBody>
          <a:bodyPr/>
          <a:lstStyle/>
          <a:p>
            <a:pPr algn="just"/>
            <a:r>
              <a:rPr lang="zh-CN" altLang="en-US" sz="2800" dirty="0"/>
              <a:t>可信计算密码支撑平台采用密码模块密钥</a:t>
            </a:r>
            <a:r>
              <a:rPr lang="en-US" altLang="zh-CN" sz="2800" dirty="0"/>
              <a:t>(EK) </a:t>
            </a:r>
            <a:r>
              <a:rPr lang="zh-CN" altLang="en-US" sz="2800" dirty="0"/>
              <a:t>标识其身份</a:t>
            </a:r>
            <a:r>
              <a:rPr lang="en-US" altLang="zh-CN" sz="2800" dirty="0"/>
              <a:t>, </a:t>
            </a:r>
            <a:r>
              <a:rPr lang="zh-CN" altLang="en-US" sz="2800" dirty="0"/>
              <a:t>在平台所有者授权下</a:t>
            </a:r>
            <a:r>
              <a:rPr lang="en-US" altLang="zh-CN" sz="2800" dirty="0"/>
              <a:t>, </a:t>
            </a:r>
            <a:r>
              <a:rPr lang="zh-CN" altLang="en-US" sz="2800" dirty="0"/>
              <a:t>在 </a:t>
            </a:r>
            <a:r>
              <a:rPr lang="en-US" altLang="zh-CN" sz="2800" dirty="0"/>
              <a:t>TCM </a:t>
            </a:r>
            <a:r>
              <a:rPr lang="zh-CN" altLang="en-US" sz="2800" dirty="0"/>
              <a:t>内部生成一个</a:t>
            </a:r>
            <a:r>
              <a:rPr lang="en-US" altLang="zh-CN" sz="2800" dirty="0"/>
              <a:t>SM2</a:t>
            </a:r>
            <a:r>
              <a:rPr lang="zh-CN" altLang="en-US" sz="2800" dirty="0"/>
              <a:t>密钥对</a:t>
            </a:r>
            <a:r>
              <a:rPr lang="en-US" altLang="zh-CN" sz="2800" dirty="0"/>
              <a:t>, </a:t>
            </a:r>
            <a:r>
              <a:rPr lang="zh-CN" altLang="en-US" sz="2800" dirty="0"/>
              <a:t>作为平台身份密钥</a:t>
            </a:r>
            <a:r>
              <a:rPr lang="en-US" altLang="zh-CN" sz="2800" dirty="0"/>
              <a:t>(PIK) , </a:t>
            </a:r>
            <a:r>
              <a:rPr lang="zh-CN" altLang="en-US" sz="2800" dirty="0"/>
              <a:t>用于对 </a:t>
            </a:r>
            <a:r>
              <a:rPr lang="en-US" altLang="zh-CN" sz="2800" dirty="0"/>
              <a:t>TCM </a:t>
            </a:r>
            <a:r>
              <a:rPr lang="zh-CN" altLang="en-US" sz="2800" dirty="0"/>
              <a:t>内部的信息进行数字签名</a:t>
            </a:r>
            <a:r>
              <a:rPr lang="en-US" altLang="zh-CN" sz="2800" dirty="0"/>
              <a:t>, </a:t>
            </a:r>
            <a:r>
              <a:rPr lang="zh-CN" altLang="en-US" sz="2800" dirty="0"/>
              <a:t>实现平台身份认证和平台完整性报告</a:t>
            </a:r>
            <a:r>
              <a:rPr lang="en-US" altLang="zh-CN" sz="2800" dirty="0"/>
              <a:t>, </a:t>
            </a:r>
            <a:r>
              <a:rPr lang="zh-CN" altLang="en-US" sz="2800" dirty="0"/>
              <a:t>从而向外部证实平台内部数据的可信性。</a:t>
            </a:r>
            <a:endParaRPr lang="en-US" altLang="zh-CN" sz="2800" dirty="0"/>
          </a:p>
          <a:p>
            <a:pPr algn="just"/>
            <a:endParaRPr lang="zh-CN" altLang="en-US" sz="2800" dirty="0"/>
          </a:p>
          <a:p>
            <a:pPr algn="just"/>
            <a:r>
              <a:rPr lang="zh-CN" altLang="en-US" sz="2800" dirty="0"/>
              <a:t>密码模块密钥</a:t>
            </a:r>
            <a:r>
              <a:rPr lang="en-US" altLang="zh-CN" sz="2800" dirty="0"/>
              <a:t>(EK) </a:t>
            </a:r>
            <a:r>
              <a:rPr lang="zh-CN" altLang="en-US" sz="2800" dirty="0"/>
              <a:t>是唯一的</a:t>
            </a:r>
            <a:r>
              <a:rPr lang="en-US" altLang="zh-CN" sz="2800" dirty="0"/>
              <a:t>, </a:t>
            </a:r>
            <a:r>
              <a:rPr lang="zh-CN" altLang="en-US" sz="2800" dirty="0"/>
              <a:t>必须被保存在 </a:t>
            </a:r>
            <a:r>
              <a:rPr lang="en-US" altLang="zh-CN" sz="2800" dirty="0"/>
              <a:t>TCM </a:t>
            </a:r>
            <a:r>
              <a:rPr lang="zh-CN" altLang="en-US" sz="2800" dirty="0"/>
              <a:t>内</a:t>
            </a:r>
            <a:r>
              <a:rPr lang="en-US" altLang="zh-CN" sz="2800" dirty="0"/>
              <a:t>, </a:t>
            </a:r>
            <a:r>
              <a:rPr lang="zh-CN" altLang="en-US" sz="2800" dirty="0"/>
              <a:t>仅仅在获取平台所有者操作及申请平台身份证书时使用</a:t>
            </a:r>
            <a:r>
              <a:rPr lang="en-US" altLang="zh-CN" sz="2800" dirty="0"/>
              <a:t>, </a:t>
            </a:r>
            <a:r>
              <a:rPr lang="zh-CN" altLang="en-US" sz="2800" dirty="0"/>
              <a:t>且不得被导出 </a:t>
            </a:r>
            <a:r>
              <a:rPr lang="en-US" altLang="zh-CN" sz="2800" dirty="0"/>
              <a:t>TCM </a:t>
            </a:r>
            <a:r>
              <a:rPr lang="zh-CN" altLang="en-US" sz="2800" dirty="0"/>
              <a:t>外部。</a:t>
            </a:r>
          </a:p>
        </p:txBody>
      </p:sp>
      <p:sp>
        <p:nvSpPr>
          <p:cNvPr id="4" name="灯片编号占位符 3">
            <a:extLst>
              <a:ext uri="{FF2B5EF4-FFF2-40B4-BE49-F238E27FC236}">
                <a16:creationId xmlns:a16="http://schemas.microsoft.com/office/drawing/2014/main" id="{82926A37-967C-41DF-A28E-926540AA96A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337930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6AE5F9-27D8-4B61-8EA6-16A28FF1916A}"/>
              </a:ext>
            </a:extLst>
          </p:cNvPr>
          <p:cNvSpPr>
            <a:spLocks noGrp="1"/>
          </p:cNvSpPr>
          <p:nvPr>
            <p:ph type="title"/>
          </p:nvPr>
        </p:nvSpPr>
        <p:spPr/>
        <p:txBody>
          <a:bodyPr/>
          <a:lstStyle/>
          <a:p>
            <a:r>
              <a:rPr lang="zh-CN" altLang="en-US" dirty="0"/>
              <a:t>平台身份可信</a:t>
            </a:r>
            <a:r>
              <a:rPr lang="en-US" altLang="zh-CN" dirty="0"/>
              <a:t>--</a:t>
            </a:r>
            <a:r>
              <a:rPr lang="zh-CN" altLang="en-US" dirty="0"/>
              <a:t>平台身份标识</a:t>
            </a:r>
          </a:p>
        </p:txBody>
      </p:sp>
      <p:sp>
        <p:nvSpPr>
          <p:cNvPr id="3" name="内容占位符 2">
            <a:extLst>
              <a:ext uri="{FF2B5EF4-FFF2-40B4-BE49-F238E27FC236}">
                <a16:creationId xmlns:a16="http://schemas.microsoft.com/office/drawing/2014/main" id="{E22C7D44-C29D-415F-83DF-65374F898BD0}"/>
              </a:ext>
            </a:extLst>
          </p:cNvPr>
          <p:cNvSpPr>
            <a:spLocks noGrp="1"/>
          </p:cNvSpPr>
          <p:nvPr>
            <p:ph idx="1"/>
          </p:nvPr>
        </p:nvSpPr>
        <p:spPr/>
        <p:txBody>
          <a:bodyPr/>
          <a:lstStyle/>
          <a:p>
            <a:pPr algn="just"/>
            <a:r>
              <a:rPr lang="zh-CN" altLang="en-US" sz="3200" dirty="0"/>
              <a:t>密码模块证书符合</a:t>
            </a:r>
            <a:r>
              <a:rPr lang="en-US" altLang="zh-CN" sz="3200" dirty="0"/>
              <a:t>X.509 V3 </a:t>
            </a:r>
            <a:r>
              <a:rPr lang="zh-CN" altLang="en-US" sz="3200" dirty="0"/>
              <a:t>标准</a:t>
            </a:r>
            <a:r>
              <a:rPr lang="en-US" altLang="zh-CN" sz="3200" dirty="0"/>
              <a:t>, </a:t>
            </a:r>
            <a:r>
              <a:rPr lang="zh-CN" altLang="en-US" sz="3200" dirty="0"/>
              <a:t>在平台使用前由一个可信方签署</a:t>
            </a:r>
            <a:r>
              <a:rPr lang="en-US" altLang="zh-CN" sz="3200" dirty="0"/>
              <a:t>, </a:t>
            </a:r>
            <a:r>
              <a:rPr lang="zh-CN" altLang="en-US" sz="3200" dirty="0"/>
              <a:t>确保其可信性</a:t>
            </a:r>
            <a:r>
              <a:rPr lang="en-US" altLang="zh-CN" sz="3200" dirty="0"/>
              <a:t>, </a:t>
            </a:r>
            <a:r>
              <a:rPr lang="zh-CN" altLang="en-US" sz="3200" dirty="0"/>
              <a:t>用于建立密码模块密钥与可信密码模块的一一对应关系。</a:t>
            </a:r>
          </a:p>
          <a:p>
            <a:pPr algn="just"/>
            <a:r>
              <a:rPr lang="zh-CN" altLang="en-US" sz="3200" dirty="0"/>
              <a:t>一个可信计算密码支撑平台可以产生多个 </a:t>
            </a:r>
            <a:r>
              <a:rPr lang="en-US" altLang="zh-CN" sz="3200" dirty="0"/>
              <a:t>PIK, </a:t>
            </a:r>
            <a:r>
              <a:rPr lang="zh-CN" altLang="en-US" sz="3200" dirty="0"/>
              <a:t>每个 </a:t>
            </a:r>
            <a:r>
              <a:rPr lang="en-US" altLang="zh-CN" sz="3200" dirty="0"/>
              <a:t>PIK </a:t>
            </a:r>
            <a:r>
              <a:rPr lang="zh-CN" altLang="en-US" sz="3200" dirty="0"/>
              <a:t>均与 </a:t>
            </a:r>
            <a:r>
              <a:rPr lang="en-US" altLang="zh-CN" sz="3200" dirty="0"/>
              <a:t>EK </a:t>
            </a:r>
            <a:r>
              <a:rPr lang="zh-CN" altLang="en-US" sz="3200" dirty="0"/>
              <a:t>绑定</a:t>
            </a:r>
            <a:r>
              <a:rPr lang="en-US" altLang="zh-CN" sz="3200" dirty="0"/>
              <a:t>, </a:t>
            </a:r>
            <a:r>
              <a:rPr lang="zh-CN" altLang="en-US" sz="3200" dirty="0"/>
              <a:t>对外代表平台身份。平台身份证书及其对应的平台加密证书由可信方提供</a:t>
            </a:r>
            <a:r>
              <a:rPr lang="en-US" altLang="zh-CN" sz="3200" dirty="0"/>
              <a:t>, </a:t>
            </a:r>
            <a:r>
              <a:rPr lang="zh-CN" altLang="en-US" sz="3200" dirty="0"/>
              <a:t>符合 </a:t>
            </a:r>
            <a:r>
              <a:rPr lang="en-US" altLang="zh-CN" sz="3200" dirty="0"/>
              <a:t>X.509 V3 </a:t>
            </a:r>
            <a:r>
              <a:rPr lang="zh-CN" altLang="en-US" sz="3200" dirty="0"/>
              <a:t>标准</a:t>
            </a:r>
            <a:r>
              <a:rPr lang="en-US" altLang="zh-CN" sz="3200" dirty="0"/>
              <a:t>, </a:t>
            </a:r>
            <a:r>
              <a:rPr lang="zh-CN" altLang="en-US" sz="3200" dirty="0"/>
              <a:t>用于验证平台身份密钥</a:t>
            </a:r>
            <a:r>
              <a:rPr lang="en-US" altLang="zh-CN" sz="3200" dirty="0"/>
              <a:t>(PIK) </a:t>
            </a:r>
            <a:r>
              <a:rPr lang="zh-CN" altLang="en-US" sz="3200" dirty="0"/>
              <a:t>私钥对 </a:t>
            </a:r>
            <a:r>
              <a:rPr lang="en-US" altLang="zh-CN" sz="3200" dirty="0"/>
              <a:t>PCR </a:t>
            </a:r>
            <a:r>
              <a:rPr lang="zh-CN" altLang="en-US" sz="3200" dirty="0"/>
              <a:t>值的签名。</a:t>
            </a:r>
          </a:p>
          <a:p>
            <a:endParaRPr lang="zh-CN" altLang="en-US" dirty="0"/>
          </a:p>
        </p:txBody>
      </p:sp>
      <p:sp>
        <p:nvSpPr>
          <p:cNvPr id="4" name="灯片编号占位符 3">
            <a:extLst>
              <a:ext uri="{FF2B5EF4-FFF2-40B4-BE49-F238E27FC236}">
                <a16:creationId xmlns:a16="http://schemas.microsoft.com/office/drawing/2014/main" id="{EFC101C8-EB74-4E2F-B064-786462C232C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18326468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BFE4A-8041-4B73-BFD5-B9008061AA39}"/>
              </a:ext>
            </a:extLst>
          </p:cNvPr>
          <p:cNvSpPr>
            <a:spLocks noGrp="1"/>
          </p:cNvSpPr>
          <p:nvPr>
            <p:ph type="title"/>
          </p:nvPr>
        </p:nvSpPr>
        <p:spPr/>
        <p:txBody>
          <a:bodyPr/>
          <a:lstStyle/>
          <a:p>
            <a:r>
              <a:rPr lang="zh-CN" altLang="en-US" dirty="0"/>
              <a:t>平台身份建立</a:t>
            </a:r>
          </a:p>
        </p:txBody>
      </p:sp>
      <p:sp>
        <p:nvSpPr>
          <p:cNvPr id="3" name="内容占位符 2">
            <a:extLst>
              <a:ext uri="{FF2B5EF4-FFF2-40B4-BE49-F238E27FC236}">
                <a16:creationId xmlns:a16="http://schemas.microsoft.com/office/drawing/2014/main" id="{F56F7E6B-010C-43ED-B90B-C82E3FA07A43}"/>
              </a:ext>
            </a:extLst>
          </p:cNvPr>
          <p:cNvSpPr>
            <a:spLocks noGrp="1"/>
          </p:cNvSpPr>
          <p:nvPr>
            <p:ph idx="1"/>
          </p:nvPr>
        </p:nvSpPr>
        <p:spPr/>
        <p:txBody>
          <a:bodyPr/>
          <a:lstStyle/>
          <a:p>
            <a:pPr marL="0" indent="0">
              <a:buNone/>
            </a:pPr>
            <a:r>
              <a:rPr lang="zh-CN" altLang="en-US" sz="3200" b="1" dirty="0">
                <a:solidFill>
                  <a:srgbClr val="FF0000"/>
                </a:solidFill>
              </a:rPr>
              <a:t>获得平台所有权</a:t>
            </a:r>
            <a:endParaRPr lang="en-US" altLang="zh-CN" sz="3200" b="1" dirty="0">
              <a:solidFill>
                <a:srgbClr val="FF0000"/>
              </a:solidFill>
            </a:endParaRPr>
          </a:p>
          <a:p>
            <a:pPr marL="0" indent="0">
              <a:buNone/>
            </a:pPr>
            <a:r>
              <a:rPr lang="en-US" altLang="zh-CN" dirty="0"/>
              <a:t>       </a:t>
            </a:r>
            <a:r>
              <a:rPr lang="zh-CN" altLang="en-US" sz="2400" dirty="0"/>
              <a:t>生成密码模块密钥</a:t>
            </a:r>
            <a:r>
              <a:rPr lang="en-US" altLang="zh-CN" sz="2400" dirty="0"/>
              <a:t>(EK) </a:t>
            </a:r>
            <a:r>
              <a:rPr lang="zh-CN" altLang="en-US" sz="2400" dirty="0"/>
              <a:t>后</a:t>
            </a:r>
            <a:r>
              <a:rPr lang="en-US" altLang="zh-CN" sz="2400" dirty="0"/>
              <a:t>, </a:t>
            </a:r>
            <a:r>
              <a:rPr lang="zh-CN" altLang="en-US" sz="2400" dirty="0"/>
              <a:t>才可以创建平台所有者</a:t>
            </a:r>
            <a:r>
              <a:rPr lang="en-US" altLang="zh-CN" sz="2400" dirty="0"/>
              <a:t>, </a:t>
            </a:r>
            <a:r>
              <a:rPr lang="zh-CN" altLang="en-US" sz="2400" dirty="0"/>
              <a:t>取得平台所有权的操作步骤如下</a:t>
            </a:r>
            <a:r>
              <a:rPr lang="en-US" altLang="zh-CN" sz="2400" dirty="0"/>
              <a:t>:</a:t>
            </a:r>
          </a:p>
          <a:p>
            <a:r>
              <a:rPr lang="en-US" altLang="zh-CN" sz="2400" dirty="0"/>
              <a:t>a) </a:t>
            </a:r>
            <a:r>
              <a:rPr lang="zh-CN" altLang="en-US" sz="2400" dirty="0"/>
              <a:t>所有者输入口令</a:t>
            </a:r>
            <a:r>
              <a:rPr lang="en-US" altLang="zh-CN" sz="2400" dirty="0"/>
              <a:t>, </a:t>
            </a:r>
            <a:r>
              <a:rPr lang="zh-CN" altLang="en-US" sz="2400" dirty="0"/>
              <a:t>对输入数据进行长度归一化处理得到平台所有者的授权数据</a:t>
            </a:r>
            <a:r>
              <a:rPr lang="en-US" altLang="zh-CN" sz="2400" dirty="0"/>
              <a:t>;</a:t>
            </a:r>
          </a:p>
          <a:p>
            <a:r>
              <a:rPr lang="en-US" altLang="zh-CN" sz="2400" dirty="0"/>
              <a:t>b) </a:t>
            </a:r>
            <a:r>
              <a:rPr lang="zh-CN" altLang="en-US" sz="2400" dirty="0"/>
              <a:t>使用密码模块密钥对应的公钥对平台所有者授权数据进行加密并植入到可信密码模块中</a:t>
            </a:r>
            <a:r>
              <a:rPr lang="en-US" altLang="zh-CN" sz="2400" dirty="0"/>
              <a:t>, </a:t>
            </a:r>
            <a:r>
              <a:rPr lang="zh-CN" altLang="en-US" sz="2400" dirty="0"/>
              <a:t>在可信密码模块内部</a:t>
            </a:r>
            <a:r>
              <a:rPr lang="en-US" altLang="zh-CN" sz="2400" dirty="0"/>
              <a:t>, </a:t>
            </a:r>
            <a:r>
              <a:rPr lang="zh-CN" altLang="en-US" sz="2400" dirty="0"/>
              <a:t>使用密码模块密钥的私钥</a:t>
            </a:r>
            <a:r>
              <a:rPr lang="en-US" altLang="zh-CN" sz="2400" dirty="0"/>
              <a:t>, </a:t>
            </a:r>
            <a:r>
              <a:rPr lang="zh-CN" altLang="en-US" sz="2400" dirty="0"/>
              <a:t>对加密的授权数据进行解密</a:t>
            </a:r>
            <a:r>
              <a:rPr lang="en-US" altLang="zh-CN" sz="2400" dirty="0"/>
              <a:t>, </a:t>
            </a:r>
            <a:r>
              <a:rPr lang="zh-CN" altLang="en-US" sz="2400" dirty="0"/>
              <a:t>得到长度归一化的平台所有者授权数据并存储于可信密码模块内部</a:t>
            </a:r>
            <a:r>
              <a:rPr lang="en-US" altLang="zh-CN" sz="2400" dirty="0"/>
              <a:t>;</a:t>
            </a:r>
          </a:p>
          <a:p>
            <a:r>
              <a:rPr lang="en-US" altLang="zh-CN" sz="2400" dirty="0"/>
              <a:t>c) </a:t>
            </a:r>
            <a:r>
              <a:rPr lang="zh-CN" altLang="en-US" sz="2400" dirty="0"/>
              <a:t>所有者输入存储主密钥口令</a:t>
            </a:r>
            <a:r>
              <a:rPr lang="en-US" altLang="zh-CN" sz="2400" dirty="0"/>
              <a:t>, </a:t>
            </a:r>
            <a:r>
              <a:rPr lang="zh-CN" altLang="en-US" sz="2400" dirty="0"/>
              <a:t>对输入数据进行长度归一化处理得到存储主密钥的授权数据</a:t>
            </a:r>
            <a:r>
              <a:rPr lang="en-US" altLang="zh-CN" sz="2400" dirty="0"/>
              <a:t>;</a:t>
            </a:r>
          </a:p>
        </p:txBody>
      </p:sp>
      <p:sp>
        <p:nvSpPr>
          <p:cNvPr id="4" name="灯片编号占位符 3">
            <a:extLst>
              <a:ext uri="{FF2B5EF4-FFF2-40B4-BE49-F238E27FC236}">
                <a16:creationId xmlns:a16="http://schemas.microsoft.com/office/drawing/2014/main" id="{9C491B88-BE82-4968-B060-455B311AAC3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20032489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1074-C9F4-461F-B2A7-D52E8BF3ADD6}"/>
              </a:ext>
            </a:extLst>
          </p:cNvPr>
          <p:cNvSpPr>
            <a:spLocks noGrp="1"/>
          </p:cNvSpPr>
          <p:nvPr>
            <p:ph type="title"/>
          </p:nvPr>
        </p:nvSpPr>
        <p:spPr/>
        <p:txBody>
          <a:bodyPr/>
          <a:lstStyle/>
          <a:p>
            <a:r>
              <a:rPr lang="zh-CN" altLang="en-US" dirty="0"/>
              <a:t>平台身份建立</a:t>
            </a:r>
          </a:p>
        </p:txBody>
      </p:sp>
      <p:sp>
        <p:nvSpPr>
          <p:cNvPr id="3" name="内容占位符 2">
            <a:extLst>
              <a:ext uri="{FF2B5EF4-FFF2-40B4-BE49-F238E27FC236}">
                <a16:creationId xmlns:a16="http://schemas.microsoft.com/office/drawing/2014/main" id="{803222D6-62B2-4A1A-8195-D023FFA4C7D0}"/>
              </a:ext>
            </a:extLst>
          </p:cNvPr>
          <p:cNvSpPr>
            <a:spLocks noGrp="1"/>
          </p:cNvSpPr>
          <p:nvPr>
            <p:ph idx="1"/>
          </p:nvPr>
        </p:nvSpPr>
        <p:spPr/>
        <p:txBody>
          <a:bodyPr/>
          <a:lstStyle/>
          <a:p>
            <a:pPr algn="just"/>
            <a:r>
              <a:rPr lang="en-US" altLang="zh-CN" sz="2800" dirty="0"/>
              <a:t>d) </a:t>
            </a:r>
            <a:r>
              <a:rPr lang="zh-CN" altLang="en-US" sz="2800" dirty="0"/>
              <a:t>使用密码模块密钥的公钥对存储主密钥授权数据进行加密并植入到可信密码模块中</a:t>
            </a:r>
            <a:r>
              <a:rPr lang="en-US" altLang="zh-CN" sz="2800" dirty="0"/>
              <a:t>, </a:t>
            </a:r>
            <a:r>
              <a:rPr lang="zh-CN" altLang="en-US" sz="2800" dirty="0"/>
              <a:t>在可信密码模块内部</a:t>
            </a:r>
            <a:r>
              <a:rPr lang="en-US" altLang="zh-CN" sz="2800" dirty="0"/>
              <a:t>, </a:t>
            </a:r>
            <a:r>
              <a:rPr lang="zh-CN" altLang="en-US" sz="2800" dirty="0"/>
              <a:t>使用密码模块密钥的私钥</a:t>
            </a:r>
            <a:r>
              <a:rPr lang="en-US" altLang="zh-CN" sz="2800" dirty="0"/>
              <a:t>, </a:t>
            </a:r>
            <a:r>
              <a:rPr lang="zh-CN" altLang="en-US" sz="2800" dirty="0"/>
              <a:t>对加密的授权数据进行解密</a:t>
            </a:r>
            <a:r>
              <a:rPr lang="en-US" altLang="zh-CN" sz="2800" dirty="0"/>
              <a:t>, </a:t>
            </a:r>
            <a:r>
              <a:rPr lang="zh-CN" altLang="en-US" sz="2800" dirty="0"/>
              <a:t>得到长度归一化的存储主密钥授权数据并存储于可信密码模块内部</a:t>
            </a:r>
            <a:r>
              <a:rPr lang="en-US" altLang="zh-CN" sz="2800" dirty="0"/>
              <a:t>;</a:t>
            </a:r>
          </a:p>
          <a:p>
            <a:pPr algn="just"/>
            <a:r>
              <a:rPr lang="en-US" altLang="zh-CN" sz="2800" dirty="0"/>
              <a:t>e) </a:t>
            </a:r>
            <a:r>
              <a:rPr lang="zh-CN" altLang="en-US" sz="2800" dirty="0"/>
              <a:t>可信密码模块采用对称密码算法</a:t>
            </a:r>
            <a:r>
              <a:rPr lang="en-US" altLang="zh-CN" sz="2800" dirty="0"/>
              <a:t>SM4</a:t>
            </a:r>
            <a:r>
              <a:rPr lang="zh-CN" altLang="en-US" sz="2800" dirty="0"/>
              <a:t>生成存储主密钥</a:t>
            </a:r>
            <a:r>
              <a:rPr lang="en-US" altLang="zh-CN" sz="2800" dirty="0"/>
              <a:t>, </a:t>
            </a:r>
            <a:r>
              <a:rPr lang="zh-CN" altLang="en-US" sz="2800" dirty="0"/>
              <a:t>将其存储于可信密码模块内部</a:t>
            </a:r>
            <a:r>
              <a:rPr lang="en-US" altLang="zh-CN" sz="2800" dirty="0"/>
              <a:t>;</a:t>
            </a:r>
          </a:p>
          <a:p>
            <a:pPr algn="just"/>
            <a:r>
              <a:rPr lang="en-US" altLang="zh-CN" sz="2800" dirty="0"/>
              <a:t>f) </a:t>
            </a:r>
            <a:r>
              <a:rPr lang="zh-CN" altLang="en-US" sz="2800" dirty="0"/>
              <a:t>使用随机数发生器产生平台验证信息</a:t>
            </a:r>
            <a:r>
              <a:rPr lang="en-US" altLang="zh-CN" sz="2800" dirty="0"/>
              <a:t>, </a:t>
            </a:r>
            <a:r>
              <a:rPr lang="zh-CN" altLang="en-US" sz="2800" dirty="0"/>
              <a:t>存储于可信密码模块内部</a:t>
            </a:r>
            <a:r>
              <a:rPr lang="en-US" altLang="zh-CN" sz="2800" dirty="0"/>
              <a:t>, </a:t>
            </a:r>
            <a:r>
              <a:rPr lang="zh-CN" altLang="en-US" sz="2800" dirty="0"/>
              <a:t>不允许外部实体访问</a:t>
            </a:r>
            <a:r>
              <a:rPr lang="en-US" altLang="zh-CN" sz="2800" dirty="0"/>
              <a:t>, </a:t>
            </a:r>
            <a:r>
              <a:rPr lang="zh-CN" altLang="en-US" sz="2800" dirty="0"/>
              <a:t>在平台所有权有效期内平台验证信息不能被改变。平台验证信息主要用于数据封装。</a:t>
            </a:r>
          </a:p>
          <a:p>
            <a:endParaRPr lang="zh-CN" altLang="en-US" dirty="0"/>
          </a:p>
        </p:txBody>
      </p:sp>
      <p:sp>
        <p:nvSpPr>
          <p:cNvPr id="4" name="灯片编号占位符 3">
            <a:extLst>
              <a:ext uri="{FF2B5EF4-FFF2-40B4-BE49-F238E27FC236}">
                <a16:creationId xmlns:a16="http://schemas.microsoft.com/office/drawing/2014/main" id="{EC76AED5-DAB2-44A1-8952-B033B2D3C0F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20427439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1307CB-78F2-4D9F-BA0F-A8A78432B68C}"/>
              </a:ext>
            </a:extLst>
          </p:cNvPr>
          <p:cNvSpPr>
            <a:spLocks noGrp="1"/>
          </p:cNvSpPr>
          <p:nvPr>
            <p:ph type="title"/>
          </p:nvPr>
        </p:nvSpPr>
        <p:spPr>
          <a:xfrm>
            <a:off x="18410" y="228600"/>
            <a:ext cx="6676961" cy="639763"/>
          </a:xfrm>
        </p:spPr>
        <p:txBody>
          <a:bodyPr/>
          <a:lstStyle/>
          <a:p>
            <a:r>
              <a:rPr lang="zh-CN" altLang="en-US" dirty="0"/>
              <a:t>平台身份密钥（</a:t>
            </a:r>
            <a:r>
              <a:rPr lang="en-US" altLang="zh-CN" dirty="0"/>
              <a:t>PIK</a:t>
            </a:r>
            <a:r>
              <a:rPr lang="zh-CN" altLang="en-US" dirty="0"/>
              <a:t>）的生成与激活</a:t>
            </a:r>
          </a:p>
        </p:txBody>
      </p:sp>
      <p:sp>
        <p:nvSpPr>
          <p:cNvPr id="3" name="内容占位符 2">
            <a:extLst>
              <a:ext uri="{FF2B5EF4-FFF2-40B4-BE49-F238E27FC236}">
                <a16:creationId xmlns:a16="http://schemas.microsoft.com/office/drawing/2014/main" id="{14EEBC17-C431-41F4-9038-E48AADF51B89}"/>
              </a:ext>
            </a:extLst>
          </p:cNvPr>
          <p:cNvSpPr>
            <a:spLocks noGrp="1"/>
          </p:cNvSpPr>
          <p:nvPr>
            <p:ph idx="1"/>
          </p:nvPr>
        </p:nvSpPr>
        <p:spPr>
          <a:xfrm>
            <a:off x="304800" y="1143000"/>
            <a:ext cx="8424367" cy="5410200"/>
          </a:xfrm>
        </p:spPr>
        <p:txBody>
          <a:bodyPr/>
          <a:lstStyle/>
          <a:p>
            <a:pPr marL="0" indent="0">
              <a:buNone/>
            </a:pPr>
            <a:r>
              <a:rPr lang="en-US" altLang="zh-CN" sz="2800" b="1" dirty="0"/>
              <a:t>a) </a:t>
            </a:r>
            <a:r>
              <a:rPr lang="zh-CN" altLang="en-US" sz="2800" b="1" dirty="0"/>
              <a:t>平台身份密钥的生成</a:t>
            </a:r>
            <a:r>
              <a:rPr lang="en-US" altLang="zh-CN" sz="2800" b="1" dirty="0"/>
              <a:t>:</a:t>
            </a:r>
          </a:p>
          <a:p>
            <a:r>
              <a:rPr lang="en-US" altLang="zh-CN" dirty="0"/>
              <a:t>1) </a:t>
            </a:r>
            <a:r>
              <a:rPr lang="zh-CN" altLang="en-US" dirty="0"/>
              <a:t>可信密码模块验证平台所有者的授权数据和存储主密钥的授权数据</a:t>
            </a:r>
            <a:r>
              <a:rPr lang="en-US" altLang="zh-CN" dirty="0"/>
              <a:t>;</a:t>
            </a:r>
          </a:p>
          <a:p>
            <a:r>
              <a:rPr lang="en-US" altLang="zh-CN" dirty="0"/>
              <a:t>2) </a:t>
            </a:r>
            <a:r>
              <a:rPr lang="zh-CN" altLang="en-US" dirty="0"/>
              <a:t>设置平台身份密钥授权数据</a:t>
            </a:r>
            <a:r>
              <a:rPr lang="en-US" altLang="zh-CN" dirty="0"/>
              <a:t>, </a:t>
            </a:r>
            <a:r>
              <a:rPr lang="zh-CN" altLang="en-US" dirty="0"/>
              <a:t>使用密码模块密钥的公钥对授权数据进行加密并植入到可信密码模块中</a:t>
            </a:r>
            <a:r>
              <a:rPr lang="en-US" altLang="zh-CN" dirty="0"/>
              <a:t>, </a:t>
            </a:r>
            <a:r>
              <a:rPr lang="zh-CN" altLang="en-US" dirty="0"/>
              <a:t>在可信密码模块内部</a:t>
            </a:r>
            <a:r>
              <a:rPr lang="en-US" altLang="zh-CN" dirty="0"/>
              <a:t>, </a:t>
            </a:r>
            <a:r>
              <a:rPr lang="zh-CN" altLang="en-US" dirty="0"/>
              <a:t>使用密码模块密钥的私钥</a:t>
            </a:r>
            <a:r>
              <a:rPr lang="en-US" altLang="zh-CN" dirty="0"/>
              <a:t>, </a:t>
            </a:r>
            <a:r>
              <a:rPr lang="zh-CN" altLang="en-US" dirty="0"/>
              <a:t>对加密的授权数据进行解密</a:t>
            </a:r>
            <a:r>
              <a:rPr lang="en-US" altLang="zh-CN" dirty="0"/>
              <a:t>, </a:t>
            </a:r>
            <a:r>
              <a:rPr lang="zh-CN" altLang="en-US" dirty="0"/>
              <a:t>得到长度归一化的平台身份密钥授权数据并存储于可信密码模块内部</a:t>
            </a:r>
            <a:r>
              <a:rPr lang="en-US" altLang="zh-CN" dirty="0"/>
              <a:t>;</a:t>
            </a:r>
          </a:p>
          <a:p>
            <a:r>
              <a:rPr lang="en-US" altLang="zh-CN" dirty="0"/>
              <a:t>3) </a:t>
            </a:r>
            <a:r>
              <a:rPr lang="zh-CN" altLang="en-US" dirty="0"/>
              <a:t>可信密码模块采用</a:t>
            </a:r>
            <a:r>
              <a:rPr lang="en-US" altLang="zh-CN" dirty="0"/>
              <a:t>SM2 </a:t>
            </a:r>
            <a:r>
              <a:rPr lang="zh-CN" altLang="en-US" dirty="0"/>
              <a:t>密钥生成算法产生平台身份密钥</a:t>
            </a:r>
            <a:r>
              <a:rPr lang="en-US" altLang="zh-CN" dirty="0"/>
              <a:t>;</a:t>
            </a:r>
          </a:p>
          <a:p>
            <a:r>
              <a:rPr lang="en-US" altLang="zh-CN" dirty="0"/>
              <a:t>4) </a:t>
            </a:r>
            <a:r>
              <a:rPr lang="zh-CN" altLang="en-US" dirty="0"/>
              <a:t>可信密码模块使用存储主密钥加密平台身份密钥的私钥部分</a:t>
            </a:r>
            <a:r>
              <a:rPr lang="en-US" altLang="zh-CN" dirty="0"/>
              <a:t>;</a:t>
            </a:r>
          </a:p>
          <a:p>
            <a:r>
              <a:rPr lang="en-US" altLang="zh-CN" dirty="0"/>
              <a:t>5) </a:t>
            </a:r>
            <a:r>
              <a:rPr lang="zh-CN" altLang="en-US" dirty="0"/>
              <a:t>对权威中心的公钥进行杂凑运算</a:t>
            </a:r>
            <a:r>
              <a:rPr lang="en-US" altLang="zh-CN" dirty="0"/>
              <a:t>, </a:t>
            </a:r>
            <a:r>
              <a:rPr lang="zh-CN" altLang="en-US" dirty="0"/>
              <a:t>获得权威中心公钥杂凑值</a:t>
            </a:r>
            <a:r>
              <a:rPr lang="en-US" altLang="zh-CN" dirty="0"/>
              <a:t>;</a:t>
            </a:r>
          </a:p>
          <a:p>
            <a:r>
              <a:rPr lang="en-US" altLang="zh-CN" dirty="0"/>
              <a:t>6) </a:t>
            </a:r>
            <a:r>
              <a:rPr lang="zh-CN" altLang="en-US" dirty="0"/>
              <a:t>可信密码模块使用平台身份密钥的私钥</a:t>
            </a:r>
            <a:r>
              <a:rPr lang="en-US" altLang="zh-CN" dirty="0"/>
              <a:t>, </a:t>
            </a:r>
            <a:r>
              <a:rPr lang="zh-CN" altLang="en-US" dirty="0"/>
              <a:t>采用</a:t>
            </a:r>
            <a:r>
              <a:rPr lang="en-US" altLang="zh-CN" dirty="0"/>
              <a:t>SM2 </a:t>
            </a:r>
            <a:r>
              <a:rPr lang="zh-CN" altLang="en-US" dirty="0"/>
              <a:t>签名算法对权威中心公钥杂凑值和平台身份密钥的公钥进行签名</a:t>
            </a:r>
            <a:r>
              <a:rPr lang="en-US" altLang="zh-CN" dirty="0"/>
              <a:t>, </a:t>
            </a:r>
            <a:r>
              <a:rPr lang="zh-CN" altLang="en-US" dirty="0"/>
              <a:t>获得平台身份密钥签名</a:t>
            </a:r>
            <a:r>
              <a:rPr lang="en-US" altLang="zh-CN" dirty="0"/>
              <a:t>;</a:t>
            </a:r>
          </a:p>
          <a:p>
            <a:r>
              <a:rPr lang="en-US" altLang="zh-CN" dirty="0"/>
              <a:t>7) </a:t>
            </a:r>
            <a:r>
              <a:rPr lang="zh-CN" altLang="en-US" dirty="0"/>
              <a:t>可信密码模块将平台身份密钥的公钥</a:t>
            </a:r>
            <a:r>
              <a:rPr lang="en-US" altLang="zh-CN" dirty="0"/>
              <a:t>, </a:t>
            </a:r>
            <a:r>
              <a:rPr lang="zh-CN" altLang="en-US" dirty="0"/>
              <a:t>密码模块密钥的公钥和平台身份密钥签名发送给权威中心。</a:t>
            </a:r>
          </a:p>
        </p:txBody>
      </p:sp>
      <p:sp>
        <p:nvSpPr>
          <p:cNvPr id="4" name="灯片编号占位符 3">
            <a:extLst>
              <a:ext uri="{FF2B5EF4-FFF2-40B4-BE49-F238E27FC236}">
                <a16:creationId xmlns:a16="http://schemas.microsoft.com/office/drawing/2014/main" id="{3C4B8F8A-A779-415D-A177-41801513C13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39947544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7C639-2D67-4584-8DFB-448D436F311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8488D34-75DA-4D34-9D96-6E8A1B8D0069}"/>
              </a:ext>
            </a:extLst>
          </p:cNvPr>
          <p:cNvSpPr>
            <a:spLocks noGrp="1"/>
          </p:cNvSpPr>
          <p:nvPr>
            <p:ph idx="1"/>
          </p:nvPr>
        </p:nvSpPr>
        <p:spPr/>
        <p:txBody>
          <a:bodyPr/>
          <a:lstStyle/>
          <a:p>
            <a:pPr marL="0" indent="0">
              <a:buNone/>
            </a:pPr>
            <a:r>
              <a:rPr lang="en-US" altLang="zh-CN" sz="2800" b="1" dirty="0"/>
              <a:t>b)</a:t>
            </a:r>
            <a:r>
              <a:rPr lang="zh-CN" altLang="en-US" sz="2800" b="1" dirty="0"/>
              <a:t>权威中心签署平台身份证书</a:t>
            </a:r>
            <a:endParaRPr lang="en-US" altLang="zh-CN" sz="2800" b="1" dirty="0"/>
          </a:p>
          <a:p>
            <a:r>
              <a:rPr lang="en-US" altLang="zh-CN" sz="2400" dirty="0"/>
              <a:t>1) </a:t>
            </a:r>
            <a:r>
              <a:rPr lang="zh-CN" altLang="en-US" sz="2400" dirty="0"/>
              <a:t>验证平台身份密钥的签名</a:t>
            </a:r>
            <a:r>
              <a:rPr lang="en-US" altLang="zh-CN" sz="2400" dirty="0"/>
              <a:t>;</a:t>
            </a:r>
          </a:p>
          <a:p>
            <a:r>
              <a:rPr lang="en-US" altLang="zh-CN" sz="2400" dirty="0"/>
              <a:t>2) </a:t>
            </a:r>
            <a:r>
              <a:rPr lang="zh-CN" altLang="en-US" sz="2400" dirty="0"/>
              <a:t>验证通过</a:t>
            </a:r>
            <a:r>
              <a:rPr lang="en-US" altLang="zh-CN" sz="2400" dirty="0"/>
              <a:t>, </a:t>
            </a:r>
            <a:r>
              <a:rPr lang="zh-CN" altLang="en-US" sz="2400" dirty="0"/>
              <a:t>则使用</a:t>
            </a:r>
            <a:r>
              <a:rPr lang="en-US" altLang="zh-CN" sz="2400" dirty="0"/>
              <a:t>SM2 </a:t>
            </a:r>
            <a:r>
              <a:rPr lang="zh-CN" altLang="en-US" sz="2400" dirty="0"/>
              <a:t>签名算法签署平台身份证书</a:t>
            </a:r>
            <a:r>
              <a:rPr lang="en-US" altLang="zh-CN" sz="2400" dirty="0"/>
              <a:t>;</a:t>
            </a:r>
          </a:p>
          <a:p>
            <a:r>
              <a:rPr lang="en-US" altLang="zh-CN" sz="2400" dirty="0"/>
              <a:t>3) </a:t>
            </a:r>
            <a:r>
              <a:rPr lang="zh-CN" altLang="en-US" sz="2400" dirty="0"/>
              <a:t>随机生成对称加密密钥</a:t>
            </a:r>
            <a:r>
              <a:rPr lang="en-US" altLang="zh-CN" sz="2400" dirty="0" err="1"/>
              <a:t>SessionKey</a:t>
            </a:r>
            <a:r>
              <a:rPr lang="en-US" altLang="zh-CN" sz="2400" dirty="0"/>
              <a:t>, </a:t>
            </a:r>
            <a:r>
              <a:rPr lang="zh-CN" altLang="en-US" sz="2400" dirty="0"/>
              <a:t>并采用对称加密算法</a:t>
            </a:r>
            <a:r>
              <a:rPr lang="en-US" altLang="zh-CN" sz="2400" dirty="0"/>
              <a:t>(SM4) </a:t>
            </a:r>
            <a:r>
              <a:rPr lang="zh-CN" altLang="en-US" sz="2400" dirty="0"/>
              <a:t>加密平台身份证书</a:t>
            </a:r>
            <a:r>
              <a:rPr lang="en-US" altLang="zh-CN" sz="2400" dirty="0"/>
              <a:t>, </a:t>
            </a:r>
            <a:r>
              <a:rPr lang="zh-CN" altLang="en-US" sz="2400" dirty="0"/>
              <a:t>得到加密的平台身份证书</a:t>
            </a:r>
            <a:r>
              <a:rPr lang="en-US" altLang="zh-CN" sz="2400" dirty="0"/>
              <a:t>;</a:t>
            </a:r>
          </a:p>
          <a:p>
            <a:r>
              <a:rPr lang="en-US" altLang="zh-CN" sz="2400" dirty="0"/>
              <a:t>4) </a:t>
            </a:r>
            <a:r>
              <a:rPr lang="zh-CN" altLang="en-US" sz="2400" dirty="0"/>
              <a:t>采用以下步骤创建平台身份密钥证书与可信密码模块的匹配关系</a:t>
            </a:r>
            <a:r>
              <a:rPr lang="en-US" altLang="zh-CN" sz="2400" dirty="0"/>
              <a:t>:</a:t>
            </a:r>
          </a:p>
          <a:p>
            <a:pPr marL="400050" lvl="1" indent="0" algn="just">
              <a:buNone/>
            </a:pPr>
            <a:r>
              <a:rPr lang="zh-CN" altLang="en-US" dirty="0">
                <a:solidFill>
                  <a:srgbClr val="FF0000"/>
                </a:solidFill>
              </a:rPr>
              <a:t>使用密码杂凑算法计算平台身份密钥的公钥的杂凑值。使用密码模块密钥的公钥</a:t>
            </a:r>
            <a:r>
              <a:rPr lang="en-US" altLang="zh-CN" dirty="0">
                <a:solidFill>
                  <a:srgbClr val="FF0000"/>
                </a:solidFill>
              </a:rPr>
              <a:t>, </a:t>
            </a:r>
            <a:r>
              <a:rPr lang="zh-CN" altLang="en-US" dirty="0">
                <a:solidFill>
                  <a:srgbClr val="FF0000"/>
                </a:solidFill>
              </a:rPr>
              <a:t>对平台身份密钥的公钥的杂凑值和</a:t>
            </a:r>
            <a:r>
              <a:rPr lang="en-US" altLang="zh-CN" dirty="0" err="1">
                <a:solidFill>
                  <a:srgbClr val="FF0000"/>
                </a:solidFill>
              </a:rPr>
              <a:t>SessionKey</a:t>
            </a:r>
            <a:r>
              <a:rPr lang="en-US" altLang="zh-CN" dirty="0">
                <a:solidFill>
                  <a:srgbClr val="FF0000"/>
                </a:solidFill>
              </a:rPr>
              <a:t> </a:t>
            </a:r>
            <a:r>
              <a:rPr lang="zh-CN" altLang="en-US" dirty="0">
                <a:solidFill>
                  <a:srgbClr val="FF0000"/>
                </a:solidFill>
              </a:rPr>
              <a:t>进行加密</a:t>
            </a:r>
            <a:r>
              <a:rPr lang="en-US" altLang="zh-CN" dirty="0">
                <a:solidFill>
                  <a:srgbClr val="FF0000"/>
                </a:solidFill>
              </a:rPr>
              <a:t>, </a:t>
            </a:r>
            <a:r>
              <a:rPr lang="zh-CN" altLang="en-US" dirty="0">
                <a:solidFill>
                  <a:srgbClr val="FF0000"/>
                </a:solidFill>
              </a:rPr>
              <a:t>将加密结果和加密的平台身份证书发送给平台。</a:t>
            </a:r>
          </a:p>
        </p:txBody>
      </p:sp>
      <p:sp>
        <p:nvSpPr>
          <p:cNvPr id="4" name="灯片编号占位符 3">
            <a:extLst>
              <a:ext uri="{FF2B5EF4-FFF2-40B4-BE49-F238E27FC236}">
                <a16:creationId xmlns:a16="http://schemas.microsoft.com/office/drawing/2014/main" id="{20DD2D64-3968-4504-9BDC-362AA30E972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30056413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84BE45-3A21-41AC-956D-560A1CF2AF33}"/>
              </a:ext>
            </a:extLst>
          </p:cNvPr>
          <p:cNvSpPr>
            <a:spLocks noGrp="1"/>
          </p:cNvSpPr>
          <p:nvPr>
            <p:ph type="title"/>
          </p:nvPr>
        </p:nvSpPr>
        <p:spPr/>
        <p:txBody>
          <a:bodyPr/>
          <a:lstStyle/>
          <a:p>
            <a:r>
              <a:rPr lang="zh-CN" altLang="en-US" dirty="0"/>
              <a:t>激活 </a:t>
            </a:r>
            <a:r>
              <a:rPr lang="en-US" altLang="zh-CN" dirty="0"/>
              <a:t>PIK </a:t>
            </a:r>
            <a:r>
              <a:rPr lang="zh-CN" altLang="en-US" dirty="0"/>
              <a:t>证书的过程</a:t>
            </a:r>
          </a:p>
        </p:txBody>
      </p:sp>
      <p:sp>
        <p:nvSpPr>
          <p:cNvPr id="3" name="内容占位符 2">
            <a:extLst>
              <a:ext uri="{FF2B5EF4-FFF2-40B4-BE49-F238E27FC236}">
                <a16:creationId xmlns:a16="http://schemas.microsoft.com/office/drawing/2014/main" id="{CF686958-93B7-4427-8258-B2444C69B9AA}"/>
              </a:ext>
            </a:extLst>
          </p:cNvPr>
          <p:cNvSpPr>
            <a:spLocks noGrp="1"/>
          </p:cNvSpPr>
          <p:nvPr>
            <p:ph idx="1"/>
          </p:nvPr>
        </p:nvSpPr>
        <p:spPr>
          <a:xfrm>
            <a:off x="328184" y="1463675"/>
            <a:ext cx="8296656" cy="4883448"/>
          </a:xfrm>
        </p:spPr>
        <p:txBody>
          <a:bodyPr/>
          <a:lstStyle/>
          <a:p>
            <a:pPr algn="just"/>
            <a:r>
              <a:rPr lang="en-US" altLang="zh-CN" sz="3200" dirty="0"/>
              <a:t>1)</a:t>
            </a:r>
            <a:r>
              <a:rPr lang="zh-CN" altLang="en-US" sz="3200" dirty="0"/>
              <a:t>可信密码模块使用密码模块密钥的私钥</a:t>
            </a:r>
            <a:r>
              <a:rPr lang="en-US" altLang="zh-CN" sz="3200" dirty="0"/>
              <a:t>, </a:t>
            </a:r>
            <a:r>
              <a:rPr lang="zh-CN" altLang="en-US" sz="3200" dirty="0"/>
              <a:t>解密得到平台身份密钥的公钥的杂凑值和随机生成的对称加密密钥</a:t>
            </a:r>
            <a:r>
              <a:rPr lang="en-US" altLang="zh-CN" sz="3200" dirty="0"/>
              <a:t>;</a:t>
            </a:r>
          </a:p>
          <a:p>
            <a:pPr algn="just"/>
            <a:r>
              <a:rPr lang="en-US" altLang="zh-CN" sz="3200" dirty="0"/>
              <a:t>2) </a:t>
            </a:r>
            <a:r>
              <a:rPr lang="zh-CN" altLang="en-US" sz="3200" dirty="0"/>
              <a:t>判断所得到的平台身份密钥的公钥的杂凑值是否与该平台的平台身份密钥的公钥的杂凑值相同</a:t>
            </a:r>
            <a:r>
              <a:rPr lang="en-US" altLang="zh-CN" sz="3200" dirty="0"/>
              <a:t>;</a:t>
            </a:r>
          </a:p>
          <a:p>
            <a:pPr algn="just"/>
            <a:r>
              <a:rPr lang="en-US" altLang="zh-CN" sz="3200" dirty="0"/>
              <a:t>3) </a:t>
            </a:r>
            <a:r>
              <a:rPr lang="zh-CN" altLang="en-US" sz="3200" dirty="0"/>
              <a:t>若相同</a:t>
            </a:r>
            <a:r>
              <a:rPr lang="en-US" altLang="zh-CN" sz="3200" dirty="0"/>
              <a:t>, </a:t>
            </a:r>
            <a:r>
              <a:rPr lang="zh-CN" altLang="en-US" sz="3200" dirty="0"/>
              <a:t>则可信平台使用所得到的对称加密密钥解密被加密的平台身份证书</a:t>
            </a:r>
            <a:r>
              <a:rPr lang="en-US" altLang="zh-CN" sz="3200" dirty="0"/>
              <a:t>, </a:t>
            </a:r>
            <a:r>
              <a:rPr lang="zh-CN" altLang="en-US" sz="3200" dirty="0"/>
              <a:t>获得平台身份证书。</a:t>
            </a:r>
          </a:p>
        </p:txBody>
      </p:sp>
      <p:sp>
        <p:nvSpPr>
          <p:cNvPr id="4" name="灯片编号占位符 3">
            <a:extLst>
              <a:ext uri="{FF2B5EF4-FFF2-40B4-BE49-F238E27FC236}">
                <a16:creationId xmlns:a16="http://schemas.microsoft.com/office/drawing/2014/main" id="{B227A6C1-A9E7-4206-8FDA-A84930005F5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7009069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36D6B-9CD8-4C34-A54A-72BF4432F324}"/>
              </a:ext>
            </a:extLst>
          </p:cNvPr>
          <p:cNvSpPr>
            <a:spLocks noGrp="1"/>
          </p:cNvSpPr>
          <p:nvPr>
            <p:ph type="title"/>
          </p:nvPr>
        </p:nvSpPr>
        <p:spPr/>
        <p:txBody>
          <a:bodyPr/>
          <a:lstStyle/>
          <a:p>
            <a:r>
              <a:rPr lang="zh-CN" altLang="en-US" dirty="0"/>
              <a:t>平台数据安全保护</a:t>
            </a:r>
          </a:p>
        </p:txBody>
      </p:sp>
      <p:sp>
        <p:nvSpPr>
          <p:cNvPr id="3" name="内容占位符 2">
            <a:extLst>
              <a:ext uri="{FF2B5EF4-FFF2-40B4-BE49-F238E27FC236}">
                <a16:creationId xmlns:a16="http://schemas.microsoft.com/office/drawing/2014/main" id="{73185E93-E846-43E7-A7C0-EC67664A6912}"/>
              </a:ext>
            </a:extLst>
          </p:cNvPr>
          <p:cNvSpPr>
            <a:spLocks noGrp="1"/>
          </p:cNvSpPr>
          <p:nvPr>
            <p:ph idx="1"/>
          </p:nvPr>
        </p:nvSpPr>
        <p:spPr>
          <a:xfrm>
            <a:off x="432510" y="1143000"/>
            <a:ext cx="8453739" cy="5410200"/>
          </a:xfrm>
        </p:spPr>
        <p:txBody>
          <a:bodyPr/>
          <a:lstStyle/>
          <a:p>
            <a:pPr algn="just"/>
            <a:r>
              <a:rPr lang="zh-CN" altLang="en-US" sz="2800" dirty="0"/>
              <a:t>数据安全保护是可信计算密码支撑平台的核心功能之一</a:t>
            </a:r>
            <a:r>
              <a:rPr lang="en-US" altLang="zh-CN" sz="2800" dirty="0"/>
              <a:t>, </a:t>
            </a:r>
            <a:r>
              <a:rPr lang="zh-CN" altLang="en-US" sz="2800" dirty="0"/>
              <a:t>数据安全保护就是通过密钥对数据采用特定的保护方式进行处理</a:t>
            </a:r>
            <a:r>
              <a:rPr lang="en-US" altLang="zh-CN" sz="2800" dirty="0"/>
              <a:t>, </a:t>
            </a:r>
            <a:r>
              <a:rPr lang="zh-CN" altLang="en-US" sz="2800" dirty="0"/>
              <a:t>基本单元包括密钥、数据、数据保护方式。</a:t>
            </a:r>
          </a:p>
          <a:p>
            <a:pPr algn="just"/>
            <a:r>
              <a:rPr lang="en-US" altLang="zh-CN" sz="2800" dirty="0"/>
              <a:t>a) </a:t>
            </a:r>
            <a:r>
              <a:rPr lang="zh-CN" altLang="en-US" sz="2800" dirty="0"/>
              <a:t>用于数据安全保护的密钥分为对称密钥和非对称密钥。密钥管理包括密钥生成、密钥加载、密钥销毁、密钥导入、密钥迁移、密钥协商等功能</a:t>
            </a:r>
            <a:r>
              <a:rPr lang="en-US" altLang="zh-CN" sz="2800" dirty="0"/>
              <a:t>;</a:t>
            </a:r>
          </a:p>
          <a:p>
            <a:pPr algn="just"/>
            <a:r>
              <a:rPr lang="en-US" altLang="zh-CN" sz="2800" dirty="0"/>
              <a:t>b) </a:t>
            </a:r>
            <a:r>
              <a:rPr lang="zh-CN" altLang="en-US" sz="2800" dirty="0"/>
              <a:t>被保护的数据可以是任何数据</a:t>
            </a:r>
            <a:r>
              <a:rPr lang="en-US" altLang="zh-CN" sz="2800" dirty="0"/>
              <a:t>;</a:t>
            </a:r>
          </a:p>
          <a:p>
            <a:pPr algn="just"/>
            <a:r>
              <a:rPr lang="en-US" altLang="zh-CN" sz="2800" dirty="0"/>
              <a:t>c) </a:t>
            </a:r>
            <a:r>
              <a:rPr lang="zh-CN" altLang="en-US" sz="2800" dirty="0"/>
              <a:t>数据安全保护方式包括数据加解密、数据封装、 数字信封等方式。</a:t>
            </a:r>
          </a:p>
        </p:txBody>
      </p:sp>
      <p:sp>
        <p:nvSpPr>
          <p:cNvPr id="4" name="灯片编号占位符 3">
            <a:extLst>
              <a:ext uri="{FF2B5EF4-FFF2-40B4-BE49-F238E27FC236}">
                <a16:creationId xmlns:a16="http://schemas.microsoft.com/office/drawing/2014/main" id="{216062BF-027F-41D8-A0E1-BD9B16FBCC9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36981712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537BA-9EB5-4695-B564-215AF230A4DD}"/>
              </a:ext>
            </a:extLst>
          </p:cNvPr>
          <p:cNvSpPr>
            <a:spLocks noGrp="1"/>
          </p:cNvSpPr>
          <p:nvPr>
            <p:ph type="title"/>
          </p:nvPr>
        </p:nvSpPr>
        <p:spPr/>
        <p:txBody>
          <a:bodyPr/>
          <a:lstStyle/>
          <a:p>
            <a:r>
              <a:rPr lang="zh-CN" altLang="en-US" dirty="0"/>
              <a:t>密钥管理功能</a:t>
            </a:r>
          </a:p>
        </p:txBody>
      </p:sp>
      <p:sp>
        <p:nvSpPr>
          <p:cNvPr id="3" name="内容占位符 2">
            <a:extLst>
              <a:ext uri="{FF2B5EF4-FFF2-40B4-BE49-F238E27FC236}">
                <a16:creationId xmlns:a16="http://schemas.microsoft.com/office/drawing/2014/main" id="{3B3AB959-2667-47EB-852C-85CEE1E72D4D}"/>
              </a:ext>
            </a:extLst>
          </p:cNvPr>
          <p:cNvSpPr>
            <a:spLocks noGrp="1"/>
          </p:cNvSpPr>
          <p:nvPr>
            <p:ph idx="1"/>
          </p:nvPr>
        </p:nvSpPr>
        <p:spPr>
          <a:xfrm>
            <a:off x="432511" y="1143000"/>
            <a:ext cx="8459876" cy="5410200"/>
          </a:xfrm>
        </p:spPr>
        <p:txBody>
          <a:bodyPr/>
          <a:lstStyle/>
          <a:p>
            <a:r>
              <a:rPr lang="zh-CN" altLang="en-US" sz="2800" b="1" dirty="0"/>
              <a:t>密钥生成</a:t>
            </a:r>
            <a:endParaRPr lang="en-US" altLang="zh-CN" sz="2800" b="1" dirty="0"/>
          </a:p>
          <a:p>
            <a:pPr marL="0" indent="0" algn="just">
              <a:buNone/>
            </a:pPr>
            <a:r>
              <a:rPr lang="zh-CN" altLang="en-US" dirty="0"/>
              <a:t>     </a:t>
            </a:r>
            <a:r>
              <a:rPr lang="zh-CN" altLang="en-US" sz="3200" dirty="0"/>
              <a:t>密钥生成是指由应用层软件设置所需生成密钥的密钥属性、密钥使用授权、密钥迁移授权、密钥的保护操作密钥</a:t>
            </a:r>
            <a:r>
              <a:rPr lang="en-US" altLang="zh-CN" sz="3200" dirty="0"/>
              <a:t>, </a:t>
            </a:r>
            <a:r>
              <a:rPr lang="zh-CN" altLang="en-US" sz="3200" dirty="0"/>
              <a:t>并发送给可信密码模块生成指定的密钥。在可信密码模块内</a:t>
            </a:r>
            <a:r>
              <a:rPr lang="en-US" altLang="zh-CN" sz="3200" dirty="0"/>
              <a:t>, </a:t>
            </a:r>
            <a:r>
              <a:rPr lang="zh-CN" altLang="en-US" sz="3200" dirty="0"/>
              <a:t>由保护操作密钥加密所生成的密钥私钥部分</a:t>
            </a:r>
            <a:r>
              <a:rPr lang="en-US" altLang="zh-CN" sz="3200" dirty="0"/>
              <a:t>, </a:t>
            </a:r>
            <a:r>
              <a:rPr lang="zh-CN" altLang="en-US" sz="3200" dirty="0"/>
              <a:t>然后将生成的密钥数据结构返回给应用层软件。</a:t>
            </a:r>
            <a:endParaRPr lang="zh-CN" altLang="en-US" dirty="0"/>
          </a:p>
        </p:txBody>
      </p:sp>
      <p:sp>
        <p:nvSpPr>
          <p:cNvPr id="4" name="灯片编号占位符 3">
            <a:extLst>
              <a:ext uri="{FF2B5EF4-FFF2-40B4-BE49-F238E27FC236}">
                <a16:creationId xmlns:a16="http://schemas.microsoft.com/office/drawing/2014/main" id="{CA6355FE-B996-4C62-9690-26D91462369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31792606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3E7A3-77F6-40CC-AA55-DBF2132A5C11}"/>
              </a:ext>
            </a:extLst>
          </p:cNvPr>
          <p:cNvSpPr>
            <a:spLocks noGrp="1"/>
          </p:cNvSpPr>
          <p:nvPr>
            <p:ph type="title"/>
          </p:nvPr>
        </p:nvSpPr>
        <p:spPr/>
        <p:txBody>
          <a:bodyPr/>
          <a:lstStyle/>
          <a:p>
            <a:r>
              <a:rPr lang="en-US" altLang="zh-CN" dirty="0"/>
              <a:t>TCM</a:t>
            </a:r>
            <a:r>
              <a:rPr lang="zh-CN" altLang="en-US" dirty="0"/>
              <a:t>中各类密钥生成方法</a:t>
            </a:r>
          </a:p>
        </p:txBody>
      </p:sp>
      <p:sp>
        <p:nvSpPr>
          <p:cNvPr id="3" name="内容占位符 2">
            <a:extLst>
              <a:ext uri="{FF2B5EF4-FFF2-40B4-BE49-F238E27FC236}">
                <a16:creationId xmlns:a16="http://schemas.microsoft.com/office/drawing/2014/main" id="{AD134E4F-9F94-4004-B6C1-FF1AFEA2FCDC}"/>
              </a:ext>
            </a:extLst>
          </p:cNvPr>
          <p:cNvSpPr>
            <a:spLocks noGrp="1"/>
          </p:cNvSpPr>
          <p:nvPr>
            <p:ph idx="1"/>
          </p:nvPr>
        </p:nvSpPr>
        <p:spPr>
          <a:xfrm>
            <a:off x="119528" y="1279568"/>
            <a:ext cx="8864912" cy="5182601"/>
          </a:xfrm>
        </p:spPr>
        <p:txBody>
          <a:bodyPr/>
          <a:lstStyle/>
          <a:p>
            <a:pPr algn="just"/>
            <a:r>
              <a:rPr lang="en-US" altLang="zh-CN" sz="2400" dirty="0"/>
              <a:t>a) </a:t>
            </a:r>
            <a:r>
              <a:rPr lang="zh-CN" altLang="en-US" sz="2400" dirty="0"/>
              <a:t>密码模块密钥由厂商生成</a:t>
            </a:r>
            <a:r>
              <a:rPr lang="en-US" altLang="zh-CN" sz="2400" dirty="0"/>
              <a:t>, </a:t>
            </a:r>
            <a:r>
              <a:rPr lang="zh-CN" altLang="en-US" sz="2400" dirty="0"/>
              <a:t>为</a:t>
            </a:r>
            <a:r>
              <a:rPr lang="en-US" altLang="zh-CN" sz="2400" dirty="0"/>
              <a:t>256</a:t>
            </a:r>
            <a:r>
              <a:rPr lang="zh-CN" altLang="en-US" sz="2400" dirty="0"/>
              <a:t>位</a:t>
            </a:r>
            <a:r>
              <a:rPr lang="en-US" altLang="zh-CN" sz="2400" dirty="0"/>
              <a:t>SM2</a:t>
            </a:r>
            <a:r>
              <a:rPr lang="zh-CN" altLang="en-US" sz="2400" dirty="0"/>
              <a:t>非对称密钥。密码模块密钥可以定义为不可撤销和可撤销两种类型</a:t>
            </a:r>
            <a:r>
              <a:rPr lang="en-US" altLang="zh-CN" sz="2400" dirty="0"/>
              <a:t>;</a:t>
            </a:r>
          </a:p>
          <a:p>
            <a:pPr algn="just"/>
            <a:r>
              <a:rPr lang="en-US" altLang="zh-CN" sz="2400" dirty="0"/>
              <a:t>b) </a:t>
            </a:r>
            <a:r>
              <a:rPr lang="zh-CN" altLang="en-US" sz="2400" dirty="0"/>
              <a:t>存储主密钥必须在获取平台所有权时生成</a:t>
            </a:r>
            <a:r>
              <a:rPr lang="en-US" altLang="zh-CN" sz="2400" dirty="0"/>
              <a:t>, </a:t>
            </a:r>
            <a:r>
              <a:rPr lang="zh-CN" altLang="en-US" sz="2400" dirty="0"/>
              <a:t>为</a:t>
            </a:r>
            <a:r>
              <a:rPr lang="en-US" altLang="zh-CN" sz="2400" dirty="0"/>
              <a:t>128</a:t>
            </a:r>
            <a:r>
              <a:rPr lang="zh-CN" altLang="en-US" sz="2400" dirty="0"/>
              <a:t>位</a:t>
            </a:r>
            <a:r>
              <a:rPr lang="en-US" altLang="zh-CN" sz="2400" dirty="0"/>
              <a:t>SM4 </a:t>
            </a:r>
            <a:r>
              <a:rPr lang="zh-CN" altLang="en-US" sz="2400" dirty="0"/>
              <a:t>对称密钥</a:t>
            </a:r>
            <a:r>
              <a:rPr lang="en-US" altLang="zh-CN" sz="2400" dirty="0"/>
              <a:t>, </a:t>
            </a:r>
            <a:r>
              <a:rPr lang="zh-CN" altLang="en-US" sz="2400" dirty="0"/>
              <a:t>平台所有者生成存储主密钥时</a:t>
            </a:r>
            <a:r>
              <a:rPr lang="en-US" altLang="zh-CN" sz="2400" dirty="0"/>
              <a:t>, </a:t>
            </a:r>
            <a:r>
              <a:rPr lang="zh-CN" altLang="en-US" sz="2400" dirty="0"/>
              <a:t>必须在可信密码模块内部生成</a:t>
            </a:r>
            <a:r>
              <a:rPr lang="en-US" altLang="zh-CN" sz="2400" dirty="0"/>
              <a:t>;</a:t>
            </a:r>
          </a:p>
          <a:p>
            <a:pPr algn="just"/>
            <a:r>
              <a:rPr lang="en-US" altLang="zh-CN" sz="2400" dirty="0"/>
              <a:t>c) </a:t>
            </a:r>
            <a:r>
              <a:rPr lang="zh-CN" altLang="en-US" sz="2400" dirty="0"/>
              <a:t>平台身份密钥为</a:t>
            </a:r>
            <a:r>
              <a:rPr lang="en-US" altLang="zh-CN" sz="2400" dirty="0"/>
              <a:t>256 </a:t>
            </a:r>
            <a:r>
              <a:rPr lang="zh-CN" altLang="en-US" sz="2400" dirty="0"/>
              <a:t>位的</a:t>
            </a:r>
            <a:r>
              <a:rPr lang="en-US" altLang="zh-CN" sz="2400" dirty="0"/>
              <a:t>SM2 </a:t>
            </a:r>
            <a:r>
              <a:rPr lang="zh-CN" altLang="en-US" sz="2400" dirty="0"/>
              <a:t>密钥</a:t>
            </a:r>
            <a:r>
              <a:rPr lang="en-US" altLang="zh-CN" sz="2400" dirty="0"/>
              <a:t>, </a:t>
            </a:r>
            <a:r>
              <a:rPr lang="zh-CN" altLang="en-US" sz="2400" dirty="0"/>
              <a:t>必须在可信密码模块内部生成。需向权威中心申请相应平台身份证书并激活该密钥</a:t>
            </a:r>
            <a:r>
              <a:rPr lang="en-US" altLang="zh-CN" sz="2400" dirty="0"/>
              <a:t>;</a:t>
            </a:r>
          </a:p>
          <a:p>
            <a:pPr algn="just"/>
            <a:r>
              <a:rPr lang="en-US" altLang="zh-CN" sz="2400" dirty="0"/>
              <a:t>d)</a:t>
            </a:r>
            <a:r>
              <a:rPr lang="zh-CN" altLang="en-US" sz="2400" dirty="0"/>
              <a:t>平台加密密钥由</a:t>
            </a:r>
            <a:r>
              <a:rPr lang="en-US" altLang="zh-CN" sz="2400" dirty="0"/>
              <a:t>KMC</a:t>
            </a:r>
            <a:r>
              <a:rPr lang="zh-CN" altLang="en-US" sz="2400" dirty="0"/>
              <a:t>生成。可信密码模块向权威中心发送 </a:t>
            </a:r>
            <a:r>
              <a:rPr lang="en-US" altLang="zh-CN" sz="2400" dirty="0"/>
              <a:t>PEK</a:t>
            </a:r>
            <a:r>
              <a:rPr lang="zh-CN" altLang="en-US" sz="2400" dirty="0"/>
              <a:t>证书请求</a:t>
            </a:r>
            <a:r>
              <a:rPr lang="en-US" altLang="zh-CN" sz="2400" dirty="0"/>
              <a:t>, </a:t>
            </a:r>
            <a:r>
              <a:rPr lang="zh-CN" altLang="en-US" sz="2400" dirty="0"/>
              <a:t>获取加密的</a:t>
            </a:r>
            <a:r>
              <a:rPr lang="en-US" altLang="zh-CN" sz="2400" dirty="0"/>
              <a:t>PEK</a:t>
            </a:r>
            <a:r>
              <a:rPr lang="zh-CN" altLang="en-US" sz="2400" dirty="0"/>
              <a:t>证书</a:t>
            </a:r>
            <a:r>
              <a:rPr lang="en-US" altLang="zh-CN" sz="2400" dirty="0"/>
              <a:t>(</a:t>
            </a:r>
            <a:r>
              <a:rPr lang="zh-CN" altLang="en-US" sz="2400" dirty="0"/>
              <a:t>包含</a:t>
            </a:r>
            <a:r>
              <a:rPr lang="en-US" altLang="zh-CN" sz="2400" dirty="0"/>
              <a:t>PEK</a:t>
            </a:r>
            <a:r>
              <a:rPr lang="zh-CN" altLang="en-US" sz="2400" dirty="0"/>
              <a:t>公私钥信息</a:t>
            </a:r>
            <a:r>
              <a:rPr lang="en-US" altLang="zh-CN" sz="2400" dirty="0"/>
              <a:t>) , </a:t>
            </a:r>
            <a:r>
              <a:rPr lang="zh-CN" altLang="en-US" sz="2400" dirty="0"/>
              <a:t>然后解密获得 </a:t>
            </a:r>
            <a:r>
              <a:rPr lang="en-US" altLang="zh-CN" sz="2400" dirty="0"/>
              <a:t>PEK </a:t>
            </a:r>
            <a:r>
              <a:rPr lang="zh-CN" altLang="en-US" sz="2400" dirty="0"/>
              <a:t>及其证书</a:t>
            </a:r>
            <a:r>
              <a:rPr lang="en-US" altLang="zh-CN" sz="2400" dirty="0"/>
              <a:t>, </a:t>
            </a:r>
            <a:r>
              <a:rPr lang="zh-CN" altLang="en-US" sz="2400" dirty="0"/>
              <a:t>并激活该 </a:t>
            </a:r>
            <a:r>
              <a:rPr lang="en-US" altLang="zh-CN" sz="2400" dirty="0"/>
              <a:t>PEK;</a:t>
            </a:r>
          </a:p>
          <a:p>
            <a:pPr algn="just"/>
            <a:r>
              <a:rPr lang="en-US" altLang="zh-CN" sz="2400" dirty="0"/>
              <a:t>e) </a:t>
            </a:r>
            <a:r>
              <a:rPr lang="zh-CN" altLang="en-US" sz="2400" dirty="0"/>
              <a:t>用户密钥可以在可信密码模块内部生成</a:t>
            </a:r>
            <a:r>
              <a:rPr lang="en-US" altLang="zh-CN" sz="2400" dirty="0"/>
              <a:t>, </a:t>
            </a:r>
            <a:r>
              <a:rPr lang="zh-CN" altLang="en-US" sz="2400" dirty="0"/>
              <a:t>也可在可信密码模块外部生成后导入。用户密钥可以是对称密钥或非对称密钥</a:t>
            </a:r>
            <a:r>
              <a:rPr lang="en-US" altLang="zh-CN" sz="2400" dirty="0"/>
              <a:t>, </a:t>
            </a:r>
            <a:r>
              <a:rPr lang="zh-CN" altLang="en-US" sz="2400" dirty="0"/>
              <a:t>其属性设置参考附件密钥对象属性要求。</a:t>
            </a:r>
          </a:p>
        </p:txBody>
      </p:sp>
      <p:sp>
        <p:nvSpPr>
          <p:cNvPr id="4" name="灯片编号占位符 3">
            <a:extLst>
              <a:ext uri="{FF2B5EF4-FFF2-40B4-BE49-F238E27FC236}">
                <a16:creationId xmlns:a16="http://schemas.microsoft.com/office/drawing/2014/main" id="{AEA6F0F2-BAEE-4993-B48D-02600B1AF5F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14162208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6C9B3F-7F62-48CE-A784-13A0FDFA861F}"/>
              </a:ext>
            </a:extLst>
          </p:cNvPr>
          <p:cNvSpPr>
            <a:spLocks noGrp="1"/>
          </p:cNvSpPr>
          <p:nvPr>
            <p:ph type="title"/>
          </p:nvPr>
        </p:nvSpPr>
        <p:spPr/>
        <p:txBody>
          <a:bodyPr/>
          <a:lstStyle/>
          <a:p>
            <a:r>
              <a:rPr lang="zh-CN" altLang="en-US" dirty="0"/>
              <a:t>密钥加载</a:t>
            </a:r>
          </a:p>
        </p:txBody>
      </p:sp>
      <p:sp>
        <p:nvSpPr>
          <p:cNvPr id="3" name="内容占位符 2">
            <a:extLst>
              <a:ext uri="{FF2B5EF4-FFF2-40B4-BE49-F238E27FC236}">
                <a16:creationId xmlns:a16="http://schemas.microsoft.com/office/drawing/2014/main" id="{848D04C5-0ECD-417B-8B03-48127B85CB6D}"/>
              </a:ext>
            </a:extLst>
          </p:cNvPr>
          <p:cNvSpPr>
            <a:spLocks noGrp="1"/>
          </p:cNvSpPr>
          <p:nvPr>
            <p:ph idx="1"/>
          </p:nvPr>
        </p:nvSpPr>
        <p:spPr/>
        <p:txBody>
          <a:bodyPr/>
          <a:lstStyle/>
          <a:p>
            <a:r>
              <a:rPr lang="zh-CN" altLang="en-US" sz="3200" dirty="0"/>
              <a:t>密钥生成后</a:t>
            </a:r>
            <a:r>
              <a:rPr lang="en-US" altLang="zh-CN" sz="3200" dirty="0"/>
              <a:t>, </a:t>
            </a:r>
            <a:r>
              <a:rPr lang="zh-CN" altLang="en-US" sz="3200" dirty="0"/>
              <a:t>在应用层软件使用该密钥进行数据安全保护操作时</a:t>
            </a:r>
            <a:r>
              <a:rPr lang="en-US" altLang="zh-CN" sz="3200" dirty="0"/>
              <a:t>, </a:t>
            </a:r>
            <a:r>
              <a:rPr lang="zh-CN" altLang="en-US" sz="3200" dirty="0"/>
              <a:t>如果需要使用该密钥的私钥</a:t>
            </a:r>
            <a:r>
              <a:rPr lang="en-US" altLang="zh-CN" sz="3200" dirty="0"/>
              <a:t>, </a:t>
            </a:r>
            <a:r>
              <a:rPr lang="zh-CN" altLang="en-US" sz="3200" dirty="0"/>
              <a:t>需要将密钥数据</a:t>
            </a:r>
            <a:r>
              <a:rPr lang="en-US" altLang="zh-CN" sz="3200" dirty="0"/>
              <a:t>(</a:t>
            </a:r>
            <a:r>
              <a:rPr lang="zh-CN" altLang="en-US" sz="3200" dirty="0"/>
              <a:t>为一个数据结构</a:t>
            </a:r>
            <a:r>
              <a:rPr lang="en-US" altLang="zh-CN" sz="3200" dirty="0"/>
              <a:t>) </a:t>
            </a:r>
            <a:r>
              <a:rPr lang="zh-CN" altLang="en-US" sz="3200" dirty="0"/>
              <a:t>加载到可信密码模块内部</a:t>
            </a:r>
            <a:r>
              <a:rPr lang="en-US" altLang="zh-CN" sz="3200" dirty="0"/>
              <a:t>, </a:t>
            </a:r>
            <a:r>
              <a:rPr lang="zh-CN" altLang="en-US" sz="3200" dirty="0"/>
              <a:t>由保护操作密钥解密后才能使用。 如果使用该密钥的公钥</a:t>
            </a:r>
            <a:r>
              <a:rPr lang="en-US" altLang="zh-CN" sz="3200" dirty="0"/>
              <a:t>, </a:t>
            </a:r>
            <a:r>
              <a:rPr lang="zh-CN" altLang="en-US" sz="3200" dirty="0"/>
              <a:t>则在应用层软件直接使用。</a:t>
            </a:r>
          </a:p>
        </p:txBody>
      </p:sp>
      <p:sp>
        <p:nvSpPr>
          <p:cNvPr id="4" name="灯片编号占位符 3">
            <a:extLst>
              <a:ext uri="{FF2B5EF4-FFF2-40B4-BE49-F238E27FC236}">
                <a16:creationId xmlns:a16="http://schemas.microsoft.com/office/drawing/2014/main" id="{6BE14FF4-B41E-4EA2-9E5D-4F1E03C5DA7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40</a:t>
            </a:fld>
            <a:endParaRPr lang="en-US" altLang="zh-CN"/>
          </a:p>
        </p:txBody>
      </p:sp>
    </p:spTree>
    <p:extLst>
      <p:ext uri="{BB962C8B-B14F-4D97-AF65-F5344CB8AC3E}">
        <p14:creationId xmlns:p14="http://schemas.microsoft.com/office/powerpoint/2010/main" val="13102375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C8685A-46D3-45A6-B8CF-8120D15CAD0A}"/>
              </a:ext>
            </a:extLst>
          </p:cNvPr>
          <p:cNvSpPr>
            <a:spLocks noGrp="1"/>
          </p:cNvSpPr>
          <p:nvPr>
            <p:ph type="title"/>
          </p:nvPr>
        </p:nvSpPr>
        <p:spPr/>
        <p:txBody>
          <a:bodyPr/>
          <a:lstStyle/>
          <a:p>
            <a:r>
              <a:rPr lang="zh-CN" altLang="en-US" dirty="0"/>
              <a:t>可信密码模块密钥加载方法</a:t>
            </a:r>
          </a:p>
        </p:txBody>
      </p:sp>
      <p:sp>
        <p:nvSpPr>
          <p:cNvPr id="3" name="内容占位符 2">
            <a:extLst>
              <a:ext uri="{FF2B5EF4-FFF2-40B4-BE49-F238E27FC236}">
                <a16:creationId xmlns:a16="http://schemas.microsoft.com/office/drawing/2014/main" id="{0F3606AF-31D5-4CFB-9C35-4C9B6892F13F}"/>
              </a:ext>
            </a:extLst>
          </p:cNvPr>
          <p:cNvSpPr>
            <a:spLocks noGrp="1"/>
          </p:cNvSpPr>
          <p:nvPr>
            <p:ph idx="1"/>
          </p:nvPr>
        </p:nvSpPr>
        <p:spPr>
          <a:xfrm>
            <a:off x="256512" y="1219200"/>
            <a:ext cx="8630976" cy="5410200"/>
          </a:xfrm>
        </p:spPr>
        <p:txBody>
          <a:bodyPr/>
          <a:lstStyle/>
          <a:p>
            <a:pPr algn="just"/>
            <a:r>
              <a:rPr lang="en-US" altLang="zh-CN" sz="2400" dirty="0"/>
              <a:t>a) </a:t>
            </a:r>
            <a:r>
              <a:rPr lang="zh-CN" altLang="en-US" sz="2400" dirty="0"/>
              <a:t>使用可信密码模块密钥公钥在设置平台所有者之前不需要验证授权</a:t>
            </a:r>
            <a:r>
              <a:rPr lang="en-US" altLang="zh-CN" sz="2400" dirty="0"/>
              <a:t>, </a:t>
            </a:r>
            <a:r>
              <a:rPr lang="zh-CN" altLang="en-US" sz="2400" dirty="0"/>
              <a:t>设置平台所有者之后</a:t>
            </a:r>
            <a:r>
              <a:rPr lang="en-US" altLang="zh-CN" sz="2400" dirty="0"/>
              <a:t>, </a:t>
            </a:r>
            <a:r>
              <a:rPr lang="zh-CN" altLang="en-US" sz="2400" dirty="0"/>
              <a:t>必须验证所有者授权</a:t>
            </a:r>
            <a:r>
              <a:rPr lang="en-US" altLang="zh-CN" sz="2400" dirty="0"/>
              <a:t>; </a:t>
            </a:r>
            <a:r>
              <a:rPr lang="zh-CN" altLang="en-US" sz="2400" dirty="0"/>
              <a:t>密码运算过程必须在可信密码模块内部进行</a:t>
            </a:r>
            <a:r>
              <a:rPr lang="en-US" altLang="zh-CN" sz="2400" dirty="0"/>
              <a:t>;</a:t>
            </a:r>
          </a:p>
          <a:p>
            <a:pPr algn="just"/>
            <a:r>
              <a:rPr lang="en-US" altLang="zh-CN" sz="2400" dirty="0"/>
              <a:t>b) </a:t>
            </a:r>
            <a:r>
              <a:rPr lang="zh-CN" altLang="en-US" sz="2400" dirty="0"/>
              <a:t>使用存储主密钥必须验证所有者授权、存储主密钥授权</a:t>
            </a:r>
            <a:r>
              <a:rPr lang="en-US" altLang="zh-CN" sz="2400" dirty="0"/>
              <a:t>; </a:t>
            </a:r>
            <a:r>
              <a:rPr lang="zh-CN" altLang="en-US" sz="2400" dirty="0"/>
              <a:t>密码运算过程必须在可信密码模块内部进行</a:t>
            </a:r>
            <a:r>
              <a:rPr lang="en-US" altLang="zh-CN" sz="2400" dirty="0"/>
              <a:t>;</a:t>
            </a:r>
          </a:p>
          <a:p>
            <a:pPr algn="just"/>
            <a:r>
              <a:rPr lang="en-US" altLang="zh-CN" sz="2400" dirty="0"/>
              <a:t>c) </a:t>
            </a:r>
            <a:r>
              <a:rPr lang="zh-CN" altLang="en-US" sz="2400" dirty="0"/>
              <a:t>使用平台身份密钥必须验证平台身份密钥授权、存储主密钥授权</a:t>
            </a:r>
            <a:r>
              <a:rPr lang="en-US" altLang="zh-CN" sz="2400" dirty="0"/>
              <a:t>; </a:t>
            </a:r>
            <a:r>
              <a:rPr lang="zh-CN" altLang="en-US" sz="2400" dirty="0"/>
              <a:t>平台身份密钥的私钥必须被加载到可信密码模块内部进行密码运算</a:t>
            </a:r>
            <a:r>
              <a:rPr lang="en-US" altLang="zh-CN" sz="2400" dirty="0"/>
              <a:t>, </a:t>
            </a:r>
            <a:r>
              <a:rPr lang="zh-CN" altLang="en-US" sz="2400" dirty="0"/>
              <a:t>公钥的密码运算过程在模块外部进行</a:t>
            </a:r>
            <a:r>
              <a:rPr lang="en-US" altLang="zh-CN" sz="2400" dirty="0"/>
              <a:t>;</a:t>
            </a:r>
          </a:p>
          <a:p>
            <a:pPr algn="just"/>
            <a:r>
              <a:rPr lang="en-US" altLang="zh-CN" sz="2400" dirty="0"/>
              <a:t>d) </a:t>
            </a:r>
            <a:r>
              <a:rPr lang="zh-CN" altLang="en-US" sz="2400" dirty="0"/>
              <a:t>使用平台加密密钥必须验证平台加密密钥授权、存储主密钥授权</a:t>
            </a:r>
            <a:r>
              <a:rPr lang="en-US" altLang="zh-CN" sz="2400" dirty="0"/>
              <a:t>; </a:t>
            </a:r>
            <a:r>
              <a:rPr lang="zh-CN" altLang="en-US" sz="2400" dirty="0"/>
              <a:t>平台加密密钥的私钥必须被加载到可信密码模块内部进行密码运算</a:t>
            </a:r>
            <a:r>
              <a:rPr lang="en-US" altLang="zh-CN" sz="2400" dirty="0"/>
              <a:t>, </a:t>
            </a:r>
            <a:r>
              <a:rPr lang="zh-CN" altLang="en-US" sz="2400" dirty="0"/>
              <a:t>公钥的密码运算过程在模块外部进行</a:t>
            </a:r>
            <a:r>
              <a:rPr lang="en-US" altLang="zh-CN" sz="2400" dirty="0"/>
              <a:t>;</a:t>
            </a:r>
          </a:p>
          <a:p>
            <a:pPr algn="just"/>
            <a:r>
              <a:rPr lang="en-US" altLang="zh-CN" sz="2400" dirty="0"/>
              <a:t>e) </a:t>
            </a:r>
            <a:r>
              <a:rPr lang="zh-CN" altLang="en-US" sz="2400" dirty="0"/>
              <a:t>使用用户密钥必须验证用户密钥授权</a:t>
            </a:r>
            <a:r>
              <a:rPr lang="en-US" altLang="zh-CN" sz="2400" dirty="0"/>
              <a:t>; </a:t>
            </a:r>
            <a:r>
              <a:rPr lang="zh-CN" altLang="en-US" sz="2400" dirty="0"/>
              <a:t>用户密钥的私钥必须被加载到可信密码模块内部进行密码运算。</a:t>
            </a:r>
          </a:p>
        </p:txBody>
      </p:sp>
      <p:sp>
        <p:nvSpPr>
          <p:cNvPr id="4" name="灯片编号占位符 3">
            <a:extLst>
              <a:ext uri="{FF2B5EF4-FFF2-40B4-BE49-F238E27FC236}">
                <a16:creationId xmlns:a16="http://schemas.microsoft.com/office/drawing/2014/main" id="{2D106923-3F5C-4C54-A879-766E597B575E}"/>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41</a:t>
            </a:fld>
            <a:endParaRPr lang="en-US" altLang="zh-CN"/>
          </a:p>
        </p:txBody>
      </p:sp>
    </p:spTree>
    <p:extLst>
      <p:ext uri="{BB962C8B-B14F-4D97-AF65-F5344CB8AC3E}">
        <p14:creationId xmlns:p14="http://schemas.microsoft.com/office/powerpoint/2010/main" val="260128167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0FDF6-D821-43B9-AC3F-0C8D16AAF50B}"/>
              </a:ext>
            </a:extLst>
          </p:cNvPr>
          <p:cNvSpPr>
            <a:spLocks noGrp="1"/>
          </p:cNvSpPr>
          <p:nvPr>
            <p:ph type="title"/>
          </p:nvPr>
        </p:nvSpPr>
        <p:spPr/>
        <p:txBody>
          <a:bodyPr/>
          <a:lstStyle/>
          <a:p>
            <a:r>
              <a:rPr lang="zh-CN" altLang="en-US" dirty="0"/>
              <a:t>密钥销毁</a:t>
            </a:r>
          </a:p>
        </p:txBody>
      </p:sp>
      <p:sp>
        <p:nvSpPr>
          <p:cNvPr id="3" name="内容占位符 2">
            <a:extLst>
              <a:ext uri="{FF2B5EF4-FFF2-40B4-BE49-F238E27FC236}">
                <a16:creationId xmlns:a16="http://schemas.microsoft.com/office/drawing/2014/main" id="{D3B49D61-6781-46A6-858C-43515E769FCD}"/>
              </a:ext>
            </a:extLst>
          </p:cNvPr>
          <p:cNvSpPr>
            <a:spLocks noGrp="1"/>
          </p:cNvSpPr>
          <p:nvPr>
            <p:ph idx="1"/>
          </p:nvPr>
        </p:nvSpPr>
        <p:spPr>
          <a:xfrm>
            <a:off x="177970" y="1143000"/>
            <a:ext cx="8812607" cy="5410200"/>
          </a:xfrm>
        </p:spPr>
        <p:txBody>
          <a:bodyPr/>
          <a:lstStyle/>
          <a:p>
            <a:pPr marL="0" indent="0" algn="just">
              <a:buNone/>
            </a:pPr>
            <a:r>
              <a:rPr lang="zh-CN" altLang="en-US" sz="2400" dirty="0"/>
              <a:t> 密钥生成后</a:t>
            </a:r>
            <a:r>
              <a:rPr lang="en-US" altLang="zh-CN" sz="2400" dirty="0"/>
              <a:t>, </a:t>
            </a:r>
            <a:r>
              <a:rPr lang="zh-CN" altLang="en-US" sz="2400" dirty="0"/>
              <a:t>应用层软件可以销毁指定的密钥。 对于可信密码模块内各类密钥</a:t>
            </a:r>
            <a:r>
              <a:rPr lang="en-US" altLang="zh-CN" sz="2400" dirty="0"/>
              <a:t>, </a:t>
            </a:r>
            <a:r>
              <a:rPr lang="zh-CN" altLang="en-US" sz="2400" dirty="0"/>
              <a:t>销毁方法如下</a:t>
            </a:r>
            <a:r>
              <a:rPr lang="en-US" altLang="zh-CN" sz="2400" dirty="0"/>
              <a:t>:</a:t>
            </a:r>
          </a:p>
          <a:p>
            <a:pPr algn="just"/>
            <a:r>
              <a:rPr lang="en-US" altLang="zh-CN" sz="2400" dirty="0"/>
              <a:t>a) </a:t>
            </a:r>
            <a:r>
              <a:rPr lang="zh-CN" altLang="en-US" sz="2400" dirty="0"/>
              <a:t>销毁密码模块密钥是通过撤销可撤销的密码模块密钥完成的。 对于不可撤销的密码模块密钥</a:t>
            </a:r>
            <a:r>
              <a:rPr lang="en-US" altLang="zh-CN" sz="2400" dirty="0"/>
              <a:t>, </a:t>
            </a:r>
            <a:r>
              <a:rPr lang="zh-CN" altLang="en-US" sz="2400" dirty="0"/>
              <a:t>不能销毁</a:t>
            </a:r>
            <a:r>
              <a:rPr lang="en-US" altLang="zh-CN" sz="2400" dirty="0"/>
              <a:t>;</a:t>
            </a:r>
          </a:p>
          <a:p>
            <a:pPr algn="just"/>
            <a:r>
              <a:rPr lang="en-US" altLang="zh-CN" sz="2400" dirty="0"/>
              <a:t>b) </a:t>
            </a:r>
            <a:r>
              <a:rPr lang="zh-CN" altLang="en-US" sz="2400" dirty="0"/>
              <a:t>销毁存储主密钥通过清除所有者来完成</a:t>
            </a:r>
            <a:r>
              <a:rPr lang="en-US" altLang="zh-CN" sz="2400" dirty="0"/>
              <a:t>;</a:t>
            </a:r>
          </a:p>
          <a:p>
            <a:pPr algn="just"/>
            <a:r>
              <a:rPr lang="en-US" altLang="zh-CN" sz="2400" dirty="0"/>
              <a:t>c) </a:t>
            </a:r>
            <a:r>
              <a:rPr lang="zh-CN" altLang="en-US" sz="2400" dirty="0"/>
              <a:t>销毁平台身份密钥必须验证平台身份密钥授权、存储主密钥授权后</a:t>
            </a:r>
            <a:r>
              <a:rPr lang="en-US" altLang="zh-CN" sz="2400" dirty="0"/>
              <a:t>, </a:t>
            </a:r>
            <a:r>
              <a:rPr lang="zh-CN" altLang="en-US" sz="2400" dirty="0"/>
              <a:t>在可信密码模块内执行</a:t>
            </a:r>
            <a:r>
              <a:rPr lang="en-US" altLang="zh-CN" sz="2400" dirty="0"/>
              <a:t>;</a:t>
            </a:r>
          </a:p>
          <a:p>
            <a:pPr algn="just"/>
            <a:r>
              <a:rPr lang="en-US" altLang="zh-CN" sz="2400" dirty="0"/>
              <a:t>d) </a:t>
            </a:r>
            <a:r>
              <a:rPr lang="zh-CN" altLang="en-US" sz="2400" dirty="0"/>
              <a:t>销毁平台加密密钥必须验证平台加密密钥授权、存储主密钥授权后</a:t>
            </a:r>
            <a:r>
              <a:rPr lang="en-US" altLang="zh-CN" sz="2400" dirty="0"/>
              <a:t>, </a:t>
            </a:r>
            <a:r>
              <a:rPr lang="zh-CN" altLang="en-US" sz="2400" dirty="0"/>
              <a:t>在可信密码模块内执行</a:t>
            </a:r>
            <a:r>
              <a:rPr lang="en-US" altLang="zh-CN" sz="2400" dirty="0"/>
              <a:t>;</a:t>
            </a:r>
          </a:p>
          <a:p>
            <a:pPr algn="just"/>
            <a:r>
              <a:rPr lang="en-US" altLang="zh-CN" sz="2400" dirty="0"/>
              <a:t>e) </a:t>
            </a:r>
            <a:r>
              <a:rPr lang="zh-CN" altLang="en-US" sz="2400" dirty="0"/>
              <a:t>销毁用户密钥需验证其保护操作密钥授权后</a:t>
            </a:r>
            <a:r>
              <a:rPr lang="en-US" altLang="zh-CN" sz="2400" dirty="0"/>
              <a:t>, </a:t>
            </a:r>
            <a:r>
              <a:rPr lang="zh-CN" altLang="en-US" sz="2400" dirty="0"/>
              <a:t>在 </a:t>
            </a:r>
            <a:r>
              <a:rPr lang="en-US" altLang="zh-CN" sz="2400" dirty="0"/>
              <a:t>TCM </a:t>
            </a:r>
            <a:r>
              <a:rPr lang="zh-CN" altLang="en-US" sz="2400" dirty="0"/>
              <a:t>服务模块内执行。</a:t>
            </a:r>
          </a:p>
        </p:txBody>
      </p:sp>
      <p:sp>
        <p:nvSpPr>
          <p:cNvPr id="4" name="灯片编号占位符 3">
            <a:extLst>
              <a:ext uri="{FF2B5EF4-FFF2-40B4-BE49-F238E27FC236}">
                <a16:creationId xmlns:a16="http://schemas.microsoft.com/office/drawing/2014/main" id="{0DDA78BA-DA99-49E9-99A7-405AB3A54DE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42</a:t>
            </a:fld>
            <a:endParaRPr lang="en-US" altLang="zh-CN"/>
          </a:p>
        </p:txBody>
      </p:sp>
    </p:spTree>
    <p:extLst>
      <p:ext uri="{BB962C8B-B14F-4D97-AF65-F5344CB8AC3E}">
        <p14:creationId xmlns:p14="http://schemas.microsoft.com/office/powerpoint/2010/main" val="21162832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2D1A56-01F5-43B9-9086-50274A914C92}"/>
              </a:ext>
            </a:extLst>
          </p:cNvPr>
          <p:cNvSpPr>
            <a:spLocks noGrp="1"/>
          </p:cNvSpPr>
          <p:nvPr>
            <p:ph type="title"/>
          </p:nvPr>
        </p:nvSpPr>
        <p:spPr/>
        <p:txBody>
          <a:bodyPr/>
          <a:lstStyle/>
          <a:p>
            <a:r>
              <a:rPr lang="zh-CN" altLang="en-US" dirty="0"/>
              <a:t>密钥导入</a:t>
            </a:r>
          </a:p>
        </p:txBody>
      </p:sp>
      <p:sp>
        <p:nvSpPr>
          <p:cNvPr id="3" name="内容占位符 2">
            <a:extLst>
              <a:ext uri="{FF2B5EF4-FFF2-40B4-BE49-F238E27FC236}">
                <a16:creationId xmlns:a16="http://schemas.microsoft.com/office/drawing/2014/main" id="{58D0A79E-BB66-447B-982D-80406F591F4C}"/>
              </a:ext>
            </a:extLst>
          </p:cNvPr>
          <p:cNvSpPr>
            <a:spLocks noGrp="1"/>
          </p:cNvSpPr>
          <p:nvPr>
            <p:ph idx="1"/>
          </p:nvPr>
        </p:nvSpPr>
        <p:spPr/>
        <p:txBody>
          <a:bodyPr/>
          <a:lstStyle/>
          <a:p>
            <a:r>
              <a:rPr lang="zh-CN" altLang="en-US" dirty="0"/>
              <a:t>应用层软件可以采用密钥导入方式</a:t>
            </a:r>
            <a:r>
              <a:rPr lang="en-US" altLang="zh-CN" dirty="0"/>
              <a:t>, </a:t>
            </a:r>
            <a:r>
              <a:rPr lang="zh-CN" altLang="en-US" dirty="0"/>
              <a:t>对可信密码模块外部创建的 </a:t>
            </a:r>
            <a:r>
              <a:rPr lang="en-US" altLang="zh-CN" dirty="0"/>
              <a:t>SM2</a:t>
            </a:r>
            <a:r>
              <a:rPr lang="zh-CN" altLang="en-US" dirty="0"/>
              <a:t>、</a:t>
            </a:r>
            <a:r>
              <a:rPr lang="en-US" altLang="zh-CN" dirty="0"/>
              <a:t>SM4 </a:t>
            </a:r>
            <a:r>
              <a:rPr lang="zh-CN" altLang="en-US" dirty="0"/>
              <a:t>密钥进行保护</a:t>
            </a:r>
            <a:r>
              <a:rPr lang="en-US" altLang="zh-CN" dirty="0"/>
              <a:t>, </a:t>
            </a:r>
            <a:r>
              <a:rPr lang="zh-CN" altLang="en-US" dirty="0"/>
              <a:t>并纳入到可信密码模块的密钥体系中。</a:t>
            </a:r>
          </a:p>
          <a:p>
            <a:r>
              <a:rPr lang="zh-CN" altLang="en-US" dirty="0"/>
              <a:t>密钥导入方法</a:t>
            </a:r>
            <a:r>
              <a:rPr lang="en-US" altLang="zh-CN" dirty="0"/>
              <a:t>: </a:t>
            </a:r>
            <a:r>
              <a:rPr lang="zh-CN" altLang="en-US" dirty="0"/>
              <a:t>外部密钥需按照指定格式设定密钥属性</a:t>
            </a:r>
            <a:r>
              <a:rPr lang="en-US" altLang="zh-CN" dirty="0"/>
              <a:t>, </a:t>
            </a:r>
            <a:r>
              <a:rPr lang="zh-CN" altLang="en-US" dirty="0"/>
              <a:t>并使用指定的保护操作密钥对被导入密钥的私钥部分加密。</a:t>
            </a:r>
          </a:p>
        </p:txBody>
      </p:sp>
      <p:sp>
        <p:nvSpPr>
          <p:cNvPr id="4" name="灯片编号占位符 3">
            <a:extLst>
              <a:ext uri="{FF2B5EF4-FFF2-40B4-BE49-F238E27FC236}">
                <a16:creationId xmlns:a16="http://schemas.microsoft.com/office/drawing/2014/main" id="{F372F3D8-3296-4887-AF9B-0B675A884D4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43</a:t>
            </a:fld>
            <a:endParaRPr lang="en-US" altLang="zh-CN"/>
          </a:p>
        </p:txBody>
      </p:sp>
    </p:spTree>
    <p:extLst>
      <p:ext uri="{BB962C8B-B14F-4D97-AF65-F5344CB8AC3E}">
        <p14:creationId xmlns:p14="http://schemas.microsoft.com/office/powerpoint/2010/main" val="10435429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802165-C3DF-415C-8719-B28494CEA762}"/>
              </a:ext>
            </a:extLst>
          </p:cNvPr>
          <p:cNvSpPr>
            <a:spLocks noGrp="1"/>
          </p:cNvSpPr>
          <p:nvPr>
            <p:ph type="title"/>
          </p:nvPr>
        </p:nvSpPr>
        <p:spPr/>
        <p:txBody>
          <a:bodyPr/>
          <a:lstStyle/>
          <a:p>
            <a:r>
              <a:rPr lang="zh-CN" altLang="en-US" dirty="0"/>
              <a:t>密钥迁移</a:t>
            </a:r>
          </a:p>
        </p:txBody>
      </p:sp>
      <p:sp>
        <p:nvSpPr>
          <p:cNvPr id="3" name="内容占位符 2">
            <a:extLst>
              <a:ext uri="{FF2B5EF4-FFF2-40B4-BE49-F238E27FC236}">
                <a16:creationId xmlns:a16="http://schemas.microsoft.com/office/drawing/2014/main" id="{4DE9F4A1-3BC0-48D8-A8DA-BCA329D342F9}"/>
              </a:ext>
            </a:extLst>
          </p:cNvPr>
          <p:cNvSpPr>
            <a:spLocks noGrp="1"/>
          </p:cNvSpPr>
          <p:nvPr>
            <p:ph idx="1"/>
          </p:nvPr>
        </p:nvSpPr>
        <p:spPr/>
        <p:txBody>
          <a:bodyPr/>
          <a:lstStyle/>
          <a:p>
            <a:pPr marL="0" indent="0">
              <a:buNone/>
            </a:pPr>
            <a:r>
              <a:rPr lang="zh-CN" altLang="en-US" dirty="0"/>
              <a:t>为保证用户数据安全</a:t>
            </a:r>
            <a:r>
              <a:rPr lang="en-US" altLang="zh-CN" dirty="0"/>
              <a:t>, </a:t>
            </a:r>
            <a:r>
              <a:rPr lang="zh-CN" altLang="en-US" dirty="0"/>
              <a:t>需要把相应的用户密钥予以迁移备份。 迁移时需要保证被迁移密钥的机密性和完整性。 平台内只有用户密钥可以迁移</a:t>
            </a:r>
            <a:r>
              <a:rPr lang="en-US" altLang="zh-CN" dirty="0"/>
              <a:t>, </a:t>
            </a:r>
            <a:r>
              <a:rPr lang="zh-CN" altLang="en-US" dirty="0"/>
              <a:t>进行密钥迁移时需确保目标平台是可信计算平台。</a:t>
            </a:r>
          </a:p>
          <a:p>
            <a:r>
              <a:rPr lang="zh-CN" altLang="en-US" dirty="0"/>
              <a:t>假定要将平台 </a:t>
            </a:r>
            <a:r>
              <a:rPr lang="en-US" altLang="zh-CN" dirty="0"/>
              <a:t>A </a:t>
            </a:r>
            <a:r>
              <a:rPr lang="zh-CN" altLang="en-US" dirty="0"/>
              <a:t>的一个可迁移密钥迁移到平台 </a:t>
            </a:r>
            <a:r>
              <a:rPr lang="en-US" altLang="zh-CN" dirty="0"/>
              <a:t>B </a:t>
            </a:r>
            <a:r>
              <a:rPr lang="zh-CN" altLang="en-US" dirty="0"/>
              <a:t>上</a:t>
            </a:r>
            <a:r>
              <a:rPr lang="en-US" altLang="zh-CN" dirty="0"/>
              <a:t>, </a:t>
            </a:r>
            <a:r>
              <a:rPr lang="zh-CN" altLang="en-US" dirty="0"/>
              <a:t>其迁移方法描述如下</a:t>
            </a:r>
            <a:r>
              <a:rPr lang="en-US" altLang="zh-CN" dirty="0"/>
              <a:t>:</a:t>
            </a:r>
          </a:p>
          <a:p>
            <a:r>
              <a:rPr lang="en-US" altLang="zh-CN" dirty="0"/>
              <a:t>a) </a:t>
            </a:r>
            <a:r>
              <a:rPr lang="zh-CN" altLang="en-US" dirty="0"/>
              <a:t>平台 </a:t>
            </a:r>
            <a:r>
              <a:rPr lang="en-US" altLang="zh-CN" dirty="0"/>
              <a:t>B </a:t>
            </a:r>
            <a:r>
              <a:rPr lang="zh-CN" altLang="en-US" dirty="0"/>
              <a:t>将保护操作密钥的公钥发送给平台 </a:t>
            </a:r>
            <a:r>
              <a:rPr lang="en-US" altLang="zh-CN" dirty="0"/>
              <a:t>A;</a:t>
            </a:r>
          </a:p>
          <a:p>
            <a:r>
              <a:rPr lang="en-US" altLang="zh-CN" dirty="0"/>
              <a:t>b) </a:t>
            </a:r>
            <a:r>
              <a:rPr lang="zh-CN" altLang="en-US" dirty="0"/>
              <a:t>平台 </a:t>
            </a:r>
            <a:r>
              <a:rPr lang="en-US" altLang="zh-CN" dirty="0"/>
              <a:t>A </a:t>
            </a:r>
            <a:r>
              <a:rPr lang="zh-CN" altLang="en-US" dirty="0"/>
              <a:t>将被迁移的密钥加载到可信密码模块中</a:t>
            </a:r>
            <a:r>
              <a:rPr lang="en-US" altLang="zh-CN" dirty="0"/>
              <a:t>, </a:t>
            </a:r>
            <a:r>
              <a:rPr lang="zh-CN" altLang="en-US" dirty="0"/>
              <a:t>解密出被迁移的密钥</a:t>
            </a:r>
            <a:r>
              <a:rPr lang="en-US" altLang="zh-CN" dirty="0"/>
              <a:t>;</a:t>
            </a:r>
          </a:p>
          <a:p>
            <a:r>
              <a:rPr lang="en-US" altLang="zh-CN" dirty="0"/>
              <a:t>c) </a:t>
            </a:r>
            <a:r>
              <a:rPr lang="zh-CN" altLang="en-US" dirty="0"/>
              <a:t>平台 </a:t>
            </a:r>
            <a:r>
              <a:rPr lang="en-US" altLang="zh-CN" dirty="0"/>
              <a:t>A </a:t>
            </a:r>
            <a:r>
              <a:rPr lang="zh-CN" altLang="en-US" dirty="0"/>
              <a:t>的可信密码模块随机产生一个对称加密密钥</a:t>
            </a:r>
            <a:r>
              <a:rPr lang="en-US" altLang="zh-CN" dirty="0"/>
              <a:t>, </a:t>
            </a:r>
            <a:r>
              <a:rPr lang="zh-CN" altLang="en-US" dirty="0"/>
              <a:t>使用该密钥加密被迁移的密钥</a:t>
            </a:r>
            <a:r>
              <a:rPr lang="en-US" altLang="zh-CN" dirty="0"/>
              <a:t>, </a:t>
            </a:r>
            <a:r>
              <a:rPr lang="zh-CN" altLang="en-US" dirty="0"/>
              <a:t>生成被迁移密钥的迁移数据</a:t>
            </a:r>
            <a:r>
              <a:rPr lang="en-US" altLang="zh-CN" dirty="0"/>
              <a:t>;</a:t>
            </a:r>
          </a:p>
        </p:txBody>
      </p:sp>
      <p:sp>
        <p:nvSpPr>
          <p:cNvPr id="4" name="灯片编号占位符 3">
            <a:extLst>
              <a:ext uri="{FF2B5EF4-FFF2-40B4-BE49-F238E27FC236}">
                <a16:creationId xmlns:a16="http://schemas.microsoft.com/office/drawing/2014/main" id="{5E5BC53A-F2B2-46B0-B1CA-87218876EEE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44</a:t>
            </a:fld>
            <a:endParaRPr lang="en-US" altLang="zh-CN"/>
          </a:p>
        </p:txBody>
      </p:sp>
    </p:spTree>
    <p:extLst>
      <p:ext uri="{BB962C8B-B14F-4D97-AF65-F5344CB8AC3E}">
        <p14:creationId xmlns:p14="http://schemas.microsoft.com/office/powerpoint/2010/main" val="301191459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47C582-6E12-43AB-A8D8-F3B557C0F13A}"/>
              </a:ext>
            </a:extLst>
          </p:cNvPr>
          <p:cNvSpPr>
            <a:spLocks noGrp="1"/>
          </p:cNvSpPr>
          <p:nvPr>
            <p:ph type="title"/>
          </p:nvPr>
        </p:nvSpPr>
        <p:spPr/>
        <p:txBody>
          <a:bodyPr/>
          <a:lstStyle/>
          <a:p>
            <a:r>
              <a:rPr lang="zh-CN" altLang="en-US" dirty="0"/>
              <a:t>密钥迁移</a:t>
            </a:r>
          </a:p>
        </p:txBody>
      </p:sp>
      <p:sp>
        <p:nvSpPr>
          <p:cNvPr id="3" name="内容占位符 2">
            <a:extLst>
              <a:ext uri="{FF2B5EF4-FFF2-40B4-BE49-F238E27FC236}">
                <a16:creationId xmlns:a16="http://schemas.microsoft.com/office/drawing/2014/main" id="{9A921E02-F27A-4226-857D-D2149668473A}"/>
              </a:ext>
            </a:extLst>
          </p:cNvPr>
          <p:cNvSpPr>
            <a:spLocks noGrp="1"/>
          </p:cNvSpPr>
          <p:nvPr>
            <p:ph idx="1"/>
          </p:nvPr>
        </p:nvSpPr>
        <p:spPr>
          <a:xfrm>
            <a:off x="381000" y="1463675"/>
            <a:ext cx="8296656" cy="4466138"/>
          </a:xfrm>
        </p:spPr>
        <p:txBody>
          <a:bodyPr/>
          <a:lstStyle/>
          <a:p>
            <a:pPr algn="just"/>
            <a:r>
              <a:rPr lang="en-US" altLang="zh-CN" sz="2800" dirty="0"/>
              <a:t>d) </a:t>
            </a:r>
            <a:r>
              <a:rPr lang="zh-CN" altLang="en-US" sz="2800" dirty="0"/>
              <a:t>用平台 </a:t>
            </a:r>
            <a:r>
              <a:rPr lang="en-US" altLang="zh-CN" sz="2800" dirty="0"/>
              <a:t>B </a:t>
            </a:r>
            <a:r>
              <a:rPr lang="zh-CN" altLang="en-US" sz="2800" dirty="0"/>
              <a:t>的保护操作密钥的公钥加密对称加密密钥</a:t>
            </a:r>
            <a:r>
              <a:rPr lang="en-US" altLang="zh-CN" sz="2800" dirty="0"/>
              <a:t>;</a:t>
            </a:r>
          </a:p>
          <a:p>
            <a:pPr algn="just"/>
            <a:r>
              <a:rPr lang="en-US" altLang="zh-CN" sz="2800" dirty="0"/>
              <a:t>e) </a:t>
            </a:r>
            <a:r>
              <a:rPr lang="zh-CN" altLang="en-US" sz="2800" dirty="0"/>
              <a:t>将迁移数据和已加密的对称加密密钥从平台 </a:t>
            </a:r>
            <a:r>
              <a:rPr lang="en-US" altLang="zh-CN" sz="2800" dirty="0"/>
              <a:t>A </a:t>
            </a:r>
            <a:r>
              <a:rPr lang="zh-CN" altLang="en-US" sz="2800" dirty="0"/>
              <a:t>传递到平台 </a:t>
            </a:r>
            <a:r>
              <a:rPr lang="en-US" altLang="zh-CN" sz="2800" dirty="0"/>
              <a:t>B;</a:t>
            </a:r>
          </a:p>
          <a:p>
            <a:pPr algn="just"/>
            <a:r>
              <a:rPr lang="en-US" altLang="zh-CN" sz="2800" dirty="0"/>
              <a:t>f) </a:t>
            </a:r>
            <a:r>
              <a:rPr lang="zh-CN" altLang="en-US" sz="2800" dirty="0"/>
              <a:t>平台</a:t>
            </a:r>
            <a:r>
              <a:rPr lang="en-US" altLang="zh-CN" sz="2800" dirty="0"/>
              <a:t>B </a:t>
            </a:r>
            <a:r>
              <a:rPr lang="zh-CN" altLang="en-US" sz="2800" dirty="0"/>
              <a:t>使用其保护操作密钥的私钥解出对称加密密钥</a:t>
            </a:r>
            <a:r>
              <a:rPr lang="en-US" altLang="zh-CN" sz="2800" dirty="0"/>
              <a:t>, </a:t>
            </a:r>
            <a:r>
              <a:rPr lang="zh-CN" altLang="en-US" sz="2800" dirty="0"/>
              <a:t>使用</a:t>
            </a:r>
            <a:r>
              <a:rPr lang="en-US" altLang="zh-CN" sz="2800" dirty="0"/>
              <a:t>SM4 </a:t>
            </a:r>
            <a:r>
              <a:rPr lang="zh-CN" altLang="en-US" sz="2800" dirty="0"/>
              <a:t>对称密码算法</a:t>
            </a:r>
            <a:r>
              <a:rPr lang="en-US" altLang="zh-CN" sz="2800" dirty="0"/>
              <a:t>, </a:t>
            </a:r>
            <a:r>
              <a:rPr lang="zh-CN" altLang="en-US" sz="2800" dirty="0"/>
              <a:t>用解密出的对称加密密钥解密迁移数据</a:t>
            </a:r>
            <a:r>
              <a:rPr lang="en-US" altLang="zh-CN" sz="2800" dirty="0"/>
              <a:t>, </a:t>
            </a:r>
            <a:r>
              <a:rPr lang="zh-CN" altLang="en-US" sz="2800" dirty="0"/>
              <a:t>得到被迁移密钥</a:t>
            </a:r>
            <a:r>
              <a:rPr lang="en-US" altLang="zh-CN" sz="2800" dirty="0"/>
              <a:t>;</a:t>
            </a:r>
          </a:p>
          <a:p>
            <a:pPr algn="just"/>
            <a:r>
              <a:rPr lang="en-US" altLang="zh-CN" sz="2800" dirty="0"/>
              <a:t>g) </a:t>
            </a:r>
            <a:r>
              <a:rPr lang="zh-CN" altLang="en-US" sz="2800" dirty="0"/>
              <a:t>平台 </a:t>
            </a:r>
            <a:r>
              <a:rPr lang="en-US" altLang="zh-CN" sz="2800" dirty="0"/>
              <a:t>B </a:t>
            </a:r>
            <a:r>
              <a:rPr lang="zh-CN" altLang="en-US" sz="2800" dirty="0"/>
              <a:t>将被迁移密钥重新加密保护</a:t>
            </a:r>
            <a:r>
              <a:rPr lang="en-US" altLang="zh-CN" sz="2800" dirty="0"/>
              <a:t>, </a:t>
            </a:r>
            <a:r>
              <a:rPr lang="zh-CN" altLang="en-US" sz="2800" dirty="0"/>
              <a:t>完成整个迁移过程。</a:t>
            </a:r>
          </a:p>
          <a:p>
            <a:endParaRPr lang="zh-CN" altLang="en-US" dirty="0"/>
          </a:p>
        </p:txBody>
      </p:sp>
      <p:sp>
        <p:nvSpPr>
          <p:cNvPr id="4" name="灯片编号占位符 3">
            <a:extLst>
              <a:ext uri="{FF2B5EF4-FFF2-40B4-BE49-F238E27FC236}">
                <a16:creationId xmlns:a16="http://schemas.microsoft.com/office/drawing/2014/main" id="{601FE0C2-C654-4BFB-8DCB-A2FBE8D36E6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45</a:t>
            </a:fld>
            <a:endParaRPr lang="en-US" altLang="zh-CN"/>
          </a:p>
        </p:txBody>
      </p:sp>
    </p:spTree>
    <p:extLst>
      <p:ext uri="{BB962C8B-B14F-4D97-AF65-F5344CB8AC3E}">
        <p14:creationId xmlns:p14="http://schemas.microsoft.com/office/powerpoint/2010/main" val="16082810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2AABA-0DE5-41A0-80B5-BA2CB656565F}"/>
              </a:ext>
            </a:extLst>
          </p:cNvPr>
          <p:cNvSpPr>
            <a:spLocks noGrp="1"/>
          </p:cNvSpPr>
          <p:nvPr>
            <p:ph type="title"/>
          </p:nvPr>
        </p:nvSpPr>
        <p:spPr/>
        <p:txBody>
          <a:bodyPr/>
          <a:lstStyle/>
          <a:p>
            <a:r>
              <a:rPr lang="zh-CN" altLang="en-US" dirty="0"/>
              <a:t>密钥协商</a:t>
            </a:r>
          </a:p>
        </p:txBody>
      </p:sp>
      <p:sp>
        <p:nvSpPr>
          <p:cNvPr id="3" name="内容占位符 2">
            <a:extLst>
              <a:ext uri="{FF2B5EF4-FFF2-40B4-BE49-F238E27FC236}">
                <a16:creationId xmlns:a16="http://schemas.microsoft.com/office/drawing/2014/main" id="{851699EC-E96E-48B1-B227-309F358C64FF}"/>
              </a:ext>
            </a:extLst>
          </p:cNvPr>
          <p:cNvSpPr>
            <a:spLocks noGrp="1"/>
          </p:cNvSpPr>
          <p:nvPr>
            <p:ph idx="1"/>
          </p:nvPr>
        </p:nvSpPr>
        <p:spPr/>
        <p:txBody>
          <a:bodyPr/>
          <a:lstStyle/>
          <a:p>
            <a:pPr algn="just"/>
            <a:r>
              <a:rPr lang="zh-CN" altLang="en-US" sz="3200" dirty="0"/>
              <a:t>密钥协商是在两个用户 </a:t>
            </a:r>
            <a:r>
              <a:rPr lang="en-US" altLang="zh-CN" sz="3200" dirty="0"/>
              <a:t>A </a:t>
            </a:r>
            <a:r>
              <a:rPr lang="zh-CN" altLang="en-US" sz="3200" dirty="0"/>
              <a:t>和 </a:t>
            </a:r>
            <a:r>
              <a:rPr lang="en-US" altLang="zh-CN" sz="3200" dirty="0"/>
              <a:t>B </a:t>
            </a:r>
            <a:r>
              <a:rPr lang="zh-CN" altLang="en-US" sz="3200" dirty="0"/>
              <a:t>之间建立一个共享秘密密钥的过程</a:t>
            </a:r>
            <a:r>
              <a:rPr lang="en-US" altLang="zh-CN" sz="3200" dirty="0"/>
              <a:t>, </a:t>
            </a:r>
            <a:r>
              <a:rPr lang="zh-CN" altLang="en-US" sz="3200" dirty="0"/>
              <a:t>通过这种方式能够确定一个共享秘密密钥的值</a:t>
            </a:r>
            <a:r>
              <a:rPr lang="en-US" altLang="zh-CN" sz="3200" dirty="0"/>
              <a:t>, </a:t>
            </a:r>
            <a:r>
              <a:rPr lang="zh-CN" altLang="en-US" sz="3200" dirty="0"/>
              <a:t>用来提供 </a:t>
            </a:r>
            <a:r>
              <a:rPr lang="en-US" altLang="zh-CN" sz="3200" dirty="0"/>
              <a:t>A </a:t>
            </a:r>
            <a:r>
              <a:rPr lang="zh-CN" altLang="en-US" sz="3200" dirty="0"/>
              <a:t>用户与 </a:t>
            </a:r>
            <a:r>
              <a:rPr lang="en-US" altLang="zh-CN" sz="3200" dirty="0"/>
              <a:t>B </a:t>
            </a:r>
            <a:r>
              <a:rPr lang="zh-CN" altLang="en-US" sz="3200" dirty="0"/>
              <a:t>用户之间数据安全保护。</a:t>
            </a:r>
          </a:p>
        </p:txBody>
      </p:sp>
      <p:sp>
        <p:nvSpPr>
          <p:cNvPr id="4" name="灯片编号占位符 3">
            <a:extLst>
              <a:ext uri="{FF2B5EF4-FFF2-40B4-BE49-F238E27FC236}">
                <a16:creationId xmlns:a16="http://schemas.microsoft.com/office/drawing/2014/main" id="{8A5DCF81-F250-4824-B548-E3618305B62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46</a:t>
            </a:fld>
            <a:endParaRPr lang="en-US" altLang="zh-CN"/>
          </a:p>
        </p:txBody>
      </p:sp>
    </p:spTree>
    <p:extLst>
      <p:ext uri="{BB962C8B-B14F-4D97-AF65-F5344CB8AC3E}">
        <p14:creationId xmlns:p14="http://schemas.microsoft.com/office/powerpoint/2010/main" val="8324024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B3A4A1-3AC8-4454-9A8E-EC8A2A2D0017}"/>
              </a:ext>
            </a:extLst>
          </p:cNvPr>
          <p:cNvSpPr>
            <a:spLocks noGrp="1"/>
          </p:cNvSpPr>
          <p:nvPr>
            <p:ph type="title"/>
          </p:nvPr>
        </p:nvSpPr>
        <p:spPr/>
        <p:txBody>
          <a:bodyPr/>
          <a:lstStyle/>
          <a:p>
            <a:r>
              <a:rPr lang="zh-CN" altLang="en-US" dirty="0"/>
              <a:t>数据安全保护方式</a:t>
            </a:r>
          </a:p>
        </p:txBody>
      </p:sp>
      <p:sp>
        <p:nvSpPr>
          <p:cNvPr id="3" name="内容占位符 2">
            <a:extLst>
              <a:ext uri="{FF2B5EF4-FFF2-40B4-BE49-F238E27FC236}">
                <a16:creationId xmlns:a16="http://schemas.microsoft.com/office/drawing/2014/main" id="{01C6BD09-C2F8-4053-8C74-BD7C9969BEB0}"/>
              </a:ext>
            </a:extLst>
          </p:cNvPr>
          <p:cNvSpPr>
            <a:spLocks noGrp="1"/>
          </p:cNvSpPr>
          <p:nvPr>
            <p:ph idx="1"/>
          </p:nvPr>
        </p:nvSpPr>
        <p:spPr/>
        <p:txBody>
          <a:bodyPr/>
          <a:lstStyle/>
          <a:p>
            <a:pPr marL="0" indent="0">
              <a:buNone/>
            </a:pPr>
            <a:r>
              <a:rPr lang="zh-CN" altLang="en-US" sz="3600" b="1" dirty="0"/>
              <a:t>数据加解密</a:t>
            </a:r>
            <a:endParaRPr lang="en-US" altLang="zh-CN" sz="3600" b="1" dirty="0"/>
          </a:p>
          <a:p>
            <a:pPr algn="just"/>
            <a:r>
              <a:rPr lang="zh-CN" altLang="en-US" sz="3200" dirty="0"/>
              <a:t>数据加解密可以采用对称密码算法和非对称加密算法实现。 非对称加密操作可在 </a:t>
            </a:r>
            <a:r>
              <a:rPr lang="en-US" altLang="zh-CN" sz="3200" dirty="0"/>
              <a:t>TCM </a:t>
            </a:r>
            <a:r>
              <a:rPr lang="zh-CN" altLang="en-US" sz="3200" dirty="0"/>
              <a:t>服务模块执行</a:t>
            </a:r>
            <a:r>
              <a:rPr lang="en-US" altLang="zh-CN" sz="3200" dirty="0"/>
              <a:t>, </a:t>
            </a:r>
            <a:r>
              <a:rPr lang="zh-CN" altLang="en-US" sz="3200" dirty="0"/>
              <a:t>非对称密钥解密和对称加解密必须在可信密码模块内部执行。在可信密码模块内部进行加解密操作时</a:t>
            </a:r>
            <a:r>
              <a:rPr lang="en-US" altLang="zh-CN" sz="3200" dirty="0"/>
              <a:t>, </a:t>
            </a:r>
            <a:r>
              <a:rPr lang="zh-CN" altLang="en-US" sz="3200" dirty="0"/>
              <a:t>需要先加载密钥。非对称加解密主要用于短信息绑定</a:t>
            </a:r>
            <a:r>
              <a:rPr lang="en-US" altLang="zh-CN" sz="3200" dirty="0"/>
              <a:t>, </a:t>
            </a:r>
            <a:r>
              <a:rPr lang="zh-CN" altLang="en-US" sz="3200" dirty="0"/>
              <a:t>对称加解密可以操作任意长度数据。</a:t>
            </a:r>
          </a:p>
        </p:txBody>
      </p:sp>
      <p:sp>
        <p:nvSpPr>
          <p:cNvPr id="4" name="灯片编号占位符 3">
            <a:extLst>
              <a:ext uri="{FF2B5EF4-FFF2-40B4-BE49-F238E27FC236}">
                <a16:creationId xmlns:a16="http://schemas.microsoft.com/office/drawing/2014/main" id="{0EF84E1A-CAA9-4803-A069-AC9CF53B9BE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47</a:t>
            </a:fld>
            <a:endParaRPr lang="en-US" altLang="zh-CN"/>
          </a:p>
        </p:txBody>
      </p:sp>
    </p:spTree>
    <p:extLst>
      <p:ext uri="{BB962C8B-B14F-4D97-AF65-F5344CB8AC3E}">
        <p14:creationId xmlns:p14="http://schemas.microsoft.com/office/powerpoint/2010/main" val="34114772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767FD6-A4E9-451A-A068-E0ACACCE0F86}"/>
              </a:ext>
            </a:extLst>
          </p:cNvPr>
          <p:cNvSpPr>
            <a:spLocks noGrp="1"/>
          </p:cNvSpPr>
          <p:nvPr>
            <p:ph type="title"/>
          </p:nvPr>
        </p:nvSpPr>
        <p:spPr/>
        <p:txBody>
          <a:bodyPr/>
          <a:lstStyle/>
          <a:p>
            <a:r>
              <a:rPr lang="zh-CN" altLang="en-US" dirty="0"/>
              <a:t>数据封装</a:t>
            </a:r>
          </a:p>
        </p:txBody>
      </p:sp>
      <p:sp>
        <p:nvSpPr>
          <p:cNvPr id="3" name="内容占位符 2">
            <a:extLst>
              <a:ext uri="{FF2B5EF4-FFF2-40B4-BE49-F238E27FC236}">
                <a16:creationId xmlns:a16="http://schemas.microsoft.com/office/drawing/2014/main" id="{A08BD7D3-17A3-4635-8809-FFBFDB2F52EA}"/>
              </a:ext>
            </a:extLst>
          </p:cNvPr>
          <p:cNvSpPr>
            <a:spLocks noGrp="1"/>
          </p:cNvSpPr>
          <p:nvPr>
            <p:ph idx="1"/>
          </p:nvPr>
        </p:nvSpPr>
        <p:spPr>
          <a:xfrm>
            <a:off x="-116601" y="1529625"/>
            <a:ext cx="9144000" cy="4515234"/>
          </a:xfrm>
        </p:spPr>
        <p:txBody>
          <a:bodyPr/>
          <a:lstStyle/>
          <a:p>
            <a:pPr algn="just"/>
            <a:r>
              <a:rPr lang="zh-CN" altLang="en-US" sz="3200" dirty="0">
                <a:solidFill>
                  <a:srgbClr val="FF0000"/>
                </a:solidFill>
              </a:rPr>
              <a:t>将数据与特定的平台状态</a:t>
            </a:r>
            <a:r>
              <a:rPr lang="en-US" altLang="zh-CN" sz="3200" dirty="0">
                <a:solidFill>
                  <a:srgbClr val="FF0000"/>
                </a:solidFill>
              </a:rPr>
              <a:t>(PCR </a:t>
            </a:r>
            <a:r>
              <a:rPr lang="zh-CN" altLang="en-US" sz="3200" dirty="0">
                <a:solidFill>
                  <a:srgbClr val="FF0000"/>
                </a:solidFill>
              </a:rPr>
              <a:t>值</a:t>
            </a:r>
            <a:r>
              <a:rPr lang="en-US" altLang="zh-CN" sz="3200" dirty="0">
                <a:solidFill>
                  <a:srgbClr val="FF0000"/>
                </a:solidFill>
              </a:rPr>
              <a:t>) </a:t>
            </a:r>
            <a:r>
              <a:rPr lang="zh-CN" altLang="en-US" sz="3200" dirty="0">
                <a:solidFill>
                  <a:srgbClr val="FF0000"/>
                </a:solidFill>
              </a:rPr>
              <a:t>及可信密码模块绑定在一起</a:t>
            </a:r>
            <a:r>
              <a:rPr lang="en-US" altLang="zh-CN" sz="3200" dirty="0">
                <a:solidFill>
                  <a:srgbClr val="FF0000"/>
                </a:solidFill>
              </a:rPr>
              <a:t>, </a:t>
            </a:r>
            <a:r>
              <a:rPr lang="zh-CN" altLang="en-US" sz="3200" dirty="0">
                <a:solidFill>
                  <a:srgbClr val="FF0000"/>
                </a:solidFill>
              </a:rPr>
              <a:t>这种操作称为数据封装。</a:t>
            </a:r>
            <a:r>
              <a:rPr lang="zh-CN" altLang="en-US" sz="3200" dirty="0">
                <a:solidFill>
                  <a:srgbClr val="2051DC"/>
                </a:solidFill>
              </a:rPr>
              <a:t>数据加密使一个数据只能绑定于一个可信密码模块。数据封装使一个数据不仅绑定于一个可信密码模块</a:t>
            </a:r>
            <a:r>
              <a:rPr lang="en-US" altLang="zh-CN" sz="3200" dirty="0">
                <a:solidFill>
                  <a:srgbClr val="2051DC"/>
                </a:solidFill>
              </a:rPr>
              <a:t>, </a:t>
            </a:r>
            <a:r>
              <a:rPr lang="zh-CN" altLang="en-US" sz="3200" dirty="0">
                <a:solidFill>
                  <a:srgbClr val="2051DC"/>
                </a:solidFill>
              </a:rPr>
              <a:t>同时通过</a:t>
            </a:r>
            <a:r>
              <a:rPr lang="en-US" altLang="zh-CN" sz="3200" dirty="0">
                <a:solidFill>
                  <a:srgbClr val="2051DC"/>
                </a:solidFill>
              </a:rPr>
              <a:t>PCR</a:t>
            </a:r>
            <a:r>
              <a:rPr lang="zh-CN" altLang="en-US" sz="3200" dirty="0">
                <a:solidFill>
                  <a:srgbClr val="2051DC"/>
                </a:solidFill>
              </a:rPr>
              <a:t>绑定于一种平台状态。</a:t>
            </a:r>
            <a:r>
              <a:rPr lang="zh-CN" altLang="en-US" sz="3200" dirty="0"/>
              <a:t>使用对称密码算法的封装表示为</a:t>
            </a:r>
            <a:r>
              <a:rPr lang="en-US" altLang="zh-CN" sz="3200" dirty="0"/>
              <a:t>:</a:t>
            </a:r>
            <a:r>
              <a:rPr lang="en-US" altLang="zh-CN" sz="3200" dirty="0" err="1"/>
              <a:t>sealedData</a:t>
            </a:r>
            <a:r>
              <a:rPr lang="en-US" altLang="zh-CN" sz="3200" dirty="0"/>
              <a:t> = SM4_Encrypt [key, (data ‖ </a:t>
            </a:r>
            <a:r>
              <a:rPr lang="en-US" altLang="zh-CN" sz="3200" dirty="0" err="1"/>
              <a:t>PCRValue</a:t>
            </a:r>
            <a:r>
              <a:rPr lang="en-US" altLang="zh-CN" sz="3200" dirty="0"/>
              <a:t> ‖ </a:t>
            </a:r>
            <a:r>
              <a:rPr lang="en-US" altLang="zh-CN" sz="3200" dirty="0" err="1"/>
              <a:t>TCM_Proof</a:t>
            </a:r>
            <a:r>
              <a:rPr lang="en-US" altLang="zh-CN" sz="3200" dirty="0"/>
              <a:t> ) ]</a:t>
            </a:r>
            <a:r>
              <a:rPr lang="zh-CN" altLang="en-US" sz="3200" dirty="0"/>
              <a:t>其中 </a:t>
            </a:r>
            <a:r>
              <a:rPr lang="en-US" altLang="zh-CN" sz="3200" dirty="0" err="1"/>
              <a:t>TCM_Proof</a:t>
            </a:r>
            <a:r>
              <a:rPr lang="en-US" altLang="zh-CN" sz="3200" dirty="0"/>
              <a:t> </a:t>
            </a:r>
            <a:r>
              <a:rPr lang="zh-CN" altLang="en-US" sz="3200" dirty="0"/>
              <a:t>为 </a:t>
            </a:r>
            <a:r>
              <a:rPr lang="en-US" altLang="zh-CN" sz="3200" dirty="0"/>
              <a:t>TCM </a:t>
            </a:r>
            <a:r>
              <a:rPr lang="zh-CN" altLang="en-US" sz="3200" dirty="0"/>
              <a:t>唯一性标识。</a:t>
            </a:r>
          </a:p>
          <a:p>
            <a:pPr marL="0" indent="0" algn="just">
              <a:buNone/>
            </a:pPr>
            <a:endParaRPr lang="zh-CN" altLang="en-US" sz="2400" dirty="0"/>
          </a:p>
        </p:txBody>
      </p:sp>
      <p:sp>
        <p:nvSpPr>
          <p:cNvPr id="4" name="灯片编号占位符 3">
            <a:extLst>
              <a:ext uri="{FF2B5EF4-FFF2-40B4-BE49-F238E27FC236}">
                <a16:creationId xmlns:a16="http://schemas.microsoft.com/office/drawing/2014/main" id="{439EEA72-60B1-469A-9285-42874FB37E9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48</a:t>
            </a:fld>
            <a:endParaRPr lang="en-US" altLang="zh-CN"/>
          </a:p>
        </p:txBody>
      </p:sp>
    </p:spTree>
    <p:extLst>
      <p:ext uri="{BB962C8B-B14F-4D97-AF65-F5344CB8AC3E}">
        <p14:creationId xmlns:p14="http://schemas.microsoft.com/office/powerpoint/2010/main" val="39502169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767FD6-A4E9-451A-A068-E0ACACCE0F86}"/>
              </a:ext>
            </a:extLst>
          </p:cNvPr>
          <p:cNvSpPr>
            <a:spLocks noGrp="1"/>
          </p:cNvSpPr>
          <p:nvPr>
            <p:ph type="title"/>
          </p:nvPr>
        </p:nvSpPr>
        <p:spPr/>
        <p:txBody>
          <a:bodyPr/>
          <a:lstStyle/>
          <a:p>
            <a:r>
              <a:rPr lang="zh-CN" altLang="en-US" dirty="0"/>
              <a:t>数据解封</a:t>
            </a:r>
          </a:p>
        </p:txBody>
      </p:sp>
      <p:sp>
        <p:nvSpPr>
          <p:cNvPr id="3" name="内容占位符 2">
            <a:extLst>
              <a:ext uri="{FF2B5EF4-FFF2-40B4-BE49-F238E27FC236}">
                <a16:creationId xmlns:a16="http://schemas.microsoft.com/office/drawing/2014/main" id="{A08BD7D3-17A3-4635-8809-FFBFDB2F52EA}"/>
              </a:ext>
            </a:extLst>
          </p:cNvPr>
          <p:cNvSpPr>
            <a:spLocks noGrp="1"/>
          </p:cNvSpPr>
          <p:nvPr>
            <p:ph idx="1"/>
          </p:nvPr>
        </p:nvSpPr>
        <p:spPr>
          <a:xfrm>
            <a:off x="0" y="1310252"/>
            <a:ext cx="9186958" cy="4754573"/>
          </a:xfrm>
        </p:spPr>
        <p:txBody>
          <a:bodyPr/>
          <a:lstStyle/>
          <a:p>
            <a:pPr algn="just"/>
            <a:r>
              <a:rPr lang="en-US" altLang="zh-CN" sz="3200" dirty="0"/>
              <a:t>a) </a:t>
            </a:r>
            <a:r>
              <a:rPr lang="zh-CN" altLang="en-US" sz="3200" dirty="0"/>
              <a:t>可信密码模块解密数据</a:t>
            </a:r>
            <a:r>
              <a:rPr lang="en-US" altLang="zh-CN" sz="3200" dirty="0"/>
              <a:t>:</a:t>
            </a:r>
          </a:p>
          <a:p>
            <a:pPr marL="0" indent="0" algn="just">
              <a:buNone/>
            </a:pPr>
            <a:r>
              <a:rPr lang="en-US" altLang="zh-CN" sz="3200" dirty="0"/>
              <a:t>data ‖ </a:t>
            </a:r>
            <a:r>
              <a:rPr lang="en-US" altLang="zh-CN" sz="3200" dirty="0" err="1"/>
              <a:t>PCRValue</a:t>
            </a:r>
            <a:r>
              <a:rPr lang="en-US" altLang="zh-CN" sz="3200" dirty="0"/>
              <a:t> ‖ </a:t>
            </a:r>
            <a:r>
              <a:rPr lang="en-US" altLang="zh-CN" sz="3200" dirty="0" err="1"/>
              <a:t>TCM_Proof</a:t>
            </a:r>
            <a:r>
              <a:rPr lang="en-US" altLang="zh-CN" sz="3200" dirty="0"/>
              <a:t> = SM4_Decrypt (</a:t>
            </a:r>
            <a:r>
              <a:rPr lang="en-US" altLang="zh-CN" sz="3200" dirty="0" err="1"/>
              <a:t>key,sealedData</a:t>
            </a:r>
            <a:r>
              <a:rPr lang="en-US" altLang="zh-CN" sz="3200" dirty="0"/>
              <a:t>) ;</a:t>
            </a:r>
          </a:p>
          <a:p>
            <a:pPr algn="just"/>
            <a:r>
              <a:rPr lang="en-US" altLang="zh-CN" sz="3200" dirty="0"/>
              <a:t>b) </a:t>
            </a:r>
            <a:r>
              <a:rPr lang="zh-CN" altLang="en-US" sz="3200" dirty="0"/>
              <a:t>可信密码模块比对当前 </a:t>
            </a:r>
            <a:r>
              <a:rPr lang="en-US" altLang="zh-CN" sz="3200" dirty="0"/>
              <a:t>PCR </a:t>
            </a:r>
            <a:r>
              <a:rPr lang="zh-CN" altLang="en-US" sz="3200" dirty="0"/>
              <a:t>的值是否与解密出的 </a:t>
            </a:r>
            <a:r>
              <a:rPr lang="en-US" altLang="zh-CN" sz="3200" dirty="0" err="1"/>
              <a:t>PCRValue</a:t>
            </a:r>
            <a:r>
              <a:rPr lang="en-US" altLang="zh-CN" sz="3200" dirty="0"/>
              <a:t> </a:t>
            </a:r>
            <a:r>
              <a:rPr lang="zh-CN" altLang="en-US" sz="3200" dirty="0"/>
              <a:t>相同</a:t>
            </a:r>
            <a:r>
              <a:rPr lang="en-US" altLang="zh-CN" sz="3200" dirty="0"/>
              <a:t>;</a:t>
            </a:r>
          </a:p>
          <a:p>
            <a:pPr algn="just"/>
            <a:r>
              <a:rPr lang="en-US" altLang="zh-CN" sz="3200" dirty="0"/>
              <a:t>c) </a:t>
            </a:r>
            <a:r>
              <a:rPr lang="zh-CN" altLang="en-US" sz="3200" dirty="0"/>
              <a:t>可信密码模块比对解密出的 </a:t>
            </a:r>
            <a:r>
              <a:rPr lang="en-US" altLang="zh-CN" sz="3200" dirty="0" err="1"/>
              <a:t>TCM_Proof</a:t>
            </a:r>
            <a:r>
              <a:rPr lang="en-US" altLang="zh-CN" sz="3200" dirty="0"/>
              <a:t> </a:t>
            </a:r>
            <a:r>
              <a:rPr lang="zh-CN" altLang="en-US" sz="3200" dirty="0"/>
              <a:t>是否与内部存储的数值相同</a:t>
            </a:r>
            <a:r>
              <a:rPr lang="en-US" altLang="zh-CN" sz="3200" dirty="0"/>
              <a:t>;</a:t>
            </a:r>
          </a:p>
          <a:p>
            <a:pPr algn="just"/>
            <a:r>
              <a:rPr lang="en-US" altLang="zh-CN" sz="3200" dirty="0"/>
              <a:t>d) </a:t>
            </a:r>
            <a:r>
              <a:rPr lang="zh-CN" altLang="en-US" sz="3200" dirty="0"/>
              <a:t>若比对相同</a:t>
            </a:r>
            <a:r>
              <a:rPr lang="en-US" altLang="zh-CN" sz="3200" dirty="0"/>
              <a:t>, </a:t>
            </a:r>
            <a:r>
              <a:rPr lang="zh-CN" altLang="en-US" sz="3200" dirty="0"/>
              <a:t>输出</a:t>
            </a:r>
            <a:r>
              <a:rPr lang="en-US" altLang="zh-CN" sz="3200" dirty="0"/>
              <a:t>data</a:t>
            </a:r>
            <a:r>
              <a:rPr lang="zh-CN" altLang="en-US" sz="3200" dirty="0"/>
              <a:t>。</a:t>
            </a:r>
          </a:p>
        </p:txBody>
      </p:sp>
      <p:sp>
        <p:nvSpPr>
          <p:cNvPr id="4" name="灯片编号占位符 3">
            <a:extLst>
              <a:ext uri="{FF2B5EF4-FFF2-40B4-BE49-F238E27FC236}">
                <a16:creationId xmlns:a16="http://schemas.microsoft.com/office/drawing/2014/main" id="{439EEA72-60B1-469A-9285-42874FB37E9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49</a:t>
            </a:fld>
            <a:endParaRPr lang="en-US" altLang="zh-CN"/>
          </a:p>
        </p:txBody>
      </p:sp>
    </p:spTree>
    <p:extLst>
      <p:ext uri="{BB962C8B-B14F-4D97-AF65-F5344CB8AC3E}">
        <p14:creationId xmlns:p14="http://schemas.microsoft.com/office/powerpoint/2010/main" val="7620109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4D0D6-5CCF-470A-912A-45F76547F6B5}"/>
              </a:ext>
            </a:extLst>
          </p:cNvPr>
          <p:cNvSpPr>
            <a:spLocks noGrp="1"/>
          </p:cNvSpPr>
          <p:nvPr>
            <p:ph type="title"/>
          </p:nvPr>
        </p:nvSpPr>
        <p:spPr/>
        <p:txBody>
          <a:bodyPr/>
          <a:lstStyle/>
          <a:p>
            <a:r>
              <a:rPr lang="zh-CN" altLang="en-US" dirty="0"/>
              <a:t>使用椭圆曲线密码算法的封装</a:t>
            </a:r>
          </a:p>
        </p:txBody>
      </p:sp>
      <p:sp>
        <p:nvSpPr>
          <p:cNvPr id="3" name="内容占位符 2">
            <a:extLst>
              <a:ext uri="{FF2B5EF4-FFF2-40B4-BE49-F238E27FC236}">
                <a16:creationId xmlns:a16="http://schemas.microsoft.com/office/drawing/2014/main" id="{7FEEFDA3-8047-48A9-9CB3-C17D616E8E4B}"/>
              </a:ext>
            </a:extLst>
          </p:cNvPr>
          <p:cNvSpPr>
            <a:spLocks noGrp="1"/>
          </p:cNvSpPr>
          <p:nvPr>
            <p:ph idx="1"/>
          </p:nvPr>
        </p:nvSpPr>
        <p:spPr/>
        <p:txBody>
          <a:bodyPr/>
          <a:lstStyle/>
          <a:p>
            <a:pPr algn="just"/>
            <a:r>
              <a:rPr lang="en-US" altLang="zh-CN" sz="2800" dirty="0" err="1"/>
              <a:t>sealedData</a:t>
            </a:r>
            <a:r>
              <a:rPr lang="en-US" altLang="zh-CN" sz="2800" dirty="0"/>
              <a:t> = SM2_Encrypt (SM2PUBKEY, ( data ‖ </a:t>
            </a:r>
            <a:r>
              <a:rPr lang="en-US" altLang="zh-CN" sz="2800" dirty="0" err="1"/>
              <a:t>PCRValue</a:t>
            </a:r>
            <a:r>
              <a:rPr lang="en-US" altLang="zh-CN" sz="2800" dirty="0"/>
              <a:t> ‖ </a:t>
            </a:r>
            <a:r>
              <a:rPr lang="en-US" altLang="zh-CN" sz="2800" dirty="0" err="1"/>
              <a:t>TCM_Proof</a:t>
            </a:r>
            <a:r>
              <a:rPr lang="en-US" altLang="zh-CN" sz="2800" dirty="0"/>
              <a:t> ) )</a:t>
            </a:r>
          </a:p>
          <a:p>
            <a:pPr algn="just"/>
            <a:r>
              <a:rPr lang="zh-CN" altLang="en-US" sz="2800" dirty="0"/>
              <a:t>数据的解封表示为</a:t>
            </a:r>
            <a:r>
              <a:rPr lang="en-US" altLang="zh-CN" sz="2800" dirty="0"/>
              <a:t>:</a:t>
            </a:r>
          </a:p>
          <a:p>
            <a:pPr algn="just"/>
            <a:r>
              <a:rPr lang="en-US" altLang="zh-CN" sz="2800" dirty="0"/>
              <a:t>a) </a:t>
            </a:r>
            <a:r>
              <a:rPr lang="zh-CN" altLang="en-US" sz="2800" dirty="0"/>
              <a:t>可信密码模块解密数据</a:t>
            </a:r>
            <a:r>
              <a:rPr lang="en-US" altLang="zh-CN" sz="2800" dirty="0"/>
              <a:t>:</a:t>
            </a:r>
          </a:p>
          <a:p>
            <a:pPr algn="just"/>
            <a:r>
              <a:rPr lang="en-US" altLang="zh-CN" sz="2800" dirty="0"/>
              <a:t>b) data ‖ </a:t>
            </a:r>
            <a:r>
              <a:rPr lang="en-US" altLang="zh-CN" sz="2800" dirty="0" err="1"/>
              <a:t>PCRValue</a:t>
            </a:r>
            <a:r>
              <a:rPr lang="en-US" altLang="zh-CN" sz="2800" dirty="0"/>
              <a:t> ‖ </a:t>
            </a:r>
            <a:r>
              <a:rPr lang="en-US" altLang="zh-CN" sz="2800" dirty="0" err="1"/>
              <a:t>TCM_Proof</a:t>
            </a:r>
            <a:r>
              <a:rPr lang="en-US" altLang="zh-CN" sz="2800" dirty="0"/>
              <a:t> = SM2_Decrypt (SM2PRIKEY, </a:t>
            </a:r>
            <a:r>
              <a:rPr lang="en-US" altLang="zh-CN" sz="2800" dirty="0" err="1"/>
              <a:t>sealedData</a:t>
            </a:r>
            <a:r>
              <a:rPr lang="en-US" altLang="zh-CN" sz="2800" dirty="0"/>
              <a:t>) ;</a:t>
            </a:r>
          </a:p>
          <a:p>
            <a:pPr algn="just"/>
            <a:r>
              <a:rPr lang="en-US" altLang="zh-CN" sz="2800" dirty="0"/>
              <a:t>c) </a:t>
            </a:r>
            <a:r>
              <a:rPr lang="zh-CN" altLang="en-US" sz="2800" dirty="0"/>
              <a:t>可信密码模块比对当前 </a:t>
            </a:r>
            <a:r>
              <a:rPr lang="en-US" altLang="zh-CN" sz="2800" dirty="0"/>
              <a:t>PCR </a:t>
            </a:r>
            <a:r>
              <a:rPr lang="zh-CN" altLang="en-US" sz="2800" dirty="0"/>
              <a:t>的值是否与解密出的 </a:t>
            </a:r>
            <a:r>
              <a:rPr lang="en-US" altLang="zh-CN" sz="2800" dirty="0" err="1"/>
              <a:t>PCRValue</a:t>
            </a:r>
            <a:r>
              <a:rPr lang="en-US" altLang="zh-CN" sz="2800" dirty="0"/>
              <a:t> </a:t>
            </a:r>
            <a:r>
              <a:rPr lang="zh-CN" altLang="en-US" sz="2800" dirty="0"/>
              <a:t>相同</a:t>
            </a:r>
            <a:r>
              <a:rPr lang="en-US" altLang="zh-CN" sz="2800" dirty="0"/>
              <a:t>;</a:t>
            </a:r>
          </a:p>
          <a:p>
            <a:pPr algn="just"/>
            <a:r>
              <a:rPr lang="en-US" altLang="zh-CN" sz="2800" dirty="0"/>
              <a:t>d) </a:t>
            </a:r>
            <a:r>
              <a:rPr lang="zh-CN" altLang="en-US" sz="2800" dirty="0"/>
              <a:t>可信密码模块比对解密出的 </a:t>
            </a:r>
            <a:r>
              <a:rPr lang="en-US" altLang="zh-CN" sz="2800" dirty="0" err="1"/>
              <a:t>TCM_Proof</a:t>
            </a:r>
            <a:r>
              <a:rPr lang="en-US" altLang="zh-CN" sz="2800" dirty="0"/>
              <a:t> </a:t>
            </a:r>
            <a:r>
              <a:rPr lang="zh-CN" altLang="en-US" sz="2800" dirty="0"/>
              <a:t>是否与内部存储的数值相同</a:t>
            </a:r>
            <a:r>
              <a:rPr lang="en-US" altLang="zh-CN" sz="2800" dirty="0"/>
              <a:t>;</a:t>
            </a:r>
          </a:p>
          <a:p>
            <a:pPr algn="just"/>
            <a:r>
              <a:rPr lang="en-US" altLang="zh-CN" sz="2800" dirty="0"/>
              <a:t>e) </a:t>
            </a:r>
            <a:r>
              <a:rPr lang="zh-CN" altLang="en-US" sz="2800" dirty="0"/>
              <a:t>若比对相同</a:t>
            </a:r>
            <a:r>
              <a:rPr lang="en-US" altLang="zh-CN" sz="2800" dirty="0"/>
              <a:t>, </a:t>
            </a:r>
            <a:r>
              <a:rPr lang="zh-CN" altLang="en-US" sz="2800" dirty="0"/>
              <a:t>输出</a:t>
            </a:r>
            <a:r>
              <a:rPr lang="en-US" altLang="zh-CN" sz="2800" dirty="0"/>
              <a:t>data</a:t>
            </a:r>
            <a:r>
              <a:rPr lang="zh-CN" altLang="en-US" sz="2800" dirty="0"/>
              <a:t>。</a:t>
            </a:r>
          </a:p>
        </p:txBody>
      </p:sp>
      <p:sp>
        <p:nvSpPr>
          <p:cNvPr id="4" name="灯片编号占位符 3">
            <a:extLst>
              <a:ext uri="{FF2B5EF4-FFF2-40B4-BE49-F238E27FC236}">
                <a16:creationId xmlns:a16="http://schemas.microsoft.com/office/drawing/2014/main" id="{D216C9EC-D5D8-47C9-BCD6-C4D4E5FF0BB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50</a:t>
            </a:fld>
            <a:endParaRPr lang="en-US" altLang="zh-CN"/>
          </a:p>
        </p:txBody>
      </p:sp>
    </p:spTree>
    <p:extLst>
      <p:ext uri="{BB962C8B-B14F-4D97-AF65-F5344CB8AC3E}">
        <p14:creationId xmlns:p14="http://schemas.microsoft.com/office/powerpoint/2010/main" val="29234574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DBED9D-7351-4874-B55A-B03E995C1817}"/>
              </a:ext>
            </a:extLst>
          </p:cNvPr>
          <p:cNvSpPr>
            <a:spLocks noGrp="1"/>
          </p:cNvSpPr>
          <p:nvPr>
            <p:ph type="title"/>
          </p:nvPr>
        </p:nvSpPr>
        <p:spPr/>
        <p:txBody>
          <a:bodyPr/>
          <a:lstStyle/>
          <a:p>
            <a:r>
              <a:rPr lang="zh-CN" altLang="en-US" dirty="0"/>
              <a:t>数字信封</a:t>
            </a:r>
          </a:p>
        </p:txBody>
      </p:sp>
      <p:sp>
        <p:nvSpPr>
          <p:cNvPr id="3" name="内容占位符 2">
            <a:extLst>
              <a:ext uri="{FF2B5EF4-FFF2-40B4-BE49-F238E27FC236}">
                <a16:creationId xmlns:a16="http://schemas.microsoft.com/office/drawing/2014/main" id="{90459CBE-9253-49D7-B0AE-2CB698268E7F}"/>
              </a:ext>
            </a:extLst>
          </p:cNvPr>
          <p:cNvSpPr>
            <a:spLocks noGrp="1"/>
          </p:cNvSpPr>
          <p:nvPr>
            <p:ph idx="1"/>
          </p:nvPr>
        </p:nvSpPr>
        <p:spPr>
          <a:xfrm>
            <a:off x="208655" y="1143000"/>
            <a:ext cx="8520512" cy="4877311"/>
          </a:xfrm>
        </p:spPr>
        <p:txBody>
          <a:bodyPr/>
          <a:lstStyle/>
          <a:p>
            <a:pPr marL="0" indent="0">
              <a:buNone/>
            </a:pPr>
            <a:r>
              <a:rPr lang="zh-CN" altLang="en-US" sz="2400" dirty="0"/>
              <a:t>采用对称密码算法对数据进行加密保护</a:t>
            </a:r>
            <a:r>
              <a:rPr lang="en-US" altLang="zh-CN" sz="2400" dirty="0"/>
              <a:t>, </a:t>
            </a:r>
            <a:r>
              <a:rPr lang="zh-CN" altLang="en-US" sz="2400" dirty="0"/>
              <a:t>同时采用椭圆曲线密码算法对对称密码算法使用的密钥进行加密保护</a:t>
            </a:r>
            <a:r>
              <a:rPr lang="en-US" altLang="zh-CN" sz="2400" dirty="0"/>
              <a:t>, </a:t>
            </a:r>
            <a:r>
              <a:rPr lang="zh-CN" altLang="en-US" sz="2400" dirty="0"/>
              <a:t>这种数据安全保护操作称为数字信封。 具体方法如下</a:t>
            </a:r>
            <a:r>
              <a:rPr lang="en-US" altLang="zh-CN" sz="2400" dirty="0"/>
              <a:t>:</a:t>
            </a:r>
          </a:p>
          <a:p>
            <a:r>
              <a:rPr lang="en-US" altLang="zh-CN" sz="2400" dirty="0"/>
              <a:t>a) </a:t>
            </a:r>
            <a:r>
              <a:rPr lang="zh-CN" altLang="en-US" sz="2400" dirty="0"/>
              <a:t>随机产生对称加密密钥</a:t>
            </a:r>
            <a:r>
              <a:rPr lang="en-US" altLang="zh-CN" sz="2400" dirty="0" err="1"/>
              <a:t>symmetricKey</a:t>
            </a:r>
            <a:r>
              <a:rPr lang="en-US" altLang="zh-CN" sz="2400" dirty="0"/>
              <a:t>;</a:t>
            </a:r>
          </a:p>
          <a:p>
            <a:r>
              <a:rPr lang="en-US" altLang="zh-CN" sz="2400" dirty="0"/>
              <a:t>b) </a:t>
            </a:r>
            <a:r>
              <a:rPr lang="zh-CN" altLang="en-US" sz="2400" dirty="0"/>
              <a:t>使用对称加密密钥</a:t>
            </a:r>
            <a:r>
              <a:rPr lang="en-US" altLang="zh-CN" sz="2400" dirty="0"/>
              <a:t>, </a:t>
            </a:r>
            <a:r>
              <a:rPr lang="zh-CN" altLang="en-US" sz="2400" dirty="0"/>
              <a:t>采用对称加密算法对数据进行加密</a:t>
            </a:r>
            <a:r>
              <a:rPr lang="en-US" altLang="zh-CN" sz="2400" dirty="0"/>
              <a:t>:</a:t>
            </a:r>
          </a:p>
          <a:p>
            <a:r>
              <a:rPr lang="en-US" altLang="zh-CN" sz="2400" dirty="0"/>
              <a:t>c) </a:t>
            </a:r>
            <a:r>
              <a:rPr lang="en-US" altLang="zh-CN" sz="2400" dirty="0" err="1"/>
              <a:t>encData</a:t>
            </a:r>
            <a:r>
              <a:rPr lang="en-US" altLang="zh-CN" sz="2400" dirty="0"/>
              <a:t> = SMS4_Encrypt (</a:t>
            </a:r>
            <a:r>
              <a:rPr lang="en-US" altLang="zh-CN" sz="2400" dirty="0" err="1"/>
              <a:t>symmetricKey</a:t>
            </a:r>
            <a:r>
              <a:rPr lang="en-US" altLang="zh-CN" sz="2400" dirty="0"/>
              <a:t>, data ) ;</a:t>
            </a:r>
          </a:p>
          <a:p>
            <a:r>
              <a:rPr lang="en-US" altLang="zh-CN" sz="2400" dirty="0"/>
              <a:t>d) </a:t>
            </a:r>
            <a:r>
              <a:rPr lang="zh-CN" altLang="en-US" sz="2400" dirty="0"/>
              <a:t>使用</a:t>
            </a:r>
            <a:r>
              <a:rPr lang="en-US" altLang="zh-CN" sz="2400" dirty="0"/>
              <a:t>SM2 </a:t>
            </a:r>
            <a:r>
              <a:rPr lang="zh-CN" altLang="en-US" sz="2400" dirty="0"/>
              <a:t>密钥的公钥</a:t>
            </a:r>
            <a:r>
              <a:rPr lang="en-US" altLang="zh-CN" sz="2400" dirty="0"/>
              <a:t>, </a:t>
            </a:r>
            <a:r>
              <a:rPr lang="zh-CN" altLang="en-US" sz="2400" dirty="0"/>
              <a:t>采用</a:t>
            </a:r>
            <a:r>
              <a:rPr lang="en-US" altLang="zh-CN" sz="2400" dirty="0"/>
              <a:t>SM2 </a:t>
            </a:r>
            <a:r>
              <a:rPr lang="zh-CN" altLang="en-US" sz="2400" dirty="0"/>
              <a:t>加密算法加密对称密钥</a:t>
            </a:r>
            <a:r>
              <a:rPr lang="en-US" altLang="zh-CN" sz="2400" dirty="0"/>
              <a:t>:</a:t>
            </a:r>
          </a:p>
          <a:p>
            <a:r>
              <a:rPr lang="en-US" altLang="zh-CN" sz="2400" dirty="0"/>
              <a:t>e) </a:t>
            </a:r>
            <a:r>
              <a:rPr lang="en-US" altLang="zh-CN" sz="2400" dirty="0" err="1"/>
              <a:t>encSymmetricKey</a:t>
            </a:r>
            <a:r>
              <a:rPr lang="en-US" altLang="zh-CN" sz="2400" dirty="0"/>
              <a:t> = SM2_Encrypt (PUBKEY, </a:t>
            </a:r>
            <a:r>
              <a:rPr lang="en-US" altLang="zh-CN" sz="2400" dirty="0" err="1"/>
              <a:t>symmetricKey</a:t>
            </a:r>
            <a:r>
              <a:rPr lang="en-US" altLang="zh-CN" sz="2400" dirty="0"/>
              <a:t> ) ;</a:t>
            </a:r>
          </a:p>
          <a:p>
            <a:r>
              <a:rPr lang="en-US" altLang="zh-CN" sz="2400" dirty="0"/>
              <a:t>f) </a:t>
            </a:r>
            <a:r>
              <a:rPr lang="zh-CN" altLang="en-US" sz="2400" dirty="0"/>
              <a:t>在可信密码模块内部</a:t>
            </a:r>
            <a:r>
              <a:rPr lang="en-US" altLang="zh-CN" sz="2400" dirty="0"/>
              <a:t>, </a:t>
            </a:r>
            <a:r>
              <a:rPr lang="zh-CN" altLang="en-US" sz="2400" dirty="0"/>
              <a:t>使用</a:t>
            </a:r>
            <a:r>
              <a:rPr lang="en-US" altLang="zh-CN" sz="2400" dirty="0"/>
              <a:t>SM2 </a:t>
            </a:r>
            <a:r>
              <a:rPr lang="zh-CN" altLang="en-US" sz="2400" dirty="0"/>
              <a:t>密钥的私钥</a:t>
            </a:r>
            <a:r>
              <a:rPr lang="en-US" altLang="zh-CN" sz="2400" dirty="0"/>
              <a:t>, </a:t>
            </a:r>
            <a:r>
              <a:rPr lang="zh-CN" altLang="en-US" sz="2400" dirty="0"/>
              <a:t>采用</a:t>
            </a:r>
            <a:r>
              <a:rPr lang="en-US" altLang="zh-CN" sz="2400" dirty="0"/>
              <a:t>SM2 </a:t>
            </a:r>
            <a:r>
              <a:rPr lang="zh-CN" altLang="en-US" sz="2400" dirty="0"/>
              <a:t>解密算法</a:t>
            </a:r>
            <a:r>
              <a:rPr lang="en-US" altLang="zh-CN" sz="2400" dirty="0"/>
              <a:t>, </a:t>
            </a:r>
            <a:r>
              <a:rPr lang="zh-CN" altLang="en-US" sz="2400" dirty="0"/>
              <a:t>解密对称密钥</a:t>
            </a:r>
            <a:r>
              <a:rPr lang="en-US" altLang="zh-CN" sz="2400" dirty="0"/>
              <a:t>, </a:t>
            </a:r>
            <a:r>
              <a:rPr lang="zh-CN" altLang="en-US" sz="2400" dirty="0"/>
              <a:t>使用对称密钥在平台内解密数据。</a:t>
            </a:r>
          </a:p>
        </p:txBody>
      </p:sp>
      <p:sp>
        <p:nvSpPr>
          <p:cNvPr id="4" name="灯片编号占位符 3">
            <a:extLst>
              <a:ext uri="{FF2B5EF4-FFF2-40B4-BE49-F238E27FC236}">
                <a16:creationId xmlns:a16="http://schemas.microsoft.com/office/drawing/2014/main" id="{ED955074-D533-4BD5-9941-711C7E4E726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51</a:t>
            </a:fld>
            <a:endParaRPr lang="en-US" altLang="zh-CN"/>
          </a:p>
        </p:txBody>
      </p:sp>
    </p:spTree>
    <p:extLst>
      <p:ext uri="{BB962C8B-B14F-4D97-AF65-F5344CB8AC3E}">
        <p14:creationId xmlns:p14="http://schemas.microsoft.com/office/powerpoint/2010/main" val="6157238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7445DB-D52A-4E35-8402-919FBC73F4EF}"/>
              </a:ext>
            </a:extLst>
          </p:cNvPr>
          <p:cNvSpPr>
            <a:spLocks noGrp="1"/>
          </p:cNvSpPr>
          <p:nvPr>
            <p:ph type="title"/>
          </p:nvPr>
        </p:nvSpPr>
        <p:spPr/>
        <p:txBody>
          <a:bodyPr/>
          <a:lstStyle/>
          <a:p>
            <a:r>
              <a:rPr lang="zh-CN" altLang="en-US" dirty="0"/>
              <a:t>可信计算密码支撑平台功能接口</a:t>
            </a:r>
          </a:p>
        </p:txBody>
      </p:sp>
      <p:sp>
        <p:nvSpPr>
          <p:cNvPr id="3" name="内容占位符 2">
            <a:extLst>
              <a:ext uri="{FF2B5EF4-FFF2-40B4-BE49-F238E27FC236}">
                <a16:creationId xmlns:a16="http://schemas.microsoft.com/office/drawing/2014/main" id="{48E8BF65-2AC9-4C01-BEA2-FBAFA131F68D}"/>
              </a:ext>
            </a:extLst>
          </p:cNvPr>
          <p:cNvSpPr>
            <a:spLocks noGrp="1"/>
          </p:cNvSpPr>
          <p:nvPr>
            <p:ph idx="1"/>
          </p:nvPr>
        </p:nvSpPr>
        <p:spPr>
          <a:xfrm>
            <a:off x="304800" y="1143000"/>
            <a:ext cx="8424367" cy="5410200"/>
          </a:xfrm>
        </p:spPr>
        <p:txBody>
          <a:bodyPr/>
          <a:lstStyle/>
          <a:p>
            <a:pPr algn="just"/>
            <a:r>
              <a:rPr lang="zh-CN" altLang="en-US" sz="2800" dirty="0"/>
              <a:t>提供了可信计算密码支撑平台功能接口</a:t>
            </a:r>
            <a:r>
              <a:rPr lang="en-US" altLang="zh-CN" sz="2800" dirty="0"/>
              <a:t>, </a:t>
            </a:r>
            <a:r>
              <a:rPr lang="zh-CN" altLang="en-US" sz="2800" dirty="0"/>
              <a:t>包括上下文管理、策略管理、可信密码模块管理、密码管理、数据加密与解密、</a:t>
            </a:r>
            <a:r>
              <a:rPr lang="en-US" altLang="zh-CN" sz="2800" dirty="0"/>
              <a:t>PCR </a:t>
            </a:r>
            <a:r>
              <a:rPr lang="zh-CN" altLang="en-US" sz="2800" dirty="0"/>
              <a:t>管理、非易失性存储管理、杂凑操作、密钥协商等九大类接口的定义。</a:t>
            </a:r>
          </a:p>
          <a:p>
            <a:pPr algn="just"/>
            <a:r>
              <a:rPr lang="zh-CN" altLang="en-US" sz="2800" dirty="0"/>
              <a:t>这些接口采用面向对象思想来设计</a:t>
            </a:r>
            <a:r>
              <a:rPr lang="en-US" altLang="zh-CN" sz="2800" dirty="0"/>
              <a:t>, </a:t>
            </a:r>
            <a:r>
              <a:rPr lang="zh-CN" altLang="en-US" sz="2800" dirty="0"/>
              <a:t>应用软件在调用时需要创建各个类的工作对象。工作对象分为需要授权与无需授权两种</a:t>
            </a:r>
            <a:r>
              <a:rPr lang="en-US" altLang="zh-CN" sz="2800" dirty="0"/>
              <a:t>, </a:t>
            </a:r>
            <a:r>
              <a:rPr lang="zh-CN" altLang="en-US" sz="2800" dirty="0"/>
              <a:t>需要授权的工作对象包括 </a:t>
            </a:r>
            <a:r>
              <a:rPr lang="en-US" altLang="zh-CN" sz="2800" dirty="0"/>
              <a:t>TCM </a:t>
            </a:r>
            <a:r>
              <a:rPr lang="zh-CN" altLang="en-US" sz="2800" dirty="0"/>
              <a:t>管理工作对象、密钥对象、加密数据对象、</a:t>
            </a:r>
            <a:r>
              <a:rPr lang="en-US" altLang="zh-CN" sz="2800" dirty="0"/>
              <a:t>NV </a:t>
            </a:r>
            <a:r>
              <a:rPr lang="zh-CN" altLang="en-US" sz="2800" dirty="0"/>
              <a:t>对象、密钥协商对象和策略对象。无需授权的工作对象包括杂凑对象和 </a:t>
            </a:r>
            <a:r>
              <a:rPr lang="en-US" altLang="zh-CN" sz="2800" dirty="0"/>
              <a:t>PCR</a:t>
            </a:r>
            <a:r>
              <a:rPr lang="zh-CN" altLang="en-US" sz="2800" dirty="0"/>
              <a:t>对象。</a:t>
            </a:r>
          </a:p>
        </p:txBody>
      </p:sp>
      <p:sp>
        <p:nvSpPr>
          <p:cNvPr id="4" name="灯片编号占位符 3">
            <a:extLst>
              <a:ext uri="{FF2B5EF4-FFF2-40B4-BE49-F238E27FC236}">
                <a16:creationId xmlns:a16="http://schemas.microsoft.com/office/drawing/2014/main" id="{5FC1DCDB-536C-4A1A-9C55-912661A6D35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52</a:t>
            </a:fld>
            <a:endParaRPr lang="en-US" altLang="zh-CN"/>
          </a:p>
        </p:txBody>
      </p:sp>
    </p:spTree>
    <p:extLst>
      <p:ext uri="{BB962C8B-B14F-4D97-AF65-F5344CB8AC3E}">
        <p14:creationId xmlns:p14="http://schemas.microsoft.com/office/powerpoint/2010/main" val="25493759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32873D-16ED-49B1-90BF-4F334282CB2E}"/>
              </a:ext>
            </a:extLst>
          </p:cNvPr>
          <p:cNvSpPr>
            <a:spLocks noGrp="1"/>
          </p:cNvSpPr>
          <p:nvPr>
            <p:ph type="title"/>
          </p:nvPr>
        </p:nvSpPr>
        <p:spPr/>
        <p:txBody>
          <a:bodyPr/>
          <a:lstStyle/>
          <a:p>
            <a:r>
              <a:rPr lang="zh-CN" altLang="en-US" dirty="0"/>
              <a:t>无需授权工作对象之间关系</a:t>
            </a:r>
          </a:p>
        </p:txBody>
      </p:sp>
      <p:pic>
        <p:nvPicPr>
          <p:cNvPr id="6" name="内容占位符 5">
            <a:extLst>
              <a:ext uri="{FF2B5EF4-FFF2-40B4-BE49-F238E27FC236}">
                <a16:creationId xmlns:a16="http://schemas.microsoft.com/office/drawing/2014/main" id="{4BB5A851-7F07-4D8F-83EB-DBBB85F5A915}"/>
              </a:ext>
            </a:extLst>
          </p:cNvPr>
          <p:cNvPicPr>
            <a:picLocks noGrp="1" noChangeAspect="1"/>
          </p:cNvPicPr>
          <p:nvPr>
            <p:ph idx="1"/>
          </p:nvPr>
        </p:nvPicPr>
        <p:blipFill>
          <a:blip r:embed="rId2"/>
          <a:stretch>
            <a:fillRect/>
          </a:stretch>
        </p:blipFill>
        <p:spPr>
          <a:xfrm>
            <a:off x="762699" y="1143000"/>
            <a:ext cx="7636065" cy="5410200"/>
          </a:xfrm>
        </p:spPr>
      </p:pic>
      <p:sp>
        <p:nvSpPr>
          <p:cNvPr id="4" name="灯片编号占位符 3">
            <a:extLst>
              <a:ext uri="{FF2B5EF4-FFF2-40B4-BE49-F238E27FC236}">
                <a16:creationId xmlns:a16="http://schemas.microsoft.com/office/drawing/2014/main" id="{D80E3E87-2CCF-466F-AF0A-809339AB734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53</a:t>
            </a:fld>
            <a:endParaRPr lang="en-US" altLang="zh-CN"/>
          </a:p>
        </p:txBody>
      </p:sp>
    </p:spTree>
    <p:extLst>
      <p:ext uri="{BB962C8B-B14F-4D97-AF65-F5344CB8AC3E}">
        <p14:creationId xmlns:p14="http://schemas.microsoft.com/office/powerpoint/2010/main" val="33392039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0028DD-18E5-45DA-BC72-549D31267575}"/>
              </a:ext>
            </a:extLst>
          </p:cNvPr>
          <p:cNvSpPr>
            <a:spLocks noGrp="1"/>
          </p:cNvSpPr>
          <p:nvPr>
            <p:ph type="title"/>
          </p:nvPr>
        </p:nvSpPr>
        <p:spPr/>
        <p:txBody>
          <a:bodyPr/>
          <a:lstStyle/>
          <a:p>
            <a:r>
              <a:rPr lang="zh-CN" altLang="en-US" dirty="0"/>
              <a:t>需要授权工作对象之间关系</a:t>
            </a:r>
          </a:p>
        </p:txBody>
      </p:sp>
      <p:pic>
        <p:nvPicPr>
          <p:cNvPr id="6" name="内容占位符 5">
            <a:extLst>
              <a:ext uri="{FF2B5EF4-FFF2-40B4-BE49-F238E27FC236}">
                <a16:creationId xmlns:a16="http://schemas.microsoft.com/office/drawing/2014/main" id="{387EBB64-BDD1-4DD6-A366-A56DDF030C66}"/>
              </a:ext>
            </a:extLst>
          </p:cNvPr>
          <p:cNvPicPr>
            <a:picLocks noGrp="1" noChangeAspect="1"/>
          </p:cNvPicPr>
          <p:nvPr>
            <p:ph idx="1"/>
          </p:nvPr>
        </p:nvPicPr>
        <p:blipFill>
          <a:blip r:embed="rId2"/>
          <a:stretch>
            <a:fillRect/>
          </a:stretch>
        </p:blipFill>
        <p:spPr>
          <a:xfrm>
            <a:off x="431800" y="1297106"/>
            <a:ext cx="8297863" cy="5101987"/>
          </a:xfrm>
        </p:spPr>
      </p:pic>
      <p:sp>
        <p:nvSpPr>
          <p:cNvPr id="4" name="灯片编号占位符 3">
            <a:extLst>
              <a:ext uri="{FF2B5EF4-FFF2-40B4-BE49-F238E27FC236}">
                <a16:creationId xmlns:a16="http://schemas.microsoft.com/office/drawing/2014/main" id="{E7145103-04A6-4612-A4F5-99AF37C3199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54</a:t>
            </a:fld>
            <a:endParaRPr lang="en-US" altLang="zh-CN"/>
          </a:p>
        </p:txBody>
      </p:sp>
    </p:spTree>
    <p:extLst>
      <p:ext uri="{BB962C8B-B14F-4D97-AF65-F5344CB8AC3E}">
        <p14:creationId xmlns:p14="http://schemas.microsoft.com/office/powerpoint/2010/main" val="25654205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437C7-5780-4824-B3AE-16505B74C8E1}"/>
              </a:ext>
            </a:extLst>
          </p:cNvPr>
          <p:cNvSpPr>
            <a:spLocks noGrp="1"/>
          </p:cNvSpPr>
          <p:nvPr>
            <p:ph type="title"/>
          </p:nvPr>
        </p:nvSpPr>
        <p:spPr/>
        <p:txBody>
          <a:bodyPr/>
          <a:lstStyle/>
          <a:p>
            <a:r>
              <a:rPr lang="zh-CN" altLang="en-US" dirty="0"/>
              <a:t>上下文管理</a:t>
            </a:r>
          </a:p>
        </p:txBody>
      </p:sp>
      <p:sp>
        <p:nvSpPr>
          <p:cNvPr id="3" name="内容占位符 2">
            <a:extLst>
              <a:ext uri="{FF2B5EF4-FFF2-40B4-BE49-F238E27FC236}">
                <a16:creationId xmlns:a16="http://schemas.microsoft.com/office/drawing/2014/main" id="{5C39C2A9-5173-4A56-9FD4-CD9BAE04E2DA}"/>
              </a:ext>
            </a:extLst>
          </p:cNvPr>
          <p:cNvSpPr>
            <a:spLocks noGrp="1"/>
          </p:cNvSpPr>
          <p:nvPr>
            <p:ph idx="1"/>
          </p:nvPr>
        </p:nvSpPr>
        <p:spPr/>
        <p:txBody>
          <a:bodyPr/>
          <a:lstStyle/>
          <a:p>
            <a:r>
              <a:rPr lang="zh-CN" altLang="en-US" sz="3200" dirty="0"/>
              <a:t>上下文管理类包含关于 </a:t>
            </a:r>
            <a:r>
              <a:rPr lang="en-US" altLang="zh-CN" sz="3200" dirty="0"/>
              <a:t>TSM </a:t>
            </a:r>
            <a:r>
              <a:rPr lang="zh-CN" altLang="en-US" sz="3200" dirty="0"/>
              <a:t>对象的执行环境的信息</a:t>
            </a:r>
            <a:r>
              <a:rPr lang="en-US" altLang="zh-CN" sz="3200" dirty="0"/>
              <a:t>, </a:t>
            </a:r>
            <a:r>
              <a:rPr lang="zh-CN" altLang="en-US" sz="3200" dirty="0"/>
              <a:t>如对象的标识和与其他 </a:t>
            </a:r>
            <a:r>
              <a:rPr lang="en-US" altLang="zh-CN" sz="3200" dirty="0"/>
              <a:t>TSM </a:t>
            </a:r>
            <a:r>
              <a:rPr lang="zh-CN" altLang="en-US" sz="3200" dirty="0"/>
              <a:t>软件模块的交互</a:t>
            </a:r>
            <a:r>
              <a:rPr lang="en-US" altLang="zh-CN" sz="3200" dirty="0"/>
              <a:t>/</a:t>
            </a:r>
            <a:r>
              <a:rPr lang="zh-CN" altLang="en-US" sz="3200" dirty="0"/>
              <a:t>通信</a:t>
            </a:r>
            <a:r>
              <a:rPr lang="en-US" altLang="zh-CN" sz="3200" dirty="0"/>
              <a:t>, </a:t>
            </a:r>
            <a:r>
              <a:rPr lang="zh-CN" altLang="en-US" sz="3200" dirty="0"/>
              <a:t>以及内存管理。</a:t>
            </a:r>
          </a:p>
        </p:txBody>
      </p:sp>
      <p:sp>
        <p:nvSpPr>
          <p:cNvPr id="4" name="灯片编号占位符 3">
            <a:extLst>
              <a:ext uri="{FF2B5EF4-FFF2-40B4-BE49-F238E27FC236}">
                <a16:creationId xmlns:a16="http://schemas.microsoft.com/office/drawing/2014/main" id="{338F72B2-2D4E-494E-9571-46CCA69ABF4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55</a:t>
            </a:fld>
            <a:endParaRPr lang="en-US" altLang="zh-CN"/>
          </a:p>
        </p:txBody>
      </p:sp>
    </p:spTree>
    <p:extLst>
      <p:ext uri="{BB962C8B-B14F-4D97-AF65-F5344CB8AC3E}">
        <p14:creationId xmlns:p14="http://schemas.microsoft.com/office/powerpoint/2010/main" val="68777265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537</TotalTime>
  <Words>5444</Words>
  <Application>Microsoft Office PowerPoint</Application>
  <PresentationFormat>全屏显示(4:3)</PresentationFormat>
  <Paragraphs>287</Paragraphs>
  <Slides>56</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56</vt:i4>
      </vt:variant>
    </vt:vector>
  </HeadingPairs>
  <TitlesOfParts>
    <vt:vector size="62" baseType="lpstr">
      <vt:lpstr>隶书</vt:lpstr>
      <vt:lpstr>Arial</vt:lpstr>
      <vt:lpstr>Times New Roman</vt:lpstr>
      <vt:lpstr>Wingdings</vt:lpstr>
      <vt:lpstr>默认设计模板</vt:lpstr>
      <vt:lpstr>剪辑</vt:lpstr>
      <vt:lpstr>PowerPoint 演示文稿</vt:lpstr>
      <vt:lpstr>可信计算密码支撑平台</vt:lpstr>
      <vt:lpstr>可信计算密码支撑平台功能</vt:lpstr>
      <vt:lpstr>密码模块与平台功能的关系</vt:lpstr>
      <vt:lpstr>可信计算密码支撑平台组成结构</vt:lpstr>
      <vt:lpstr>可信计算密码支撑平台功能架构</vt:lpstr>
      <vt:lpstr>可信密码模块</vt:lpstr>
      <vt:lpstr>可信密码模块部件功能</vt:lpstr>
      <vt:lpstr>TCM服务模块</vt:lpstr>
      <vt:lpstr>TCM服务模块</vt:lpstr>
      <vt:lpstr>密码算法规范</vt:lpstr>
      <vt:lpstr>密码算法规范</vt:lpstr>
      <vt:lpstr>SM2算法密钥生成</vt:lpstr>
      <vt:lpstr>SM2-1 数字签名算法</vt:lpstr>
      <vt:lpstr>SM2-3 公钥加密算法</vt:lpstr>
      <vt:lpstr>SM2-2 密钥交换协议</vt:lpstr>
      <vt:lpstr>SM3</vt:lpstr>
      <vt:lpstr>HMAC</vt:lpstr>
      <vt:lpstr>SM4算法</vt:lpstr>
      <vt:lpstr>SM4算法工作模式</vt:lpstr>
      <vt:lpstr>随机数发生器</vt:lpstr>
      <vt:lpstr>平台完整性</vt:lpstr>
      <vt:lpstr>完整性度量流程</vt:lpstr>
      <vt:lpstr>完整性度量与存储要求</vt:lpstr>
      <vt:lpstr>PowerPoint 演示文稿</vt:lpstr>
      <vt:lpstr>完整性报告</vt:lpstr>
      <vt:lpstr>信任链</vt:lpstr>
      <vt:lpstr>向外部实体证实平台完整性</vt:lpstr>
      <vt:lpstr>参考验证流程</vt:lpstr>
      <vt:lpstr>平台身份可信--平台身份标识</vt:lpstr>
      <vt:lpstr>平台身份可信--平台身份标识</vt:lpstr>
      <vt:lpstr>平台身份建立</vt:lpstr>
      <vt:lpstr>平台身份建立</vt:lpstr>
      <vt:lpstr>平台身份密钥（PIK）的生成与激活</vt:lpstr>
      <vt:lpstr>PowerPoint 演示文稿</vt:lpstr>
      <vt:lpstr>激活 PIK 证书的过程</vt:lpstr>
      <vt:lpstr>平台数据安全保护</vt:lpstr>
      <vt:lpstr>密钥管理功能</vt:lpstr>
      <vt:lpstr>TCM中各类密钥生成方法</vt:lpstr>
      <vt:lpstr>密钥加载</vt:lpstr>
      <vt:lpstr>可信密码模块密钥加载方法</vt:lpstr>
      <vt:lpstr>密钥销毁</vt:lpstr>
      <vt:lpstr>密钥导入</vt:lpstr>
      <vt:lpstr>密钥迁移</vt:lpstr>
      <vt:lpstr>密钥迁移</vt:lpstr>
      <vt:lpstr>密钥协商</vt:lpstr>
      <vt:lpstr>数据安全保护方式</vt:lpstr>
      <vt:lpstr>数据封装</vt:lpstr>
      <vt:lpstr>数据解封</vt:lpstr>
      <vt:lpstr>使用椭圆曲线密码算法的封装</vt:lpstr>
      <vt:lpstr>数字信封</vt:lpstr>
      <vt:lpstr>可信计算密码支撑平台功能接口</vt:lpstr>
      <vt:lpstr>无需授权工作对象之间关系</vt:lpstr>
      <vt:lpstr>需要授权工作对象之间关系</vt:lpstr>
      <vt:lpstr>上下文管理</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5</cp:revision>
  <cp:lastPrinted>1601-01-01T00:00:00Z</cp:lastPrinted>
  <dcterms:created xsi:type="dcterms:W3CDTF">1601-01-01T00:00:00Z</dcterms:created>
  <dcterms:modified xsi:type="dcterms:W3CDTF">2023-03-16T03:39:41Z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