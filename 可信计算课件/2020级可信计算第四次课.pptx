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62"/>
  </p:notesMasterIdLst>
  <p:sldIdLst>
    <p:sldId id="456" r:id="rId2"/>
    <p:sldId id="457" r:id="rId3"/>
    <p:sldId id="458" r:id="rId4"/>
    <p:sldId id="459" r:id="rId5"/>
    <p:sldId id="460" r:id="rId6"/>
    <p:sldId id="461" r:id="rId7"/>
    <p:sldId id="462" r:id="rId8"/>
    <p:sldId id="463" r:id="rId9"/>
    <p:sldId id="464" r:id="rId10"/>
    <p:sldId id="465" r:id="rId11"/>
    <p:sldId id="466" r:id="rId12"/>
    <p:sldId id="496" r:id="rId13"/>
    <p:sldId id="262" r:id="rId14"/>
    <p:sldId id="495" r:id="rId15"/>
    <p:sldId id="307" r:id="rId16"/>
    <p:sldId id="316" r:id="rId17"/>
    <p:sldId id="263" r:id="rId18"/>
    <p:sldId id="264" r:id="rId19"/>
    <p:sldId id="265" r:id="rId20"/>
    <p:sldId id="266" r:id="rId21"/>
    <p:sldId id="267" r:id="rId22"/>
    <p:sldId id="268" r:id="rId23"/>
    <p:sldId id="269" r:id="rId24"/>
    <p:sldId id="270" r:id="rId25"/>
    <p:sldId id="271" r:id="rId26"/>
    <p:sldId id="272" r:id="rId27"/>
    <p:sldId id="480" r:id="rId28"/>
    <p:sldId id="482" r:id="rId29"/>
    <p:sldId id="483" r:id="rId30"/>
    <p:sldId id="484" r:id="rId31"/>
    <p:sldId id="485" r:id="rId32"/>
    <p:sldId id="467" r:id="rId33"/>
    <p:sldId id="468" r:id="rId34"/>
    <p:sldId id="497" r:id="rId35"/>
    <p:sldId id="469" r:id="rId36"/>
    <p:sldId id="470" r:id="rId37"/>
    <p:sldId id="471" r:id="rId38"/>
    <p:sldId id="472" r:id="rId39"/>
    <p:sldId id="473" r:id="rId40"/>
    <p:sldId id="474" r:id="rId41"/>
    <p:sldId id="475" r:id="rId42"/>
    <p:sldId id="476" r:id="rId43"/>
    <p:sldId id="477" r:id="rId44"/>
    <p:sldId id="478" r:id="rId45"/>
    <p:sldId id="479" r:id="rId46"/>
    <p:sldId id="486" r:id="rId47"/>
    <p:sldId id="487" r:id="rId48"/>
    <p:sldId id="481" r:id="rId49"/>
    <p:sldId id="489" r:id="rId50"/>
    <p:sldId id="490" r:id="rId51"/>
    <p:sldId id="491" r:id="rId52"/>
    <p:sldId id="492" r:id="rId53"/>
    <p:sldId id="493" r:id="rId54"/>
    <p:sldId id="494" r:id="rId55"/>
    <p:sldId id="488" r:id="rId56"/>
    <p:sldId id="498" r:id="rId57"/>
    <p:sldId id="499" r:id="rId58"/>
    <p:sldId id="500" r:id="rId59"/>
    <p:sldId id="501" r:id="rId60"/>
    <p:sldId id="313" r:id="rId61"/>
  </p:sldIdLst>
  <p:sldSz cx="9144000" cy="6858000" type="screen4x3"/>
  <p:notesSz cx="6858000" cy="9144000"/>
  <p:defaultTextStyle>
    <a:defPPr>
      <a:defRPr lang="zh-CN"/>
    </a:defPPr>
    <a:lvl1pPr algn="l" rtl="0" fontAlgn="base">
      <a:spcBef>
        <a:spcPct val="0"/>
      </a:spcBef>
      <a:spcAft>
        <a:spcPct val="0"/>
      </a:spcAft>
      <a:defRPr sz="8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sz="800"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sz="800"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sz="800"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sz="8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8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8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8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800"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F4EDA"/>
    <a:srgbClr val="2051DC"/>
    <a:srgbClr val="1D4AD7"/>
    <a:srgbClr val="FF6600"/>
    <a:srgbClr val="8E0000"/>
    <a:srgbClr val="33CC33"/>
    <a:srgbClr val="FFFF99"/>
    <a:srgbClr val="CC3399"/>
    <a:srgbClr val="3333CC"/>
    <a:srgbClr val="80008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330" autoAdjust="0"/>
    <p:restoredTop sz="97477" autoAdjust="0"/>
  </p:normalViewPr>
  <p:slideViewPr>
    <p:cSldViewPr>
      <p:cViewPr varScale="1">
        <p:scale>
          <a:sx n="82" d="100"/>
          <a:sy n="82" d="100"/>
        </p:scale>
        <p:origin x="1351" y="65"/>
      </p:cViewPr>
      <p:guideLst>
        <p:guide orient="horz" pos="2160"/>
        <p:guide pos="2880"/>
      </p:guideLst>
    </p:cSldViewPr>
  </p:slideViewPr>
  <p:notesTextViewPr>
    <p:cViewPr>
      <p:scale>
        <a:sx n="100" d="100"/>
        <a:sy n="100" d="100"/>
      </p:scale>
      <p:origin x="0" y="0"/>
    </p:cViewPr>
  </p:notesTextViewPr>
  <p:sorterViewPr>
    <p:cViewPr>
      <p:scale>
        <a:sx n="66" d="100"/>
        <a:sy n="66" d="100"/>
      </p:scale>
      <p:origin x="0" y="2622"/>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microsoft.com/office/2016/11/relationships/changesInfo" Target="changesInfos/changesInfo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贾洪勇" userId="c61acc37-df11-4a3b-9efd-dde9ef084f5f" providerId="ADAL" clId="{F8773AA1-0ECB-449C-A6FE-AD4DBFDB5C1C}"/>
    <pc:docChg chg="undo custSel addSld delSld modSld sldOrd modMainMaster">
      <pc:chgData name="贾洪勇" userId="c61acc37-df11-4a3b-9efd-dde9ef084f5f" providerId="ADAL" clId="{F8773AA1-0ECB-449C-A6FE-AD4DBFDB5C1C}" dt="2022-03-19T14:27:35.303" v="1808" actId="22"/>
      <pc:docMkLst>
        <pc:docMk/>
      </pc:docMkLst>
      <pc:sldChg chg="modTransition">
        <pc:chgData name="贾洪勇" userId="c61acc37-df11-4a3b-9efd-dde9ef084f5f" providerId="ADAL" clId="{F8773AA1-0ECB-449C-A6FE-AD4DBFDB5C1C}" dt="2022-03-18T10:25:04.040" v="32"/>
        <pc:sldMkLst>
          <pc:docMk/>
          <pc:sldMk cId="0" sldId="313"/>
        </pc:sldMkLst>
      </pc:sldChg>
      <pc:sldChg chg="modTransition">
        <pc:chgData name="贾洪勇" userId="c61acc37-df11-4a3b-9efd-dde9ef084f5f" providerId="ADAL" clId="{F8773AA1-0ECB-449C-A6FE-AD4DBFDB5C1C}" dt="2022-03-18T10:25:04.040" v="32"/>
        <pc:sldMkLst>
          <pc:docMk/>
          <pc:sldMk cId="712223766" sldId="316"/>
        </pc:sldMkLst>
      </pc:sldChg>
      <pc:sldChg chg="modTransition">
        <pc:chgData name="贾洪勇" userId="c61acc37-df11-4a3b-9efd-dde9ef084f5f" providerId="ADAL" clId="{F8773AA1-0ECB-449C-A6FE-AD4DBFDB5C1C}" dt="2022-03-18T10:25:04.040" v="32"/>
        <pc:sldMkLst>
          <pc:docMk/>
          <pc:sldMk cId="0" sldId="317"/>
        </pc:sldMkLst>
      </pc:sldChg>
      <pc:sldChg chg="modTransition">
        <pc:chgData name="贾洪勇" userId="c61acc37-df11-4a3b-9efd-dde9ef084f5f" providerId="ADAL" clId="{F8773AA1-0ECB-449C-A6FE-AD4DBFDB5C1C}" dt="2022-03-18T10:25:04.040" v="32"/>
        <pc:sldMkLst>
          <pc:docMk/>
          <pc:sldMk cId="0" sldId="318"/>
        </pc:sldMkLst>
      </pc:sldChg>
      <pc:sldChg chg="modTransition">
        <pc:chgData name="贾洪勇" userId="c61acc37-df11-4a3b-9efd-dde9ef084f5f" providerId="ADAL" clId="{F8773AA1-0ECB-449C-A6FE-AD4DBFDB5C1C}" dt="2022-03-18T10:25:04.040" v="32"/>
        <pc:sldMkLst>
          <pc:docMk/>
          <pc:sldMk cId="0" sldId="319"/>
        </pc:sldMkLst>
      </pc:sldChg>
      <pc:sldChg chg="modTransition">
        <pc:chgData name="贾洪勇" userId="c61acc37-df11-4a3b-9efd-dde9ef084f5f" providerId="ADAL" clId="{F8773AA1-0ECB-449C-A6FE-AD4DBFDB5C1C}" dt="2022-03-18T10:25:04.040" v="32"/>
        <pc:sldMkLst>
          <pc:docMk/>
          <pc:sldMk cId="0" sldId="321"/>
        </pc:sldMkLst>
      </pc:sldChg>
      <pc:sldChg chg="modTransition">
        <pc:chgData name="贾洪勇" userId="c61acc37-df11-4a3b-9efd-dde9ef084f5f" providerId="ADAL" clId="{F8773AA1-0ECB-449C-A6FE-AD4DBFDB5C1C}" dt="2022-03-18T10:25:04.040" v="32"/>
        <pc:sldMkLst>
          <pc:docMk/>
          <pc:sldMk cId="0" sldId="322"/>
        </pc:sldMkLst>
      </pc:sldChg>
      <pc:sldChg chg="modTransition">
        <pc:chgData name="贾洪勇" userId="c61acc37-df11-4a3b-9efd-dde9ef084f5f" providerId="ADAL" clId="{F8773AA1-0ECB-449C-A6FE-AD4DBFDB5C1C}" dt="2022-03-18T10:25:04.040" v="32"/>
        <pc:sldMkLst>
          <pc:docMk/>
          <pc:sldMk cId="0" sldId="323"/>
        </pc:sldMkLst>
      </pc:sldChg>
      <pc:sldChg chg="del modTransition">
        <pc:chgData name="贾洪勇" userId="c61acc37-df11-4a3b-9efd-dde9ef084f5f" providerId="ADAL" clId="{F8773AA1-0ECB-449C-A6FE-AD4DBFDB5C1C}" dt="2022-03-19T09:29:43.419" v="281" actId="2696"/>
        <pc:sldMkLst>
          <pc:docMk/>
          <pc:sldMk cId="0" sldId="325"/>
        </pc:sldMkLst>
      </pc:sldChg>
      <pc:sldChg chg="del modTransition">
        <pc:chgData name="贾洪勇" userId="c61acc37-df11-4a3b-9efd-dde9ef084f5f" providerId="ADAL" clId="{F8773AA1-0ECB-449C-A6FE-AD4DBFDB5C1C}" dt="2022-03-19T09:29:43.419" v="281" actId="2696"/>
        <pc:sldMkLst>
          <pc:docMk/>
          <pc:sldMk cId="0" sldId="330"/>
        </pc:sldMkLst>
      </pc:sldChg>
      <pc:sldChg chg="del modTransition">
        <pc:chgData name="贾洪勇" userId="c61acc37-df11-4a3b-9efd-dde9ef084f5f" providerId="ADAL" clId="{F8773AA1-0ECB-449C-A6FE-AD4DBFDB5C1C}" dt="2022-03-19T09:29:43.419" v="281" actId="2696"/>
        <pc:sldMkLst>
          <pc:docMk/>
          <pc:sldMk cId="0" sldId="331"/>
        </pc:sldMkLst>
      </pc:sldChg>
      <pc:sldChg chg="del modTransition">
        <pc:chgData name="贾洪勇" userId="c61acc37-df11-4a3b-9efd-dde9ef084f5f" providerId="ADAL" clId="{F8773AA1-0ECB-449C-A6FE-AD4DBFDB5C1C}" dt="2022-03-19T09:29:43.419" v="281" actId="2696"/>
        <pc:sldMkLst>
          <pc:docMk/>
          <pc:sldMk cId="0" sldId="335"/>
        </pc:sldMkLst>
      </pc:sldChg>
      <pc:sldChg chg="del modTransition">
        <pc:chgData name="贾洪勇" userId="c61acc37-df11-4a3b-9efd-dde9ef084f5f" providerId="ADAL" clId="{F8773AA1-0ECB-449C-A6FE-AD4DBFDB5C1C}" dt="2022-03-19T09:29:43.419" v="281" actId="2696"/>
        <pc:sldMkLst>
          <pc:docMk/>
          <pc:sldMk cId="0" sldId="346"/>
        </pc:sldMkLst>
      </pc:sldChg>
      <pc:sldChg chg="modTransition">
        <pc:chgData name="贾洪勇" userId="c61acc37-df11-4a3b-9efd-dde9ef084f5f" providerId="ADAL" clId="{F8773AA1-0ECB-449C-A6FE-AD4DBFDB5C1C}" dt="2022-03-18T10:25:04.040" v="32"/>
        <pc:sldMkLst>
          <pc:docMk/>
          <pc:sldMk cId="0" sldId="359"/>
        </pc:sldMkLst>
      </pc:sldChg>
      <pc:sldChg chg="modTransition">
        <pc:chgData name="贾洪勇" userId="c61acc37-df11-4a3b-9efd-dde9ef084f5f" providerId="ADAL" clId="{F8773AA1-0ECB-449C-A6FE-AD4DBFDB5C1C}" dt="2022-03-18T10:25:04.040" v="32"/>
        <pc:sldMkLst>
          <pc:docMk/>
          <pc:sldMk cId="0" sldId="361"/>
        </pc:sldMkLst>
      </pc:sldChg>
      <pc:sldChg chg="modSp mod modTransition">
        <pc:chgData name="贾洪勇" userId="c61acc37-df11-4a3b-9efd-dde9ef084f5f" providerId="ADAL" clId="{F8773AA1-0ECB-449C-A6FE-AD4DBFDB5C1C}" dt="2022-03-18T14:26:34.366" v="271" actId="14100"/>
        <pc:sldMkLst>
          <pc:docMk/>
          <pc:sldMk cId="0" sldId="362"/>
        </pc:sldMkLst>
        <pc:spChg chg="mod">
          <ac:chgData name="贾洪勇" userId="c61acc37-df11-4a3b-9efd-dde9ef084f5f" providerId="ADAL" clId="{F8773AA1-0ECB-449C-A6FE-AD4DBFDB5C1C}" dt="2022-03-18T14:26:34.366" v="271" actId="14100"/>
          <ac:spMkLst>
            <pc:docMk/>
            <pc:sldMk cId="0" sldId="362"/>
            <ac:spMk id="23554" creationId="{5D733EA0-1646-40CC-ABA8-1730F8B3D8BB}"/>
          </ac:spMkLst>
        </pc:spChg>
      </pc:sldChg>
      <pc:sldChg chg="del modTransition">
        <pc:chgData name="贾洪勇" userId="c61acc37-df11-4a3b-9efd-dde9ef084f5f" providerId="ADAL" clId="{F8773AA1-0ECB-449C-A6FE-AD4DBFDB5C1C}" dt="2022-03-19T09:29:43.419" v="281" actId="2696"/>
        <pc:sldMkLst>
          <pc:docMk/>
          <pc:sldMk cId="0" sldId="363"/>
        </pc:sldMkLst>
      </pc:sldChg>
      <pc:sldChg chg="modTransition">
        <pc:chgData name="贾洪勇" userId="c61acc37-df11-4a3b-9efd-dde9ef084f5f" providerId="ADAL" clId="{F8773AA1-0ECB-449C-A6FE-AD4DBFDB5C1C}" dt="2022-03-18T10:25:04.040" v="32"/>
        <pc:sldMkLst>
          <pc:docMk/>
          <pc:sldMk cId="0" sldId="364"/>
        </pc:sldMkLst>
      </pc:sldChg>
      <pc:sldChg chg="modTransition">
        <pc:chgData name="贾洪勇" userId="c61acc37-df11-4a3b-9efd-dde9ef084f5f" providerId="ADAL" clId="{F8773AA1-0ECB-449C-A6FE-AD4DBFDB5C1C}" dt="2022-03-18T10:25:04.040" v="32"/>
        <pc:sldMkLst>
          <pc:docMk/>
          <pc:sldMk cId="0" sldId="365"/>
        </pc:sldMkLst>
      </pc:sldChg>
      <pc:sldChg chg="modTransition">
        <pc:chgData name="贾洪勇" userId="c61acc37-df11-4a3b-9efd-dde9ef084f5f" providerId="ADAL" clId="{F8773AA1-0ECB-449C-A6FE-AD4DBFDB5C1C}" dt="2022-03-18T10:25:04.040" v="32"/>
        <pc:sldMkLst>
          <pc:docMk/>
          <pc:sldMk cId="0" sldId="367"/>
        </pc:sldMkLst>
      </pc:sldChg>
      <pc:sldChg chg="modTransition">
        <pc:chgData name="贾洪勇" userId="c61acc37-df11-4a3b-9efd-dde9ef084f5f" providerId="ADAL" clId="{F8773AA1-0ECB-449C-A6FE-AD4DBFDB5C1C}" dt="2022-03-18T10:25:04.040" v="32"/>
        <pc:sldMkLst>
          <pc:docMk/>
          <pc:sldMk cId="0" sldId="368"/>
        </pc:sldMkLst>
      </pc:sldChg>
      <pc:sldChg chg="modTransition">
        <pc:chgData name="贾洪勇" userId="c61acc37-df11-4a3b-9efd-dde9ef084f5f" providerId="ADAL" clId="{F8773AA1-0ECB-449C-A6FE-AD4DBFDB5C1C}" dt="2022-03-18T10:25:04.040" v="32"/>
        <pc:sldMkLst>
          <pc:docMk/>
          <pc:sldMk cId="0" sldId="369"/>
        </pc:sldMkLst>
      </pc:sldChg>
      <pc:sldChg chg="modTransition">
        <pc:chgData name="贾洪勇" userId="c61acc37-df11-4a3b-9efd-dde9ef084f5f" providerId="ADAL" clId="{F8773AA1-0ECB-449C-A6FE-AD4DBFDB5C1C}" dt="2022-03-18T10:25:04.040" v="32"/>
        <pc:sldMkLst>
          <pc:docMk/>
          <pc:sldMk cId="0" sldId="371"/>
        </pc:sldMkLst>
      </pc:sldChg>
      <pc:sldChg chg="del modTransition">
        <pc:chgData name="贾洪勇" userId="c61acc37-df11-4a3b-9efd-dde9ef084f5f" providerId="ADAL" clId="{F8773AA1-0ECB-449C-A6FE-AD4DBFDB5C1C}" dt="2022-03-18T10:44:16.094" v="68" actId="47"/>
        <pc:sldMkLst>
          <pc:docMk/>
          <pc:sldMk cId="0" sldId="372"/>
        </pc:sldMkLst>
      </pc:sldChg>
      <pc:sldChg chg="modTransition">
        <pc:chgData name="贾洪勇" userId="c61acc37-df11-4a3b-9efd-dde9ef084f5f" providerId="ADAL" clId="{F8773AA1-0ECB-449C-A6FE-AD4DBFDB5C1C}" dt="2022-03-18T10:25:04.040" v="32"/>
        <pc:sldMkLst>
          <pc:docMk/>
          <pc:sldMk cId="0" sldId="374"/>
        </pc:sldMkLst>
      </pc:sldChg>
      <pc:sldChg chg="del modTransition">
        <pc:chgData name="贾洪勇" userId="c61acc37-df11-4a3b-9efd-dde9ef084f5f" providerId="ADAL" clId="{F8773AA1-0ECB-449C-A6FE-AD4DBFDB5C1C}" dt="2022-03-18T14:27:10.771" v="279" actId="47"/>
        <pc:sldMkLst>
          <pc:docMk/>
          <pc:sldMk cId="0" sldId="375"/>
        </pc:sldMkLst>
      </pc:sldChg>
      <pc:sldChg chg="del modTransition">
        <pc:chgData name="贾洪勇" userId="c61acc37-df11-4a3b-9efd-dde9ef084f5f" providerId="ADAL" clId="{F8773AA1-0ECB-449C-A6FE-AD4DBFDB5C1C}" dt="2022-03-19T09:29:43.419" v="281" actId="2696"/>
        <pc:sldMkLst>
          <pc:docMk/>
          <pc:sldMk cId="0" sldId="376"/>
        </pc:sldMkLst>
      </pc:sldChg>
      <pc:sldChg chg="del modTransition">
        <pc:chgData name="贾洪勇" userId="c61acc37-df11-4a3b-9efd-dde9ef084f5f" providerId="ADAL" clId="{F8773AA1-0ECB-449C-A6FE-AD4DBFDB5C1C}" dt="2022-03-19T09:29:43.419" v="281" actId="2696"/>
        <pc:sldMkLst>
          <pc:docMk/>
          <pc:sldMk cId="0" sldId="377"/>
        </pc:sldMkLst>
      </pc:sldChg>
      <pc:sldChg chg="del modTransition">
        <pc:chgData name="贾洪勇" userId="c61acc37-df11-4a3b-9efd-dde9ef084f5f" providerId="ADAL" clId="{F8773AA1-0ECB-449C-A6FE-AD4DBFDB5C1C}" dt="2022-03-18T14:27:37.824" v="280" actId="47"/>
        <pc:sldMkLst>
          <pc:docMk/>
          <pc:sldMk cId="0" sldId="378"/>
        </pc:sldMkLst>
      </pc:sldChg>
      <pc:sldChg chg="del modTransition">
        <pc:chgData name="贾洪勇" userId="c61acc37-df11-4a3b-9efd-dde9ef084f5f" providerId="ADAL" clId="{F8773AA1-0ECB-449C-A6FE-AD4DBFDB5C1C}" dt="2022-03-19T09:29:43.419" v="281" actId="2696"/>
        <pc:sldMkLst>
          <pc:docMk/>
          <pc:sldMk cId="0" sldId="381"/>
        </pc:sldMkLst>
      </pc:sldChg>
      <pc:sldChg chg="del modTransition">
        <pc:chgData name="贾洪勇" userId="c61acc37-df11-4a3b-9efd-dde9ef084f5f" providerId="ADAL" clId="{F8773AA1-0ECB-449C-A6FE-AD4DBFDB5C1C}" dt="2022-03-19T09:29:43.419" v="281" actId="2696"/>
        <pc:sldMkLst>
          <pc:docMk/>
          <pc:sldMk cId="0" sldId="382"/>
        </pc:sldMkLst>
      </pc:sldChg>
      <pc:sldChg chg="del modTransition">
        <pc:chgData name="贾洪勇" userId="c61acc37-df11-4a3b-9efd-dde9ef084f5f" providerId="ADAL" clId="{F8773AA1-0ECB-449C-A6FE-AD4DBFDB5C1C}" dt="2022-03-19T09:29:43.419" v="281" actId="2696"/>
        <pc:sldMkLst>
          <pc:docMk/>
          <pc:sldMk cId="0" sldId="384"/>
        </pc:sldMkLst>
      </pc:sldChg>
      <pc:sldChg chg="del modTransition">
        <pc:chgData name="贾洪勇" userId="c61acc37-df11-4a3b-9efd-dde9ef084f5f" providerId="ADAL" clId="{F8773AA1-0ECB-449C-A6FE-AD4DBFDB5C1C}" dt="2022-03-19T09:29:43.419" v="281" actId="2696"/>
        <pc:sldMkLst>
          <pc:docMk/>
          <pc:sldMk cId="0" sldId="385"/>
        </pc:sldMkLst>
      </pc:sldChg>
      <pc:sldChg chg="del modTransition">
        <pc:chgData name="贾洪勇" userId="c61acc37-df11-4a3b-9efd-dde9ef084f5f" providerId="ADAL" clId="{F8773AA1-0ECB-449C-A6FE-AD4DBFDB5C1C}" dt="2022-03-19T09:29:43.419" v="281" actId="2696"/>
        <pc:sldMkLst>
          <pc:docMk/>
          <pc:sldMk cId="0" sldId="386"/>
        </pc:sldMkLst>
      </pc:sldChg>
      <pc:sldChg chg="del modTransition">
        <pc:chgData name="贾洪勇" userId="c61acc37-df11-4a3b-9efd-dde9ef084f5f" providerId="ADAL" clId="{F8773AA1-0ECB-449C-A6FE-AD4DBFDB5C1C}" dt="2022-03-19T09:29:43.419" v="281" actId="2696"/>
        <pc:sldMkLst>
          <pc:docMk/>
          <pc:sldMk cId="0" sldId="389"/>
        </pc:sldMkLst>
      </pc:sldChg>
      <pc:sldChg chg="del modTransition">
        <pc:chgData name="贾洪勇" userId="c61acc37-df11-4a3b-9efd-dde9ef084f5f" providerId="ADAL" clId="{F8773AA1-0ECB-449C-A6FE-AD4DBFDB5C1C}" dt="2022-03-19T09:29:43.419" v="281" actId="2696"/>
        <pc:sldMkLst>
          <pc:docMk/>
          <pc:sldMk cId="0" sldId="390"/>
        </pc:sldMkLst>
      </pc:sldChg>
      <pc:sldChg chg="del modTransition">
        <pc:chgData name="贾洪勇" userId="c61acc37-df11-4a3b-9efd-dde9ef084f5f" providerId="ADAL" clId="{F8773AA1-0ECB-449C-A6FE-AD4DBFDB5C1C}" dt="2022-03-19T09:29:43.419" v="281" actId="2696"/>
        <pc:sldMkLst>
          <pc:docMk/>
          <pc:sldMk cId="0" sldId="391"/>
        </pc:sldMkLst>
      </pc:sldChg>
      <pc:sldChg chg="del modTransition">
        <pc:chgData name="贾洪勇" userId="c61acc37-df11-4a3b-9efd-dde9ef084f5f" providerId="ADAL" clId="{F8773AA1-0ECB-449C-A6FE-AD4DBFDB5C1C}" dt="2022-03-19T09:29:43.419" v="281" actId="2696"/>
        <pc:sldMkLst>
          <pc:docMk/>
          <pc:sldMk cId="0" sldId="392"/>
        </pc:sldMkLst>
      </pc:sldChg>
      <pc:sldChg chg="del modTransition">
        <pc:chgData name="贾洪勇" userId="c61acc37-df11-4a3b-9efd-dde9ef084f5f" providerId="ADAL" clId="{F8773AA1-0ECB-449C-A6FE-AD4DBFDB5C1C}" dt="2022-03-19T09:29:43.419" v="281" actId="2696"/>
        <pc:sldMkLst>
          <pc:docMk/>
          <pc:sldMk cId="0" sldId="393"/>
        </pc:sldMkLst>
      </pc:sldChg>
      <pc:sldChg chg="del modTransition">
        <pc:chgData name="贾洪勇" userId="c61acc37-df11-4a3b-9efd-dde9ef084f5f" providerId="ADAL" clId="{F8773AA1-0ECB-449C-A6FE-AD4DBFDB5C1C}" dt="2022-03-19T09:29:43.419" v="281" actId="2696"/>
        <pc:sldMkLst>
          <pc:docMk/>
          <pc:sldMk cId="0" sldId="394"/>
        </pc:sldMkLst>
      </pc:sldChg>
      <pc:sldChg chg="del modTransition">
        <pc:chgData name="贾洪勇" userId="c61acc37-df11-4a3b-9efd-dde9ef084f5f" providerId="ADAL" clId="{F8773AA1-0ECB-449C-A6FE-AD4DBFDB5C1C}" dt="2022-03-19T09:29:43.419" v="281" actId="2696"/>
        <pc:sldMkLst>
          <pc:docMk/>
          <pc:sldMk cId="0" sldId="395"/>
        </pc:sldMkLst>
      </pc:sldChg>
      <pc:sldChg chg="del modTransition">
        <pc:chgData name="贾洪勇" userId="c61acc37-df11-4a3b-9efd-dde9ef084f5f" providerId="ADAL" clId="{F8773AA1-0ECB-449C-A6FE-AD4DBFDB5C1C}" dt="2022-03-19T09:29:43.419" v="281" actId="2696"/>
        <pc:sldMkLst>
          <pc:docMk/>
          <pc:sldMk cId="0" sldId="396"/>
        </pc:sldMkLst>
      </pc:sldChg>
      <pc:sldChg chg="del modTransition">
        <pc:chgData name="贾洪勇" userId="c61acc37-df11-4a3b-9efd-dde9ef084f5f" providerId="ADAL" clId="{F8773AA1-0ECB-449C-A6FE-AD4DBFDB5C1C}" dt="2022-03-19T09:29:43.419" v="281" actId="2696"/>
        <pc:sldMkLst>
          <pc:docMk/>
          <pc:sldMk cId="0" sldId="397"/>
        </pc:sldMkLst>
      </pc:sldChg>
      <pc:sldChg chg="del modTransition">
        <pc:chgData name="贾洪勇" userId="c61acc37-df11-4a3b-9efd-dde9ef084f5f" providerId="ADAL" clId="{F8773AA1-0ECB-449C-A6FE-AD4DBFDB5C1C}" dt="2022-03-19T09:29:43.419" v="281" actId="2696"/>
        <pc:sldMkLst>
          <pc:docMk/>
          <pc:sldMk cId="0" sldId="398"/>
        </pc:sldMkLst>
      </pc:sldChg>
      <pc:sldChg chg="del modTransition">
        <pc:chgData name="贾洪勇" userId="c61acc37-df11-4a3b-9efd-dde9ef084f5f" providerId="ADAL" clId="{F8773AA1-0ECB-449C-A6FE-AD4DBFDB5C1C}" dt="2022-03-19T09:29:43.419" v="281" actId="2696"/>
        <pc:sldMkLst>
          <pc:docMk/>
          <pc:sldMk cId="0" sldId="399"/>
        </pc:sldMkLst>
      </pc:sldChg>
      <pc:sldChg chg="del modTransition">
        <pc:chgData name="贾洪勇" userId="c61acc37-df11-4a3b-9efd-dde9ef084f5f" providerId="ADAL" clId="{F8773AA1-0ECB-449C-A6FE-AD4DBFDB5C1C}" dt="2022-03-19T09:29:43.419" v="281" actId="2696"/>
        <pc:sldMkLst>
          <pc:docMk/>
          <pc:sldMk cId="0" sldId="401"/>
        </pc:sldMkLst>
      </pc:sldChg>
      <pc:sldChg chg="del modTransition">
        <pc:chgData name="贾洪勇" userId="c61acc37-df11-4a3b-9efd-dde9ef084f5f" providerId="ADAL" clId="{F8773AA1-0ECB-449C-A6FE-AD4DBFDB5C1C}" dt="2022-03-19T09:29:43.419" v="281" actId="2696"/>
        <pc:sldMkLst>
          <pc:docMk/>
          <pc:sldMk cId="0" sldId="404"/>
        </pc:sldMkLst>
      </pc:sldChg>
      <pc:sldChg chg="del modTransition">
        <pc:chgData name="贾洪勇" userId="c61acc37-df11-4a3b-9efd-dde9ef084f5f" providerId="ADAL" clId="{F8773AA1-0ECB-449C-A6FE-AD4DBFDB5C1C}" dt="2022-03-19T09:29:43.419" v="281" actId="2696"/>
        <pc:sldMkLst>
          <pc:docMk/>
          <pc:sldMk cId="0" sldId="405"/>
        </pc:sldMkLst>
      </pc:sldChg>
      <pc:sldChg chg="del modTransition">
        <pc:chgData name="贾洪勇" userId="c61acc37-df11-4a3b-9efd-dde9ef084f5f" providerId="ADAL" clId="{F8773AA1-0ECB-449C-A6FE-AD4DBFDB5C1C}" dt="2022-03-19T09:29:43.419" v="281" actId="2696"/>
        <pc:sldMkLst>
          <pc:docMk/>
          <pc:sldMk cId="0" sldId="406"/>
        </pc:sldMkLst>
      </pc:sldChg>
      <pc:sldChg chg="del modTransition">
        <pc:chgData name="贾洪勇" userId="c61acc37-df11-4a3b-9efd-dde9ef084f5f" providerId="ADAL" clId="{F8773AA1-0ECB-449C-A6FE-AD4DBFDB5C1C}" dt="2022-03-19T09:29:43.419" v="281" actId="2696"/>
        <pc:sldMkLst>
          <pc:docMk/>
          <pc:sldMk cId="0" sldId="407"/>
        </pc:sldMkLst>
      </pc:sldChg>
      <pc:sldChg chg="modTransition">
        <pc:chgData name="贾洪勇" userId="c61acc37-df11-4a3b-9efd-dde9ef084f5f" providerId="ADAL" clId="{F8773AA1-0ECB-449C-A6FE-AD4DBFDB5C1C}" dt="2022-03-18T10:25:04.040" v="32"/>
        <pc:sldMkLst>
          <pc:docMk/>
          <pc:sldMk cId="577440345" sldId="409"/>
        </pc:sldMkLst>
      </pc:sldChg>
      <pc:sldChg chg="modTransition">
        <pc:chgData name="贾洪勇" userId="c61acc37-df11-4a3b-9efd-dde9ef084f5f" providerId="ADAL" clId="{F8773AA1-0ECB-449C-A6FE-AD4DBFDB5C1C}" dt="2022-03-18T10:25:04.040" v="32"/>
        <pc:sldMkLst>
          <pc:docMk/>
          <pc:sldMk cId="1934142118" sldId="410"/>
        </pc:sldMkLst>
      </pc:sldChg>
      <pc:sldChg chg="modTransition">
        <pc:chgData name="贾洪勇" userId="c61acc37-df11-4a3b-9efd-dde9ef084f5f" providerId="ADAL" clId="{F8773AA1-0ECB-449C-A6FE-AD4DBFDB5C1C}" dt="2022-03-18T10:25:04.040" v="32"/>
        <pc:sldMkLst>
          <pc:docMk/>
          <pc:sldMk cId="3381065549" sldId="411"/>
        </pc:sldMkLst>
      </pc:sldChg>
      <pc:sldChg chg="modTransition">
        <pc:chgData name="贾洪勇" userId="c61acc37-df11-4a3b-9efd-dde9ef084f5f" providerId="ADAL" clId="{F8773AA1-0ECB-449C-A6FE-AD4DBFDB5C1C}" dt="2022-03-18T10:25:04.040" v="32"/>
        <pc:sldMkLst>
          <pc:docMk/>
          <pc:sldMk cId="3788963722" sldId="412"/>
        </pc:sldMkLst>
      </pc:sldChg>
      <pc:sldChg chg="modTransition">
        <pc:chgData name="贾洪勇" userId="c61acc37-df11-4a3b-9efd-dde9ef084f5f" providerId="ADAL" clId="{F8773AA1-0ECB-449C-A6FE-AD4DBFDB5C1C}" dt="2022-03-18T10:25:04.040" v="32"/>
        <pc:sldMkLst>
          <pc:docMk/>
          <pc:sldMk cId="1607213250" sldId="413"/>
        </pc:sldMkLst>
      </pc:sldChg>
      <pc:sldChg chg="modTransition">
        <pc:chgData name="贾洪勇" userId="c61acc37-df11-4a3b-9efd-dde9ef084f5f" providerId="ADAL" clId="{F8773AA1-0ECB-449C-A6FE-AD4DBFDB5C1C}" dt="2022-03-18T10:25:04.040" v="32"/>
        <pc:sldMkLst>
          <pc:docMk/>
          <pc:sldMk cId="872687422" sldId="414"/>
        </pc:sldMkLst>
      </pc:sldChg>
      <pc:sldChg chg="modTransition">
        <pc:chgData name="贾洪勇" userId="c61acc37-df11-4a3b-9efd-dde9ef084f5f" providerId="ADAL" clId="{F8773AA1-0ECB-449C-A6FE-AD4DBFDB5C1C}" dt="2022-03-18T10:25:04.040" v="32"/>
        <pc:sldMkLst>
          <pc:docMk/>
          <pc:sldMk cId="4093410477" sldId="415"/>
        </pc:sldMkLst>
      </pc:sldChg>
      <pc:sldChg chg="modSp mod modTransition">
        <pc:chgData name="贾洪勇" userId="c61acc37-df11-4a3b-9efd-dde9ef084f5f" providerId="ADAL" clId="{F8773AA1-0ECB-449C-A6FE-AD4DBFDB5C1C}" dt="2022-03-18T11:42:50.755" v="173" actId="20577"/>
        <pc:sldMkLst>
          <pc:docMk/>
          <pc:sldMk cId="3118523811" sldId="416"/>
        </pc:sldMkLst>
        <pc:spChg chg="mod">
          <ac:chgData name="贾洪勇" userId="c61acc37-df11-4a3b-9efd-dde9ef084f5f" providerId="ADAL" clId="{F8773AA1-0ECB-449C-A6FE-AD4DBFDB5C1C}" dt="2022-03-18T11:42:50.755" v="173" actId="20577"/>
          <ac:spMkLst>
            <pc:docMk/>
            <pc:sldMk cId="3118523811" sldId="416"/>
            <ac:spMk id="8" creationId="{36D9FA71-E15F-4293-B899-2CD7D0BA3C56}"/>
          </ac:spMkLst>
        </pc:spChg>
      </pc:sldChg>
      <pc:sldChg chg="modSp mod modTransition">
        <pc:chgData name="贾洪勇" userId="c61acc37-df11-4a3b-9efd-dde9ef084f5f" providerId="ADAL" clId="{F8773AA1-0ECB-449C-A6FE-AD4DBFDB5C1C}" dt="2022-03-18T11:42:12.200" v="157" actId="1076"/>
        <pc:sldMkLst>
          <pc:docMk/>
          <pc:sldMk cId="2557786044" sldId="417"/>
        </pc:sldMkLst>
        <pc:spChg chg="mod">
          <ac:chgData name="贾洪勇" userId="c61acc37-df11-4a3b-9efd-dde9ef084f5f" providerId="ADAL" clId="{F8773AA1-0ECB-449C-A6FE-AD4DBFDB5C1C}" dt="2022-03-18T11:42:12.200" v="157" actId="1076"/>
          <ac:spMkLst>
            <pc:docMk/>
            <pc:sldMk cId="2557786044" sldId="417"/>
            <ac:spMk id="3" creationId="{ADDBE1A4-5187-4496-8D14-B601D22E392A}"/>
          </ac:spMkLst>
        </pc:spChg>
      </pc:sldChg>
      <pc:sldChg chg="modSp mod modTransition">
        <pc:chgData name="贾洪勇" userId="c61acc37-df11-4a3b-9efd-dde9ef084f5f" providerId="ADAL" clId="{F8773AA1-0ECB-449C-A6FE-AD4DBFDB5C1C}" dt="2022-03-18T11:42:02.704" v="151"/>
        <pc:sldMkLst>
          <pc:docMk/>
          <pc:sldMk cId="2713124896" sldId="418"/>
        </pc:sldMkLst>
        <pc:spChg chg="mod">
          <ac:chgData name="贾洪勇" userId="c61acc37-df11-4a3b-9efd-dde9ef084f5f" providerId="ADAL" clId="{F8773AA1-0ECB-449C-A6FE-AD4DBFDB5C1C}" dt="2022-03-18T11:42:02.704" v="151"/>
          <ac:spMkLst>
            <pc:docMk/>
            <pc:sldMk cId="2713124896" sldId="418"/>
            <ac:spMk id="3" creationId="{ADDBE1A4-5187-4496-8D14-B601D22E392A}"/>
          </ac:spMkLst>
        </pc:spChg>
      </pc:sldChg>
      <pc:sldChg chg="modSp mod modTransition">
        <pc:chgData name="贾洪勇" userId="c61acc37-df11-4a3b-9efd-dde9ef084f5f" providerId="ADAL" clId="{F8773AA1-0ECB-449C-A6FE-AD4DBFDB5C1C}" dt="2022-03-18T11:41:56.778" v="146"/>
        <pc:sldMkLst>
          <pc:docMk/>
          <pc:sldMk cId="1063583134" sldId="419"/>
        </pc:sldMkLst>
        <pc:spChg chg="mod">
          <ac:chgData name="贾洪勇" userId="c61acc37-df11-4a3b-9efd-dde9ef084f5f" providerId="ADAL" clId="{F8773AA1-0ECB-449C-A6FE-AD4DBFDB5C1C}" dt="2022-03-18T11:41:56.778" v="146"/>
          <ac:spMkLst>
            <pc:docMk/>
            <pc:sldMk cId="1063583134" sldId="419"/>
            <ac:spMk id="3" creationId="{ADDBE1A4-5187-4496-8D14-B601D22E392A}"/>
          </ac:spMkLst>
        </pc:spChg>
      </pc:sldChg>
      <pc:sldChg chg="modSp mod modTransition">
        <pc:chgData name="贾洪勇" userId="c61acc37-df11-4a3b-9efd-dde9ef084f5f" providerId="ADAL" clId="{F8773AA1-0ECB-449C-A6FE-AD4DBFDB5C1C}" dt="2022-03-18T11:41:50.778" v="141"/>
        <pc:sldMkLst>
          <pc:docMk/>
          <pc:sldMk cId="1201457307" sldId="420"/>
        </pc:sldMkLst>
        <pc:spChg chg="mod">
          <ac:chgData name="贾洪勇" userId="c61acc37-df11-4a3b-9efd-dde9ef084f5f" providerId="ADAL" clId="{F8773AA1-0ECB-449C-A6FE-AD4DBFDB5C1C}" dt="2022-03-18T11:41:50.778" v="141"/>
          <ac:spMkLst>
            <pc:docMk/>
            <pc:sldMk cId="1201457307" sldId="420"/>
            <ac:spMk id="3" creationId="{ADDBE1A4-5187-4496-8D14-B601D22E392A}"/>
          </ac:spMkLst>
        </pc:spChg>
      </pc:sldChg>
      <pc:sldChg chg="modSp mod modTransition">
        <pc:chgData name="贾洪勇" userId="c61acc37-df11-4a3b-9efd-dde9ef084f5f" providerId="ADAL" clId="{F8773AA1-0ECB-449C-A6FE-AD4DBFDB5C1C}" dt="2022-03-18T11:41:46.357" v="136" actId="1076"/>
        <pc:sldMkLst>
          <pc:docMk/>
          <pc:sldMk cId="3590644022" sldId="421"/>
        </pc:sldMkLst>
        <pc:spChg chg="mod">
          <ac:chgData name="贾洪勇" userId="c61acc37-df11-4a3b-9efd-dde9ef084f5f" providerId="ADAL" clId="{F8773AA1-0ECB-449C-A6FE-AD4DBFDB5C1C}" dt="2022-03-18T11:41:46.357" v="136" actId="1076"/>
          <ac:spMkLst>
            <pc:docMk/>
            <pc:sldMk cId="3590644022" sldId="421"/>
            <ac:spMk id="3" creationId="{ADDBE1A4-5187-4496-8D14-B601D22E392A}"/>
          </ac:spMkLst>
        </pc:spChg>
      </pc:sldChg>
      <pc:sldChg chg="modSp mod modTransition">
        <pc:chgData name="贾洪勇" userId="c61acc37-df11-4a3b-9efd-dde9ef084f5f" providerId="ADAL" clId="{F8773AA1-0ECB-449C-A6FE-AD4DBFDB5C1C}" dt="2022-03-18T11:41:36.363" v="130"/>
        <pc:sldMkLst>
          <pc:docMk/>
          <pc:sldMk cId="1243240414" sldId="422"/>
        </pc:sldMkLst>
        <pc:spChg chg="mod">
          <ac:chgData name="贾洪勇" userId="c61acc37-df11-4a3b-9efd-dde9ef084f5f" providerId="ADAL" clId="{F8773AA1-0ECB-449C-A6FE-AD4DBFDB5C1C}" dt="2022-03-18T11:41:36.363" v="130"/>
          <ac:spMkLst>
            <pc:docMk/>
            <pc:sldMk cId="1243240414" sldId="422"/>
            <ac:spMk id="3" creationId="{ADDBE1A4-5187-4496-8D14-B601D22E392A}"/>
          </ac:spMkLst>
        </pc:spChg>
      </pc:sldChg>
      <pc:sldChg chg="modSp mod modTransition">
        <pc:chgData name="贾洪勇" userId="c61acc37-df11-4a3b-9efd-dde9ef084f5f" providerId="ADAL" clId="{F8773AA1-0ECB-449C-A6FE-AD4DBFDB5C1C}" dt="2022-03-18T14:26:56.791" v="277" actId="1037"/>
        <pc:sldMkLst>
          <pc:docMk/>
          <pc:sldMk cId="3392252253" sldId="423"/>
        </pc:sldMkLst>
        <pc:spChg chg="mod">
          <ac:chgData name="贾洪勇" userId="c61acc37-df11-4a3b-9efd-dde9ef084f5f" providerId="ADAL" clId="{F8773AA1-0ECB-449C-A6FE-AD4DBFDB5C1C}" dt="2022-03-18T14:26:56.791" v="277" actId="1037"/>
          <ac:spMkLst>
            <pc:docMk/>
            <pc:sldMk cId="3392252253" sldId="423"/>
            <ac:spMk id="3" creationId="{ADDBE1A4-5187-4496-8D14-B601D22E392A}"/>
          </ac:spMkLst>
        </pc:spChg>
      </pc:sldChg>
      <pc:sldChg chg="modSp mod modTransition">
        <pc:chgData name="贾洪勇" userId="c61acc37-df11-4a3b-9efd-dde9ef084f5f" providerId="ADAL" clId="{F8773AA1-0ECB-449C-A6FE-AD4DBFDB5C1C}" dt="2022-03-18T14:26:59.410" v="278" actId="1037"/>
        <pc:sldMkLst>
          <pc:docMk/>
          <pc:sldMk cId="3008393032" sldId="424"/>
        </pc:sldMkLst>
        <pc:spChg chg="mod">
          <ac:chgData name="贾洪勇" userId="c61acc37-df11-4a3b-9efd-dde9ef084f5f" providerId="ADAL" clId="{F8773AA1-0ECB-449C-A6FE-AD4DBFDB5C1C}" dt="2022-03-18T14:26:59.410" v="278" actId="1037"/>
          <ac:spMkLst>
            <pc:docMk/>
            <pc:sldMk cId="3008393032" sldId="424"/>
            <ac:spMk id="3" creationId="{ADDBE1A4-5187-4496-8D14-B601D22E392A}"/>
          </ac:spMkLst>
        </pc:spChg>
      </pc:sldChg>
      <pc:sldChg chg="modSp mod modTransition">
        <pc:chgData name="贾洪勇" userId="c61acc37-df11-4a3b-9efd-dde9ef084f5f" providerId="ADAL" clId="{F8773AA1-0ECB-449C-A6FE-AD4DBFDB5C1C}" dt="2022-03-18T11:41:14.406" v="114" actId="1076"/>
        <pc:sldMkLst>
          <pc:docMk/>
          <pc:sldMk cId="1736205307" sldId="425"/>
        </pc:sldMkLst>
        <pc:spChg chg="mod">
          <ac:chgData name="贾洪勇" userId="c61acc37-df11-4a3b-9efd-dde9ef084f5f" providerId="ADAL" clId="{F8773AA1-0ECB-449C-A6FE-AD4DBFDB5C1C}" dt="2022-03-18T11:41:14.406" v="114" actId="1076"/>
          <ac:spMkLst>
            <pc:docMk/>
            <pc:sldMk cId="1736205307" sldId="425"/>
            <ac:spMk id="3" creationId="{ADDBE1A4-5187-4496-8D14-B601D22E392A}"/>
          </ac:spMkLst>
        </pc:spChg>
      </pc:sldChg>
      <pc:sldChg chg="modSp mod modTransition">
        <pc:chgData name="贾洪勇" userId="c61acc37-df11-4a3b-9efd-dde9ef084f5f" providerId="ADAL" clId="{F8773AA1-0ECB-449C-A6FE-AD4DBFDB5C1C}" dt="2022-03-18T11:41:04.304" v="108" actId="1076"/>
        <pc:sldMkLst>
          <pc:docMk/>
          <pc:sldMk cId="204187897" sldId="426"/>
        </pc:sldMkLst>
        <pc:spChg chg="mod">
          <ac:chgData name="贾洪勇" userId="c61acc37-df11-4a3b-9efd-dde9ef084f5f" providerId="ADAL" clId="{F8773AA1-0ECB-449C-A6FE-AD4DBFDB5C1C}" dt="2022-03-18T11:41:04.304" v="108" actId="1076"/>
          <ac:spMkLst>
            <pc:docMk/>
            <pc:sldMk cId="204187897" sldId="426"/>
            <ac:spMk id="3" creationId="{ADDBE1A4-5187-4496-8D14-B601D22E392A}"/>
          </ac:spMkLst>
        </pc:spChg>
      </pc:sldChg>
      <pc:sldChg chg="modSp mod modTransition">
        <pc:chgData name="贾洪勇" userId="c61acc37-df11-4a3b-9efd-dde9ef084f5f" providerId="ADAL" clId="{F8773AA1-0ECB-449C-A6FE-AD4DBFDB5C1C}" dt="2022-03-18T11:40:53.960" v="102" actId="1076"/>
        <pc:sldMkLst>
          <pc:docMk/>
          <pc:sldMk cId="3522320116" sldId="427"/>
        </pc:sldMkLst>
        <pc:spChg chg="mod">
          <ac:chgData name="贾洪勇" userId="c61acc37-df11-4a3b-9efd-dde9ef084f5f" providerId="ADAL" clId="{F8773AA1-0ECB-449C-A6FE-AD4DBFDB5C1C}" dt="2022-03-18T11:40:53.960" v="102" actId="1076"/>
          <ac:spMkLst>
            <pc:docMk/>
            <pc:sldMk cId="3522320116" sldId="427"/>
            <ac:spMk id="3" creationId="{ADDBE1A4-5187-4496-8D14-B601D22E392A}"/>
          </ac:spMkLst>
        </pc:spChg>
      </pc:sldChg>
      <pc:sldChg chg="addSp delSp modSp mod modTransition">
        <pc:chgData name="贾洪勇" userId="c61acc37-df11-4a3b-9efd-dde9ef084f5f" providerId="ADAL" clId="{F8773AA1-0ECB-449C-A6FE-AD4DBFDB5C1C}" dt="2022-03-18T11:40:34.905" v="96"/>
        <pc:sldMkLst>
          <pc:docMk/>
          <pc:sldMk cId="1421572176" sldId="428"/>
        </pc:sldMkLst>
        <pc:spChg chg="del">
          <ac:chgData name="贾洪勇" userId="c61acc37-df11-4a3b-9efd-dde9ef084f5f" providerId="ADAL" clId="{F8773AA1-0ECB-449C-A6FE-AD4DBFDB5C1C}" dt="2022-03-18T11:40:33.552" v="95" actId="478"/>
          <ac:spMkLst>
            <pc:docMk/>
            <pc:sldMk cId="1421572176" sldId="428"/>
            <ac:spMk id="3" creationId="{ADDBE1A4-5187-4496-8D14-B601D22E392A}"/>
          </ac:spMkLst>
        </pc:spChg>
        <pc:spChg chg="add mod">
          <ac:chgData name="贾洪勇" userId="c61acc37-df11-4a3b-9efd-dde9ef084f5f" providerId="ADAL" clId="{F8773AA1-0ECB-449C-A6FE-AD4DBFDB5C1C}" dt="2022-03-18T11:40:34.905" v="96"/>
          <ac:spMkLst>
            <pc:docMk/>
            <pc:sldMk cId="1421572176" sldId="428"/>
            <ac:spMk id="5" creationId="{24ACB2CB-FF60-4C03-B363-049DEE221F21}"/>
          </ac:spMkLst>
        </pc:spChg>
      </pc:sldChg>
      <pc:sldChg chg="addSp delSp modSp mod modTransition">
        <pc:chgData name="贾洪勇" userId="c61acc37-df11-4a3b-9efd-dde9ef084f5f" providerId="ADAL" clId="{F8773AA1-0ECB-449C-A6FE-AD4DBFDB5C1C}" dt="2022-03-18T11:40:28.367" v="94"/>
        <pc:sldMkLst>
          <pc:docMk/>
          <pc:sldMk cId="1633014289" sldId="429"/>
        </pc:sldMkLst>
        <pc:spChg chg="del">
          <ac:chgData name="贾洪勇" userId="c61acc37-df11-4a3b-9efd-dde9ef084f5f" providerId="ADAL" clId="{F8773AA1-0ECB-449C-A6FE-AD4DBFDB5C1C}" dt="2022-03-18T11:40:27.049" v="93" actId="478"/>
          <ac:spMkLst>
            <pc:docMk/>
            <pc:sldMk cId="1633014289" sldId="429"/>
            <ac:spMk id="3" creationId="{ADDBE1A4-5187-4496-8D14-B601D22E392A}"/>
          </ac:spMkLst>
        </pc:spChg>
        <pc:spChg chg="add mod">
          <ac:chgData name="贾洪勇" userId="c61acc37-df11-4a3b-9efd-dde9ef084f5f" providerId="ADAL" clId="{F8773AA1-0ECB-449C-A6FE-AD4DBFDB5C1C}" dt="2022-03-18T11:40:28.367" v="94"/>
          <ac:spMkLst>
            <pc:docMk/>
            <pc:sldMk cId="1633014289" sldId="429"/>
            <ac:spMk id="5" creationId="{ABA0C37D-32A7-461C-B180-9A2A96078D36}"/>
          </ac:spMkLst>
        </pc:spChg>
      </pc:sldChg>
      <pc:sldChg chg="addSp delSp modSp add mod modTransition">
        <pc:chgData name="贾洪勇" userId="c61acc37-df11-4a3b-9efd-dde9ef084f5f" providerId="ADAL" clId="{F8773AA1-0ECB-449C-A6FE-AD4DBFDB5C1C}" dt="2022-03-18T11:40:21.847" v="92"/>
        <pc:sldMkLst>
          <pc:docMk/>
          <pc:sldMk cId="867532253" sldId="430"/>
        </pc:sldMkLst>
        <pc:spChg chg="del mod">
          <ac:chgData name="贾洪勇" userId="c61acc37-df11-4a3b-9efd-dde9ef084f5f" providerId="ADAL" clId="{F8773AA1-0ECB-449C-A6FE-AD4DBFDB5C1C}" dt="2022-03-18T11:40:20.617" v="91" actId="478"/>
          <ac:spMkLst>
            <pc:docMk/>
            <pc:sldMk cId="867532253" sldId="430"/>
            <ac:spMk id="3" creationId="{ADDBE1A4-5187-4496-8D14-B601D22E392A}"/>
          </ac:spMkLst>
        </pc:spChg>
        <pc:spChg chg="add mod">
          <ac:chgData name="贾洪勇" userId="c61acc37-df11-4a3b-9efd-dde9ef084f5f" providerId="ADAL" clId="{F8773AA1-0ECB-449C-A6FE-AD4DBFDB5C1C}" dt="2022-03-18T11:40:21.847" v="92"/>
          <ac:spMkLst>
            <pc:docMk/>
            <pc:sldMk cId="867532253" sldId="430"/>
            <ac:spMk id="5" creationId="{CC75B1FB-BC07-4C48-BA9F-D2976F762A7E}"/>
          </ac:spMkLst>
        </pc:spChg>
        <pc:spChg chg="mod">
          <ac:chgData name="贾洪勇" userId="c61acc37-df11-4a3b-9efd-dde9ef084f5f" providerId="ADAL" clId="{F8773AA1-0ECB-449C-A6FE-AD4DBFDB5C1C}" dt="2022-03-18T10:22:39.834" v="16" actId="6549"/>
          <ac:spMkLst>
            <pc:docMk/>
            <pc:sldMk cId="867532253" sldId="430"/>
            <ac:spMk id="32772" creationId="{6914F806-C5C4-4CD2-99FF-7B69A4513B30}"/>
          </ac:spMkLst>
        </pc:spChg>
      </pc:sldChg>
      <pc:sldChg chg="addSp delSp modSp add mod modTransition">
        <pc:chgData name="贾洪勇" userId="c61acc37-df11-4a3b-9efd-dde9ef084f5f" providerId="ADAL" clId="{F8773AA1-0ECB-449C-A6FE-AD4DBFDB5C1C}" dt="2022-03-18T11:40:17.847" v="90"/>
        <pc:sldMkLst>
          <pc:docMk/>
          <pc:sldMk cId="392371696" sldId="431"/>
        </pc:sldMkLst>
        <pc:spChg chg="del">
          <ac:chgData name="贾洪勇" userId="c61acc37-df11-4a3b-9efd-dde9ef084f5f" providerId="ADAL" clId="{F8773AA1-0ECB-449C-A6FE-AD4DBFDB5C1C}" dt="2022-03-18T11:40:16.656" v="89" actId="478"/>
          <ac:spMkLst>
            <pc:docMk/>
            <pc:sldMk cId="392371696" sldId="431"/>
            <ac:spMk id="3" creationId="{ADDBE1A4-5187-4496-8D14-B601D22E392A}"/>
          </ac:spMkLst>
        </pc:spChg>
        <pc:spChg chg="add mod">
          <ac:chgData name="贾洪勇" userId="c61acc37-df11-4a3b-9efd-dde9ef084f5f" providerId="ADAL" clId="{F8773AA1-0ECB-449C-A6FE-AD4DBFDB5C1C}" dt="2022-03-18T11:40:17.847" v="90"/>
          <ac:spMkLst>
            <pc:docMk/>
            <pc:sldMk cId="392371696" sldId="431"/>
            <ac:spMk id="5" creationId="{D5F88D89-5646-43EC-80A7-73FC4E989380}"/>
          </ac:spMkLst>
        </pc:spChg>
        <pc:spChg chg="mod">
          <ac:chgData name="贾洪勇" userId="c61acc37-df11-4a3b-9efd-dde9ef084f5f" providerId="ADAL" clId="{F8773AA1-0ECB-449C-A6FE-AD4DBFDB5C1C}" dt="2022-03-18T10:23:58.013" v="24" actId="1076"/>
          <ac:spMkLst>
            <pc:docMk/>
            <pc:sldMk cId="392371696" sldId="431"/>
            <ac:spMk id="32772" creationId="{6914F806-C5C4-4CD2-99FF-7B69A4513B30}"/>
          </ac:spMkLst>
        </pc:spChg>
      </pc:sldChg>
      <pc:sldChg chg="addSp delSp modSp add mod modAnim">
        <pc:chgData name="贾洪勇" userId="c61acc37-df11-4a3b-9efd-dde9ef084f5f" providerId="ADAL" clId="{F8773AA1-0ECB-449C-A6FE-AD4DBFDB5C1C}" dt="2022-03-18T11:43:44.335" v="177" actId="166"/>
        <pc:sldMkLst>
          <pc:docMk/>
          <pc:sldMk cId="362513179" sldId="432"/>
        </pc:sldMkLst>
        <pc:spChg chg="del">
          <ac:chgData name="贾洪勇" userId="c61acc37-df11-4a3b-9efd-dde9ef084f5f" providerId="ADAL" clId="{F8773AA1-0ECB-449C-A6FE-AD4DBFDB5C1C}" dt="2022-03-18T11:40:05.149" v="86" actId="478"/>
          <ac:spMkLst>
            <pc:docMk/>
            <pc:sldMk cId="362513179" sldId="432"/>
            <ac:spMk id="3" creationId="{ADDBE1A4-5187-4496-8D14-B601D22E392A}"/>
          </ac:spMkLst>
        </pc:spChg>
        <pc:spChg chg="add mod">
          <ac:chgData name="贾洪勇" userId="c61acc37-df11-4a3b-9efd-dde9ef084f5f" providerId="ADAL" clId="{F8773AA1-0ECB-449C-A6FE-AD4DBFDB5C1C}" dt="2022-03-18T11:40:06.499" v="87"/>
          <ac:spMkLst>
            <pc:docMk/>
            <pc:sldMk cId="362513179" sldId="432"/>
            <ac:spMk id="7" creationId="{1349F596-5BC8-4844-8F4A-95E958209910}"/>
          </ac:spMkLst>
        </pc:spChg>
        <pc:spChg chg="mod">
          <ac:chgData name="贾洪勇" userId="c61acc37-df11-4a3b-9efd-dde9ef084f5f" providerId="ADAL" clId="{F8773AA1-0ECB-449C-A6FE-AD4DBFDB5C1C}" dt="2022-03-18T10:26:37.356" v="38"/>
          <ac:spMkLst>
            <pc:docMk/>
            <pc:sldMk cId="362513179" sldId="432"/>
            <ac:spMk id="32772" creationId="{6914F806-C5C4-4CD2-99FF-7B69A4513B30}"/>
          </ac:spMkLst>
        </pc:spChg>
        <pc:picChg chg="add mod ord">
          <ac:chgData name="贾洪勇" userId="c61acc37-df11-4a3b-9efd-dde9ef084f5f" providerId="ADAL" clId="{F8773AA1-0ECB-449C-A6FE-AD4DBFDB5C1C}" dt="2022-03-18T11:43:44.335" v="177" actId="166"/>
          <ac:picMkLst>
            <pc:docMk/>
            <pc:sldMk cId="362513179" sldId="432"/>
            <ac:picMk id="4" creationId="{A47D00B7-04B9-4692-8E8E-D425E104207F}"/>
          </ac:picMkLst>
        </pc:picChg>
      </pc:sldChg>
      <pc:sldChg chg="addSp delSp modSp add mod delAnim modAnim">
        <pc:chgData name="贾洪勇" userId="c61acc37-df11-4a3b-9efd-dde9ef084f5f" providerId="ADAL" clId="{F8773AA1-0ECB-449C-A6FE-AD4DBFDB5C1C}" dt="2022-03-18T11:44:03.559" v="178" actId="166"/>
        <pc:sldMkLst>
          <pc:docMk/>
          <pc:sldMk cId="1391141258" sldId="433"/>
        </pc:sldMkLst>
        <pc:spChg chg="del">
          <ac:chgData name="贾洪勇" userId="c61acc37-df11-4a3b-9efd-dde9ef084f5f" providerId="ADAL" clId="{F8773AA1-0ECB-449C-A6FE-AD4DBFDB5C1C}" dt="2022-03-18T11:39:51.516" v="82" actId="478"/>
          <ac:spMkLst>
            <pc:docMk/>
            <pc:sldMk cId="1391141258" sldId="433"/>
            <ac:spMk id="3" creationId="{ADDBE1A4-5187-4496-8D14-B601D22E392A}"/>
          </ac:spMkLst>
        </pc:spChg>
        <pc:spChg chg="add mod">
          <ac:chgData name="贾洪勇" userId="c61acc37-df11-4a3b-9efd-dde9ef084f5f" providerId="ADAL" clId="{F8773AA1-0ECB-449C-A6FE-AD4DBFDB5C1C}" dt="2022-03-18T11:39:52.975" v="83"/>
          <ac:spMkLst>
            <pc:docMk/>
            <pc:sldMk cId="1391141258" sldId="433"/>
            <ac:spMk id="8" creationId="{C108CF99-1384-48B4-A9D7-EC05020D1E82}"/>
          </ac:spMkLst>
        </pc:spChg>
        <pc:spChg chg="mod">
          <ac:chgData name="贾洪勇" userId="c61acc37-df11-4a3b-9efd-dde9ef084f5f" providerId="ADAL" clId="{F8773AA1-0ECB-449C-A6FE-AD4DBFDB5C1C}" dt="2022-03-18T10:31:13.384" v="53"/>
          <ac:spMkLst>
            <pc:docMk/>
            <pc:sldMk cId="1391141258" sldId="433"/>
            <ac:spMk id="32772" creationId="{6914F806-C5C4-4CD2-99FF-7B69A4513B30}"/>
          </ac:spMkLst>
        </pc:spChg>
        <pc:picChg chg="del">
          <ac:chgData name="贾洪勇" userId="c61acc37-df11-4a3b-9efd-dde9ef084f5f" providerId="ADAL" clId="{F8773AA1-0ECB-449C-A6FE-AD4DBFDB5C1C}" dt="2022-03-18T10:31:08.423" v="52" actId="478"/>
          <ac:picMkLst>
            <pc:docMk/>
            <pc:sldMk cId="1391141258" sldId="433"/>
            <ac:picMk id="4" creationId="{A47D00B7-04B9-4692-8E8E-D425E104207F}"/>
          </ac:picMkLst>
        </pc:picChg>
        <pc:picChg chg="add mod ord">
          <ac:chgData name="贾洪勇" userId="c61acc37-df11-4a3b-9efd-dde9ef084f5f" providerId="ADAL" clId="{F8773AA1-0ECB-449C-A6FE-AD4DBFDB5C1C}" dt="2022-03-18T11:44:03.559" v="178" actId="166"/>
          <ac:picMkLst>
            <pc:docMk/>
            <pc:sldMk cId="1391141258" sldId="433"/>
            <ac:picMk id="5" creationId="{0FB113E7-E519-478E-BE24-72513E041FEC}"/>
          </ac:picMkLst>
        </pc:picChg>
      </pc:sldChg>
      <pc:sldChg chg="addSp delSp modSp add mod delAnim modAnim">
        <pc:chgData name="贾洪勇" userId="c61acc37-df11-4a3b-9efd-dde9ef084f5f" providerId="ADAL" clId="{F8773AA1-0ECB-449C-A6FE-AD4DBFDB5C1C}" dt="2022-03-18T11:44:10.105" v="179" actId="166"/>
        <pc:sldMkLst>
          <pc:docMk/>
          <pc:sldMk cId="774545259" sldId="434"/>
        </pc:sldMkLst>
        <pc:spChg chg="del">
          <ac:chgData name="贾洪勇" userId="c61acc37-df11-4a3b-9efd-dde9ef084f5f" providerId="ADAL" clId="{F8773AA1-0ECB-449C-A6FE-AD4DBFDB5C1C}" dt="2022-03-18T11:39:36.318" v="78" actId="478"/>
          <ac:spMkLst>
            <pc:docMk/>
            <pc:sldMk cId="774545259" sldId="434"/>
            <ac:spMk id="3" creationId="{ADDBE1A4-5187-4496-8D14-B601D22E392A}"/>
          </ac:spMkLst>
        </pc:spChg>
        <pc:spChg chg="add del mod">
          <ac:chgData name="贾洪勇" userId="c61acc37-df11-4a3b-9efd-dde9ef084f5f" providerId="ADAL" clId="{F8773AA1-0ECB-449C-A6FE-AD4DBFDB5C1C}" dt="2022-03-18T11:39:34.854" v="77"/>
          <ac:spMkLst>
            <pc:docMk/>
            <pc:sldMk cId="774545259" sldId="434"/>
            <ac:spMk id="8" creationId="{60139E19-C84A-42DE-A4E5-A5183E411290}"/>
          </ac:spMkLst>
        </pc:spChg>
        <pc:spChg chg="add mod">
          <ac:chgData name="贾洪勇" userId="c61acc37-df11-4a3b-9efd-dde9ef084f5f" providerId="ADAL" clId="{F8773AA1-0ECB-449C-A6FE-AD4DBFDB5C1C}" dt="2022-03-18T11:39:37.725" v="79"/>
          <ac:spMkLst>
            <pc:docMk/>
            <pc:sldMk cId="774545259" sldId="434"/>
            <ac:spMk id="9" creationId="{78B4FA33-F8BF-42F1-949E-9CF20EFD23FF}"/>
          </ac:spMkLst>
        </pc:spChg>
        <pc:spChg chg="mod">
          <ac:chgData name="贾洪勇" userId="c61acc37-df11-4a3b-9efd-dde9ef084f5f" providerId="ADAL" clId="{F8773AA1-0ECB-449C-A6FE-AD4DBFDB5C1C}" dt="2022-03-18T10:33:29.270" v="62"/>
          <ac:spMkLst>
            <pc:docMk/>
            <pc:sldMk cId="774545259" sldId="434"/>
            <ac:spMk id="32772" creationId="{6914F806-C5C4-4CD2-99FF-7B69A4513B30}"/>
          </ac:spMkLst>
        </pc:spChg>
        <pc:picChg chg="add mod ord">
          <ac:chgData name="贾洪勇" userId="c61acc37-df11-4a3b-9efd-dde9ef084f5f" providerId="ADAL" clId="{F8773AA1-0ECB-449C-A6FE-AD4DBFDB5C1C}" dt="2022-03-18T11:44:10.105" v="179" actId="166"/>
          <ac:picMkLst>
            <pc:docMk/>
            <pc:sldMk cId="774545259" sldId="434"/>
            <ac:picMk id="4" creationId="{3980B557-A963-4110-90FB-88A333099505}"/>
          </ac:picMkLst>
        </pc:picChg>
        <pc:picChg chg="del">
          <ac:chgData name="贾洪勇" userId="c61acc37-df11-4a3b-9efd-dde9ef084f5f" providerId="ADAL" clId="{F8773AA1-0ECB-449C-A6FE-AD4DBFDB5C1C}" dt="2022-03-18T10:33:23.136" v="61" actId="478"/>
          <ac:picMkLst>
            <pc:docMk/>
            <pc:sldMk cId="774545259" sldId="434"/>
            <ac:picMk id="5" creationId="{0FB113E7-E519-478E-BE24-72513E041FEC}"/>
          </ac:picMkLst>
        </pc:picChg>
      </pc:sldChg>
      <pc:sldChg chg="add del">
        <pc:chgData name="贾洪勇" userId="c61acc37-df11-4a3b-9efd-dde9ef084f5f" providerId="ADAL" clId="{F8773AA1-0ECB-449C-A6FE-AD4DBFDB5C1C}" dt="2022-03-18T10:33:09.788" v="59" actId="47"/>
        <pc:sldMkLst>
          <pc:docMk/>
          <pc:sldMk cId="2161464219" sldId="434"/>
        </pc:sldMkLst>
      </pc:sldChg>
      <pc:sldChg chg="delSp modSp add mod delAnim">
        <pc:chgData name="贾洪勇" userId="c61acc37-df11-4a3b-9efd-dde9ef084f5f" providerId="ADAL" clId="{F8773AA1-0ECB-449C-A6FE-AD4DBFDB5C1C}" dt="2022-03-18T11:39:23.231" v="74" actId="1076"/>
        <pc:sldMkLst>
          <pc:docMk/>
          <pc:sldMk cId="375211103" sldId="435"/>
        </pc:sldMkLst>
        <pc:spChg chg="mod">
          <ac:chgData name="贾洪勇" userId="c61acc37-df11-4a3b-9efd-dde9ef084f5f" providerId="ADAL" clId="{F8773AA1-0ECB-449C-A6FE-AD4DBFDB5C1C}" dt="2022-03-18T11:39:23.231" v="74" actId="1076"/>
          <ac:spMkLst>
            <pc:docMk/>
            <pc:sldMk cId="375211103" sldId="435"/>
            <ac:spMk id="3" creationId="{ADDBE1A4-5187-4496-8D14-B601D22E392A}"/>
          </ac:spMkLst>
        </pc:spChg>
        <pc:spChg chg="mod">
          <ac:chgData name="贾洪勇" userId="c61acc37-df11-4a3b-9efd-dde9ef084f5f" providerId="ADAL" clId="{F8773AA1-0ECB-449C-A6FE-AD4DBFDB5C1C}" dt="2022-03-18T10:35:40.710" v="67"/>
          <ac:spMkLst>
            <pc:docMk/>
            <pc:sldMk cId="375211103" sldId="435"/>
            <ac:spMk id="32772" creationId="{6914F806-C5C4-4CD2-99FF-7B69A4513B30}"/>
          </ac:spMkLst>
        </pc:spChg>
        <pc:picChg chg="del">
          <ac:chgData name="贾洪勇" userId="c61acc37-df11-4a3b-9efd-dde9ef084f5f" providerId="ADAL" clId="{F8773AA1-0ECB-449C-A6FE-AD4DBFDB5C1C}" dt="2022-03-18T10:35:35.396" v="66" actId="478"/>
          <ac:picMkLst>
            <pc:docMk/>
            <pc:sldMk cId="375211103" sldId="435"/>
            <ac:picMk id="4" creationId="{3980B557-A963-4110-90FB-88A333099505}"/>
          </ac:picMkLst>
        </pc:picChg>
      </pc:sldChg>
      <pc:sldChg chg="addSp delSp modSp new mod delAnim modAnim">
        <pc:chgData name="贾洪勇" userId="c61acc37-df11-4a3b-9efd-dde9ef084f5f" providerId="ADAL" clId="{F8773AA1-0ECB-449C-A6FE-AD4DBFDB5C1C}" dt="2022-03-19T13:37:43.489" v="1048" actId="1076"/>
        <pc:sldMkLst>
          <pc:docMk/>
          <pc:sldMk cId="3932278203" sldId="436"/>
        </pc:sldMkLst>
        <pc:spChg chg="mod">
          <ac:chgData name="贾洪勇" userId="c61acc37-df11-4a3b-9efd-dde9ef084f5f" providerId="ADAL" clId="{F8773AA1-0ECB-449C-A6FE-AD4DBFDB5C1C}" dt="2022-03-19T09:32:48.081" v="309"/>
          <ac:spMkLst>
            <pc:docMk/>
            <pc:sldMk cId="3932278203" sldId="436"/>
            <ac:spMk id="2" creationId="{79126C91-0B00-423F-8DCB-23FEE714202B}"/>
          </ac:spMkLst>
        </pc:spChg>
        <pc:spChg chg="del">
          <ac:chgData name="贾洪勇" userId="c61acc37-df11-4a3b-9efd-dde9ef084f5f" providerId="ADAL" clId="{F8773AA1-0ECB-449C-A6FE-AD4DBFDB5C1C}" dt="2022-03-19T09:34:49.049" v="310" actId="22"/>
          <ac:spMkLst>
            <pc:docMk/>
            <pc:sldMk cId="3932278203" sldId="436"/>
            <ac:spMk id="3" creationId="{A587783F-6995-4268-B409-D6583353961A}"/>
          </ac:spMkLst>
        </pc:spChg>
        <pc:spChg chg="add del mod">
          <ac:chgData name="贾洪勇" userId="c61acc37-df11-4a3b-9efd-dde9ef084f5f" providerId="ADAL" clId="{F8773AA1-0ECB-449C-A6FE-AD4DBFDB5C1C}" dt="2022-03-19T13:29:32.662" v="1037" actId="22"/>
          <ac:spMkLst>
            <pc:docMk/>
            <pc:sldMk cId="3932278203" sldId="436"/>
            <ac:spMk id="7" creationId="{B9248FDC-5C18-4E41-A188-31EB4DA714E8}"/>
          </ac:spMkLst>
        </pc:spChg>
        <pc:spChg chg="add del mod">
          <ac:chgData name="贾洪勇" userId="c61acc37-df11-4a3b-9efd-dde9ef084f5f" providerId="ADAL" clId="{F8773AA1-0ECB-449C-A6FE-AD4DBFDB5C1C}" dt="2022-03-19T13:37:37.427" v="1046" actId="22"/>
          <ac:spMkLst>
            <pc:docMk/>
            <pc:sldMk cId="3932278203" sldId="436"/>
            <ac:spMk id="11" creationId="{F3FCD392-9257-4A65-AC9E-F860145286ED}"/>
          </ac:spMkLst>
        </pc:spChg>
        <pc:picChg chg="add del mod ord">
          <ac:chgData name="贾洪勇" userId="c61acc37-df11-4a3b-9efd-dde9ef084f5f" providerId="ADAL" clId="{F8773AA1-0ECB-449C-A6FE-AD4DBFDB5C1C}" dt="2022-03-19T13:29:29.977" v="1036" actId="478"/>
          <ac:picMkLst>
            <pc:docMk/>
            <pc:sldMk cId="3932278203" sldId="436"/>
            <ac:picMk id="6" creationId="{CEB74FA6-9B3C-40C7-A322-4492E7DB946C}"/>
          </ac:picMkLst>
        </pc:picChg>
        <pc:picChg chg="add del mod ord">
          <ac:chgData name="贾洪勇" userId="c61acc37-df11-4a3b-9efd-dde9ef084f5f" providerId="ADAL" clId="{F8773AA1-0ECB-449C-A6FE-AD4DBFDB5C1C}" dt="2022-03-19T13:37:35.233" v="1045" actId="478"/>
          <ac:picMkLst>
            <pc:docMk/>
            <pc:sldMk cId="3932278203" sldId="436"/>
            <ac:picMk id="9" creationId="{324E9904-6413-4660-80B7-6D717883BBD4}"/>
          </ac:picMkLst>
        </pc:picChg>
        <pc:picChg chg="add mod ord">
          <ac:chgData name="贾洪勇" userId="c61acc37-df11-4a3b-9efd-dde9ef084f5f" providerId="ADAL" clId="{F8773AA1-0ECB-449C-A6FE-AD4DBFDB5C1C}" dt="2022-03-19T13:37:43.489" v="1048" actId="1076"/>
          <ac:picMkLst>
            <pc:docMk/>
            <pc:sldMk cId="3932278203" sldId="436"/>
            <ac:picMk id="13" creationId="{780D606F-CC28-4C61-9D79-B6CCC16B62F9}"/>
          </ac:picMkLst>
        </pc:picChg>
      </pc:sldChg>
      <pc:sldChg chg="addSp delSp modSp new mod">
        <pc:chgData name="贾洪勇" userId="c61acc37-df11-4a3b-9efd-dde9ef084f5f" providerId="ADAL" clId="{F8773AA1-0ECB-449C-A6FE-AD4DBFDB5C1C}" dt="2022-03-19T09:59:00.903" v="531" actId="14861"/>
        <pc:sldMkLst>
          <pc:docMk/>
          <pc:sldMk cId="169223960" sldId="437"/>
        </pc:sldMkLst>
        <pc:spChg chg="mod">
          <ac:chgData name="贾洪勇" userId="c61acc37-df11-4a3b-9efd-dde9ef084f5f" providerId="ADAL" clId="{F8773AA1-0ECB-449C-A6FE-AD4DBFDB5C1C}" dt="2022-03-19T09:48:47.732" v="326"/>
          <ac:spMkLst>
            <pc:docMk/>
            <pc:sldMk cId="169223960" sldId="437"/>
            <ac:spMk id="2" creationId="{92E66A3D-3D38-4632-A036-B490F3026B8F}"/>
          </ac:spMkLst>
        </pc:spChg>
        <pc:spChg chg="del">
          <ac:chgData name="贾洪勇" userId="c61acc37-df11-4a3b-9efd-dde9ef084f5f" providerId="ADAL" clId="{F8773AA1-0ECB-449C-A6FE-AD4DBFDB5C1C}" dt="2022-03-19T09:48:51.669" v="327" actId="22"/>
          <ac:spMkLst>
            <pc:docMk/>
            <pc:sldMk cId="169223960" sldId="437"/>
            <ac:spMk id="3" creationId="{396F547A-3F35-41E6-9949-8F0FCEB088B4}"/>
          </ac:spMkLst>
        </pc:spChg>
        <pc:picChg chg="add mod ord">
          <ac:chgData name="贾洪勇" userId="c61acc37-df11-4a3b-9efd-dde9ef084f5f" providerId="ADAL" clId="{F8773AA1-0ECB-449C-A6FE-AD4DBFDB5C1C}" dt="2022-03-19T09:59:00.903" v="531" actId="14861"/>
          <ac:picMkLst>
            <pc:docMk/>
            <pc:sldMk cId="169223960" sldId="437"/>
            <ac:picMk id="6" creationId="{8D0FA7E5-AD00-4111-8045-70BDF25A3073}"/>
          </ac:picMkLst>
        </pc:picChg>
      </pc:sldChg>
      <pc:sldChg chg="addSp delSp modSp new mod delAnim modAnim">
        <pc:chgData name="贾洪勇" userId="c61acc37-df11-4a3b-9efd-dde9ef084f5f" providerId="ADAL" clId="{F8773AA1-0ECB-449C-A6FE-AD4DBFDB5C1C}" dt="2022-03-19T12:02:54.233" v="802"/>
        <pc:sldMkLst>
          <pc:docMk/>
          <pc:sldMk cId="1735181766" sldId="438"/>
        </pc:sldMkLst>
        <pc:spChg chg="mod">
          <ac:chgData name="贾洪勇" userId="c61acc37-df11-4a3b-9efd-dde9ef084f5f" providerId="ADAL" clId="{F8773AA1-0ECB-449C-A6FE-AD4DBFDB5C1C}" dt="2022-03-19T11:45:40.127" v="585" actId="1076"/>
          <ac:spMkLst>
            <pc:docMk/>
            <pc:sldMk cId="1735181766" sldId="438"/>
            <ac:spMk id="2" creationId="{3314DFAE-7898-4C44-8352-616E62ED907A}"/>
          </ac:spMkLst>
        </pc:spChg>
        <pc:spChg chg="del">
          <ac:chgData name="贾洪勇" userId="c61acc37-df11-4a3b-9efd-dde9ef084f5f" providerId="ADAL" clId="{F8773AA1-0ECB-449C-A6FE-AD4DBFDB5C1C}" dt="2022-03-19T11:51:53.765" v="698" actId="22"/>
          <ac:spMkLst>
            <pc:docMk/>
            <pc:sldMk cId="1735181766" sldId="438"/>
            <ac:spMk id="3" creationId="{5F61BFC6-C338-4D26-AF13-AEF53F19384E}"/>
          </ac:spMkLst>
        </pc:spChg>
        <pc:spChg chg="add del mod">
          <ac:chgData name="贾洪勇" userId="c61acc37-df11-4a3b-9efd-dde9ef084f5f" providerId="ADAL" clId="{F8773AA1-0ECB-449C-A6FE-AD4DBFDB5C1C}" dt="2022-03-19T11:54:14.565" v="716" actId="22"/>
          <ac:spMkLst>
            <pc:docMk/>
            <pc:sldMk cId="1735181766" sldId="438"/>
            <ac:spMk id="9" creationId="{8F093FCA-B0A6-497B-9536-5F093075E07D}"/>
          </ac:spMkLst>
        </pc:spChg>
        <pc:spChg chg="add del mod">
          <ac:chgData name="贾洪勇" userId="c61acc37-df11-4a3b-9efd-dde9ef084f5f" providerId="ADAL" clId="{F8773AA1-0ECB-449C-A6FE-AD4DBFDB5C1C}" dt="2022-03-19T12:01:47.381" v="792" actId="22"/>
          <ac:spMkLst>
            <pc:docMk/>
            <pc:sldMk cId="1735181766" sldId="438"/>
            <ac:spMk id="18" creationId="{E48DBE63-AAD6-4BED-A6FA-351402003A51}"/>
          </ac:spMkLst>
        </pc:spChg>
        <pc:picChg chg="add del mod ord">
          <ac:chgData name="贾洪勇" userId="c61acc37-df11-4a3b-9efd-dde9ef084f5f" providerId="ADAL" clId="{F8773AA1-0ECB-449C-A6FE-AD4DBFDB5C1C}" dt="2022-03-19T11:54:03.453" v="712" actId="478"/>
          <ac:picMkLst>
            <pc:docMk/>
            <pc:sldMk cId="1735181766" sldId="438"/>
            <ac:picMk id="6" creationId="{A47E8AED-5DCB-40A5-A531-8DFD788C830C}"/>
          </ac:picMkLst>
        </pc:picChg>
        <pc:picChg chg="add del mod">
          <ac:chgData name="贾洪勇" userId="c61acc37-df11-4a3b-9efd-dde9ef084f5f" providerId="ADAL" clId="{F8773AA1-0ECB-449C-A6FE-AD4DBFDB5C1C}" dt="2022-03-19T11:54:12.025" v="715" actId="478"/>
          <ac:picMkLst>
            <pc:docMk/>
            <pc:sldMk cId="1735181766" sldId="438"/>
            <ac:picMk id="8" creationId="{88F05571-F70E-4BED-A332-5790E3BCA539}"/>
          </ac:picMkLst>
        </pc:picChg>
        <pc:picChg chg="add del mod ord">
          <ac:chgData name="贾洪勇" userId="c61acc37-df11-4a3b-9efd-dde9ef084f5f" providerId="ADAL" clId="{F8773AA1-0ECB-449C-A6FE-AD4DBFDB5C1C}" dt="2022-03-19T12:01:37.778" v="789" actId="478"/>
          <ac:picMkLst>
            <pc:docMk/>
            <pc:sldMk cId="1735181766" sldId="438"/>
            <ac:picMk id="11" creationId="{78E8EFCE-9A3C-420B-B917-7B196BB5BC68}"/>
          </ac:picMkLst>
        </pc:picChg>
        <pc:picChg chg="add del mod">
          <ac:chgData name="贾洪勇" userId="c61acc37-df11-4a3b-9efd-dde9ef084f5f" providerId="ADAL" clId="{F8773AA1-0ECB-449C-A6FE-AD4DBFDB5C1C}" dt="2022-03-19T12:01:40.838" v="790" actId="478"/>
          <ac:picMkLst>
            <pc:docMk/>
            <pc:sldMk cId="1735181766" sldId="438"/>
            <ac:picMk id="13" creationId="{CA2465EA-6453-4A9B-BCC2-3D17710DDB74}"/>
          </ac:picMkLst>
        </pc:picChg>
        <pc:picChg chg="add del mod">
          <ac:chgData name="贾洪勇" userId="c61acc37-df11-4a3b-9efd-dde9ef084f5f" providerId="ADAL" clId="{F8773AA1-0ECB-449C-A6FE-AD4DBFDB5C1C}" dt="2022-03-19T12:01:44.639" v="791" actId="478"/>
          <ac:picMkLst>
            <pc:docMk/>
            <pc:sldMk cId="1735181766" sldId="438"/>
            <ac:picMk id="15" creationId="{E7464079-CBD6-434D-9B68-8552DFAE66E8}"/>
          </ac:picMkLst>
        </pc:picChg>
        <pc:picChg chg="add del mod">
          <ac:chgData name="贾洪勇" userId="c61acc37-df11-4a3b-9efd-dde9ef084f5f" providerId="ADAL" clId="{F8773AA1-0ECB-449C-A6FE-AD4DBFDB5C1C}" dt="2022-03-19T12:02:09.753" v="796" actId="478"/>
          <ac:picMkLst>
            <pc:docMk/>
            <pc:sldMk cId="1735181766" sldId="438"/>
            <ac:picMk id="17" creationId="{749F9F42-F163-4625-A8DB-21EC906BF9E0}"/>
          </ac:picMkLst>
        </pc:picChg>
        <pc:picChg chg="add mod ord">
          <ac:chgData name="贾洪勇" userId="c61acc37-df11-4a3b-9efd-dde9ef084f5f" providerId="ADAL" clId="{F8773AA1-0ECB-449C-A6FE-AD4DBFDB5C1C}" dt="2022-03-19T12:02:43.054" v="801" actId="1440"/>
          <ac:picMkLst>
            <pc:docMk/>
            <pc:sldMk cId="1735181766" sldId="438"/>
            <ac:picMk id="20" creationId="{16CA040C-98FF-49C3-8B48-A19F35B75B5A}"/>
          </ac:picMkLst>
        </pc:picChg>
      </pc:sldChg>
      <pc:sldChg chg="addSp delSp modSp new mod">
        <pc:chgData name="贾洪勇" userId="c61acc37-df11-4a3b-9efd-dde9ef084f5f" providerId="ADAL" clId="{F8773AA1-0ECB-449C-A6FE-AD4DBFDB5C1C}" dt="2022-03-19T12:04:25.155" v="809" actId="1036"/>
        <pc:sldMkLst>
          <pc:docMk/>
          <pc:sldMk cId="3706127996" sldId="439"/>
        </pc:sldMkLst>
        <pc:spChg chg="del">
          <ac:chgData name="贾洪勇" userId="c61acc37-df11-4a3b-9efd-dde9ef084f5f" providerId="ADAL" clId="{F8773AA1-0ECB-449C-A6FE-AD4DBFDB5C1C}" dt="2022-03-19T12:00:39.554" v="787" actId="22"/>
          <ac:spMkLst>
            <pc:docMk/>
            <pc:sldMk cId="3706127996" sldId="439"/>
            <ac:spMk id="3" creationId="{2F0FE36E-1ED1-4C49-A853-341A6759F12A}"/>
          </ac:spMkLst>
        </pc:spChg>
        <pc:picChg chg="add mod ord">
          <ac:chgData name="贾洪勇" userId="c61acc37-df11-4a3b-9efd-dde9ef084f5f" providerId="ADAL" clId="{F8773AA1-0ECB-449C-A6FE-AD4DBFDB5C1C}" dt="2022-03-19T12:04:25.155" v="809" actId="1036"/>
          <ac:picMkLst>
            <pc:docMk/>
            <pc:sldMk cId="3706127996" sldId="439"/>
            <ac:picMk id="6" creationId="{61049996-59CB-483B-825F-E99E796AAE3D}"/>
          </ac:picMkLst>
        </pc:picChg>
      </pc:sldChg>
      <pc:sldChg chg="addSp delSp modSp new mod modAnim">
        <pc:chgData name="贾洪勇" userId="c61acc37-df11-4a3b-9efd-dde9ef084f5f" providerId="ADAL" clId="{F8773AA1-0ECB-449C-A6FE-AD4DBFDB5C1C}" dt="2022-03-19T12:06:18.259" v="865" actId="6549"/>
        <pc:sldMkLst>
          <pc:docMk/>
          <pc:sldMk cId="2557268571" sldId="440"/>
        </pc:sldMkLst>
        <pc:spChg chg="mod">
          <ac:chgData name="贾洪勇" userId="c61acc37-df11-4a3b-9efd-dde9ef084f5f" providerId="ADAL" clId="{F8773AA1-0ECB-449C-A6FE-AD4DBFDB5C1C}" dt="2022-03-19T12:06:18.259" v="865" actId="6549"/>
          <ac:spMkLst>
            <pc:docMk/>
            <pc:sldMk cId="2557268571" sldId="440"/>
            <ac:spMk id="2" creationId="{4B4478BF-027F-429C-AFB7-93271A832288}"/>
          </ac:spMkLst>
        </pc:spChg>
        <pc:spChg chg="del">
          <ac:chgData name="贾洪勇" userId="c61acc37-df11-4a3b-9efd-dde9ef084f5f" providerId="ADAL" clId="{F8773AA1-0ECB-449C-A6FE-AD4DBFDB5C1C}" dt="2022-03-19T12:04:53.127" v="811" actId="22"/>
          <ac:spMkLst>
            <pc:docMk/>
            <pc:sldMk cId="2557268571" sldId="440"/>
            <ac:spMk id="3" creationId="{797B82C9-9C9C-4D33-A1B1-1B244C7C8377}"/>
          </ac:spMkLst>
        </pc:spChg>
        <pc:picChg chg="add mod ord">
          <ac:chgData name="贾洪勇" userId="c61acc37-df11-4a3b-9efd-dde9ef084f5f" providerId="ADAL" clId="{F8773AA1-0ECB-449C-A6FE-AD4DBFDB5C1C}" dt="2022-03-19T12:05:02.518" v="814" actId="1440"/>
          <ac:picMkLst>
            <pc:docMk/>
            <pc:sldMk cId="2557268571" sldId="440"/>
            <ac:picMk id="6" creationId="{0D370D3B-DF7A-4DEB-87C3-447A54D38E44}"/>
          </ac:picMkLst>
        </pc:picChg>
      </pc:sldChg>
      <pc:sldChg chg="modSp new mod">
        <pc:chgData name="贾洪勇" userId="c61acc37-df11-4a3b-9efd-dde9ef084f5f" providerId="ADAL" clId="{F8773AA1-0ECB-449C-A6FE-AD4DBFDB5C1C}" dt="2022-03-19T12:14:29.079" v="919" actId="1076"/>
        <pc:sldMkLst>
          <pc:docMk/>
          <pc:sldMk cId="3602578240" sldId="441"/>
        </pc:sldMkLst>
        <pc:spChg chg="mod">
          <ac:chgData name="贾洪勇" userId="c61acc37-df11-4a3b-9efd-dde9ef084f5f" providerId="ADAL" clId="{F8773AA1-0ECB-449C-A6FE-AD4DBFDB5C1C}" dt="2022-03-19T12:13:05.035" v="907"/>
          <ac:spMkLst>
            <pc:docMk/>
            <pc:sldMk cId="3602578240" sldId="441"/>
            <ac:spMk id="2" creationId="{21526A9B-5BFA-4E82-AD22-8D6A227E68D5}"/>
          </ac:spMkLst>
        </pc:spChg>
        <pc:spChg chg="mod">
          <ac:chgData name="贾洪勇" userId="c61acc37-df11-4a3b-9efd-dde9ef084f5f" providerId="ADAL" clId="{F8773AA1-0ECB-449C-A6FE-AD4DBFDB5C1C}" dt="2022-03-19T12:14:29.079" v="919" actId="1076"/>
          <ac:spMkLst>
            <pc:docMk/>
            <pc:sldMk cId="3602578240" sldId="441"/>
            <ac:spMk id="3" creationId="{9CF09435-4785-4ECD-B81D-55F72EC45714}"/>
          </ac:spMkLst>
        </pc:spChg>
      </pc:sldChg>
      <pc:sldChg chg="addSp delSp modSp new mod modAnim">
        <pc:chgData name="贾洪勇" userId="c61acc37-df11-4a3b-9efd-dde9ef084f5f" providerId="ADAL" clId="{F8773AA1-0ECB-449C-A6FE-AD4DBFDB5C1C}" dt="2022-03-19T12:15:37.780" v="921"/>
        <pc:sldMkLst>
          <pc:docMk/>
          <pc:sldMk cId="916079973" sldId="442"/>
        </pc:sldMkLst>
        <pc:spChg chg="mod">
          <ac:chgData name="贾洪勇" userId="c61acc37-df11-4a3b-9efd-dde9ef084f5f" providerId="ADAL" clId="{F8773AA1-0ECB-449C-A6FE-AD4DBFDB5C1C}" dt="2022-03-19T12:15:37.780" v="921"/>
          <ac:spMkLst>
            <pc:docMk/>
            <pc:sldMk cId="916079973" sldId="442"/>
            <ac:spMk id="2" creationId="{A84AB182-2F5D-498B-9C43-AA700DDD3194}"/>
          </ac:spMkLst>
        </pc:spChg>
        <pc:spChg chg="del">
          <ac:chgData name="贾洪勇" userId="c61acc37-df11-4a3b-9efd-dde9ef084f5f" providerId="ADAL" clId="{F8773AA1-0ECB-449C-A6FE-AD4DBFDB5C1C}" dt="2022-03-19T12:13:36.044" v="909" actId="22"/>
          <ac:spMkLst>
            <pc:docMk/>
            <pc:sldMk cId="916079973" sldId="442"/>
            <ac:spMk id="3" creationId="{0CC0D80F-9453-4224-BC33-04B0A8280656}"/>
          </ac:spMkLst>
        </pc:spChg>
        <pc:picChg chg="add mod ord">
          <ac:chgData name="贾洪勇" userId="c61acc37-df11-4a3b-9efd-dde9ef084f5f" providerId="ADAL" clId="{F8773AA1-0ECB-449C-A6FE-AD4DBFDB5C1C}" dt="2022-03-19T12:13:53.158" v="916" actId="1036"/>
          <ac:picMkLst>
            <pc:docMk/>
            <pc:sldMk cId="916079973" sldId="442"/>
            <ac:picMk id="6" creationId="{87BDA2DB-0DC7-48D0-8565-4E2C87631B2D}"/>
          </ac:picMkLst>
        </pc:picChg>
      </pc:sldChg>
      <pc:sldChg chg="modSp new mod">
        <pc:chgData name="贾洪勇" userId="c61acc37-df11-4a3b-9efd-dde9ef084f5f" providerId="ADAL" clId="{F8773AA1-0ECB-449C-A6FE-AD4DBFDB5C1C}" dt="2022-03-19T12:18:52.380" v="971"/>
        <pc:sldMkLst>
          <pc:docMk/>
          <pc:sldMk cId="903722881" sldId="443"/>
        </pc:sldMkLst>
        <pc:spChg chg="mod">
          <ac:chgData name="贾洪勇" userId="c61acc37-df11-4a3b-9efd-dde9ef084f5f" providerId="ADAL" clId="{F8773AA1-0ECB-449C-A6FE-AD4DBFDB5C1C}" dt="2022-03-19T12:18:52.380" v="971"/>
          <ac:spMkLst>
            <pc:docMk/>
            <pc:sldMk cId="903722881" sldId="443"/>
            <ac:spMk id="2" creationId="{C80896B3-AC24-481B-922F-B88E87A6DD37}"/>
          </ac:spMkLst>
        </pc:spChg>
        <pc:spChg chg="mod">
          <ac:chgData name="贾洪勇" userId="c61acc37-df11-4a3b-9efd-dde9ef084f5f" providerId="ADAL" clId="{F8773AA1-0ECB-449C-A6FE-AD4DBFDB5C1C}" dt="2022-03-19T12:18:21.848" v="946" actId="14100"/>
          <ac:spMkLst>
            <pc:docMk/>
            <pc:sldMk cId="903722881" sldId="443"/>
            <ac:spMk id="3" creationId="{566977C0-0F1A-4EF8-8BEC-501603232F5E}"/>
          </ac:spMkLst>
        </pc:spChg>
      </pc:sldChg>
      <pc:sldChg chg="addSp delSp modSp new mod modAnim">
        <pc:chgData name="贾洪勇" userId="c61acc37-df11-4a3b-9efd-dde9ef084f5f" providerId="ADAL" clId="{F8773AA1-0ECB-449C-A6FE-AD4DBFDB5C1C}" dt="2022-03-19T12:21:21.228" v="1022"/>
        <pc:sldMkLst>
          <pc:docMk/>
          <pc:sldMk cId="485289020" sldId="444"/>
        </pc:sldMkLst>
        <pc:spChg chg="mod">
          <ac:chgData name="贾洪勇" userId="c61acc37-df11-4a3b-9efd-dde9ef084f5f" providerId="ADAL" clId="{F8773AA1-0ECB-449C-A6FE-AD4DBFDB5C1C}" dt="2022-03-19T12:21:21.228" v="1022"/>
          <ac:spMkLst>
            <pc:docMk/>
            <pc:sldMk cId="485289020" sldId="444"/>
            <ac:spMk id="2" creationId="{821BC5CC-195A-4832-8EAA-E350BB733BBD}"/>
          </ac:spMkLst>
        </pc:spChg>
        <pc:spChg chg="del">
          <ac:chgData name="贾洪勇" userId="c61acc37-df11-4a3b-9efd-dde9ef084f5f" providerId="ADAL" clId="{F8773AA1-0ECB-449C-A6FE-AD4DBFDB5C1C}" dt="2022-03-19T12:19:28.853" v="973" actId="22"/>
          <ac:spMkLst>
            <pc:docMk/>
            <pc:sldMk cId="485289020" sldId="444"/>
            <ac:spMk id="3" creationId="{572E07CC-F87B-47FD-8C2B-94866B20F181}"/>
          </ac:spMkLst>
        </pc:spChg>
        <pc:picChg chg="add mod ord">
          <ac:chgData name="贾洪勇" userId="c61acc37-df11-4a3b-9efd-dde9ef084f5f" providerId="ADAL" clId="{F8773AA1-0ECB-449C-A6FE-AD4DBFDB5C1C}" dt="2022-03-19T12:20:04.807" v="1003" actId="1076"/>
          <ac:picMkLst>
            <pc:docMk/>
            <pc:sldMk cId="485289020" sldId="444"/>
            <ac:picMk id="6" creationId="{59739879-F700-40D0-A249-7A35128932A8}"/>
          </ac:picMkLst>
        </pc:picChg>
      </pc:sldChg>
      <pc:sldChg chg="modSp new mod">
        <pc:chgData name="贾洪勇" userId="c61acc37-df11-4a3b-9efd-dde9ef084f5f" providerId="ADAL" clId="{F8773AA1-0ECB-449C-A6FE-AD4DBFDB5C1C}" dt="2022-03-19T12:24:18.788" v="1035" actId="12"/>
        <pc:sldMkLst>
          <pc:docMk/>
          <pc:sldMk cId="4008769697" sldId="445"/>
        </pc:sldMkLst>
        <pc:spChg chg="mod">
          <ac:chgData name="贾洪勇" userId="c61acc37-df11-4a3b-9efd-dde9ef084f5f" providerId="ADAL" clId="{F8773AA1-0ECB-449C-A6FE-AD4DBFDB5C1C}" dt="2022-03-19T12:24:18.788" v="1035" actId="12"/>
          <ac:spMkLst>
            <pc:docMk/>
            <pc:sldMk cId="4008769697" sldId="445"/>
            <ac:spMk id="3" creationId="{CD6408E7-6E18-4389-AFAD-03A4A1956357}"/>
          </ac:spMkLst>
        </pc:spChg>
      </pc:sldChg>
      <pc:sldChg chg="modSp new mod">
        <pc:chgData name="贾洪勇" userId="c61acc37-df11-4a3b-9efd-dde9ef084f5f" providerId="ADAL" clId="{F8773AA1-0ECB-449C-A6FE-AD4DBFDB5C1C}" dt="2022-03-19T13:43:34.663" v="1249"/>
        <pc:sldMkLst>
          <pc:docMk/>
          <pc:sldMk cId="69252617" sldId="446"/>
        </pc:sldMkLst>
        <pc:spChg chg="mod">
          <ac:chgData name="贾洪勇" userId="c61acc37-df11-4a3b-9efd-dde9ef084f5f" providerId="ADAL" clId="{F8773AA1-0ECB-449C-A6FE-AD4DBFDB5C1C}" dt="2022-03-19T13:38:04.311" v="1075"/>
          <ac:spMkLst>
            <pc:docMk/>
            <pc:sldMk cId="69252617" sldId="446"/>
            <ac:spMk id="2" creationId="{E8FBC54F-3E1F-4BA3-A7BF-1AA6F65BD66A}"/>
          </ac:spMkLst>
        </pc:spChg>
        <pc:spChg chg="mod">
          <ac:chgData name="贾洪勇" userId="c61acc37-df11-4a3b-9efd-dde9ef084f5f" providerId="ADAL" clId="{F8773AA1-0ECB-449C-A6FE-AD4DBFDB5C1C}" dt="2022-03-19T13:43:34.663" v="1249"/>
          <ac:spMkLst>
            <pc:docMk/>
            <pc:sldMk cId="69252617" sldId="446"/>
            <ac:spMk id="3" creationId="{76EFDC4E-4C1C-4D7A-9EB4-40F7EF5C425B}"/>
          </ac:spMkLst>
        </pc:spChg>
      </pc:sldChg>
      <pc:sldChg chg="modSp new mod">
        <pc:chgData name="贾洪勇" userId="c61acc37-df11-4a3b-9efd-dde9ef084f5f" providerId="ADAL" clId="{F8773AA1-0ECB-449C-A6FE-AD4DBFDB5C1C}" dt="2022-03-19T13:49:21.301" v="1267" actId="20577"/>
        <pc:sldMkLst>
          <pc:docMk/>
          <pc:sldMk cId="1644707327" sldId="447"/>
        </pc:sldMkLst>
        <pc:spChg chg="mod">
          <ac:chgData name="贾洪勇" userId="c61acc37-df11-4a3b-9efd-dde9ef084f5f" providerId="ADAL" clId="{F8773AA1-0ECB-449C-A6FE-AD4DBFDB5C1C}" dt="2022-03-19T13:44:59.725" v="1251"/>
          <ac:spMkLst>
            <pc:docMk/>
            <pc:sldMk cId="1644707327" sldId="447"/>
            <ac:spMk id="2" creationId="{9A4EE842-4E56-4585-8353-5B9B8396F7B5}"/>
          </ac:spMkLst>
        </pc:spChg>
        <pc:spChg chg="mod">
          <ac:chgData name="贾洪勇" userId="c61acc37-df11-4a3b-9efd-dde9ef084f5f" providerId="ADAL" clId="{F8773AA1-0ECB-449C-A6FE-AD4DBFDB5C1C}" dt="2022-03-19T13:49:21.301" v="1267" actId="20577"/>
          <ac:spMkLst>
            <pc:docMk/>
            <pc:sldMk cId="1644707327" sldId="447"/>
            <ac:spMk id="3" creationId="{74B10689-B5F0-437E-85D2-15B72D89C11D}"/>
          </ac:spMkLst>
        </pc:spChg>
      </pc:sldChg>
      <pc:sldChg chg="modSp new mod">
        <pc:chgData name="贾洪勇" userId="c61acc37-df11-4a3b-9efd-dde9ef084f5f" providerId="ADAL" clId="{F8773AA1-0ECB-449C-A6FE-AD4DBFDB5C1C}" dt="2022-03-19T13:51:22.337" v="1366"/>
        <pc:sldMkLst>
          <pc:docMk/>
          <pc:sldMk cId="3775134672" sldId="448"/>
        </pc:sldMkLst>
        <pc:spChg chg="mod">
          <ac:chgData name="贾洪勇" userId="c61acc37-df11-4a3b-9efd-dde9ef084f5f" providerId="ADAL" clId="{F8773AA1-0ECB-449C-A6FE-AD4DBFDB5C1C}" dt="2022-03-19T13:51:22.337" v="1366"/>
          <ac:spMkLst>
            <pc:docMk/>
            <pc:sldMk cId="3775134672" sldId="448"/>
            <ac:spMk id="3" creationId="{40D2FA0B-17D5-4BBE-8016-15FC562676B7}"/>
          </ac:spMkLst>
        </pc:spChg>
      </pc:sldChg>
      <pc:sldChg chg="modSp new mod">
        <pc:chgData name="贾洪勇" userId="c61acc37-df11-4a3b-9efd-dde9ef084f5f" providerId="ADAL" clId="{F8773AA1-0ECB-449C-A6FE-AD4DBFDB5C1C}" dt="2022-03-19T14:06:59.409" v="1543"/>
        <pc:sldMkLst>
          <pc:docMk/>
          <pc:sldMk cId="3765859002" sldId="449"/>
        </pc:sldMkLst>
        <pc:spChg chg="mod">
          <ac:chgData name="贾洪勇" userId="c61acc37-df11-4a3b-9efd-dde9ef084f5f" providerId="ADAL" clId="{F8773AA1-0ECB-449C-A6FE-AD4DBFDB5C1C}" dt="2022-03-19T13:52:01.086" v="1389"/>
          <ac:spMkLst>
            <pc:docMk/>
            <pc:sldMk cId="3765859002" sldId="449"/>
            <ac:spMk id="2" creationId="{084C2527-7CC9-40F7-8093-5887C011E386}"/>
          </ac:spMkLst>
        </pc:spChg>
        <pc:spChg chg="mod">
          <ac:chgData name="贾洪勇" userId="c61acc37-df11-4a3b-9efd-dde9ef084f5f" providerId="ADAL" clId="{F8773AA1-0ECB-449C-A6FE-AD4DBFDB5C1C}" dt="2022-03-19T14:06:59.409" v="1543"/>
          <ac:spMkLst>
            <pc:docMk/>
            <pc:sldMk cId="3765859002" sldId="449"/>
            <ac:spMk id="3" creationId="{D6C2F6DF-6C48-4EE2-B48F-892F02C230D5}"/>
          </ac:spMkLst>
        </pc:spChg>
      </pc:sldChg>
      <pc:sldChg chg="addSp delSp modSp new mod modAnim">
        <pc:chgData name="贾洪勇" userId="c61acc37-df11-4a3b-9efd-dde9ef084f5f" providerId="ADAL" clId="{F8773AA1-0ECB-449C-A6FE-AD4DBFDB5C1C}" dt="2022-03-19T14:20:45.007" v="1806" actId="14100"/>
        <pc:sldMkLst>
          <pc:docMk/>
          <pc:sldMk cId="3124685187" sldId="450"/>
        </pc:sldMkLst>
        <pc:spChg chg="mod">
          <ac:chgData name="贾洪勇" userId="c61acc37-df11-4a3b-9efd-dde9ef084f5f" providerId="ADAL" clId="{F8773AA1-0ECB-449C-A6FE-AD4DBFDB5C1C}" dt="2022-03-19T14:11:08.454" v="1593" actId="1076"/>
          <ac:spMkLst>
            <pc:docMk/>
            <pc:sldMk cId="3124685187" sldId="450"/>
            <ac:spMk id="2" creationId="{EA10E0FC-13FC-4746-9F8B-EA45B451A4A8}"/>
          </ac:spMkLst>
        </pc:spChg>
        <pc:spChg chg="del">
          <ac:chgData name="贾洪勇" userId="c61acc37-df11-4a3b-9efd-dde9ef084f5f" providerId="ADAL" clId="{F8773AA1-0ECB-449C-A6FE-AD4DBFDB5C1C}" dt="2022-03-19T14:05:09.300" v="1519" actId="22"/>
          <ac:spMkLst>
            <pc:docMk/>
            <pc:sldMk cId="3124685187" sldId="450"/>
            <ac:spMk id="3" creationId="{BAA9160D-D5B9-4632-9F81-F6232F0C4A60}"/>
          </ac:spMkLst>
        </pc:spChg>
        <pc:spChg chg="add mod">
          <ac:chgData name="贾洪勇" userId="c61acc37-df11-4a3b-9efd-dde9ef084f5f" providerId="ADAL" clId="{F8773AA1-0ECB-449C-A6FE-AD4DBFDB5C1C}" dt="2022-03-19T14:20:40.630" v="1805" actId="1076"/>
          <ac:spMkLst>
            <pc:docMk/>
            <pc:sldMk cId="3124685187" sldId="450"/>
            <ac:spMk id="7" creationId="{B4AF73D9-423B-469D-8E75-5D88ABA088DC}"/>
          </ac:spMkLst>
        </pc:spChg>
        <pc:picChg chg="add mod ord">
          <ac:chgData name="贾洪勇" userId="c61acc37-df11-4a3b-9efd-dde9ef084f5f" providerId="ADAL" clId="{F8773AA1-0ECB-449C-A6FE-AD4DBFDB5C1C}" dt="2022-03-19T14:20:45.007" v="1806" actId="14100"/>
          <ac:picMkLst>
            <pc:docMk/>
            <pc:sldMk cId="3124685187" sldId="450"/>
            <ac:picMk id="6" creationId="{2A68235D-79C5-4F50-8A76-9CA0B70F498D}"/>
          </ac:picMkLst>
        </pc:picChg>
      </pc:sldChg>
      <pc:sldChg chg="modSp new mod">
        <pc:chgData name="贾洪勇" userId="c61acc37-df11-4a3b-9efd-dde9ef084f5f" providerId="ADAL" clId="{F8773AA1-0ECB-449C-A6FE-AD4DBFDB5C1C}" dt="2022-03-19T14:11:51.788" v="1607"/>
        <pc:sldMkLst>
          <pc:docMk/>
          <pc:sldMk cId="4004379859" sldId="451"/>
        </pc:sldMkLst>
        <pc:spChg chg="mod">
          <ac:chgData name="贾洪勇" userId="c61acc37-df11-4a3b-9efd-dde9ef084f5f" providerId="ADAL" clId="{F8773AA1-0ECB-449C-A6FE-AD4DBFDB5C1C}" dt="2022-03-19T14:11:51.788" v="1607"/>
          <ac:spMkLst>
            <pc:docMk/>
            <pc:sldMk cId="4004379859" sldId="451"/>
            <ac:spMk id="2" creationId="{B1979BBD-EAC9-4376-B03C-213D54167EC3}"/>
          </ac:spMkLst>
        </pc:spChg>
        <pc:spChg chg="mod">
          <ac:chgData name="贾洪勇" userId="c61acc37-df11-4a3b-9efd-dde9ef084f5f" providerId="ADAL" clId="{F8773AA1-0ECB-449C-A6FE-AD4DBFDB5C1C}" dt="2022-03-19T14:09:03.607" v="1574" actId="5793"/>
          <ac:spMkLst>
            <pc:docMk/>
            <pc:sldMk cId="4004379859" sldId="451"/>
            <ac:spMk id="3" creationId="{57E2C4F4-F019-4166-BC14-773CECF2AA1A}"/>
          </ac:spMkLst>
        </pc:spChg>
      </pc:sldChg>
      <pc:sldChg chg="addSp delSp modSp new mod modAnim">
        <pc:chgData name="贾洪勇" userId="c61acc37-df11-4a3b-9efd-dde9ef084f5f" providerId="ADAL" clId="{F8773AA1-0ECB-449C-A6FE-AD4DBFDB5C1C}" dt="2022-03-19T14:13:13.776" v="1633" actId="1076"/>
        <pc:sldMkLst>
          <pc:docMk/>
          <pc:sldMk cId="1737404312" sldId="452"/>
        </pc:sldMkLst>
        <pc:spChg chg="mod">
          <ac:chgData name="贾洪勇" userId="c61acc37-df11-4a3b-9efd-dde9ef084f5f" providerId="ADAL" clId="{F8773AA1-0ECB-449C-A6FE-AD4DBFDB5C1C}" dt="2022-03-19T14:12:24.874" v="1621"/>
          <ac:spMkLst>
            <pc:docMk/>
            <pc:sldMk cId="1737404312" sldId="452"/>
            <ac:spMk id="2" creationId="{F2131416-ACF1-4EBB-A53F-BB3EF0071C35}"/>
          </ac:spMkLst>
        </pc:spChg>
        <pc:spChg chg="del">
          <ac:chgData name="贾洪勇" userId="c61acc37-df11-4a3b-9efd-dde9ef084f5f" providerId="ADAL" clId="{F8773AA1-0ECB-449C-A6FE-AD4DBFDB5C1C}" dt="2022-03-19T14:09:46.761" v="1576" actId="22"/>
          <ac:spMkLst>
            <pc:docMk/>
            <pc:sldMk cId="1737404312" sldId="452"/>
            <ac:spMk id="3" creationId="{E3B2E54E-2140-437A-880C-A7897F5CBF19}"/>
          </ac:spMkLst>
        </pc:spChg>
        <pc:spChg chg="add mod">
          <ac:chgData name="贾洪勇" userId="c61acc37-df11-4a3b-9efd-dde9ef084f5f" providerId="ADAL" clId="{F8773AA1-0ECB-449C-A6FE-AD4DBFDB5C1C}" dt="2022-03-19T14:13:13.776" v="1633" actId="1076"/>
          <ac:spMkLst>
            <pc:docMk/>
            <pc:sldMk cId="1737404312" sldId="452"/>
            <ac:spMk id="7" creationId="{857266C1-E1CF-44A4-BBEF-C3F562B95271}"/>
          </ac:spMkLst>
        </pc:spChg>
        <pc:picChg chg="add mod ord">
          <ac:chgData name="贾洪勇" userId="c61acc37-df11-4a3b-9efd-dde9ef084f5f" providerId="ADAL" clId="{F8773AA1-0ECB-449C-A6FE-AD4DBFDB5C1C}" dt="2022-03-19T14:13:09.898" v="1632" actId="14100"/>
          <ac:picMkLst>
            <pc:docMk/>
            <pc:sldMk cId="1737404312" sldId="452"/>
            <ac:picMk id="6" creationId="{9D027A8E-F690-48F2-8B66-05AD6C9606CB}"/>
          </ac:picMkLst>
        </pc:picChg>
      </pc:sldChg>
      <pc:sldChg chg="modSp add mod ord">
        <pc:chgData name="贾洪勇" userId="c61acc37-df11-4a3b-9efd-dde9ef084f5f" providerId="ADAL" clId="{F8773AA1-0ECB-449C-A6FE-AD4DBFDB5C1C}" dt="2022-03-19T14:17:57.610" v="1778" actId="1076"/>
        <pc:sldMkLst>
          <pc:docMk/>
          <pc:sldMk cId="1974890401" sldId="453"/>
        </pc:sldMkLst>
        <pc:spChg chg="mod">
          <ac:chgData name="贾洪勇" userId="c61acc37-df11-4a3b-9efd-dde9ef084f5f" providerId="ADAL" clId="{F8773AA1-0ECB-449C-A6FE-AD4DBFDB5C1C}" dt="2022-03-19T14:17:57.610" v="1778" actId="1076"/>
          <ac:spMkLst>
            <pc:docMk/>
            <pc:sldMk cId="1974890401" sldId="453"/>
            <ac:spMk id="3" creationId="{57E2C4F4-F019-4166-BC14-773CECF2AA1A}"/>
          </ac:spMkLst>
        </pc:spChg>
      </pc:sldChg>
      <pc:sldChg chg="addSp delSp modSp add mod ord modAnim">
        <pc:chgData name="贾洪勇" userId="c61acc37-df11-4a3b-9efd-dde9ef084f5f" providerId="ADAL" clId="{F8773AA1-0ECB-449C-A6FE-AD4DBFDB5C1C}" dt="2022-03-19T14:19:48.139" v="1802"/>
        <pc:sldMkLst>
          <pc:docMk/>
          <pc:sldMk cId="291972534" sldId="454"/>
        </pc:sldMkLst>
        <pc:spChg chg="add del mod">
          <ac:chgData name="贾洪勇" userId="c61acc37-df11-4a3b-9efd-dde9ef084f5f" providerId="ADAL" clId="{F8773AA1-0ECB-449C-A6FE-AD4DBFDB5C1C}" dt="2022-03-19T14:18:56.433" v="1790" actId="22"/>
          <ac:spMkLst>
            <pc:docMk/>
            <pc:sldMk cId="291972534" sldId="454"/>
            <ac:spMk id="3" creationId="{CCF2AEF2-DBF6-4D4D-A7EC-C2E4FDA757DD}"/>
          </ac:spMkLst>
        </pc:spChg>
        <pc:spChg chg="mod">
          <ac:chgData name="贾洪勇" userId="c61acc37-df11-4a3b-9efd-dde9ef084f5f" providerId="ADAL" clId="{F8773AA1-0ECB-449C-A6FE-AD4DBFDB5C1C}" dt="2022-03-19T14:18:37.132" v="1788"/>
          <ac:spMkLst>
            <pc:docMk/>
            <pc:sldMk cId="291972534" sldId="454"/>
            <ac:spMk id="7" creationId="{857266C1-E1CF-44A4-BBEF-C3F562B95271}"/>
          </ac:spMkLst>
        </pc:spChg>
        <pc:picChg chg="del">
          <ac:chgData name="贾洪勇" userId="c61acc37-df11-4a3b-9efd-dde9ef084f5f" providerId="ADAL" clId="{F8773AA1-0ECB-449C-A6FE-AD4DBFDB5C1C}" dt="2022-03-19T14:18:40.042" v="1789" actId="478"/>
          <ac:picMkLst>
            <pc:docMk/>
            <pc:sldMk cId="291972534" sldId="454"/>
            <ac:picMk id="6" creationId="{9D027A8E-F690-48F2-8B66-05AD6C9606CB}"/>
          </ac:picMkLst>
        </pc:picChg>
        <pc:picChg chg="add mod ord">
          <ac:chgData name="贾洪勇" userId="c61acc37-df11-4a3b-9efd-dde9ef084f5f" providerId="ADAL" clId="{F8773AA1-0ECB-449C-A6FE-AD4DBFDB5C1C}" dt="2022-03-19T14:19:31.936" v="1799" actId="14100"/>
          <ac:picMkLst>
            <pc:docMk/>
            <pc:sldMk cId="291972534" sldId="454"/>
            <ac:picMk id="8" creationId="{47FF1C2F-1BDE-4230-8A37-C7BB8557EB74}"/>
          </ac:picMkLst>
        </pc:picChg>
      </pc:sldChg>
      <pc:sldChg chg="addSp new mod">
        <pc:chgData name="贾洪勇" userId="c61acc37-df11-4a3b-9efd-dde9ef084f5f" providerId="ADAL" clId="{F8773AA1-0ECB-449C-A6FE-AD4DBFDB5C1C}" dt="2022-03-19T14:27:35.303" v="1808" actId="22"/>
        <pc:sldMkLst>
          <pc:docMk/>
          <pc:sldMk cId="3994333004" sldId="455"/>
        </pc:sldMkLst>
        <pc:picChg chg="add">
          <ac:chgData name="贾洪勇" userId="c61acc37-df11-4a3b-9efd-dde9ef084f5f" providerId="ADAL" clId="{F8773AA1-0ECB-449C-A6FE-AD4DBFDB5C1C}" dt="2022-03-19T14:27:35.303" v="1808" actId="22"/>
          <ac:picMkLst>
            <pc:docMk/>
            <pc:sldMk cId="3994333004" sldId="455"/>
            <ac:picMk id="4" creationId="{E35F62A0-6AF5-4515-A007-E444736B9A1A}"/>
          </ac:picMkLst>
        </pc:picChg>
      </pc:sldChg>
      <pc:sldMasterChg chg="addSp delSp modSp mod modTransition modSldLayout">
        <pc:chgData name="贾洪勇" userId="c61acc37-df11-4a3b-9efd-dde9ef084f5f" providerId="ADAL" clId="{F8773AA1-0ECB-449C-A6FE-AD4DBFDB5C1C}" dt="2022-03-19T11:48:42.647" v="697"/>
        <pc:sldMasterMkLst>
          <pc:docMk/>
          <pc:sldMasterMk cId="0" sldId="2147483648"/>
        </pc:sldMasterMkLst>
        <pc:spChg chg="mod">
          <ac:chgData name="贾洪勇" userId="c61acc37-df11-4a3b-9efd-dde9ef084f5f" providerId="ADAL" clId="{F8773AA1-0ECB-449C-A6FE-AD4DBFDB5C1C}" dt="2022-03-19T09:55:26.708" v="472" actId="1076"/>
          <ac:spMkLst>
            <pc:docMk/>
            <pc:sldMasterMk cId="0" sldId="2147483648"/>
            <ac:spMk id="11267" creationId="{0264DF58-A59C-4019-8DE9-21D4913CA1F5}"/>
          </ac:spMkLst>
        </pc:spChg>
        <pc:picChg chg="add del mod">
          <ac:chgData name="贾洪勇" userId="c61acc37-df11-4a3b-9efd-dde9ef084f5f" providerId="ADAL" clId="{F8773AA1-0ECB-449C-A6FE-AD4DBFDB5C1C}" dt="2022-03-19T11:48:42.647" v="697"/>
          <ac:picMkLst>
            <pc:docMk/>
            <pc:sldMasterMk cId="0" sldId="2147483648"/>
            <ac:picMk id="2" creationId="{57597D74-B150-4919-A4AB-0713293FD402}"/>
          </ac:picMkLst>
        </pc:picChg>
        <pc:picChg chg="add mod">
          <ac:chgData name="贾洪勇" userId="c61acc37-df11-4a3b-9efd-dde9ef084f5f" providerId="ADAL" clId="{F8773AA1-0ECB-449C-A6FE-AD4DBFDB5C1C}" dt="2022-03-19T09:56:18.426" v="525" actId="1035"/>
          <ac:picMkLst>
            <pc:docMk/>
            <pc:sldMasterMk cId="0" sldId="2147483648"/>
            <ac:picMk id="3" creationId="{1E195111-AA09-42C8-B8B0-EA877324414B}"/>
          </ac:picMkLst>
        </pc:picChg>
        <pc:picChg chg="mod">
          <ac:chgData name="贾洪勇" userId="c61acc37-df11-4a3b-9efd-dde9ef084f5f" providerId="ADAL" clId="{F8773AA1-0ECB-449C-A6FE-AD4DBFDB5C1C}" dt="2022-03-19T09:56:11.081" v="499" actId="1037"/>
          <ac:picMkLst>
            <pc:docMk/>
            <pc:sldMasterMk cId="0" sldId="2147483648"/>
            <ac:picMk id="11266" creationId="{78830588-E866-4219-A749-F689216A6661}"/>
          </ac:picMkLst>
        </pc:picChg>
        <pc:sldLayoutChg chg="addSp delSp modSp mod modTransition">
          <pc:chgData name="贾洪勇" userId="c61acc37-df11-4a3b-9efd-dde9ef084f5f" providerId="ADAL" clId="{F8773AA1-0ECB-449C-A6FE-AD4DBFDB5C1C}" dt="2022-03-19T09:54:03.271" v="393" actId="1076"/>
          <pc:sldLayoutMkLst>
            <pc:docMk/>
            <pc:sldMasterMk cId="0" sldId="2147483648"/>
            <pc:sldLayoutMk cId="1131148380" sldId="2147483688"/>
          </pc:sldLayoutMkLst>
          <pc:spChg chg="mod">
            <ac:chgData name="贾洪勇" userId="c61acc37-df11-4a3b-9efd-dde9ef084f5f" providerId="ADAL" clId="{F8773AA1-0ECB-449C-A6FE-AD4DBFDB5C1C}" dt="2022-03-19T09:54:03.271" v="393" actId="1076"/>
            <ac:spMkLst>
              <pc:docMk/>
              <pc:sldMasterMk cId="0" sldId="2147483648"/>
              <pc:sldLayoutMk cId="1131148380" sldId="2147483688"/>
              <ac:spMk id="3" creationId="{00000000-0000-0000-0000-000000000000}"/>
            </ac:spMkLst>
          </pc:spChg>
          <pc:picChg chg="add del mod">
            <ac:chgData name="贾洪勇" userId="c61acc37-df11-4a3b-9efd-dde9ef084f5f" providerId="ADAL" clId="{F8773AA1-0ECB-449C-A6FE-AD4DBFDB5C1C}" dt="2022-03-18T14:18:51.919" v="242" actId="478"/>
            <ac:picMkLst>
              <pc:docMk/>
              <pc:sldMasterMk cId="0" sldId="2147483648"/>
              <pc:sldLayoutMk cId="1131148380" sldId="2147483688"/>
              <ac:picMk id="5" creationId="{C372980E-B6CC-47B1-B10D-7BB382486450}"/>
            </ac:picMkLst>
          </pc:picChg>
        </pc:sldLayoutChg>
        <pc:sldLayoutChg chg="addSp delSp modSp mod modTransition">
          <pc:chgData name="贾洪勇" userId="c61acc37-df11-4a3b-9efd-dde9ef084f5f" providerId="ADAL" clId="{F8773AA1-0ECB-449C-A6FE-AD4DBFDB5C1C}" dt="2022-03-18T14:22:09.328" v="262" actId="478"/>
          <pc:sldLayoutMkLst>
            <pc:docMk/>
            <pc:sldMasterMk cId="0" sldId="2147483648"/>
            <pc:sldLayoutMk cId="1561136671" sldId="2147483689"/>
          </pc:sldLayoutMkLst>
          <pc:picChg chg="add del mod">
            <ac:chgData name="贾洪勇" userId="c61acc37-df11-4a3b-9efd-dde9ef084f5f" providerId="ADAL" clId="{F8773AA1-0ECB-449C-A6FE-AD4DBFDB5C1C}" dt="2022-03-18T14:22:09.328" v="262" actId="478"/>
            <ac:picMkLst>
              <pc:docMk/>
              <pc:sldMasterMk cId="0" sldId="2147483648"/>
              <pc:sldLayoutMk cId="1561136671" sldId="2147483689"/>
              <ac:picMk id="5" creationId="{E9C4D33A-A68C-44C8-BB6A-6CB6AD940907}"/>
            </ac:picMkLst>
          </pc:picChg>
        </pc:sldLayoutChg>
        <pc:sldLayoutChg chg="addSp delSp modSp mod modTransition">
          <pc:chgData name="贾洪勇" userId="c61acc37-df11-4a3b-9efd-dde9ef084f5f" providerId="ADAL" clId="{F8773AA1-0ECB-449C-A6FE-AD4DBFDB5C1C}" dt="2022-03-18T14:22:04.206" v="261" actId="478"/>
          <pc:sldLayoutMkLst>
            <pc:docMk/>
            <pc:sldMasterMk cId="0" sldId="2147483648"/>
            <pc:sldLayoutMk cId="1459213847" sldId="2147483690"/>
          </pc:sldLayoutMkLst>
          <pc:picChg chg="add del mod">
            <ac:chgData name="贾洪勇" userId="c61acc37-df11-4a3b-9efd-dde9ef084f5f" providerId="ADAL" clId="{F8773AA1-0ECB-449C-A6FE-AD4DBFDB5C1C}" dt="2022-03-18T14:22:04.206" v="261" actId="478"/>
            <ac:picMkLst>
              <pc:docMk/>
              <pc:sldMasterMk cId="0" sldId="2147483648"/>
              <pc:sldLayoutMk cId="1459213847" sldId="2147483690"/>
              <ac:picMk id="6" creationId="{C8A1C177-75F5-4697-BF42-7EEDB671E151}"/>
            </ac:picMkLst>
          </pc:picChg>
        </pc:sldLayoutChg>
        <pc:sldLayoutChg chg="addSp delSp modSp mod modTransition">
          <pc:chgData name="贾洪勇" userId="c61acc37-df11-4a3b-9efd-dde9ef084f5f" providerId="ADAL" clId="{F8773AA1-0ECB-449C-A6FE-AD4DBFDB5C1C}" dt="2022-03-18T14:22:00.307" v="260" actId="478"/>
          <pc:sldLayoutMkLst>
            <pc:docMk/>
            <pc:sldMasterMk cId="0" sldId="2147483648"/>
            <pc:sldLayoutMk cId="1981321046" sldId="2147483691"/>
          </pc:sldLayoutMkLst>
          <pc:picChg chg="add del mod">
            <ac:chgData name="贾洪勇" userId="c61acc37-df11-4a3b-9efd-dde9ef084f5f" providerId="ADAL" clId="{F8773AA1-0ECB-449C-A6FE-AD4DBFDB5C1C}" dt="2022-03-18T14:22:00.307" v="260" actId="478"/>
            <ac:picMkLst>
              <pc:docMk/>
              <pc:sldMasterMk cId="0" sldId="2147483648"/>
              <pc:sldLayoutMk cId="1981321046" sldId="2147483691"/>
              <ac:picMk id="8" creationId="{E5477160-3C10-4974-8E98-F631EBA1FE9A}"/>
            </ac:picMkLst>
          </pc:picChg>
        </pc:sldLayoutChg>
        <pc:sldLayoutChg chg="addSp delSp modSp mod modTransition">
          <pc:chgData name="贾洪勇" userId="c61acc37-df11-4a3b-9efd-dde9ef084f5f" providerId="ADAL" clId="{F8773AA1-0ECB-449C-A6FE-AD4DBFDB5C1C}" dt="2022-03-18T14:21:53.977" v="258" actId="478"/>
          <pc:sldLayoutMkLst>
            <pc:docMk/>
            <pc:sldMasterMk cId="0" sldId="2147483648"/>
            <pc:sldLayoutMk cId="1540062868" sldId="2147483692"/>
          </pc:sldLayoutMkLst>
          <pc:picChg chg="add del mod">
            <ac:chgData name="贾洪勇" userId="c61acc37-df11-4a3b-9efd-dde9ef084f5f" providerId="ADAL" clId="{F8773AA1-0ECB-449C-A6FE-AD4DBFDB5C1C}" dt="2022-03-18T14:21:53.977" v="258" actId="478"/>
            <ac:picMkLst>
              <pc:docMk/>
              <pc:sldMasterMk cId="0" sldId="2147483648"/>
              <pc:sldLayoutMk cId="1540062868" sldId="2147483692"/>
              <ac:picMk id="4" creationId="{463AFAF0-A69B-4CEB-9BB2-8B162A29A684}"/>
            </ac:picMkLst>
          </pc:picChg>
        </pc:sldLayoutChg>
        <pc:sldLayoutChg chg="addSp delSp modSp mod modTransition">
          <pc:chgData name="贾洪勇" userId="c61acc37-df11-4a3b-9efd-dde9ef084f5f" providerId="ADAL" clId="{F8773AA1-0ECB-449C-A6FE-AD4DBFDB5C1C}" dt="2022-03-18T14:21:46.247" v="256" actId="478"/>
          <pc:sldLayoutMkLst>
            <pc:docMk/>
            <pc:sldMasterMk cId="0" sldId="2147483648"/>
            <pc:sldLayoutMk cId="2298048910" sldId="2147483693"/>
          </pc:sldLayoutMkLst>
          <pc:picChg chg="add del mod">
            <ac:chgData name="贾洪勇" userId="c61acc37-df11-4a3b-9efd-dde9ef084f5f" providerId="ADAL" clId="{F8773AA1-0ECB-449C-A6FE-AD4DBFDB5C1C}" dt="2022-03-18T14:21:46.247" v="256" actId="478"/>
            <ac:picMkLst>
              <pc:docMk/>
              <pc:sldMasterMk cId="0" sldId="2147483648"/>
              <pc:sldLayoutMk cId="2298048910" sldId="2147483693"/>
              <ac:picMk id="3" creationId="{C3A7825B-52CF-4408-87C8-606785B89928}"/>
            </ac:picMkLst>
          </pc:picChg>
        </pc:sldLayoutChg>
        <pc:sldLayoutChg chg="modTransition">
          <pc:chgData name="贾洪勇" userId="c61acc37-df11-4a3b-9efd-dde9ef084f5f" providerId="ADAL" clId="{F8773AA1-0ECB-449C-A6FE-AD4DBFDB5C1C}" dt="2022-03-18T10:25:04.040" v="32"/>
          <pc:sldLayoutMkLst>
            <pc:docMk/>
            <pc:sldMasterMk cId="0" sldId="2147483648"/>
            <pc:sldLayoutMk cId="3853297880" sldId="2147483694"/>
          </pc:sldLayoutMkLst>
        </pc:sldLayoutChg>
        <pc:sldLayoutChg chg="modTransition">
          <pc:chgData name="贾洪勇" userId="c61acc37-df11-4a3b-9efd-dde9ef084f5f" providerId="ADAL" clId="{F8773AA1-0ECB-449C-A6FE-AD4DBFDB5C1C}" dt="2022-03-18T10:25:04.040" v="32"/>
          <pc:sldLayoutMkLst>
            <pc:docMk/>
            <pc:sldMasterMk cId="0" sldId="2147483648"/>
            <pc:sldLayoutMk cId="1713220869" sldId="2147483695"/>
          </pc:sldLayoutMkLst>
        </pc:sldLayoutChg>
        <pc:sldLayoutChg chg="modSp modTransition">
          <pc:chgData name="贾洪勇" userId="c61acc37-df11-4a3b-9efd-dde9ef084f5f" providerId="ADAL" clId="{F8773AA1-0ECB-449C-A6FE-AD4DBFDB5C1C}" dt="2022-03-18T14:14:19.391" v="230" actId="1076"/>
          <pc:sldLayoutMkLst>
            <pc:docMk/>
            <pc:sldMasterMk cId="0" sldId="2147483648"/>
            <pc:sldLayoutMk cId="3030444992" sldId="2147483696"/>
          </pc:sldLayoutMkLst>
          <pc:spChg chg="mod">
            <ac:chgData name="贾洪勇" userId="c61acc37-df11-4a3b-9efd-dde9ef084f5f" providerId="ADAL" clId="{F8773AA1-0ECB-449C-A6FE-AD4DBFDB5C1C}" dt="2022-03-18T14:14:19.391" v="230" actId="1076"/>
            <ac:spMkLst>
              <pc:docMk/>
              <pc:sldMasterMk cId="0" sldId="2147483648"/>
              <pc:sldLayoutMk cId="3030444992" sldId="2147483696"/>
              <ac:spMk id="3" creationId="{00000000-0000-0000-0000-000000000000}"/>
            </ac:spMkLst>
          </pc:spChg>
        </pc:sldLayoutChg>
        <pc:sldLayoutChg chg="modTransition">
          <pc:chgData name="贾洪勇" userId="c61acc37-df11-4a3b-9efd-dde9ef084f5f" providerId="ADAL" clId="{F8773AA1-0ECB-449C-A6FE-AD4DBFDB5C1C}" dt="2022-03-18T10:25:04.040" v="32"/>
          <pc:sldLayoutMkLst>
            <pc:docMk/>
            <pc:sldMasterMk cId="0" sldId="2147483648"/>
            <pc:sldLayoutMk cId="384935139" sldId="2147483697"/>
          </pc:sldLayoutMkLst>
        </pc:sldLayoutChg>
        <pc:sldLayoutChg chg="modSp modTransition">
          <pc:chgData name="贾洪勇" userId="c61acc37-df11-4a3b-9efd-dde9ef084f5f" providerId="ADAL" clId="{F8773AA1-0ECB-449C-A6FE-AD4DBFDB5C1C}" dt="2022-03-19T09:51:39.762" v="343" actId="1037"/>
          <pc:sldLayoutMkLst>
            <pc:docMk/>
            <pc:sldMasterMk cId="0" sldId="2147483648"/>
            <pc:sldLayoutMk cId="3804667167" sldId="2147483698"/>
          </pc:sldLayoutMkLst>
          <pc:spChg chg="mod">
            <ac:chgData name="贾洪勇" userId="c61acc37-df11-4a3b-9efd-dde9ef084f5f" providerId="ADAL" clId="{F8773AA1-0ECB-449C-A6FE-AD4DBFDB5C1C}" dt="2022-03-19T09:51:39.762" v="343" actId="1037"/>
            <ac:spMkLst>
              <pc:docMk/>
              <pc:sldMasterMk cId="0" sldId="2147483648"/>
              <pc:sldLayoutMk cId="3804667167" sldId="2147483698"/>
              <ac:spMk id="3" creationId="{00000000-0000-0000-0000-000000000000}"/>
            </ac:spMkLst>
          </pc:spChg>
        </pc:sldLayoutChg>
        <pc:sldLayoutChg chg="modTransition">
          <pc:chgData name="贾洪勇" userId="c61acc37-df11-4a3b-9efd-dde9ef084f5f" providerId="ADAL" clId="{F8773AA1-0ECB-449C-A6FE-AD4DBFDB5C1C}" dt="2022-03-18T10:25:04.040" v="32"/>
          <pc:sldLayoutMkLst>
            <pc:docMk/>
            <pc:sldMasterMk cId="0" sldId="2147483648"/>
            <pc:sldLayoutMk cId="4011097091" sldId="2147483699"/>
          </pc:sldLayoutMkLst>
        </pc:sldLayoutChg>
      </pc:sldMasterChg>
    </pc:docChg>
  </pc:docChgLst>
  <pc:docChgLst>
    <pc:chgData name="贾洪勇" userId="c61acc37-df11-4a3b-9efd-dde9ef084f5f" providerId="ADAL" clId="{CF8B0B9E-AFE1-43C7-813C-3F3780ACF143}"/>
    <pc:docChg chg="modSld">
      <pc:chgData name="贾洪勇" userId="c61acc37-df11-4a3b-9efd-dde9ef084f5f" providerId="ADAL" clId="{CF8B0B9E-AFE1-43C7-813C-3F3780ACF143}" dt="2022-03-27T14:16:11.648" v="12" actId="1035"/>
      <pc:docMkLst>
        <pc:docMk/>
      </pc:docMkLst>
      <pc:sldChg chg="modSp">
        <pc:chgData name="贾洪勇" userId="c61acc37-df11-4a3b-9efd-dde9ef084f5f" providerId="ADAL" clId="{CF8B0B9E-AFE1-43C7-813C-3F3780ACF143}" dt="2022-03-27T14:16:11.648" v="12" actId="1035"/>
        <pc:sldMkLst>
          <pc:docMk/>
          <pc:sldMk cId="3433096588" sldId="483"/>
        </pc:sldMkLst>
        <pc:spChg chg="mod">
          <ac:chgData name="贾洪勇" userId="c61acc37-df11-4a3b-9efd-dde9ef084f5f" providerId="ADAL" clId="{CF8B0B9E-AFE1-43C7-813C-3F3780ACF143}" dt="2022-03-27T14:16:11.648" v="12" actId="1035"/>
          <ac:spMkLst>
            <pc:docMk/>
            <pc:sldMk cId="3433096588" sldId="483"/>
            <ac:spMk id="3" creationId="{FAF57157-E5B7-4D27-BA59-7340011A18B0}"/>
          </ac:spMkLst>
        </pc:spChg>
      </pc:sldChg>
      <pc:sldChg chg="modSp mod">
        <pc:chgData name="贾洪勇" userId="c61acc37-df11-4a3b-9efd-dde9ef084f5f" providerId="ADAL" clId="{CF8B0B9E-AFE1-43C7-813C-3F3780ACF143}" dt="2022-03-27T13:52:51.282" v="9" actId="1076"/>
        <pc:sldMkLst>
          <pc:docMk/>
          <pc:sldMk cId="3258626425" sldId="496"/>
        </pc:sldMkLst>
        <pc:spChg chg="mod">
          <ac:chgData name="贾洪勇" userId="c61acc37-df11-4a3b-9efd-dde9ef084f5f" providerId="ADAL" clId="{CF8B0B9E-AFE1-43C7-813C-3F3780ACF143}" dt="2022-03-27T13:52:51.282" v="9" actId="1076"/>
          <ac:spMkLst>
            <pc:docMk/>
            <pc:sldMk cId="3258626425" sldId="496"/>
            <ac:spMk id="2" creationId="{17AA0B7A-857E-4763-89F5-6B4E403DC1A0}"/>
          </ac:spMkLst>
        </pc:spChg>
      </pc:sldChg>
    </pc:docChg>
  </pc:docChgLst>
  <pc:docChgLst>
    <pc:chgData name="贾洪勇" userId="c61acc37-df11-4a3b-9efd-dde9ef084f5f" providerId="ADAL" clId="{3FC5D0CC-2615-4740-99C7-EB740BAD5DD3}"/>
    <pc:docChg chg="undo custSel addSld modSld">
      <pc:chgData name="贾洪勇" userId="c61acc37-df11-4a3b-9efd-dde9ef084f5f" providerId="ADAL" clId="{3FC5D0CC-2615-4740-99C7-EB740BAD5DD3}" dt="2023-03-13T04:14:05.821" v="21"/>
      <pc:docMkLst>
        <pc:docMk/>
      </pc:docMkLst>
      <pc:sldChg chg="modSp mod">
        <pc:chgData name="贾洪勇" userId="c61acc37-df11-4a3b-9efd-dde9ef084f5f" providerId="ADAL" clId="{3FC5D0CC-2615-4740-99C7-EB740BAD5DD3}" dt="2023-03-13T03:55:21.488" v="20"/>
        <pc:sldMkLst>
          <pc:docMk/>
          <pc:sldMk cId="2555363244" sldId="307"/>
        </pc:sldMkLst>
        <pc:spChg chg="mod">
          <ac:chgData name="贾洪勇" userId="c61acc37-df11-4a3b-9efd-dde9ef084f5f" providerId="ADAL" clId="{3FC5D0CC-2615-4740-99C7-EB740BAD5DD3}" dt="2023-03-13T03:55:21.488" v="20"/>
          <ac:spMkLst>
            <pc:docMk/>
            <pc:sldMk cId="2555363244" sldId="307"/>
            <ac:spMk id="18434" creationId="{EDDA467F-CBA0-468C-9C62-B9F07CDC9D3B}"/>
          </ac:spMkLst>
        </pc:spChg>
      </pc:sldChg>
      <pc:sldChg chg="modSp mod">
        <pc:chgData name="贾洪勇" userId="c61acc37-df11-4a3b-9efd-dde9ef084f5f" providerId="ADAL" clId="{3FC5D0CC-2615-4740-99C7-EB740BAD5DD3}" dt="2023-03-13T02:52:43.679" v="1" actId="20577"/>
        <pc:sldMkLst>
          <pc:docMk/>
          <pc:sldMk cId="1883212912" sldId="459"/>
        </pc:sldMkLst>
        <pc:spChg chg="mod">
          <ac:chgData name="贾洪勇" userId="c61acc37-df11-4a3b-9efd-dde9ef084f5f" providerId="ADAL" clId="{3FC5D0CC-2615-4740-99C7-EB740BAD5DD3}" dt="2023-03-13T02:52:43.679" v="1" actId="20577"/>
          <ac:spMkLst>
            <pc:docMk/>
            <pc:sldMk cId="1883212912" sldId="459"/>
            <ac:spMk id="2" creationId="{E6F079D5-CFDA-40DB-8D1E-782630746999}"/>
          </ac:spMkLst>
        </pc:spChg>
      </pc:sldChg>
      <pc:sldChg chg="addSp delSp mod">
        <pc:chgData name="贾洪勇" userId="c61acc37-df11-4a3b-9efd-dde9ef084f5f" providerId="ADAL" clId="{3FC5D0CC-2615-4740-99C7-EB740BAD5DD3}" dt="2023-03-13T02:54:26.347" v="3" actId="22"/>
        <pc:sldMkLst>
          <pc:docMk/>
          <pc:sldMk cId="3194745097" sldId="461"/>
        </pc:sldMkLst>
        <pc:spChg chg="add del">
          <ac:chgData name="贾洪勇" userId="c61acc37-df11-4a3b-9efd-dde9ef084f5f" providerId="ADAL" clId="{3FC5D0CC-2615-4740-99C7-EB740BAD5DD3}" dt="2023-03-13T02:54:26.347" v="3" actId="22"/>
          <ac:spMkLst>
            <pc:docMk/>
            <pc:sldMk cId="3194745097" sldId="461"/>
            <ac:spMk id="7" creationId="{DEED1658-B638-4C50-82BB-CE3CD7C155D4}"/>
          </ac:spMkLst>
        </pc:spChg>
      </pc:sldChg>
      <pc:sldChg chg="modSp mod">
        <pc:chgData name="贾洪勇" userId="c61acc37-df11-4a3b-9efd-dde9ef084f5f" providerId="ADAL" clId="{3FC5D0CC-2615-4740-99C7-EB740BAD5DD3}" dt="2023-03-13T03:50:02.861" v="11" actId="6549"/>
        <pc:sldMkLst>
          <pc:docMk/>
          <pc:sldMk cId="3258626425" sldId="496"/>
        </pc:sldMkLst>
        <pc:spChg chg="mod">
          <ac:chgData name="贾洪勇" userId="c61acc37-df11-4a3b-9efd-dde9ef084f5f" providerId="ADAL" clId="{3FC5D0CC-2615-4740-99C7-EB740BAD5DD3}" dt="2023-03-13T03:50:02.861" v="11" actId="6549"/>
          <ac:spMkLst>
            <pc:docMk/>
            <pc:sldMk cId="3258626425" sldId="496"/>
            <ac:spMk id="3" creationId="{E82E9E70-0964-4AC7-8C48-249123628A9C}"/>
          </ac:spMkLst>
        </pc:spChg>
      </pc:sldChg>
      <pc:sldChg chg="add">
        <pc:chgData name="贾洪勇" userId="c61acc37-df11-4a3b-9efd-dde9ef084f5f" providerId="ADAL" clId="{3FC5D0CC-2615-4740-99C7-EB740BAD5DD3}" dt="2023-03-13T04:14:05.821" v="21"/>
        <pc:sldMkLst>
          <pc:docMk/>
          <pc:sldMk cId="1539067142" sldId="497"/>
        </pc:sldMkLst>
      </pc:sldChg>
    </pc:docChg>
  </pc:docChgLst>
  <pc:docChgLst>
    <pc:chgData name="贾洪勇" userId="c61acc37-df11-4a3b-9efd-dde9ef084f5f" providerId="ADAL" clId="{962209C3-AE82-4EE0-BF32-D6650FA508C1}"/>
    <pc:docChg chg="addSld modSld">
      <pc:chgData name="贾洪勇" userId="c61acc37-df11-4a3b-9efd-dde9ef084f5f" providerId="ADAL" clId="{962209C3-AE82-4EE0-BF32-D6650FA508C1}" dt="2023-03-13T05:51:43.100" v="180"/>
      <pc:docMkLst>
        <pc:docMk/>
      </pc:docMkLst>
      <pc:sldChg chg="addSp modSp new mod">
        <pc:chgData name="贾洪勇" userId="c61acc37-df11-4a3b-9efd-dde9ef084f5f" providerId="ADAL" clId="{962209C3-AE82-4EE0-BF32-D6650FA508C1}" dt="2023-03-13T05:51:27.091" v="168" actId="6549"/>
        <pc:sldMkLst>
          <pc:docMk/>
          <pc:sldMk cId="1426546682" sldId="498"/>
        </pc:sldMkLst>
        <pc:spChg chg="mod">
          <ac:chgData name="贾洪勇" userId="c61acc37-df11-4a3b-9efd-dde9ef084f5f" providerId="ADAL" clId="{962209C3-AE82-4EE0-BF32-D6650FA508C1}" dt="2023-03-13T05:51:27.091" v="168" actId="6549"/>
          <ac:spMkLst>
            <pc:docMk/>
            <pc:sldMk cId="1426546682" sldId="498"/>
            <ac:spMk id="2" creationId="{2B3B8437-4078-453C-B456-051721E421C8}"/>
          </ac:spMkLst>
        </pc:spChg>
        <pc:spChg chg="mod">
          <ac:chgData name="贾洪勇" userId="c61acc37-df11-4a3b-9efd-dde9ef084f5f" providerId="ADAL" clId="{962209C3-AE82-4EE0-BF32-D6650FA508C1}" dt="2023-03-13T05:44:37.406" v="39" actId="1076"/>
          <ac:spMkLst>
            <pc:docMk/>
            <pc:sldMk cId="1426546682" sldId="498"/>
            <ac:spMk id="3" creationId="{EAB6FFDA-93A7-45F1-A877-88769629EE6A}"/>
          </ac:spMkLst>
        </pc:spChg>
        <pc:spChg chg="add mod">
          <ac:chgData name="贾洪勇" userId="c61acc37-df11-4a3b-9efd-dde9ef084f5f" providerId="ADAL" clId="{962209C3-AE82-4EE0-BF32-D6650FA508C1}" dt="2023-03-13T05:45:36.725" v="73" actId="14100"/>
          <ac:spMkLst>
            <pc:docMk/>
            <pc:sldMk cId="1426546682" sldId="498"/>
            <ac:spMk id="5" creationId="{0E08BDE5-AD66-46CA-B3AA-6BD9933C851E}"/>
          </ac:spMkLst>
        </pc:spChg>
      </pc:sldChg>
      <pc:sldChg chg="addSp delSp modSp new mod">
        <pc:chgData name="贾洪勇" userId="c61acc37-df11-4a3b-9efd-dde9ef084f5f" providerId="ADAL" clId="{962209C3-AE82-4EE0-BF32-D6650FA508C1}" dt="2023-03-13T05:51:31.889" v="172"/>
        <pc:sldMkLst>
          <pc:docMk/>
          <pc:sldMk cId="1704416195" sldId="499"/>
        </pc:sldMkLst>
        <pc:spChg chg="del">
          <ac:chgData name="贾洪勇" userId="c61acc37-df11-4a3b-9efd-dde9ef084f5f" providerId="ADAL" clId="{962209C3-AE82-4EE0-BF32-D6650FA508C1}" dt="2023-03-13T05:51:04.625" v="156"/>
          <ac:spMkLst>
            <pc:docMk/>
            <pc:sldMk cId="1704416195" sldId="499"/>
            <ac:spMk id="2" creationId="{A0F807DE-26D3-4E8E-AA3B-A9C3635BCA8F}"/>
          </ac:spMkLst>
        </pc:spChg>
        <pc:spChg chg="mod">
          <ac:chgData name="贾洪勇" userId="c61acc37-df11-4a3b-9efd-dde9ef084f5f" providerId="ADAL" clId="{962209C3-AE82-4EE0-BF32-D6650FA508C1}" dt="2023-03-13T05:46:39.980" v="93" actId="403"/>
          <ac:spMkLst>
            <pc:docMk/>
            <pc:sldMk cId="1704416195" sldId="499"/>
            <ac:spMk id="3" creationId="{E324A95A-9FBC-43B9-A067-BDA4FF979123}"/>
          </ac:spMkLst>
        </pc:spChg>
        <pc:spChg chg="add mod">
          <ac:chgData name="贾洪勇" userId="c61acc37-df11-4a3b-9efd-dde9ef084f5f" providerId="ADAL" clId="{962209C3-AE82-4EE0-BF32-D6650FA508C1}" dt="2023-03-13T05:46:45.266" v="94" actId="1076"/>
          <ac:spMkLst>
            <pc:docMk/>
            <pc:sldMk cId="1704416195" sldId="499"/>
            <ac:spMk id="5" creationId="{8ECFF55A-F57C-4058-9E6C-A641475D9D81}"/>
          </ac:spMkLst>
        </pc:spChg>
        <pc:spChg chg="add mod">
          <ac:chgData name="贾洪勇" userId="c61acc37-df11-4a3b-9efd-dde9ef084f5f" providerId="ADAL" clId="{962209C3-AE82-4EE0-BF32-D6650FA508C1}" dt="2023-03-13T05:51:31.889" v="172"/>
          <ac:spMkLst>
            <pc:docMk/>
            <pc:sldMk cId="1704416195" sldId="499"/>
            <ac:spMk id="6" creationId="{3198164D-9028-420B-B52B-84DAA68AB7CF}"/>
          </ac:spMkLst>
        </pc:spChg>
      </pc:sldChg>
      <pc:sldChg chg="addSp delSp modSp add mod">
        <pc:chgData name="贾洪勇" userId="c61acc37-df11-4a3b-9efd-dde9ef084f5f" providerId="ADAL" clId="{962209C3-AE82-4EE0-BF32-D6650FA508C1}" dt="2023-03-13T05:51:37.396" v="176"/>
        <pc:sldMkLst>
          <pc:docMk/>
          <pc:sldMk cId="2808552184" sldId="500"/>
        </pc:sldMkLst>
        <pc:spChg chg="del">
          <ac:chgData name="贾洪勇" userId="c61acc37-df11-4a3b-9efd-dde9ef084f5f" providerId="ADAL" clId="{962209C3-AE82-4EE0-BF32-D6650FA508C1}" dt="2023-03-13T05:51:08.046" v="157"/>
          <ac:spMkLst>
            <pc:docMk/>
            <pc:sldMk cId="2808552184" sldId="500"/>
            <ac:spMk id="2" creationId="{A0F807DE-26D3-4E8E-AA3B-A9C3635BCA8F}"/>
          </ac:spMkLst>
        </pc:spChg>
        <pc:spChg chg="mod">
          <ac:chgData name="贾洪勇" userId="c61acc37-df11-4a3b-9efd-dde9ef084f5f" providerId="ADAL" clId="{962209C3-AE82-4EE0-BF32-D6650FA508C1}" dt="2023-03-13T05:47:24.195" v="110" actId="6549"/>
          <ac:spMkLst>
            <pc:docMk/>
            <pc:sldMk cId="2808552184" sldId="500"/>
            <ac:spMk id="3" creationId="{E324A95A-9FBC-43B9-A067-BDA4FF979123}"/>
          </ac:spMkLst>
        </pc:spChg>
        <pc:spChg chg="mod">
          <ac:chgData name="贾洪勇" userId="c61acc37-df11-4a3b-9efd-dde9ef084f5f" providerId="ADAL" clId="{962209C3-AE82-4EE0-BF32-D6650FA508C1}" dt="2023-03-13T05:47:08.325" v="107"/>
          <ac:spMkLst>
            <pc:docMk/>
            <pc:sldMk cId="2808552184" sldId="500"/>
            <ac:spMk id="5" creationId="{8ECFF55A-F57C-4058-9E6C-A641475D9D81}"/>
          </ac:spMkLst>
        </pc:spChg>
        <pc:spChg chg="add mod">
          <ac:chgData name="贾洪勇" userId="c61acc37-df11-4a3b-9efd-dde9ef084f5f" providerId="ADAL" clId="{962209C3-AE82-4EE0-BF32-D6650FA508C1}" dt="2023-03-13T05:51:37.396" v="176"/>
          <ac:spMkLst>
            <pc:docMk/>
            <pc:sldMk cId="2808552184" sldId="500"/>
            <ac:spMk id="6" creationId="{EBBAC2F0-9E7B-429A-824B-13223BCDE8F4}"/>
          </ac:spMkLst>
        </pc:spChg>
      </pc:sldChg>
      <pc:sldChg chg="addSp delSp modSp add mod">
        <pc:chgData name="贾洪勇" userId="c61acc37-df11-4a3b-9efd-dde9ef084f5f" providerId="ADAL" clId="{962209C3-AE82-4EE0-BF32-D6650FA508C1}" dt="2023-03-13T05:51:43.100" v="180"/>
        <pc:sldMkLst>
          <pc:docMk/>
          <pc:sldMk cId="2623466807" sldId="501"/>
        </pc:sldMkLst>
        <pc:spChg chg="del">
          <ac:chgData name="贾洪勇" userId="c61acc37-df11-4a3b-9efd-dde9ef084f5f" providerId="ADAL" clId="{962209C3-AE82-4EE0-BF32-D6650FA508C1}" dt="2023-03-13T05:51:11.584" v="158"/>
          <ac:spMkLst>
            <pc:docMk/>
            <pc:sldMk cId="2623466807" sldId="501"/>
            <ac:spMk id="2" creationId="{A0F807DE-26D3-4E8E-AA3B-A9C3635BCA8F}"/>
          </ac:spMkLst>
        </pc:spChg>
        <pc:spChg chg="mod">
          <ac:chgData name="贾洪勇" userId="c61acc37-df11-4a3b-9efd-dde9ef084f5f" providerId="ADAL" clId="{962209C3-AE82-4EE0-BF32-D6650FA508C1}" dt="2023-03-13T05:50:34.336" v="155" actId="404"/>
          <ac:spMkLst>
            <pc:docMk/>
            <pc:sldMk cId="2623466807" sldId="501"/>
            <ac:spMk id="3" creationId="{E324A95A-9FBC-43B9-A067-BDA4FF979123}"/>
          </ac:spMkLst>
        </pc:spChg>
        <pc:spChg chg="mod">
          <ac:chgData name="贾洪勇" userId="c61acc37-df11-4a3b-9efd-dde9ef084f5f" providerId="ADAL" clId="{962209C3-AE82-4EE0-BF32-D6650FA508C1}" dt="2023-03-13T05:49:40.518" v="147" actId="1076"/>
          <ac:spMkLst>
            <pc:docMk/>
            <pc:sldMk cId="2623466807" sldId="501"/>
            <ac:spMk id="5" creationId="{8ECFF55A-F57C-4058-9E6C-A641475D9D81}"/>
          </ac:spMkLst>
        </pc:spChg>
        <pc:spChg chg="add mod">
          <ac:chgData name="贾洪勇" userId="c61acc37-df11-4a3b-9efd-dde9ef084f5f" providerId="ADAL" clId="{962209C3-AE82-4EE0-BF32-D6650FA508C1}" dt="2023-03-13T05:51:43.100" v="180"/>
          <ac:spMkLst>
            <pc:docMk/>
            <pc:sldMk cId="2623466807" sldId="501"/>
            <ac:spMk id="6" creationId="{0247B398-E790-471F-B2EE-64EA8D48748A}"/>
          </ac:spMkLst>
        </pc:spChg>
      </pc:sldChg>
    </pc:docChg>
  </pc:docChgLst>
  <pc:docChgLst>
    <pc:chgData name="贾洪勇" userId="c61acc37-df11-4a3b-9efd-dde9ef084f5f" providerId="ADAL" clId="{0F84A287-EC61-479E-AF58-4139ED6C0900}"/>
    <pc:docChg chg="undo custSel addSld delSld modSld sldOrd modMainMaster">
      <pc:chgData name="贾洪勇" userId="c61acc37-df11-4a3b-9efd-dde9ef084f5f" providerId="ADAL" clId="{0F84A287-EC61-479E-AF58-4139ED6C0900}" dt="2022-03-27T23:37:43.645" v="2346" actId="47"/>
      <pc:docMkLst>
        <pc:docMk/>
      </pc:docMkLst>
      <pc:sldChg chg="modSp add del modTransition">
        <pc:chgData name="贾洪勇" userId="c61acc37-df11-4a3b-9efd-dde9ef084f5f" providerId="ADAL" clId="{0F84A287-EC61-479E-AF58-4139ED6C0900}" dt="2022-03-22T09:46:27.375" v="2192" actId="2696"/>
        <pc:sldMkLst>
          <pc:docMk/>
          <pc:sldMk cId="3220339038" sldId="262"/>
        </pc:sldMkLst>
        <pc:spChg chg="mod">
          <ac:chgData name="贾洪勇" userId="c61acc37-df11-4a3b-9efd-dde9ef084f5f" providerId="ADAL" clId="{0F84A287-EC61-479E-AF58-4139ED6C0900}" dt="2022-03-22T09:30:04.927" v="2142" actId="207"/>
          <ac:spMkLst>
            <pc:docMk/>
            <pc:sldMk cId="3220339038" sldId="262"/>
            <ac:spMk id="31" creationId="{0705DF1E-4EE0-49DD-97BF-04D03C3F2316}"/>
          </ac:spMkLst>
        </pc:spChg>
        <pc:grpChg chg="del">
          <ac:chgData name="贾洪勇" userId="c61acc37-df11-4a3b-9efd-dde9ef084f5f" providerId="ADAL" clId="{0F84A287-EC61-479E-AF58-4139ED6C0900}" dt="2022-03-22T09:57:28.879" v="2223" actId="478"/>
          <ac:grpSpMkLst>
            <pc:docMk/>
            <pc:sldMk cId="3220339038" sldId="262"/>
            <ac:grpSpMk id="2" creationId="{B39DDCA1-EE27-4A4E-8D26-BBDD931749C2}"/>
          </ac:grpSpMkLst>
        </pc:grpChg>
      </pc:sldChg>
      <pc:sldChg chg="modSp add del mod modTransition">
        <pc:chgData name="贾洪勇" userId="c61acc37-df11-4a3b-9efd-dde9ef084f5f" providerId="ADAL" clId="{0F84A287-EC61-479E-AF58-4139ED6C0900}" dt="2022-03-22T09:46:27.375" v="2192" actId="2696"/>
        <pc:sldMkLst>
          <pc:docMk/>
          <pc:sldMk cId="1841045180" sldId="263"/>
        </pc:sldMkLst>
        <pc:spChg chg="mod">
          <ac:chgData name="贾洪勇" userId="c61acc37-df11-4a3b-9efd-dde9ef084f5f" providerId="ADAL" clId="{0F84A287-EC61-479E-AF58-4139ED6C0900}" dt="2022-03-22T09:32:08.157" v="2150" actId="207"/>
          <ac:spMkLst>
            <pc:docMk/>
            <pc:sldMk cId="1841045180" sldId="263"/>
            <ac:spMk id="8194" creationId="{6D4D436D-B15A-4E63-8FF2-91DFC7ECD7C4}"/>
          </ac:spMkLst>
        </pc:spChg>
      </pc:sldChg>
      <pc:sldChg chg="add">
        <pc:chgData name="贾洪勇" userId="c61acc37-df11-4a3b-9efd-dde9ef084f5f" providerId="ADAL" clId="{0F84A287-EC61-479E-AF58-4139ED6C0900}" dt="2022-03-22T09:46:35.309" v="2193"/>
        <pc:sldMkLst>
          <pc:docMk/>
          <pc:sldMk cId="2225575475" sldId="264"/>
        </pc:sldMkLst>
        <pc:spChg chg="mod">
          <ac:chgData name="贾洪勇" userId="c61acc37-df11-4a3b-9efd-dde9ef084f5f" providerId="ADAL" clId="{0F84A287-EC61-479E-AF58-4139ED6C0900}" dt="2022-03-22T09:34:07.891" v="2152" actId="1076"/>
          <ac:spMkLst>
            <pc:docMk/>
            <pc:sldMk cId="2225575475" sldId="264"/>
            <ac:spMk id="9223" creationId="{7A9FDCB0-029C-440A-BB23-BCC0A6C4A6AC}"/>
          </ac:spMkLst>
        </pc:spChg>
      </pc:sldChg>
      <pc:sldChg chg="addSp delSp modSp add del mod modAnim">
        <pc:chgData name="贾洪勇" userId="c61acc37-df11-4a3b-9efd-dde9ef084f5f" providerId="ADAL" clId="{0F84A287-EC61-479E-AF58-4139ED6C0900}" dt="2022-03-22T09:46:27.375" v="2192" actId="2696"/>
        <pc:sldMkLst>
          <pc:docMk/>
          <pc:sldMk cId="3694928234" sldId="265"/>
        </pc:sldMkLst>
        <pc:spChg chg="mod">
          <ac:chgData name="贾洪勇" userId="c61acc37-df11-4a3b-9efd-dde9ef084f5f" providerId="ADAL" clId="{0F84A287-EC61-479E-AF58-4139ED6C0900}" dt="2022-03-22T09:35:00.457" v="2154" actId="207"/>
          <ac:spMkLst>
            <pc:docMk/>
            <pc:sldMk cId="3694928234" sldId="265"/>
            <ac:spMk id="6" creationId="{7DE97BC7-7D92-42DF-B981-B31D708E3D91}"/>
          </ac:spMkLst>
        </pc:spChg>
        <pc:spChg chg="add del">
          <ac:chgData name="贾洪勇" userId="c61acc37-df11-4a3b-9efd-dde9ef084f5f" providerId="ADAL" clId="{0F84A287-EC61-479E-AF58-4139ED6C0900}" dt="2022-03-22T09:36:05.887" v="2164" actId="478"/>
          <ac:spMkLst>
            <pc:docMk/>
            <pc:sldMk cId="3694928234" sldId="265"/>
            <ac:spMk id="18" creationId="{B9C198A7-ADEA-4733-B4CC-74ABFD311B63}"/>
          </ac:spMkLst>
        </pc:spChg>
        <pc:spChg chg="mod">
          <ac:chgData name="贾洪勇" userId="c61acc37-df11-4a3b-9efd-dde9ef084f5f" providerId="ADAL" clId="{0F84A287-EC61-479E-AF58-4139ED6C0900}" dt="2022-03-22T09:36:00.221" v="2163" actId="20577"/>
          <ac:spMkLst>
            <pc:docMk/>
            <pc:sldMk cId="3694928234" sldId="265"/>
            <ac:spMk id="10243" creationId="{38A3BB62-C719-42C5-AC98-4842791D7508}"/>
          </ac:spMkLst>
        </pc:spChg>
        <pc:spChg chg="mod">
          <ac:chgData name="贾洪勇" userId="c61acc37-df11-4a3b-9efd-dde9ef084f5f" providerId="ADAL" clId="{0F84A287-EC61-479E-AF58-4139ED6C0900}" dt="2022-03-22T09:35:46.774" v="2160" actId="14100"/>
          <ac:spMkLst>
            <pc:docMk/>
            <pc:sldMk cId="3694928234" sldId="265"/>
            <ac:spMk id="10246" creationId="{BCF55D14-1455-4AD3-80D7-5230A8A423F3}"/>
          </ac:spMkLst>
        </pc:spChg>
        <pc:spChg chg="mod">
          <ac:chgData name="贾洪勇" userId="c61acc37-df11-4a3b-9efd-dde9ef084f5f" providerId="ADAL" clId="{0F84A287-EC61-479E-AF58-4139ED6C0900}" dt="2022-03-22T09:35:46.774" v="2160" actId="14100"/>
          <ac:spMkLst>
            <pc:docMk/>
            <pc:sldMk cId="3694928234" sldId="265"/>
            <ac:spMk id="10247" creationId="{07A46BBD-028C-4333-820E-CCB224918ADF}"/>
          </ac:spMkLst>
        </pc:spChg>
        <pc:spChg chg="mod">
          <ac:chgData name="贾洪勇" userId="c61acc37-df11-4a3b-9efd-dde9ef084f5f" providerId="ADAL" clId="{0F84A287-EC61-479E-AF58-4139ED6C0900}" dt="2022-03-22T09:35:46.774" v="2160" actId="14100"/>
          <ac:spMkLst>
            <pc:docMk/>
            <pc:sldMk cId="3694928234" sldId="265"/>
            <ac:spMk id="10248" creationId="{F7F82A82-7D2B-440F-A06D-97640AF2DC25}"/>
          </ac:spMkLst>
        </pc:spChg>
        <pc:spChg chg="mod">
          <ac:chgData name="贾洪勇" userId="c61acc37-df11-4a3b-9efd-dde9ef084f5f" providerId="ADAL" clId="{0F84A287-EC61-479E-AF58-4139ED6C0900}" dt="2022-03-22T09:35:46.774" v="2160" actId="14100"/>
          <ac:spMkLst>
            <pc:docMk/>
            <pc:sldMk cId="3694928234" sldId="265"/>
            <ac:spMk id="10250" creationId="{86C0F49B-895A-4F10-9D33-C0BDB3B81988}"/>
          </ac:spMkLst>
        </pc:spChg>
        <pc:spChg chg="mod">
          <ac:chgData name="贾洪勇" userId="c61acc37-df11-4a3b-9efd-dde9ef084f5f" providerId="ADAL" clId="{0F84A287-EC61-479E-AF58-4139ED6C0900}" dt="2022-03-22T09:35:46.774" v="2160" actId="14100"/>
          <ac:spMkLst>
            <pc:docMk/>
            <pc:sldMk cId="3694928234" sldId="265"/>
            <ac:spMk id="10253" creationId="{0143C702-C1C8-4AEA-A6BE-092ED29C2692}"/>
          </ac:spMkLst>
        </pc:spChg>
        <pc:spChg chg="mod">
          <ac:chgData name="贾洪勇" userId="c61acc37-df11-4a3b-9efd-dde9ef084f5f" providerId="ADAL" clId="{0F84A287-EC61-479E-AF58-4139ED6C0900}" dt="2022-03-22T09:36:45.563" v="2168" actId="1076"/>
          <ac:spMkLst>
            <pc:docMk/>
            <pc:sldMk cId="3694928234" sldId="265"/>
            <ac:spMk id="10255" creationId="{69BFAB6E-7480-4CAC-96D7-39710D63AE3A}"/>
          </ac:spMkLst>
        </pc:spChg>
        <pc:spChg chg="mod">
          <ac:chgData name="贾洪勇" userId="c61acc37-df11-4a3b-9efd-dde9ef084f5f" providerId="ADAL" clId="{0F84A287-EC61-479E-AF58-4139ED6C0900}" dt="2022-03-22T09:36:45.563" v="2168" actId="1076"/>
          <ac:spMkLst>
            <pc:docMk/>
            <pc:sldMk cId="3694928234" sldId="265"/>
            <ac:spMk id="10256" creationId="{5B32EE19-9283-4DCE-9158-6729D588805E}"/>
          </ac:spMkLst>
        </pc:spChg>
        <pc:grpChg chg="mod">
          <ac:chgData name="贾洪勇" userId="c61acc37-df11-4a3b-9efd-dde9ef084f5f" providerId="ADAL" clId="{0F84A287-EC61-479E-AF58-4139ED6C0900}" dt="2022-03-22T09:35:46.774" v="2160" actId="14100"/>
          <ac:grpSpMkLst>
            <pc:docMk/>
            <pc:sldMk cId="3694928234" sldId="265"/>
            <ac:grpSpMk id="4" creationId="{DE8CA753-5B5A-4218-A004-BFFE3255A2A9}"/>
          </ac:grpSpMkLst>
        </pc:grpChg>
        <pc:grpChg chg="mod">
          <ac:chgData name="贾洪勇" userId="c61acc37-df11-4a3b-9efd-dde9ef084f5f" providerId="ADAL" clId="{0F84A287-EC61-479E-AF58-4139ED6C0900}" dt="2022-03-22T09:36:45.563" v="2168" actId="1076"/>
          <ac:grpSpMkLst>
            <pc:docMk/>
            <pc:sldMk cId="3694928234" sldId="265"/>
            <ac:grpSpMk id="5" creationId="{6DFA194C-6304-4772-BCC0-950ADC281B90}"/>
          </ac:grpSpMkLst>
        </pc:grpChg>
        <pc:picChg chg="mod">
          <ac:chgData name="贾洪勇" userId="c61acc37-df11-4a3b-9efd-dde9ef084f5f" providerId="ADAL" clId="{0F84A287-EC61-479E-AF58-4139ED6C0900}" dt="2022-03-22T09:35:46.774" v="2160" actId="14100"/>
          <ac:picMkLst>
            <pc:docMk/>
            <pc:sldMk cId="3694928234" sldId="265"/>
            <ac:picMk id="10249" creationId="{D297089D-786C-4E6E-86B2-8027CB89CD5F}"/>
          </ac:picMkLst>
        </pc:picChg>
        <pc:picChg chg="mod">
          <ac:chgData name="贾洪勇" userId="c61acc37-df11-4a3b-9efd-dde9ef084f5f" providerId="ADAL" clId="{0F84A287-EC61-479E-AF58-4139ED6C0900}" dt="2022-03-22T09:35:46.774" v="2160" actId="14100"/>
          <ac:picMkLst>
            <pc:docMk/>
            <pc:sldMk cId="3694928234" sldId="265"/>
            <ac:picMk id="10251" creationId="{05D2B914-BD73-43A6-A99B-F6B046A6C089}"/>
          </ac:picMkLst>
        </pc:picChg>
        <pc:picChg chg="mod">
          <ac:chgData name="贾洪勇" userId="c61acc37-df11-4a3b-9efd-dde9ef084f5f" providerId="ADAL" clId="{0F84A287-EC61-479E-AF58-4139ED6C0900}" dt="2022-03-22T09:35:46.774" v="2160" actId="14100"/>
          <ac:picMkLst>
            <pc:docMk/>
            <pc:sldMk cId="3694928234" sldId="265"/>
            <ac:picMk id="10252" creationId="{6423C077-2671-4F57-951B-6B822886FE66}"/>
          </ac:picMkLst>
        </pc:picChg>
        <pc:picChg chg="mod">
          <ac:chgData name="贾洪勇" userId="c61acc37-df11-4a3b-9efd-dde9ef084f5f" providerId="ADAL" clId="{0F84A287-EC61-479E-AF58-4139ED6C0900}" dt="2022-03-22T09:35:46.774" v="2160" actId="14100"/>
          <ac:picMkLst>
            <pc:docMk/>
            <pc:sldMk cId="3694928234" sldId="265"/>
            <ac:picMk id="10254" creationId="{89EBEE4A-73B1-4252-80E7-E54E6B6F590E}"/>
          </ac:picMkLst>
        </pc:picChg>
      </pc:sldChg>
      <pc:sldChg chg="add">
        <pc:chgData name="贾洪勇" userId="c61acc37-df11-4a3b-9efd-dde9ef084f5f" providerId="ADAL" clId="{0F84A287-EC61-479E-AF58-4139ED6C0900}" dt="2022-03-22T09:46:35.309" v="2193"/>
        <pc:sldMkLst>
          <pc:docMk/>
          <pc:sldMk cId="170161043" sldId="266"/>
        </pc:sldMkLst>
        <pc:spChg chg="mod">
          <ac:chgData name="贾洪勇" userId="c61acc37-df11-4a3b-9efd-dde9ef084f5f" providerId="ADAL" clId="{0F84A287-EC61-479E-AF58-4139ED6C0900}" dt="2022-03-22T09:36:58.172" v="2170" actId="1076"/>
          <ac:spMkLst>
            <pc:docMk/>
            <pc:sldMk cId="170161043" sldId="266"/>
            <ac:spMk id="6" creationId="{7FA149F5-CA94-43D4-B89C-4F4819B0E892}"/>
          </ac:spMkLst>
        </pc:spChg>
      </pc:sldChg>
      <pc:sldChg chg="add">
        <pc:chgData name="贾洪勇" userId="c61acc37-df11-4a3b-9efd-dde9ef084f5f" providerId="ADAL" clId="{0F84A287-EC61-479E-AF58-4139ED6C0900}" dt="2022-03-22T09:46:35.309" v="2193"/>
        <pc:sldMkLst>
          <pc:docMk/>
          <pc:sldMk cId="1765793004" sldId="267"/>
        </pc:sldMkLst>
        <pc:spChg chg="mod">
          <ac:chgData name="贾洪勇" userId="c61acc37-df11-4a3b-9efd-dde9ef084f5f" providerId="ADAL" clId="{0F84A287-EC61-479E-AF58-4139ED6C0900}" dt="2022-03-22T09:39:34.965" v="2182" actId="1076"/>
          <ac:spMkLst>
            <pc:docMk/>
            <pc:sldMk cId="1765793004" sldId="267"/>
            <ac:spMk id="6" creationId="{3FE773F0-4A10-4853-9298-8010D3A0FE07}"/>
          </ac:spMkLst>
        </pc:spChg>
        <pc:spChg chg="mod">
          <ac:chgData name="贾洪勇" userId="c61acc37-df11-4a3b-9efd-dde9ef084f5f" providerId="ADAL" clId="{0F84A287-EC61-479E-AF58-4139ED6C0900}" dt="2022-03-22T06:59:04.089" v="1328" actId="207"/>
          <ac:spMkLst>
            <pc:docMk/>
            <pc:sldMk cId="1765793004" sldId="267"/>
            <ac:spMk id="14338" creationId="{9E6CA8CA-C1C3-4A54-B811-A1EB088123F5}"/>
          </ac:spMkLst>
        </pc:spChg>
        <pc:spChg chg="mod">
          <ac:chgData name="贾洪勇" userId="c61acc37-df11-4a3b-9efd-dde9ef084f5f" providerId="ADAL" clId="{0F84A287-EC61-479E-AF58-4139ED6C0900}" dt="2022-03-22T06:57:45.822" v="1314" actId="20577"/>
          <ac:spMkLst>
            <pc:docMk/>
            <pc:sldMk cId="1765793004" sldId="267"/>
            <ac:spMk id="14339" creationId="{881C6B55-D341-4630-B898-617CC0299D49}"/>
          </ac:spMkLst>
        </pc:spChg>
      </pc:sldChg>
      <pc:sldChg chg="modSp add del">
        <pc:chgData name="贾洪勇" userId="c61acc37-df11-4a3b-9efd-dde9ef084f5f" providerId="ADAL" clId="{0F84A287-EC61-479E-AF58-4139ED6C0900}" dt="2022-03-22T09:46:27.375" v="2192" actId="2696"/>
        <pc:sldMkLst>
          <pc:docMk/>
          <pc:sldMk cId="2210922255" sldId="268"/>
        </pc:sldMkLst>
        <pc:spChg chg="mod">
          <ac:chgData name="贾洪勇" userId="c61acc37-df11-4a3b-9efd-dde9ef084f5f" providerId="ADAL" clId="{0F84A287-EC61-479E-AF58-4139ED6C0900}" dt="2022-03-22T09:39:41.997" v="2184" actId="1076"/>
          <ac:spMkLst>
            <pc:docMk/>
            <pc:sldMk cId="2210922255" sldId="268"/>
            <ac:spMk id="6" creationId="{3D4C1F31-D651-4639-96E3-450BA813D591}"/>
          </ac:spMkLst>
        </pc:spChg>
      </pc:sldChg>
      <pc:sldChg chg="add">
        <pc:chgData name="贾洪勇" userId="c61acc37-df11-4a3b-9efd-dde9ef084f5f" providerId="ADAL" clId="{0F84A287-EC61-479E-AF58-4139ED6C0900}" dt="2022-03-22T09:46:35.309" v="2193"/>
        <pc:sldMkLst>
          <pc:docMk/>
          <pc:sldMk cId="2650330470" sldId="269"/>
        </pc:sldMkLst>
        <pc:spChg chg="mod">
          <ac:chgData name="贾洪勇" userId="c61acc37-df11-4a3b-9efd-dde9ef084f5f" providerId="ADAL" clId="{0F84A287-EC61-479E-AF58-4139ED6C0900}" dt="2022-03-22T09:39:50.023" v="2186" actId="1076"/>
          <ac:spMkLst>
            <pc:docMk/>
            <pc:sldMk cId="2650330470" sldId="269"/>
            <ac:spMk id="6" creationId="{1AA4CA88-2295-4E53-967F-9DF853EBF46F}"/>
          </ac:spMkLst>
        </pc:spChg>
      </pc:sldChg>
      <pc:sldChg chg="modSp add del">
        <pc:chgData name="贾洪勇" userId="c61acc37-df11-4a3b-9efd-dde9ef084f5f" providerId="ADAL" clId="{0F84A287-EC61-479E-AF58-4139ED6C0900}" dt="2022-03-22T09:46:27.375" v="2192" actId="2696"/>
        <pc:sldMkLst>
          <pc:docMk/>
          <pc:sldMk cId="3617506380" sldId="270"/>
        </pc:sldMkLst>
        <pc:spChg chg="mod">
          <ac:chgData name="贾洪勇" userId="c61acc37-df11-4a3b-9efd-dde9ef084f5f" providerId="ADAL" clId="{0F84A287-EC61-479E-AF58-4139ED6C0900}" dt="2022-03-22T09:39:15.735" v="2180" actId="207"/>
          <ac:spMkLst>
            <pc:docMk/>
            <pc:sldMk cId="3617506380" sldId="270"/>
            <ac:spMk id="6" creationId="{6F949E70-4F1B-48C8-9225-A946186C20CC}"/>
          </ac:spMkLst>
        </pc:spChg>
      </pc:sldChg>
      <pc:sldChg chg="add">
        <pc:chgData name="贾洪勇" userId="c61acc37-df11-4a3b-9efd-dde9ef084f5f" providerId="ADAL" clId="{0F84A287-EC61-479E-AF58-4139ED6C0900}" dt="2022-03-22T09:46:35.309" v="2193"/>
        <pc:sldMkLst>
          <pc:docMk/>
          <pc:sldMk cId="942772270" sldId="271"/>
        </pc:sldMkLst>
        <pc:spChg chg="mod">
          <ac:chgData name="贾洪勇" userId="c61acc37-df11-4a3b-9efd-dde9ef084f5f" providerId="ADAL" clId="{0F84A287-EC61-479E-AF58-4139ED6C0900}" dt="2022-03-22T09:38:22.906" v="2176" actId="1076"/>
          <ac:spMkLst>
            <pc:docMk/>
            <pc:sldMk cId="942772270" sldId="271"/>
            <ac:spMk id="6" creationId="{39CA68C5-79DE-4F09-9CC7-8A9694B93D4A}"/>
          </ac:spMkLst>
        </pc:spChg>
      </pc:sldChg>
      <pc:sldChg chg="add">
        <pc:chgData name="贾洪勇" userId="c61acc37-df11-4a3b-9efd-dde9ef084f5f" providerId="ADAL" clId="{0F84A287-EC61-479E-AF58-4139ED6C0900}" dt="2022-03-22T09:46:35.309" v="2193"/>
        <pc:sldMkLst>
          <pc:docMk/>
          <pc:sldMk cId="4275776638" sldId="272"/>
        </pc:sldMkLst>
        <pc:spChg chg="mod">
          <ac:chgData name="贾洪勇" userId="c61acc37-df11-4a3b-9efd-dde9ef084f5f" providerId="ADAL" clId="{0F84A287-EC61-479E-AF58-4139ED6C0900}" dt="2022-03-22T09:37:57.571" v="2174" actId="1076"/>
          <ac:spMkLst>
            <pc:docMk/>
            <pc:sldMk cId="4275776638" sldId="272"/>
            <ac:spMk id="6" creationId="{148C4780-0619-412C-9303-63DCB7762EC4}"/>
          </ac:spMkLst>
        </pc:spChg>
      </pc:sldChg>
      <pc:sldChg chg="add del">
        <pc:chgData name="贾洪勇" userId="c61acc37-df11-4a3b-9efd-dde9ef084f5f" providerId="ADAL" clId="{0F84A287-EC61-479E-AF58-4139ED6C0900}" dt="2022-03-27T23:37:43.645" v="2346" actId="47"/>
        <pc:sldMkLst>
          <pc:docMk/>
          <pc:sldMk cId="1539672545" sldId="295"/>
        </pc:sldMkLst>
        <pc:spChg chg="mod">
          <ac:chgData name="贾洪勇" userId="c61acc37-df11-4a3b-9efd-dde9ef084f5f" providerId="ADAL" clId="{0F84A287-EC61-479E-AF58-4139ED6C0900}" dt="2022-03-22T09:37:48.019" v="2172" actId="1076"/>
          <ac:spMkLst>
            <pc:docMk/>
            <pc:sldMk cId="1539672545" sldId="295"/>
            <ac:spMk id="5122" creationId="{2A153CFE-A553-4BFA-9CEF-18443AA881D2}"/>
          </ac:spMkLst>
        </pc:spChg>
      </pc:sldChg>
      <pc:sldChg chg="modSp add del mod modTransition">
        <pc:chgData name="贾洪勇" userId="c61acc37-df11-4a3b-9efd-dde9ef084f5f" providerId="ADAL" clId="{0F84A287-EC61-479E-AF58-4139ED6C0900}" dt="2022-03-22T09:46:27.375" v="2192" actId="2696"/>
        <pc:sldMkLst>
          <pc:docMk/>
          <pc:sldMk cId="2555363244" sldId="307"/>
        </pc:sldMkLst>
        <pc:spChg chg="mod">
          <ac:chgData name="贾洪勇" userId="c61acc37-df11-4a3b-9efd-dde9ef084f5f" providerId="ADAL" clId="{0F84A287-EC61-479E-AF58-4139ED6C0900}" dt="2022-03-22T09:30:21.752" v="2144" actId="207"/>
          <ac:spMkLst>
            <pc:docMk/>
            <pc:sldMk cId="2555363244" sldId="307"/>
            <ac:spMk id="6146" creationId="{4A0F0ECE-1AEA-4959-8B2A-DD310F52C3E9}"/>
          </ac:spMkLst>
        </pc:spChg>
        <pc:spChg chg="mod">
          <ac:chgData name="贾洪勇" userId="c61acc37-df11-4a3b-9efd-dde9ef084f5f" providerId="ADAL" clId="{0F84A287-EC61-479E-AF58-4139ED6C0900}" dt="2022-03-22T09:30:28.982" v="2145" actId="14100"/>
          <ac:spMkLst>
            <pc:docMk/>
            <pc:sldMk cId="2555363244" sldId="307"/>
            <ac:spMk id="18434" creationId="{EDDA467F-CBA0-468C-9C62-B9F07CDC9D3B}"/>
          </ac:spMkLst>
        </pc:spChg>
      </pc:sldChg>
      <pc:sldChg chg="add">
        <pc:chgData name="贾洪勇" userId="c61acc37-df11-4a3b-9efd-dde9ef084f5f" providerId="ADAL" clId="{0F84A287-EC61-479E-AF58-4139ED6C0900}" dt="2022-03-22T09:46:35.309" v="2193"/>
        <pc:sldMkLst>
          <pc:docMk/>
          <pc:sldMk cId="712223766" sldId="316"/>
        </pc:sldMkLst>
        <pc:spChg chg="mod">
          <ac:chgData name="贾洪勇" userId="c61acc37-df11-4a3b-9efd-dde9ef084f5f" providerId="ADAL" clId="{0F84A287-EC61-479E-AF58-4139ED6C0900}" dt="2022-03-22T09:31:38.799" v="2147" actId="207"/>
          <ac:spMkLst>
            <pc:docMk/>
            <pc:sldMk cId="712223766" sldId="316"/>
            <ac:spMk id="7170" creationId="{09408BDD-3AC9-4372-880A-FC43683F6C3F}"/>
          </ac:spMkLst>
        </pc:spChg>
        <pc:spChg chg="mod">
          <ac:chgData name="贾洪勇" userId="c61acc37-df11-4a3b-9efd-dde9ef084f5f" providerId="ADAL" clId="{0F84A287-EC61-479E-AF58-4139ED6C0900}" dt="2022-03-22T09:31:43.160" v="2148" actId="14100"/>
          <ac:spMkLst>
            <pc:docMk/>
            <pc:sldMk cId="712223766" sldId="316"/>
            <ac:spMk id="18434" creationId="{6DD5BE88-63C5-4600-93DD-42B7D2784B4B}"/>
          </ac:spMkLst>
        </pc:spChg>
      </pc:sldChg>
      <pc:sldChg chg="del">
        <pc:chgData name="贾洪勇" userId="c61acc37-df11-4a3b-9efd-dde9ef084f5f" providerId="ADAL" clId="{0F84A287-EC61-479E-AF58-4139ED6C0900}" dt="2022-03-21T08:43:30.933" v="394" actId="47"/>
        <pc:sldMkLst>
          <pc:docMk/>
          <pc:sldMk cId="0" sldId="317"/>
        </pc:sldMkLst>
      </pc:sldChg>
      <pc:sldChg chg="del">
        <pc:chgData name="贾洪勇" userId="c61acc37-df11-4a3b-9efd-dde9ef084f5f" providerId="ADAL" clId="{0F84A287-EC61-479E-AF58-4139ED6C0900}" dt="2022-03-21T08:43:30.933" v="394" actId="47"/>
        <pc:sldMkLst>
          <pc:docMk/>
          <pc:sldMk cId="0" sldId="318"/>
        </pc:sldMkLst>
      </pc:sldChg>
      <pc:sldChg chg="del">
        <pc:chgData name="贾洪勇" userId="c61acc37-df11-4a3b-9efd-dde9ef084f5f" providerId="ADAL" clId="{0F84A287-EC61-479E-AF58-4139ED6C0900}" dt="2022-03-21T08:43:30.933" v="394" actId="47"/>
        <pc:sldMkLst>
          <pc:docMk/>
          <pc:sldMk cId="0" sldId="319"/>
        </pc:sldMkLst>
      </pc:sldChg>
      <pc:sldChg chg="del">
        <pc:chgData name="贾洪勇" userId="c61acc37-df11-4a3b-9efd-dde9ef084f5f" providerId="ADAL" clId="{0F84A287-EC61-479E-AF58-4139ED6C0900}" dt="2022-03-21T08:43:30.933" v="394" actId="47"/>
        <pc:sldMkLst>
          <pc:docMk/>
          <pc:sldMk cId="0" sldId="321"/>
        </pc:sldMkLst>
      </pc:sldChg>
      <pc:sldChg chg="del">
        <pc:chgData name="贾洪勇" userId="c61acc37-df11-4a3b-9efd-dde9ef084f5f" providerId="ADAL" clId="{0F84A287-EC61-479E-AF58-4139ED6C0900}" dt="2022-03-21T08:43:30.933" v="394" actId="47"/>
        <pc:sldMkLst>
          <pc:docMk/>
          <pc:sldMk cId="0" sldId="322"/>
        </pc:sldMkLst>
      </pc:sldChg>
      <pc:sldChg chg="del">
        <pc:chgData name="贾洪勇" userId="c61acc37-df11-4a3b-9efd-dde9ef084f5f" providerId="ADAL" clId="{0F84A287-EC61-479E-AF58-4139ED6C0900}" dt="2022-03-21T08:43:30.933" v="394" actId="47"/>
        <pc:sldMkLst>
          <pc:docMk/>
          <pc:sldMk cId="0" sldId="323"/>
        </pc:sldMkLst>
      </pc:sldChg>
      <pc:sldChg chg="del">
        <pc:chgData name="贾洪勇" userId="c61acc37-df11-4a3b-9efd-dde9ef084f5f" providerId="ADAL" clId="{0F84A287-EC61-479E-AF58-4139ED6C0900}" dt="2022-03-21T08:43:30.933" v="394" actId="47"/>
        <pc:sldMkLst>
          <pc:docMk/>
          <pc:sldMk cId="0" sldId="359"/>
        </pc:sldMkLst>
      </pc:sldChg>
      <pc:sldChg chg="del">
        <pc:chgData name="贾洪勇" userId="c61acc37-df11-4a3b-9efd-dde9ef084f5f" providerId="ADAL" clId="{0F84A287-EC61-479E-AF58-4139ED6C0900}" dt="2022-03-21T08:43:30.933" v="394" actId="47"/>
        <pc:sldMkLst>
          <pc:docMk/>
          <pc:sldMk cId="0" sldId="361"/>
        </pc:sldMkLst>
      </pc:sldChg>
      <pc:sldChg chg="del">
        <pc:chgData name="贾洪勇" userId="c61acc37-df11-4a3b-9efd-dde9ef084f5f" providerId="ADAL" clId="{0F84A287-EC61-479E-AF58-4139ED6C0900}" dt="2022-03-21T08:43:30.933" v="394" actId="47"/>
        <pc:sldMkLst>
          <pc:docMk/>
          <pc:sldMk cId="0" sldId="362"/>
        </pc:sldMkLst>
      </pc:sldChg>
      <pc:sldChg chg="del">
        <pc:chgData name="贾洪勇" userId="c61acc37-df11-4a3b-9efd-dde9ef084f5f" providerId="ADAL" clId="{0F84A287-EC61-479E-AF58-4139ED6C0900}" dt="2022-03-21T08:43:30.933" v="394" actId="47"/>
        <pc:sldMkLst>
          <pc:docMk/>
          <pc:sldMk cId="0" sldId="364"/>
        </pc:sldMkLst>
      </pc:sldChg>
      <pc:sldChg chg="del">
        <pc:chgData name="贾洪勇" userId="c61acc37-df11-4a3b-9efd-dde9ef084f5f" providerId="ADAL" clId="{0F84A287-EC61-479E-AF58-4139ED6C0900}" dt="2022-03-21T08:43:30.933" v="394" actId="47"/>
        <pc:sldMkLst>
          <pc:docMk/>
          <pc:sldMk cId="0" sldId="365"/>
        </pc:sldMkLst>
      </pc:sldChg>
      <pc:sldChg chg="del">
        <pc:chgData name="贾洪勇" userId="c61acc37-df11-4a3b-9efd-dde9ef084f5f" providerId="ADAL" clId="{0F84A287-EC61-479E-AF58-4139ED6C0900}" dt="2022-03-21T08:43:30.933" v="394" actId="47"/>
        <pc:sldMkLst>
          <pc:docMk/>
          <pc:sldMk cId="0" sldId="367"/>
        </pc:sldMkLst>
      </pc:sldChg>
      <pc:sldChg chg="del">
        <pc:chgData name="贾洪勇" userId="c61acc37-df11-4a3b-9efd-dde9ef084f5f" providerId="ADAL" clId="{0F84A287-EC61-479E-AF58-4139ED6C0900}" dt="2022-03-21T08:43:30.933" v="394" actId="47"/>
        <pc:sldMkLst>
          <pc:docMk/>
          <pc:sldMk cId="0" sldId="368"/>
        </pc:sldMkLst>
      </pc:sldChg>
      <pc:sldChg chg="del">
        <pc:chgData name="贾洪勇" userId="c61acc37-df11-4a3b-9efd-dde9ef084f5f" providerId="ADAL" clId="{0F84A287-EC61-479E-AF58-4139ED6C0900}" dt="2022-03-21T08:43:30.933" v="394" actId="47"/>
        <pc:sldMkLst>
          <pc:docMk/>
          <pc:sldMk cId="0" sldId="369"/>
        </pc:sldMkLst>
      </pc:sldChg>
      <pc:sldChg chg="del">
        <pc:chgData name="贾洪勇" userId="c61acc37-df11-4a3b-9efd-dde9ef084f5f" providerId="ADAL" clId="{0F84A287-EC61-479E-AF58-4139ED6C0900}" dt="2022-03-21T08:43:30.933" v="394" actId="47"/>
        <pc:sldMkLst>
          <pc:docMk/>
          <pc:sldMk cId="0" sldId="371"/>
        </pc:sldMkLst>
      </pc:sldChg>
      <pc:sldChg chg="del">
        <pc:chgData name="贾洪勇" userId="c61acc37-df11-4a3b-9efd-dde9ef084f5f" providerId="ADAL" clId="{0F84A287-EC61-479E-AF58-4139ED6C0900}" dt="2022-03-21T08:43:30.933" v="394" actId="47"/>
        <pc:sldMkLst>
          <pc:docMk/>
          <pc:sldMk cId="0" sldId="374"/>
        </pc:sldMkLst>
      </pc:sldChg>
      <pc:sldChg chg="del">
        <pc:chgData name="贾洪勇" userId="c61acc37-df11-4a3b-9efd-dde9ef084f5f" providerId="ADAL" clId="{0F84A287-EC61-479E-AF58-4139ED6C0900}" dt="2022-03-21T08:43:30.933" v="394" actId="47"/>
        <pc:sldMkLst>
          <pc:docMk/>
          <pc:sldMk cId="577440345" sldId="409"/>
        </pc:sldMkLst>
      </pc:sldChg>
      <pc:sldChg chg="del">
        <pc:chgData name="贾洪勇" userId="c61acc37-df11-4a3b-9efd-dde9ef084f5f" providerId="ADAL" clId="{0F84A287-EC61-479E-AF58-4139ED6C0900}" dt="2022-03-21T08:43:30.933" v="394" actId="47"/>
        <pc:sldMkLst>
          <pc:docMk/>
          <pc:sldMk cId="1934142118" sldId="410"/>
        </pc:sldMkLst>
      </pc:sldChg>
      <pc:sldChg chg="del">
        <pc:chgData name="贾洪勇" userId="c61acc37-df11-4a3b-9efd-dde9ef084f5f" providerId="ADAL" clId="{0F84A287-EC61-479E-AF58-4139ED6C0900}" dt="2022-03-21T08:43:30.933" v="394" actId="47"/>
        <pc:sldMkLst>
          <pc:docMk/>
          <pc:sldMk cId="3381065549" sldId="411"/>
        </pc:sldMkLst>
      </pc:sldChg>
      <pc:sldChg chg="del">
        <pc:chgData name="贾洪勇" userId="c61acc37-df11-4a3b-9efd-dde9ef084f5f" providerId="ADAL" clId="{0F84A287-EC61-479E-AF58-4139ED6C0900}" dt="2022-03-21T08:43:30.933" v="394" actId="47"/>
        <pc:sldMkLst>
          <pc:docMk/>
          <pc:sldMk cId="3788963722" sldId="412"/>
        </pc:sldMkLst>
      </pc:sldChg>
      <pc:sldChg chg="del">
        <pc:chgData name="贾洪勇" userId="c61acc37-df11-4a3b-9efd-dde9ef084f5f" providerId="ADAL" clId="{0F84A287-EC61-479E-AF58-4139ED6C0900}" dt="2022-03-21T08:43:30.933" v="394" actId="47"/>
        <pc:sldMkLst>
          <pc:docMk/>
          <pc:sldMk cId="1607213250" sldId="413"/>
        </pc:sldMkLst>
      </pc:sldChg>
      <pc:sldChg chg="del">
        <pc:chgData name="贾洪勇" userId="c61acc37-df11-4a3b-9efd-dde9ef084f5f" providerId="ADAL" clId="{0F84A287-EC61-479E-AF58-4139ED6C0900}" dt="2022-03-21T08:43:30.933" v="394" actId="47"/>
        <pc:sldMkLst>
          <pc:docMk/>
          <pc:sldMk cId="872687422" sldId="414"/>
        </pc:sldMkLst>
      </pc:sldChg>
      <pc:sldChg chg="del">
        <pc:chgData name="贾洪勇" userId="c61acc37-df11-4a3b-9efd-dde9ef084f5f" providerId="ADAL" clId="{0F84A287-EC61-479E-AF58-4139ED6C0900}" dt="2022-03-21T08:43:30.933" v="394" actId="47"/>
        <pc:sldMkLst>
          <pc:docMk/>
          <pc:sldMk cId="4093410477" sldId="415"/>
        </pc:sldMkLst>
      </pc:sldChg>
      <pc:sldChg chg="del">
        <pc:chgData name="贾洪勇" userId="c61acc37-df11-4a3b-9efd-dde9ef084f5f" providerId="ADAL" clId="{0F84A287-EC61-479E-AF58-4139ED6C0900}" dt="2022-03-21T08:43:30.933" v="394" actId="47"/>
        <pc:sldMkLst>
          <pc:docMk/>
          <pc:sldMk cId="3118523811" sldId="416"/>
        </pc:sldMkLst>
      </pc:sldChg>
      <pc:sldChg chg="del">
        <pc:chgData name="贾洪勇" userId="c61acc37-df11-4a3b-9efd-dde9ef084f5f" providerId="ADAL" clId="{0F84A287-EC61-479E-AF58-4139ED6C0900}" dt="2022-03-21T08:43:30.933" v="394" actId="47"/>
        <pc:sldMkLst>
          <pc:docMk/>
          <pc:sldMk cId="2557786044" sldId="417"/>
        </pc:sldMkLst>
      </pc:sldChg>
      <pc:sldChg chg="del">
        <pc:chgData name="贾洪勇" userId="c61acc37-df11-4a3b-9efd-dde9ef084f5f" providerId="ADAL" clId="{0F84A287-EC61-479E-AF58-4139ED6C0900}" dt="2022-03-21T08:43:30.933" v="394" actId="47"/>
        <pc:sldMkLst>
          <pc:docMk/>
          <pc:sldMk cId="2713124896" sldId="418"/>
        </pc:sldMkLst>
      </pc:sldChg>
      <pc:sldChg chg="del">
        <pc:chgData name="贾洪勇" userId="c61acc37-df11-4a3b-9efd-dde9ef084f5f" providerId="ADAL" clId="{0F84A287-EC61-479E-AF58-4139ED6C0900}" dt="2022-03-21T08:43:30.933" v="394" actId="47"/>
        <pc:sldMkLst>
          <pc:docMk/>
          <pc:sldMk cId="1063583134" sldId="419"/>
        </pc:sldMkLst>
      </pc:sldChg>
      <pc:sldChg chg="del">
        <pc:chgData name="贾洪勇" userId="c61acc37-df11-4a3b-9efd-dde9ef084f5f" providerId="ADAL" clId="{0F84A287-EC61-479E-AF58-4139ED6C0900}" dt="2022-03-21T08:43:30.933" v="394" actId="47"/>
        <pc:sldMkLst>
          <pc:docMk/>
          <pc:sldMk cId="1201457307" sldId="420"/>
        </pc:sldMkLst>
      </pc:sldChg>
      <pc:sldChg chg="del">
        <pc:chgData name="贾洪勇" userId="c61acc37-df11-4a3b-9efd-dde9ef084f5f" providerId="ADAL" clId="{0F84A287-EC61-479E-AF58-4139ED6C0900}" dt="2022-03-21T08:43:30.933" v="394" actId="47"/>
        <pc:sldMkLst>
          <pc:docMk/>
          <pc:sldMk cId="3590644022" sldId="421"/>
        </pc:sldMkLst>
      </pc:sldChg>
      <pc:sldChg chg="del">
        <pc:chgData name="贾洪勇" userId="c61acc37-df11-4a3b-9efd-dde9ef084f5f" providerId="ADAL" clId="{0F84A287-EC61-479E-AF58-4139ED6C0900}" dt="2022-03-21T08:43:30.933" v="394" actId="47"/>
        <pc:sldMkLst>
          <pc:docMk/>
          <pc:sldMk cId="1243240414" sldId="422"/>
        </pc:sldMkLst>
      </pc:sldChg>
      <pc:sldChg chg="del">
        <pc:chgData name="贾洪勇" userId="c61acc37-df11-4a3b-9efd-dde9ef084f5f" providerId="ADAL" clId="{0F84A287-EC61-479E-AF58-4139ED6C0900}" dt="2022-03-21T08:43:30.933" v="394" actId="47"/>
        <pc:sldMkLst>
          <pc:docMk/>
          <pc:sldMk cId="3392252253" sldId="423"/>
        </pc:sldMkLst>
      </pc:sldChg>
      <pc:sldChg chg="del">
        <pc:chgData name="贾洪勇" userId="c61acc37-df11-4a3b-9efd-dde9ef084f5f" providerId="ADAL" clId="{0F84A287-EC61-479E-AF58-4139ED6C0900}" dt="2022-03-21T08:43:30.933" v="394" actId="47"/>
        <pc:sldMkLst>
          <pc:docMk/>
          <pc:sldMk cId="3008393032" sldId="424"/>
        </pc:sldMkLst>
      </pc:sldChg>
      <pc:sldChg chg="del">
        <pc:chgData name="贾洪勇" userId="c61acc37-df11-4a3b-9efd-dde9ef084f5f" providerId="ADAL" clId="{0F84A287-EC61-479E-AF58-4139ED6C0900}" dt="2022-03-21T08:43:30.933" v="394" actId="47"/>
        <pc:sldMkLst>
          <pc:docMk/>
          <pc:sldMk cId="1736205307" sldId="425"/>
        </pc:sldMkLst>
      </pc:sldChg>
      <pc:sldChg chg="del">
        <pc:chgData name="贾洪勇" userId="c61acc37-df11-4a3b-9efd-dde9ef084f5f" providerId="ADAL" clId="{0F84A287-EC61-479E-AF58-4139ED6C0900}" dt="2022-03-21T08:43:30.933" v="394" actId="47"/>
        <pc:sldMkLst>
          <pc:docMk/>
          <pc:sldMk cId="204187897" sldId="426"/>
        </pc:sldMkLst>
      </pc:sldChg>
      <pc:sldChg chg="del">
        <pc:chgData name="贾洪勇" userId="c61acc37-df11-4a3b-9efd-dde9ef084f5f" providerId="ADAL" clId="{0F84A287-EC61-479E-AF58-4139ED6C0900}" dt="2022-03-21T08:43:30.933" v="394" actId="47"/>
        <pc:sldMkLst>
          <pc:docMk/>
          <pc:sldMk cId="3522320116" sldId="427"/>
        </pc:sldMkLst>
      </pc:sldChg>
      <pc:sldChg chg="del">
        <pc:chgData name="贾洪勇" userId="c61acc37-df11-4a3b-9efd-dde9ef084f5f" providerId="ADAL" clId="{0F84A287-EC61-479E-AF58-4139ED6C0900}" dt="2022-03-21T08:43:30.933" v="394" actId="47"/>
        <pc:sldMkLst>
          <pc:docMk/>
          <pc:sldMk cId="1421572176" sldId="428"/>
        </pc:sldMkLst>
      </pc:sldChg>
      <pc:sldChg chg="del">
        <pc:chgData name="贾洪勇" userId="c61acc37-df11-4a3b-9efd-dde9ef084f5f" providerId="ADAL" clId="{0F84A287-EC61-479E-AF58-4139ED6C0900}" dt="2022-03-21T08:43:30.933" v="394" actId="47"/>
        <pc:sldMkLst>
          <pc:docMk/>
          <pc:sldMk cId="1633014289" sldId="429"/>
        </pc:sldMkLst>
      </pc:sldChg>
      <pc:sldChg chg="del">
        <pc:chgData name="贾洪勇" userId="c61acc37-df11-4a3b-9efd-dde9ef084f5f" providerId="ADAL" clId="{0F84A287-EC61-479E-AF58-4139ED6C0900}" dt="2022-03-21T08:43:30.933" v="394" actId="47"/>
        <pc:sldMkLst>
          <pc:docMk/>
          <pc:sldMk cId="867532253" sldId="430"/>
        </pc:sldMkLst>
      </pc:sldChg>
      <pc:sldChg chg="del">
        <pc:chgData name="贾洪勇" userId="c61acc37-df11-4a3b-9efd-dde9ef084f5f" providerId="ADAL" clId="{0F84A287-EC61-479E-AF58-4139ED6C0900}" dt="2022-03-21T08:43:30.933" v="394" actId="47"/>
        <pc:sldMkLst>
          <pc:docMk/>
          <pc:sldMk cId="392371696" sldId="431"/>
        </pc:sldMkLst>
      </pc:sldChg>
      <pc:sldChg chg="del">
        <pc:chgData name="贾洪勇" userId="c61acc37-df11-4a3b-9efd-dde9ef084f5f" providerId="ADAL" clId="{0F84A287-EC61-479E-AF58-4139ED6C0900}" dt="2022-03-21T08:43:30.933" v="394" actId="47"/>
        <pc:sldMkLst>
          <pc:docMk/>
          <pc:sldMk cId="362513179" sldId="432"/>
        </pc:sldMkLst>
      </pc:sldChg>
      <pc:sldChg chg="del">
        <pc:chgData name="贾洪勇" userId="c61acc37-df11-4a3b-9efd-dde9ef084f5f" providerId="ADAL" clId="{0F84A287-EC61-479E-AF58-4139ED6C0900}" dt="2022-03-21T08:43:30.933" v="394" actId="47"/>
        <pc:sldMkLst>
          <pc:docMk/>
          <pc:sldMk cId="1391141258" sldId="433"/>
        </pc:sldMkLst>
      </pc:sldChg>
      <pc:sldChg chg="del">
        <pc:chgData name="贾洪勇" userId="c61acc37-df11-4a3b-9efd-dde9ef084f5f" providerId="ADAL" clId="{0F84A287-EC61-479E-AF58-4139ED6C0900}" dt="2022-03-21T08:43:30.933" v="394" actId="47"/>
        <pc:sldMkLst>
          <pc:docMk/>
          <pc:sldMk cId="774545259" sldId="434"/>
        </pc:sldMkLst>
      </pc:sldChg>
      <pc:sldChg chg="del">
        <pc:chgData name="贾洪勇" userId="c61acc37-df11-4a3b-9efd-dde9ef084f5f" providerId="ADAL" clId="{0F84A287-EC61-479E-AF58-4139ED6C0900}" dt="2022-03-21T08:43:30.933" v="394" actId="47"/>
        <pc:sldMkLst>
          <pc:docMk/>
          <pc:sldMk cId="375211103" sldId="435"/>
        </pc:sldMkLst>
      </pc:sldChg>
      <pc:sldChg chg="del">
        <pc:chgData name="贾洪勇" userId="c61acc37-df11-4a3b-9efd-dde9ef084f5f" providerId="ADAL" clId="{0F84A287-EC61-479E-AF58-4139ED6C0900}" dt="2022-03-21T08:43:30.933" v="394" actId="47"/>
        <pc:sldMkLst>
          <pc:docMk/>
          <pc:sldMk cId="3932278203" sldId="436"/>
        </pc:sldMkLst>
      </pc:sldChg>
      <pc:sldChg chg="del">
        <pc:chgData name="贾洪勇" userId="c61acc37-df11-4a3b-9efd-dde9ef084f5f" providerId="ADAL" clId="{0F84A287-EC61-479E-AF58-4139ED6C0900}" dt="2022-03-21T08:43:30.933" v="394" actId="47"/>
        <pc:sldMkLst>
          <pc:docMk/>
          <pc:sldMk cId="169223960" sldId="437"/>
        </pc:sldMkLst>
      </pc:sldChg>
      <pc:sldChg chg="del">
        <pc:chgData name="贾洪勇" userId="c61acc37-df11-4a3b-9efd-dde9ef084f5f" providerId="ADAL" clId="{0F84A287-EC61-479E-AF58-4139ED6C0900}" dt="2022-03-21T08:43:30.933" v="394" actId="47"/>
        <pc:sldMkLst>
          <pc:docMk/>
          <pc:sldMk cId="1735181766" sldId="438"/>
        </pc:sldMkLst>
      </pc:sldChg>
      <pc:sldChg chg="del">
        <pc:chgData name="贾洪勇" userId="c61acc37-df11-4a3b-9efd-dde9ef084f5f" providerId="ADAL" clId="{0F84A287-EC61-479E-AF58-4139ED6C0900}" dt="2022-03-21T08:43:30.933" v="394" actId="47"/>
        <pc:sldMkLst>
          <pc:docMk/>
          <pc:sldMk cId="3706127996" sldId="439"/>
        </pc:sldMkLst>
      </pc:sldChg>
      <pc:sldChg chg="del">
        <pc:chgData name="贾洪勇" userId="c61acc37-df11-4a3b-9efd-dde9ef084f5f" providerId="ADAL" clId="{0F84A287-EC61-479E-AF58-4139ED6C0900}" dt="2022-03-21T08:43:30.933" v="394" actId="47"/>
        <pc:sldMkLst>
          <pc:docMk/>
          <pc:sldMk cId="2557268571" sldId="440"/>
        </pc:sldMkLst>
      </pc:sldChg>
      <pc:sldChg chg="del">
        <pc:chgData name="贾洪勇" userId="c61acc37-df11-4a3b-9efd-dde9ef084f5f" providerId="ADAL" clId="{0F84A287-EC61-479E-AF58-4139ED6C0900}" dt="2022-03-21T08:43:30.933" v="394" actId="47"/>
        <pc:sldMkLst>
          <pc:docMk/>
          <pc:sldMk cId="3602578240" sldId="441"/>
        </pc:sldMkLst>
      </pc:sldChg>
      <pc:sldChg chg="del">
        <pc:chgData name="贾洪勇" userId="c61acc37-df11-4a3b-9efd-dde9ef084f5f" providerId="ADAL" clId="{0F84A287-EC61-479E-AF58-4139ED6C0900}" dt="2022-03-21T08:43:30.933" v="394" actId="47"/>
        <pc:sldMkLst>
          <pc:docMk/>
          <pc:sldMk cId="916079973" sldId="442"/>
        </pc:sldMkLst>
      </pc:sldChg>
      <pc:sldChg chg="del">
        <pc:chgData name="贾洪勇" userId="c61acc37-df11-4a3b-9efd-dde9ef084f5f" providerId="ADAL" clId="{0F84A287-EC61-479E-AF58-4139ED6C0900}" dt="2022-03-21T08:43:30.933" v="394" actId="47"/>
        <pc:sldMkLst>
          <pc:docMk/>
          <pc:sldMk cId="903722881" sldId="443"/>
        </pc:sldMkLst>
      </pc:sldChg>
      <pc:sldChg chg="del">
        <pc:chgData name="贾洪勇" userId="c61acc37-df11-4a3b-9efd-dde9ef084f5f" providerId="ADAL" clId="{0F84A287-EC61-479E-AF58-4139ED6C0900}" dt="2022-03-21T08:43:30.933" v="394" actId="47"/>
        <pc:sldMkLst>
          <pc:docMk/>
          <pc:sldMk cId="485289020" sldId="444"/>
        </pc:sldMkLst>
      </pc:sldChg>
      <pc:sldChg chg="del">
        <pc:chgData name="贾洪勇" userId="c61acc37-df11-4a3b-9efd-dde9ef084f5f" providerId="ADAL" clId="{0F84A287-EC61-479E-AF58-4139ED6C0900}" dt="2022-03-21T08:43:30.933" v="394" actId="47"/>
        <pc:sldMkLst>
          <pc:docMk/>
          <pc:sldMk cId="4008769697" sldId="445"/>
        </pc:sldMkLst>
      </pc:sldChg>
      <pc:sldChg chg="del">
        <pc:chgData name="贾洪勇" userId="c61acc37-df11-4a3b-9efd-dde9ef084f5f" providerId="ADAL" clId="{0F84A287-EC61-479E-AF58-4139ED6C0900}" dt="2022-03-21T08:43:30.933" v="394" actId="47"/>
        <pc:sldMkLst>
          <pc:docMk/>
          <pc:sldMk cId="69252617" sldId="446"/>
        </pc:sldMkLst>
      </pc:sldChg>
      <pc:sldChg chg="del">
        <pc:chgData name="贾洪勇" userId="c61acc37-df11-4a3b-9efd-dde9ef084f5f" providerId="ADAL" clId="{0F84A287-EC61-479E-AF58-4139ED6C0900}" dt="2022-03-21T08:43:30.933" v="394" actId="47"/>
        <pc:sldMkLst>
          <pc:docMk/>
          <pc:sldMk cId="1644707327" sldId="447"/>
        </pc:sldMkLst>
      </pc:sldChg>
      <pc:sldChg chg="del">
        <pc:chgData name="贾洪勇" userId="c61acc37-df11-4a3b-9efd-dde9ef084f5f" providerId="ADAL" clId="{0F84A287-EC61-479E-AF58-4139ED6C0900}" dt="2022-03-21T08:43:30.933" v="394" actId="47"/>
        <pc:sldMkLst>
          <pc:docMk/>
          <pc:sldMk cId="3775134672" sldId="448"/>
        </pc:sldMkLst>
      </pc:sldChg>
      <pc:sldChg chg="del">
        <pc:chgData name="贾洪勇" userId="c61acc37-df11-4a3b-9efd-dde9ef084f5f" providerId="ADAL" clId="{0F84A287-EC61-479E-AF58-4139ED6C0900}" dt="2022-03-21T08:43:30.933" v="394" actId="47"/>
        <pc:sldMkLst>
          <pc:docMk/>
          <pc:sldMk cId="3765859002" sldId="449"/>
        </pc:sldMkLst>
      </pc:sldChg>
      <pc:sldChg chg="del">
        <pc:chgData name="贾洪勇" userId="c61acc37-df11-4a3b-9efd-dde9ef084f5f" providerId="ADAL" clId="{0F84A287-EC61-479E-AF58-4139ED6C0900}" dt="2022-03-21T08:43:30.933" v="394" actId="47"/>
        <pc:sldMkLst>
          <pc:docMk/>
          <pc:sldMk cId="3124685187" sldId="450"/>
        </pc:sldMkLst>
      </pc:sldChg>
      <pc:sldChg chg="del">
        <pc:chgData name="贾洪勇" userId="c61acc37-df11-4a3b-9efd-dde9ef084f5f" providerId="ADAL" clId="{0F84A287-EC61-479E-AF58-4139ED6C0900}" dt="2022-03-21T08:43:30.933" v="394" actId="47"/>
        <pc:sldMkLst>
          <pc:docMk/>
          <pc:sldMk cId="4004379859" sldId="451"/>
        </pc:sldMkLst>
      </pc:sldChg>
      <pc:sldChg chg="del">
        <pc:chgData name="贾洪勇" userId="c61acc37-df11-4a3b-9efd-dde9ef084f5f" providerId="ADAL" clId="{0F84A287-EC61-479E-AF58-4139ED6C0900}" dt="2022-03-21T08:43:30.933" v="394" actId="47"/>
        <pc:sldMkLst>
          <pc:docMk/>
          <pc:sldMk cId="1737404312" sldId="452"/>
        </pc:sldMkLst>
      </pc:sldChg>
      <pc:sldChg chg="del">
        <pc:chgData name="贾洪勇" userId="c61acc37-df11-4a3b-9efd-dde9ef084f5f" providerId="ADAL" clId="{0F84A287-EC61-479E-AF58-4139ED6C0900}" dt="2022-03-21T08:43:30.933" v="394" actId="47"/>
        <pc:sldMkLst>
          <pc:docMk/>
          <pc:sldMk cId="1974890401" sldId="453"/>
        </pc:sldMkLst>
      </pc:sldChg>
      <pc:sldChg chg="del">
        <pc:chgData name="贾洪勇" userId="c61acc37-df11-4a3b-9efd-dde9ef084f5f" providerId="ADAL" clId="{0F84A287-EC61-479E-AF58-4139ED6C0900}" dt="2022-03-21T08:43:30.933" v="394" actId="47"/>
        <pc:sldMkLst>
          <pc:docMk/>
          <pc:sldMk cId="291972534" sldId="454"/>
        </pc:sldMkLst>
      </pc:sldChg>
      <pc:sldChg chg="del">
        <pc:chgData name="贾洪勇" userId="c61acc37-df11-4a3b-9efd-dde9ef084f5f" providerId="ADAL" clId="{0F84A287-EC61-479E-AF58-4139ED6C0900}" dt="2022-03-21T08:43:30.933" v="394" actId="47"/>
        <pc:sldMkLst>
          <pc:docMk/>
          <pc:sldMk cId="3994333004" sldId="455"/>
        </pc:sldMkLst>
      </pc:sldChg>
      <pc:sldChg chg="addSp modSp mod modClrScheme chgLayout">
        <pc:chgData name="贾洪勇" userId="c61acc37-df11-4a3b-9efd-dde9ef084f5f" providerId="ADAL" clId="{0F84A287-EC61-479E-AF58-4139ED6C0900}" dt="2022-03-21T06:34:43.805" v="35" actId="700"/>
        <pc:sldMkLst>
          <pc:docMk/>
          <pc:sldMk cId="87541539" sldId="456"/>
        </pc:sldMkLst>
        <pc:spChg chg="mod ord">
          <ac:chgData name="贾洪勇" userId="c61acc37-df11-4a3b-9efd-dde9ef084f5f" providerId="ADAL" clId="{0F84A287-EC61-479E-AF58-4139ED6C0900}" dt="2022-03-21T06:34:43.805" v="35" actId="700"/>
          <ac:spMkLst>
            <pc:docMk/>
            <pc:sldMk cId="87541539" sldId="456"/>
            <ac:spMk id="2" creationId="{17E443D1-1237-46AF-B6EC-E9339AA144EC}"/>
          </ac:spMkLst>
        </pc:spChg>
        <pc:spChg chg="mod">
          <ac:chgData name="贾洪勇" userId="c61acc37-df11-4a3b-9efd-dde9ef084f5f" providerId="ADAL" clId="{0F84A287-EC61-479E-AF58-4139ED6C0900}" dt="2022-03-21T06:33:57.786" v="32" actId="14100"/>
          <ac:spMkLst>
            <pc:docMk/>
            <pc:sldMk cId="87541539" sldId="456"/>
            <ac:spMk id="3" creationId="{09C8F47B-A1DC-48C9-972D-0B78005D6110}"/>
          </ac:spMkLst>
        </pc:spChg>
        <pc:spChg chg="add mod ord">
          <ac:chgData name="贾洪勇" userId="c61acc37-df11-4a3b-9efd-dde9ef084f5f" providerId="ADAL" clId="{0F84A287-EC61-479E-AF58-4139ED6C0900}" dt="2022-03-21T06:34:43.805" v="35" actId="700"/>
          <ac:spMkLst>
            <pc:docMk/>
            <pc:sldMk cId="87541539" sldId="456"/>
            <ac:spMk id="4" creationId="{C7542D44-1E8F-4854-B9AE-6BF24A1DFB84}"/>
          </ac:spMkLst>
        </pc:spChg>
        <pc:spChg chg="add mod ord">
          <ac:chgData name="贾洪勇" userId="c61acc37-df11-4a3b-9efd-dde9ef084f5f" providerId="ADAL" clId="{0F84A287-EC61-479E-AF58-4139ED6C0900}" dt="2022-03-21T06:34:43.805" v="35" actId="700"/>
          <ac:spMkLst>
            <pc:docMk/>
            <pc:sldMk cId="87541539" sldId="456"/>
            <ac:spMk id="5" creationId="{E0E709DF-EE82-4F9C-A480-544D2816765F}"/>
          </ac:spMkLst>
        </pc:spChg>
      </pc:sldChg>
      <pc:sldChg chg="modSp new del mod">
        <pc:chgData name="贾洪勇" userId="c61acc37-df11-4a3b-9efd-dde9ef084f5f" providerId="ADAL" clId="{0F84A287-EC61-479E-AF58-4139ED6C0900}" dt="2022-03-21T06:36:43.346" v="43" actId="47"/>
        <pc:sldMkLst>
          <pc:docMk/>
          <pc:sldMk cId="217603423" sldId="457"/>
        </pc:sldMkLst>
        <pc:spChg chg="mod">
          <ac:chgData name="贾洪勇" userId="c61acc37-df11-4a3b-9efd-dde9ef084f5f" providerId="ADAL" clId="{0F84A287-EC61-479E-AF58-4139ED6C0900}" dt="2022-03-21T06:35:06.654" v="40" actId="20577"/>
          <ac:spMkLst>
            <pc:docMk/>
            <pc:sldMk cId="217603423" sldId="457"/>
            <ac:spMk id="3" creationId="{2EE5C596-02F0-40D8-A8A1-0EF70333DCAB}"/>
          </ac:spMkLst>
        </pc:spChg>
      </pc:sldChg>
      <pc:sldChg chg="addSp delSp modSp new mod modAnim">
        <pc:chgData name="贾洪勇" userId="c61acc37-df11-4a3b-9efd-dde9ef084f5f" providerId="ADAL" clId="{0F84A287-EC61-479E-AF58-4139ED6C0900}" dt="2022-03-22T02:44:07.661" v="1131"/>
        <pc:sldMkLst>
          <pc:docMk/>
          <pc:sldMk cId="2560079436" sldId="457"/>
        </pc:sldMkLst>
        <pc:spChg chg="mod">
          <ac:chgData name="贾洪勇" userId="c61acc37-df11-4a3b-9efd-dde9ef084f5f" providerId="ADAL" clId="{0F84A287-EC61-479E-AF58-4139ED6C0900}" dt="2022-03-21T08:27:57.472" v="138"/>
          <ac:spMkLst>
            <pc:docMk/>
            <pc:sldMk cId="2560079436" sldId="457"/>
            <ac:spMk id="2" creationId="{F96451EE-CD2C-4020-A567-580FFEE615FB}"/>
          </ac:spMkLst>
        </pc:spChg>
        <pc:spChg chg="del mod">
          <ac:chgData name="贾洪勇" userId="c61acc37-df11-4a3b-9efd-dde9ef084f5f" providerId="ADAL" clId="{0F84A287-EC61-479E-AF58-4139ED6C0900}" dt="2022-03-21T08:21:51.596" v="58" actId="22"/>
          <ac:spMkLst>
            <pc:docMk/>
            <pc:sldMk cId="2560079436" sldId="457"/>
            <ac:spMk id="3" creationId="{057F91B2-B2DE-40BF-B24E-72975615C1FC}"/>
          </ac:spMkLst>
        </pc:spChg>
        <pc:spChg chg="add del mod">
          <ac:chgData name="贾洪勇" userId="c61acc37-df11-4a3b-9efd-dde9ef084f5f" providerId="ADAL" clId="{0F84A287-EC61-479E-AF58-4139ED6C0900}" dt="2022-03-21T08:25:44.899" v="104" actId="478"/>
          <ac:spMkLst>
            <pc:docMk/>
            <pc:sldMk cId="2560079436" sldId="457"/>
            <ac:spMk id="10" creationId="{9D80CAD9-CABA-419A-A7E1-A0F66198BE44}"/>
          </ac:spMkLst>
        </pc:spChg>
        <pc:picChg chg="add del mod ord">
          <ac:chgData name="贾洪勇" userId="c61acc37-df11-4a3b-9efd-dde9ef084f5f" providerId="ADAL" clId="{0F84A287-EC61-479E-AF58-4139ED6C0900}" dt="2022-03-21T08:25:36.039" v="103" actId="478"/>
          <ac:picMkLst>
            <pc:docMk/>
            <pc:sldMk cId="2560079436" sldId="457"/>
            <ac:picMk id="6" creationId="{06AEBF24-253D-4AB9-8899-8DC75AB51B5C}"/>
          </ac:picMkLst>
        </pc:picChg>
        <pc:picChg chg="add mod">
          <ac:chgData name="贾洪勇" userId="c61acc37-df11-4a3b-9efd-dde9ef084f5f" providerId="ADAL" clId="{0F84A287-EC61-479E-AF58-4139ED6C0900}" dt="2022-03-22T02:38:23.525" v="1126" actId="1036"/>
          <ac:picMkLst>
            <pc:docMk/>
            <pc:sldMk cId="2560079436" sldId="457"/>
            <ac:picMk id="8" creationId="{0C266FF8-0923-4570-958C-99A238695F1E}"/>
          </ac:picMkLst>
        </pc:picChg>
        <pc:picChg chg="add mod">
          <ac:chgData name="贾洪勇" userId="c61acc37-df11-4a3b-9efd-dde9ef084f5f" providerId="ADAL" clId="{0F84A287-EC61-479E-AF58-4139ED6C0900}" dt="2022-03-22T02:38:18.872" v="1122" actId="1037"/>
          <ac:picMkLst>
            <pc:docMk/>
            <pc:sldMk cId="2560079436" sldId="457"/>
            <ac:picMk id="12" creationId="{DE8968DF-207B-48ED-9649-AA601F6E0660}"/>
          </ac:picMkLst>
        </pc:picChg>
        <pc:picChg chg="add mod">
          <ac:chgData name="贾洪勇" userId="c61acc37-df11-4a3b-9efd-dde9ef084f5f" providerId="ADAL" clId="{0F84A287-EC61-479E-AF58-4139ED6C0900}" dt="2022-03-22T02:38:15.623" v="1117" actId="1036"/>
          <ac:picMkLst>
            <pc:docMk/>
            <pc:sldMk cId="2560079436" sldId="457"/>
            <ac:picMk id="14" creationId="{5ACD83EE-1AF7-47CA-B246-E44FA4318798}"/>
          </ac:picMkLst>
        </pc:picChg>
      </pc:sldChg>
      <pc:sldChg chg="new del">
        <pc:chgData name="贾洪勇" userId="c61acc37-df11-4a3b-9efd-dde9ef084f5f" providerId="ADAL" clId="{0F84A287-EC61-479E-AF58-4139ED6C0900}" dt="2022-03-21T06:34:15.306" v="34" actId="47"/>
        <pc:sldMkLst>
          <pc:docMk/>
          <pc:sldMk cId="3912791358" sldId="457"/>
        </pc:sldMkLst>
      </pc:sldChg>
      <pc:sldChg chg="addSp delSp modSp new mod">
        <pc:chgData name="贾洪勇" userId="c61acc37-df11-4a3b-9efd-dde9ef084f5f" providerId="ADAL" clId="{0F84A287-EC61-479E-AF58-4139ED6C0900}" dt="2022-03-22T02:38:01.433" v="1104" actId="1036"/>
        <pc:sldMkLst>
          <pc:docMk/>
          <pc:sldMk cId="718581991" sldId="458"/>
        </pc:sldMkLst>
        <pc:spChg chg="mod">
          <ac:chgData name="贾洪勇" userId="c61acc37-df11-4a3b-9efd-dde9ef084f5f" providerId="ADAL" clId="{0F84A287-EC61-479E-AF58-4139ED6C0900}" dt="2022-03-21T08:30:00.371" v="177"/>
          <ac:spMkLst>
            <pc:docMk/>
            <pc:sldMk cId="718581991" sldId="458"/>
            <ac:spMk id="2" creationId="{1B50626D-0152-4EEE-9A74-33D96C2784AC}"/>
          </ac:spMkLst>
        </pc:spChg>
        <pc:spChg chg="del">
          <ac:chgData name="贾洪勇" userId="c61acc37-df11-4a3b-9efd-dde9ef084f5f" providerId="ADAL" clId="{0F84A287-EC61-479E-AF58-4139ED6C0900}" dt="2022-03-21T08:28:51.981" v="140" actId="22"/>
          <ac:spMkLst>
            <pc:docMk/>
            <pc:sldMk cId="718581991" sldId="458"/>
            <ac:spMk id="3" creationId="{2298D2A8-8341-4FB6-80BB-201CB64FE98C}"/>
          </ac:spMkLst>
        </pc:spChg>
        <pc:picChg chg="add mod ord">
          <ac:chgData name="贾洪勇" userId="c61acc37-df11-4a3b-9efd-dde9ef084f5f" providerId="ADAL" clId="{0F84A287-EC61-479E-AF58-4139ED6C0900}" dt="2022-03-22T02:38:01.433" v="1104" actId="1036"/>
          <ac:picMkLst>
            <pc:docMk/>
            <pc:sldMk cId="718581991" sldId="458"/>
            <ac:picMk id="6" creationId="{16A91BA3-6318-4637-B60B-4AEF846B8F4F}"/>
          </ac:picMkLst>
        </pc:picChg>
        <pc:picChg chg="add mod">
          <ac:chgData name="贾洪勇" userId="c61acc37-df11-4a3b-9efd-dde9ef084f5f" providerId="ADAL" clId="{0F84A287-EC61-479E-AF58-4139ED6C0900}" dt="2022-03-22T02:37:58.556" v="1102" actId="1036"/>
          <ac:picMkLst>
            <pc:docMk/>
            <pc:sldMk cId="718581991" sldId="458"/>
            <ac:picMk id="8" creationId="{2EF90C30-7D78-419B-80DA-77FD44E9A632}"/>
          </ac:picMkLst>
        </pc:picChg>
      </pc:sldChg>
      <pc:sldChg chg="addSp delSp modSp new mod">
        <pc:chgData name="贾洪勇" userId="c61acc37-df11-4a3b-9efd-dde9ef084f5f" providerId="ADAL" clId="{0F84A287-EC61-479E-AF58-4139ED6C0900}" dt="2022-03-22T02:47:50.955" v="1157"/>
        <pc:sldMkLst>
          <pc:docMk/>
          <pc:sldMk cId="1883212912" sldId="459"/>
        </pc:sldMkLst>
        <pc:spChg chg="mod">
          <ac:chgData name="贾洪勇" userId="c61acc37-df11-4a3b-9efd-dde9ef084f5f" providerId="ADAL" clId="{0F84A287-EC61-479E-AF58-4139ED6C0900}" dt="2022-03-22T02:47:50.955" v="1157"/>
          <ac:spMkLst>
            <pc:docMk/>
            <pc:sldMk cId="1883212912" sldId="459"/>
            <ac:spMk id="2" creationId="{E6F079D5-CFDA-40DB-8D1E-782630746999}"/>
          </ac:spMkLst>
        </pc:spChg>
        <pc:spChg chg="del">
          <ac:chgData name="贾洪勇" userId="c61acc37-df11-4a3b-9efd-dde9ef084f5f" providerId="ADAL" clId="{0F84A287-EC61-479E-AF58-4139ED6C0900}" dt="2022-03-21T08:31:10.913" v="179" actId="22"/>
          <ac:spMkLst>
            <pc:docMk/>
            <pc:sldMk cId="1883212912" sldId="459"/>
            <ac:spMk id="3" creationId="{87C90201-FF51-4256-BF80-2365161129C6}"/>
          </ac:spMkLst>
        </pc:spChg>
        <pc:picChg chg="add mod ord">
          <ac:chgData name="贾洪勇" userId="c61acc37-df11-4a3b-9efd-dde9ef084f5f" providerId="ADAL" clId="{0F84A287-EC61-479E-AF58-4139ED6C0900}" dt="2022-03-21T08:32:28.346" v="183" actId="1076"/>
          <ac:picMkLst>
            <pc:docMk/>
            <pc:sldMk cId="1883212912" sldId="459"/>
            <ac:picMk id="6" creationId="{3B293D88-E9E6-44F4-913E-8C8214D35A1A}"/>
          </ac:picMkLst>
        </pc:picChg>
      </pc:sldChg>
      <pc:sldChg chg="addSp delSp modSp new mod">
        <pc:chgData name="贾洪勇" userId="c61acc37-df11-4a3b-9efd-dde9ef084f5f" providerId="ADAL" clId="{0F84A287-EC61-479E-AF58-4139ED6C0900}" dt="2022-03-22T05:46:53.036" v="1214" actId="1038"/>
        <pc:sldMkLst>
          <pc:docMk/>
          <pc:sldMk cId="1616052398" sldId="460"/>
        </pc:sldMkLst>
        <pc:spChg chg="mod">
          <ac:chgData name="贾洪勇" userId="c61acc37-df11-4a3b-9efd-dde9ef084f5f" providerId="ADAL" clId="{0F84A287-EC61-479E-AF58-4139ED6C0900}" dt="2022-03-22T05:46:53.036" v="1214" actId="1038"/>
          <ac:spMkLst>
            <pc:docMk/>
            <pc:sldMk cId="1616052398" sldId="460"/>
            <ac:spMk id="2" creationId="{2E536F49-980D-44E2-B14B-BA3956FDB341}"/>
          </ac:spMkLst>
        </pc:spChg>
        <pc:spChg chg="del">
          <ac:chgData name="贾洪勇" userId="c61acc37-df11-4a3b-9efd-dde9ef084f5f" providerId="ADAL" clId="{0F84A287-EC61-479E-AF58-4139ED6C0900}" dt="2022-03-21T08:32:34.394" v="185" actId="22"/>
          <ac:spMkLst>
            <pc:docMk/>
            <pc:sldMk cId="1616052398" sldId="460"/>
            <ac:spMk id="3" creationId="{00A8645D-4F50-4D78-ABCC-70143C6D70B7}"/>
          </ac:spMkLst>
        </pc:spChg>
        <pc:picChg chg="add mod ord">
          <ac:chgData name="贾洪勇" userId="c61acc37-df11-4a3b-9efd-dde9ef084f5f" providerId="ADAL" clId="{0F84A287-EC61-479E-AF58-4139ED6C0900}" dt="2022-03-22T05:46:39.567" v="1188" actId="1038"/>
          <ac:picMkLst>
            <pc:docMk/>
            <pc:sldMk cId="1616052398" sldId="460"/>
            <ac:picMk id="6" creationId="{CF3C2428-3291-44FB-B3C2-D050D82C42C1}"/>
          </ac:picMkLst>
        </pc:picChg>
      </pc:sldChg>
      <pc:sldChg chg="addSp delSp modSp new mod">
        <pc:chgData name="贾洪勇" userId="c61acc37-df11-4a3b-9efd-dde9ef084f5f" providerId="ADAL" clId="{0F84A287-EC61-479E-AF58-4139ED6C0900}" dt="2022-03-21T08:36:31.442" v="251" actId="14100"/>
        <pc:sldMkLst>
          <pc:docMk/>
          <pc:sldMk cId="3194745097" sldId="461"/>
        </pc:sldMkLst>
        <pc:spChg chg="mod">
          <ac:chgData name="贾洪勇" userId="c61acc37-df11-4a3b-9efd-dde9ef084f5f" providerId="ADAL" clId="{0F84A287-EC61-479E-AF58-4139ED6C0900}" dt="2022-03-21T08:35:18.621" v="241"/>
          <ac:spMkLst>
            <pc:docMk/>
            <pc:sldMk cId="3194745097" sldId="461"/>
            <ac:spMk id="2" creationId="{EC11D35F-1315-48FC-920D-1EA48E595BF8}"/>
          </ac:spMkLst>
        </pc:spChg>
        <pc:spChg chg="del">
          <ac:chgData name="贾洪勇" userId="c61acc37-df11-4a3b-9efd-dde9ef084f5f" providerId="ADAL" clId="{0F84A287-EC61-479E-AF58-4139ED6C0900}" dt="2022-03-21T08:35:47.898" v="242" actId="22"/>
          <ac:spMkLst>
            <pc:docMk/>
            <pc:sldMk cId="3194745097" sldId="461"/>
            <ac:spMk id="3" creationId="{83B370DC-6403-4FF8-BF7F-1FA4DB7629B9}"/>
          </ac:spMkLst>
        </pc:spChg>
        <pc:picChg chg="add mod ord">
          <ac:chgData name="贾洪勇" userId="c61acc37-df11-4a3b-9efd-dde9ef084f5f" providerId="ADAL" clId="{0F84A287-EC61-479E-AF58-4139ED6C0900}" dt="2022-03-21T08:36:31.442" v="251" actId="14100"/>
          <ac:picMkLst>
            <pc:docMk/>
            <pc:sldMk cId="3194745097" sldId="461"/>
            <ac:picMk id="6" creationId="{AA78CE2F-D35D-491D-8BF3-2B835C33ECEF}"/>
          </ac:picMkLst>
        </pc:picChg>
      </pc:sldChg>
      <pc:sldChg chg="addSp delSp modSp new mod">
        <pc:chgData name="贾洪勇" userId="c61acc37-df11-4a3b-9efd-dde9ef084f5f" providerId="ADAL" clId="{0F84A287-EC61-479E-AF58-4139ED6C0900}" dt="2022-03-21T08:41:45.405" v="393" actId="1076"/>
        <pc:sldMkLst>
          <pc:docMk/>
          <pc:sldMk cId="3838004254" sldId="462"/>
        </pc:sldMkLst>
        <pc:spChg chg="mod">
          <ac:chgData name="贾洪勇" userId="c61acc37-df11-4a3b-9efd-dde9ef084f5f" providerId="ADAL" clId="{0F84A287-EC61-479E-AF58-4139ED6C0900}" dt="2022-03-21T08:37:14.973" v="283"/>
          <ac:spMkLst>
            <pc:docMk/>
            <pc:sldMk cId="3838004254" sldId="462"/>
            <ac:spMk id="2" creationId="{882CCA74-04C3-43E2-B4A0-4868B9FF4827}"/>
          </ac:spMkLst>
        </pc:spChg>
        <pc:spChg chg="del">
          <ac:chgData name="贾洪勇" userId="c61acc37-df11-4a3b-9efd-dde9ef084f5f" providerId="ADAL" clId="{0F84A287-EC61-479E-AF58-4139ED6C0900}" dt="2022-03-21T08:38:20.552" v="284" actId="22"/>
          <ac:spMkLst>
            <pc:docMk/>
            <pc:sldMk cId="3838004254" sldId="462"/>
            <ac:spMk id="3" creationId="{23DA36CB-E5E9-40B4-98D2-692137E936D5}"/>
          </ac:spMkLst>
        </pc:spChg>
        <pc:spChg chg="add mod">
          <ac:chgData name="贾洪勇" userId="c61acc37-df11-4a3b-9efd-dde9ef084f5f" providerId="ADAL" clId="{0F84A287-EC61-479E-AF58-4139ED6C0900}" dt="2022-03-21T08:41:45.405" v="393" actId="1076"/>
          <ac:spMkLst>
            <pc:docMk/>
            <pc:sldMk cId="3838004254" sldId="462"/>
            <ac:spMk id="7" creationId="{AFF0ED65-7411-426D-927A-B3E3EA77E9E1}"/>
          </ac:spMkLst>
        </pc:spChg>
        <pc:picChg chg="add mod ord">
          <ac:chgData name="贾洪勇" userId="c61acc37-df11-4a3b-9efd-dde9ef084f5f" providerId="ADAL" clId="{0F84A287-EC61-479E-AF58-4139ED6C0900}" dt="2022-03-21T08:41:40.153" v="392" actId="14100"/>
          <ac:picMkLst>
            <pc:docMk/>
            <pc:sldMk cId="3838004254" sldId="462"/>
            <ac:picMk id="6" creationId="{7D2265B5-E26A-4F7F-A3EF-4351BB370086}"/>
          </ac:picMkLst>
        </pc:picChg>
      </pc:sldChg>
      <pc:sldChg chg="addSp delSp modSp new mod">
        <pc:chgData name="贾洪勇" userId="c61acc37-df11-4a3b-9efd-dde9ef084f5f" providerId="ADAL" clId="{0F84A287-EC61-479E-AF58-4139ED6C0900}" dt="2022-03-21T08:53:14.242" v="479"/>
        <pc:sldMkLst>
          <pc:docMk/>
          <pc:sldMk cId="4178019721" sldId="463"/>
        </pc:sldMkLst>
        <pc:spChg chg="mod">
          <ac:chgData name="贾洪勇" userId="c61acc37-df11-4a3b-9efd-dde9ef084f5f" providerId="ADAL" clId="{0F84A287-EC61-479E-AF58-4139ED6C0900}" dt="2022-03-21T08:53:14.242" v="479"/>
          <ac:spMkLst>
            <pc:docMk/>
            <pc:sldMk cId="4178019721" sldId="463"/>
            <ac:spMk id="2" creationId="{F9DCD3E7-76E5-4D0E-BA37-1C0000E00E67}"/>
          </ac:spMkLst>
        </pc:spChg>
        <pc:spChg chg="del">
          <ac:chgData name="贾洪勇" userId="c61acc37-df11-4a3b-9efd-dde9ef084f5f" providerId="ADAL" clId="{0F84A287-EC61-479E-AF58-4139ED6C0900}" dt="2022-03-21T08:50:05.356" v="396" actId="22"/>
          <ac:spMkLst>
            <pc:docMk/>
            <pc:sldMk cId="4178019721" sldId="463"/>
            <ac:spMk id="3" creationId="{5483CBAF-3865-41D0-AB18-6902EE1C4743}"/>
          </ac:spMkLst>
        </pc:spChg>
        <pc:picChg chg="add mod ord">
          <ac:chgData name="贾洪勇" userId="c61acc37-df11-4a3b-9efd-dde9ef084f5f" providerId="ADAL" clId="{0F84A287-EC61-479E-AF58-4139ED6C0900}" dt="2022-03-21T08:52:47.211" v="470" actId="1035"/>
          <ac:picMkLst>
            <pc:docMk/>
            <pc:sldMk cId="4178019721" sldId="463"/>
            <ac:picMk id="6" creationId="{0705CB54-99E4-4897-BDCE-76BB23035C6F}"/>
          </ac:picMkLst>
        </pc:picChg>
        <pc:picChg chg="add mod">
          <ac:chgData name="贾洪勇" userId="c61acc37-df11-4a3b-9efd-dde9ef084f5f" providerId="ADAL" clId="{0F84A287-EC61-479E-AF58-4139ED6C0900}" dt="2022-03-21T08:52:53.116" v="476" actId="1036"/>
          <ac:picMkLst>
            <pc:docMk/>
            <pc:sldMk cId="4178019721" sldId="463"/>
            <ac:picMk id="8" creationId="{FCDC4150-48A7-41EF-B16A-8435AEF9281B}"/>
          </ac:picMkLst>
        </pc:picChg>
        <pc:picChg chg="add mod">
          <ac:chgData name="贾洪勇" userId="c61acc37-df11-4a3b-9efd-dde9ef084f5f" providerId="ADAL" clId="{0F84A287-EC61-479E-AF58-4139ED6C0900}" dt="2022-03-21T08:52:55.908" v="478" actId="1035"/>
          <ac:picMkLst>
            <pc:docMk/>
            <pc:sldMk cId="4178019721" sldId="463"/>
            <ac:picMk id="10" creationId="{B8B4B15F-011D-4AC8-8CF4-480AA7661B71}"/>
          </ac:picMkLst>
        </pc:picChg>
        <pc:picChg chg="add mod">
          <ac:chgData name="贾洪勇" userId="c61acc37-df11-4a3b-9efd-dde9ef084f5f" providerId="ADAL" clId="{0F84A287-EC61-479E-AF58-4139ED6C0900}" dt="2022-03-21T08:52:40.655" v="464" actId="1036"/>
          <ac:picMkLst>
            <pc:docMk/>
            <pc:sldMk cId="4178019721" sldId="463"/>
            <ac:picMk id="12" creationId="{4681FF92-27F4-4E6A-B4CC-14ED691968C1}"/>
          </ac:picMkLst>
        </pc:picChg>
      </pc:sldChg>
      <pc:sldChg chg="addSp delSp modSp new mod">
        <pc:chgData name="贾洪勇" userId="c61acc37-df11-4a3b-9efd-dde9ef084f5f" providerId="ADAL" clId="{0F84A287-EC61-479E-AF58-4139ED6C0900}" dt="2022-03-22T06:28:08.570" v="1220" actId="14100"/>
        <pc:sldMkLst>
          <pc:docMk/>
          <pc:sldMk cId="3627061556" sldId="464"/>
        </pc:sldMkLst>
        <pc:spChg chg="mod">
          <ac:chgData name="贾洪勇" userId="c61acc37-df11-4a3b-9efd-dde9ef084f5f" providerId="ADAL" clId="{0F84A287-EC61-479E-AF58-4139ED6C0900}" dt="2022-03-21T08:54:03.034" v="511"/>
          <ac:spMkLst>
            <pc:docMk/>
            <pc:sldMk cId="3627061556" sldId="464"/>
            <ac:spMk id="2" creationId="{D0F2086C-61E2-4D6C-AC02-A3F4D4360E9C}"/>
          </ac:spMkLst>
        </pc:spChg>
        <pc:spChg chg="del">
          <ac:chgData name="贾洪勇" userId="c61acc37-df11-4a3b-9efd-dde9ef084f5f" providerId="ADAL" clId="{0F84A287-EC61-479E-AF58-4139ED6C0900}" dt="2022-03-21T08:54:24.249" v="512" actId="22"/>
          <ac:spMkLst>
            <pc:docMk/>
            <pc:sldMk cId="3627061556" sldId="464"/>
            <ac:spMk id="3" creationId="{84ADC02C-C779-44D3-B197-7DE8ACC94E42}"/>
          </ac:spMkLst>
        </pc:spChg>
        <pc:picChg chg="add mod ord">
          <ac:chgData name="贾洪勇" userId="c61acc37-df11-4a3b-9efd-dde9ef084f5f" providerId="ADAL" clId="{0F84A287-EC61-479E-AF58-4139ED6C0900}" dt="2022-03-22T06:27:10.902" v="1215" actId="14100"/>
          <ac:picMkLst>
            <pc:docMk/>
            <pc:sldMk cId="3627061556" sldId="464"/>
            <ac:picMk id="6" creationId="{9DABDE77-A01D-418B-8EE8-9B923AB50AF1}"/>
          </ac:picMkLst>
        </pc:picChg>
        <pc:picChg chg="add mod">
          <ac:chgData name="贾洪勇" userId="c61acc37-df11-4a3b-9efd-dde9ef084f5f" providerId="ADAL" clId="{0F84A287-EC61-479E-AF58-4139ED6C0900}" dt="2022-03-22T06:27:16.993" v="1216" actId="1035"/>
          <ac:picMkLst>
            <pc:docMk/>
            <pc:sldMk cId="3627061556" sldId="464"/>
            <ac:picMk id="8" creationId="{B2378EBE-ADBD-4FE2-BA9D-97F696AF8154}"/>
          </ac:picMkLst>
        </pc:picChg>
        <pc:picChg chg="add mod">
          <ac:chgData name="贾洪勇" userId="c61acc37-df11-4a3b-9efd-dde9ef084f5f" providerId="ADAL" clId="{0F84A287-EC61-479E-AF58-4139ED6C0900}" dt="2022-03-21T09:26:23.488" v="620" actId="1035"/>
          <ac:picMkLst>
            <pc:docMk/>
            <pc:sldMk cId="3627061556" sldId="464"/>
            <ac:picMk id="10" creationId="{3E10425D-BEBA-47AA-9E0B-D0C1C6AFC49A}"/>
          </ac:picMkLst>
        </pc:picChg>
        <pc:picChg chg="add mod">
          <ac:chgData name="贾洪勇" userId="c61acc37-df11-4a3b-9efd-dde9ef084f5f" providerId="ADAL" clId="{0F84A287-EC61-479E-AF58-4139ED6C0900}" dt="2022-03-21T09:26:26.861" v="630" actId="1036"/>
          <ac:picMkLst>
            <pc:docMk/>
            <pc:sldMk cId="3627061556" sldId="464"/>
            <ac:picMk id="12" creationId="{42B49F4E-4097-41E6-98CA-82188DDC73A9}"/>
          </ac:picMkLst>
        </pc:picChg>
        <pc:picChg chg="add mod">
          <ac:chgData name="贾洪勇" userId="c61acc37-df11-4a3b-9efd-dde9ef084f5f" providerId="ADAL" clId="{0F84A287-EC61-479E-AF58-4139ED6C0900}" dt="2022-03-22T06:27:36.482" v="1219" actId="1036"/>
          <ac:picMkLst>
            <pc:docMk/>
            <pc:sldMk cId="3627061556" sldId="464"/>
            <ac:picMk id="14" creationId="{704E1D4D-F086-4FF8-9BCA-ED3828A89C10}"/>
          </ac:picMkLst>
        </pc:picChg>
        <pc:picChg chg="add mod">
          <ac:chgData name="贾洪勇" userId="c61acc37-df11-4a3b-9efd-dde9ef084f5f" providerId="ADAL" clId="{0F84A287-EC61-479E-AF58-4139ED6C0900}" dt="2022-03-22T06:28:08.570" v="1220" actId="14100"/>
          <ac:picMkLst>
            <pc:docMk/>
            <pc:sldMk cId="3627061556" sldId="464"/>
            <ac:picMk id="16" creationId="{F8010C27-AACA-4123-9C2C-12B602A55AE0}"/>
          </ac:picMkLst>
        </pc:picChg>
      </pc:sldChg>
      <pc:sldChg chg="addSp delSp modSp new mod">
        <pc:chgData name="贾洪勇" userId="c61acc37-df11-4a3b-9efd-dde9ef084f5f" providerId="ADAL" clId="{0F84A287-EC61-479E-AF58-4139ED6C0900}" dt="2022-03-21T09:25:23.176" v="608" actId="14100"/>
        <pc:sldMkLst>
          <pc:docMk/>
          <pc:sldMk cId="4027449393" sldId="465"/>
        </pc:sldMkLst>
        <pc:spChg chg="del">
          <ac:chgData name="贾洪勇" userId="c61acc37-df11-4a3b-9efd-dde9ef084f5f" providerId="ADAL" clId="{0F84A287-EC61-479E-AF58-4139ED6C0900}" dt="2022-03-21T09:21:21.279" v="539" actId="22"/>
          <ac:spMkLst>
            <pc:docMk/>
            <pc:sldMk cId="4027449393" sldId="465"/>
            <ac:spMk id="3" creationId="{85421107-9A6C-401C-8A27-4B4AC1DF698A}"/>
          </ac:spMkLst>
        </pc:spChg>
        <pc:picChg chg="add mod ord">
          <ac:chgData name="贾洪勇" userId="c61acc37-df11-4a3b-9efd-dde9ef084f5f" providerId="ADAL" clId="{0F84A287-EC61-479E-AF58-4139ED6C0900}" dt="2022-03-21T09:23:52.946" v="575" actId="1037"/>
          <ac:picMkLst>
            <pc:docMk/>
            <pc:sldMk cId="4027449393" sldId="465"/>
            <ac:picMk id="6" creationId="{15391E96-2B30-4078-9E71-15ED685A3B7C}"/>
          </ac:picMkLst>
        </pc:picChg>
        <pc:picChg chg="add mod">
          <ac:chgData name="贾洪勇" userId="c61acc37-df11-4a3b-9efd-dde9ef084f5f" providerId="ADAL" clId="{0F84A287-EC61-479E-AF58-4139ED6C0900}" dt="2022-03-21T09:24:54.672" v="600" actId="1035"/>
          <ac:picMkLst>
            <pc:docMk/>
            <pc:sldMk cId="4027449393" sldId="465"/>
            <ac:picMk id="8" creationId="{D0E67012-2C86-4D11-8C40-B40666F3A9C7}"/>
          </ac:picMkLst>
        </pc:picChg>
        <pc:picChg chg="add mod">
          <ac:chgData name="贾洪勇" userId="c61acc37-df11-4a3b-9efd-dde9ef084f5f" providerId="ADAL" clId="{0F84A287-EC61-479E-AF58-4139ED6C0900}" dt="2022-03-21T09:24:57.171" v="602" actId="1035"/>
          <ac:picMkLst>
            <pc:docMk/>
            <pc:sldMk cId="4027449393" sldId="465"/>
            <ac:picMk id="10" creationId="{C28A1701-7977-4823-8256-8B8FDA8104FA}"/>
          </ac:picMkLst>
        </pc:picChg>
        <pc:picChg chg="add mod">
          <ac:chgData name="贾洪勇" userId="c61acc37-df11-4a3b-9efd-dde9ef084f5f" providerId="ADAL" clId="{0F84A287-EC61-479E-AF58-4139ED6C0900}" dt="2022-03-21T09:24:59.992" v="605" actId="1036"/>
          <ac:picMkLst>
            <pc:docMk/>
            <pc:sldMk cId="4027449393" sldId="465"/>
            <ac:picMk id="12" creationId="{54358041-CE41-43CC-BD55-E9E663E594EC}"/>
          </ac:picMkLst>
        </pc:picChg>
        <pc:picChg chg="add mod">
          <ac:chgData name="贾洪勇" userId="c61acc37-df11-4a3b-9efd-dde9ef084f5f" providerId="ADAL" clId="{0F84A287-EC61-479E-AF58-4139ED6C0900}" dt="2022-03-21T09:25:01.344" v="606" actId="1035"/>
          <ac:picMkLst>
            <pc:docMk/>
            <pc:sldMk cId="4027449393" sldId="465"/>
            <ac:picMk id="14" creationId="{F3C05D37-36BF-4648-8A89-465DB18699A3}"/>
          </ac:picMkLst>
        </pc:picChg>
        <pc:picChg chg="add mod">
          <ac:chgData name="贾洪勇" userId="c61acc37-df11-4a3b-9efd-dde9ef084f5f" providerId="ADAL" clId="{0F84A287-EC61-479E-AF58-4139ED6C0900}" dt="2022-03-21T09:25:23.176" v="608" actId="14100"/>
          <ac:picMkLst>
            <pc:docMk/>
            <pc:sldMk cId="4027449393" sldId="465"/>
            <ac:picMk id="16" creationId="{CB92E894-E845-4723-A12F-94E4735E3066}"/>
          </ac:picMkLst>
        </pc:picChg>
      </pc:sldChg>
      <pc:sldChg chg="addSp delSp modSp new mod">
        <pc:chgData name="贾洪勇" userId="c61acc37-df11-4a3b-9efd-dde9ef084f5f" providerId="ADAL" clId="{0F84A287-EC61-479E-AF58-4139ED6C0900}" dt="2022-03-22T06:34:33.904" v="1222" actId="1035"/>
        <pc:sldMkLst>
          <pc:docMk/>
          <pc:sldMk cId="1013988333" sldId="466"/>
        </pc:sldMkLst>
        <pc:spChg chg="mod">
          <ac:chgData name="贾洪勇" userId="c61acc37-df11-4a3b-9efd-dde9ef084f5f" providerId="ADAL" clId="{0F84A287-EC61-479E-AF58-4139ED6C0900}" dt="2022-03-21T09:29:00.995" v="665"/>
          <ac:spMkLst>
            <pc:docMk/>
            <pc:sldMk cId="1013988333" sldId="466"/>
            <ac:spMk id="2" creationId="{2FB6F2F5-D203-48B4-B4D1-19861A048608}"/>
          </ac:spMkLst>
        </pc:spChg>
        <pc:spChg chg="del">
          <ac:chgData name="贾洪勇" userId="c61acc37-df11-4a3b-9efd-dde9ef084f5f" providerId="ADAL" clId="{0F84A287-EC61-479E-AF58-4139ED6C0900}" dt="2022-03-21T09:29:27.571" v="666" actId="22"/>
          <ac:spMkLst>
            <pc:docMk/>
            <pc:sldMk cId="1013988333" sldId="466"/>
            <ac:spMk id="3" creationId="{323F91B4-4134-41EB-BCD6-BADDC3350399}"/>
          </ac:spMkLst>
        </pc:spChg>
        <pc:picChg chg="add mod ord">
          <ac:chgData name="贾洪勇" userId="c61acc37-df11-4a3b-9efd-dde9ef084f5f" providerId="ADAL" clId="{0F84A287-EC61-479E-AF58-4139ED6C0900}" dt="2022-03-21T09:30:09.430" v="676" actId="1035"/>
          <ac:picMkLst>
            <pc:docMk/>
            <pc:sldMk cId="1013988333" sldId="466"/>
            <ac:picMk id="6" creationId="{C26B55CF-D6D2-4580-9CFD-ECA7C288DBBC}"/>
          </ac:picMkLst>
        </pc:picChg>
        <pc:picChg chg="add mod">
          <ac:chgData name="贾洪勇" userId="c61acc37-df11-4a3b-9efd-dde9ef084f5f" providerId="ADAL" clId="{0F84A287-EC61-479E-AF58-4139ED6C0900}" dt="2022-03-22T06:34:33.904" v="1222" actId="1035"/>
          <ac:picMkLst>
            <pc:docMk/>
            <pc:sldMk cId="1013988333" sldId="466"/>
            <ac:picMk id="8" creationId="{6DE65FA0-9920-4767-BD98-211C7F722DF4}"/>
          </ac:picMkLst>
        </pc:picChg>
      </pc:sldChg>
      <pc:sldChg chg="modSp new mod">
        <pc:chgData name="贾洪勇" userId="c61acc37-df11-4a3b-9efd-dde9ef084f5f" providerId="ADAL" clId="{0F84A287-EC61-479E-AF58-4139ED6C0900}" dt="2022-03-22T06:37:03.278" v="1236" actId="20577"/>
        <pc:sldMkLst>
          <pc:docMk/>
          <pc:sldMk cId="3718634459" sldId="467"/>
        </pc:sldMkLst>
        <pc:spChg chg="mod">
          <ac:chgData name="贾洪勇" userId="c61acc37-df11-4a3b-9efd-dde9ef084f5f" providerId="ADAL" clId="{0F84A287-EC61-479E-AF58-4139ED6C0900}" dt="2022-03-21T09:41:09.696" v="723"/>
          <ac:spMkLst>
            <pc:docMk/>
            <pc:sldMk cId="3718634459" sldId="467"/>
            <ac:spMk id="2" creationId="{DEA77FC4-62F3-4EA5-8EDE-993004A2678D}"/>
          </ac:spMkLst>
        </pc:spChg>
        <pc:spChg chg="mod">
          <ac:chgData name="贾洪勇" userId="c61acc37-df11-4a3b-9efd-dde9ef084f5f" providerId="ADAL" clId="{0F84A287-EC61-479E-AF58-4139ED6C0900}" dt="2022-03-22T06:37:03.278" v="1236" actId="20577"/>
          <ac:spMkLst>
            <pc:docMk/>
            <pc:sldMk cId="3718634459" sldId="467"/>
            <ac:spMk id="3" creationId="{708FD26A-4895-4199-85EF-DE42FB6698CD}"/>
          </ac:spMkLst>
        </pc:spChg>
      </pc:sldChg>
      <pc:sldChg chg="addSp modSp new mod">
        <pc:chgData name="贾洪勇" userId="c61acc37-df11-4a3b-9efd-dde9ef084f5f" providerId="ADAL" clId="{0F84A287-EC61-479E-AF58-4139ED6C0900}" dt="2022-03-22T06:37:57.073" v="1268" actId="1038"/>
        <pc:sldMkLst>
          <pc:docMk/>
          <pc:sldMk cId="1268208445" sldId="468"/>
        </pc:sldMkLst>
        <pc:spChg chg="mod">
          <ac:chgData name="贾洪勇" userId="c61acc37-df11-4a3b-9efd-dde9ef084f5f" providerId="ADAL" clId="{0F84A287-EC61-479E-AF58-4139ED6C0900}" dt="2022-03-22T06:37:57.073" v="1268" actId="1038"/>
          <ac:spMkLst>
            <pc:docMk/>
            <pc:sldMk cId="1268208445" sldId="468"/>
            <ac:spMk id="2" creationId="{807B8269-6D1C-43D7-B762-C3F4D6C529ED}"/>
          </ac:spMkLst>
        </pc:spChg>
        <pc:spChg chg="mod">
          <ac:chgData name="贾洪勇" userId="c61acc37-df11-4a3b-9efd-dde9ef084f5f" providerId="ADAL" clId="{0F84A287-EC61-479E-AF58-4139ED6C0900}" dt="2022-03-22T06:36:44.547" v="1231" actId="21"/>
          <ac:spMkLst>
            <pc:docMk/>
            <pc:sldMk cId="1268208445" sldId="468"/>
            <ac:spMk id="3" creationId="{7F2EDC6D-614A-4053-9276-FC4B3C307DA6}"/>
          </ac:spMkLst>
        </pc:spChg>
        <pc:picChg chg="add mod">
          <ac:chgData name="贾洪勇" userId="c61acc37-df11-4a3b-9efd-dde9ef084f5f" providerId="ADAL" clId="{0F84A287-EC61-479E-AF58-4139ED6C0900}" dt="2022-03-22T06:37:45.737" v="1251" actId="14100"/>
          <ac:picMkLst>
            <pc:docMk/>
            <pc:sldMk cId="1268208445" sldId="468"/>
            <ac:picMk id="6" creationId="{4007BEB9-1CD1-4CC9-8780-A1E1508A1A02}"/>
          </ac:picMkLst>
        </pc:picChg>
      </pc:sldChg>
      <pc:sldChg chg="addSp delSp modSp new mod">
        <pc:chgData name="贾洪勇" userId="c61acc37-df11-4a3b-9efd-dde9ef084f5f" providerId="ADAL" clId="{0F84A287-EC61-479E-AF58-4139ED6C0900}" dt="2022-03-21T09:51:12.104" v="1005" actId="14100"/>
        <pc:sldMkLst>
          <pc:docMk/>
          <pc:sldMk cId="415404842" sldId="469"/>
        </pc:sldMkLst>
        <pc:spChg chg="mod">
          <ac:chgData name="贾洪勇" userId="c61acc37-df11-4a3b-9efd-dde9ef084f5f" providerId="ADAL" clId="{0F84A287-EC61-479E-AF58-4139ED6C0900}" dt="2022-03-21T09:49:43.098" v="990"/>
          <ac:spMkLst>
            <pc:docMk/>
            <pc:sldMk cId="415404842" sldId="469"/>
            <ac:spMk id="2" creationId="{A8B03DB9-F686-492B-9018-0D65458D3E32}"/>
          </ac:spMkLst>
        </pc:spChg>
        <pc:spChg chg="del">
          <ac:chgData name="贾洪勇" userId="c61acc37-df11-4a3b-9efd-dde9ef084f5f" providerId="ADAL" clId="{0F84A287-EC61-479E-AF58-4139ED6C0900}" dt="2022-03-21T09:49:33.228" v="988" actId="22"/>
          <ac:spMkLst>
            <pc:docMk/>
            <pc:sldMk cId="415404842" sldId="469"/>
            <ac:spMk id="3" creationId="{4D8C3BD5-B888-45A9-857E-C3675D509D22}"/>
          </ac:spMkLst>
        </pc:spChg>
        <pc:picChg chg="add mod ord">
          <ac:chgData name="贾洪勇" userId="c61acc37-df11-4a3b-9efd-dde9ef084f5f" providerId="ADAL" clId="{0F84A287-EC61-479E-AF58-4139ED6C0900}" dt="2022-03-21T09:49:47.776" v="994" actId="1035"/>
          <ac:picMkLst>
            <pc:docMk/>
            <pc:sldMk cId="415404842" sldId="469"/>
            <ac:picMk id="6" creationId="{44A6E1E1-0A4E-4C4F-9182-F90B988406BF}"/>
          </ac:picMkLst>
        </pc:picChg>
        <pc:picChg chg="add mod">
          <ac:chgData name="贾洪勇" userId="c61acc37-df11-4a3b-9efd-dde9ef084f5f" providerId="ADAL" clId="{0F84A287-EC61-479E-AF58-4139ED6C0900}" dt="2022-03-21T09:51:12.104" v="1005" actId="14100"/>
          <ac:picMkLst>
            <pc:docMk/>
            <pc:sldMk cId="415404842" sldId="469"/>
            <ac:picMk id="8" creationId="{8693A87B-1CB6-4E89-A29A-0CD1A28BAD76}"/>
          </ac:picMkLst>
        </pc:picChg>
      </pc:sldChg>
      <pc:sldChg chg="addSp delSp modSp new mod">
        <pc:chgData name="贾洪勇" userId="c61acc37-df11-4a3b-9efd-dde9ef084f5f" providerId="ADAL" clId="{0F84A287-EC61-479E-AF58-4139ED6C0900}" dt="2022-03-21T10:05:57.416" v="1059" actId="1076"/>
        <pc:sldMkLst>
          <pc:docMk/>
          <pc:sldMk cId="845457623" sldId="470"/>
        </pc:sldMkLst>
        <pc:spChg chg="mod">
          <ac:chgData name="贾洪勇" userId="c61acc37-df11-4a3b-9efd-dde9ef084f5f" providerId="ADAL" clId="{0F84A287-EC61-479E-AF58-4139ED6C0900}" dt="2022-03-21T09:51:59.740" v="1011"/>
          <ac:spMkLst>
            <pc:docMk/>
            <pc:sldMk cId="845457623" sldId="470"/>
            <ac:spMk id="2" creationId="{A20D3DEA-D4EF-43D9-A7BC-9F95C51B9DCF}"/>
          </ac:spMkLst>
        </pc:spChg>
        <pc:spChg chg="del">
          <ac:chgData name="贾洪勇" userId="c61acc37-df11-4a3b-9efd-dde9ef084f5f" providerId="ADAL" clId="{0F84A287-EC61-479E-AF58-4139ED6C0900}" dt="2022-03-21T09:51:42.218" v="1007" actId="22"/>
          <ac:spMkLst>
            <pc:docMk/>
            <pc:sldMk cId="845457623" sldId="470"/>
            <ac:spMk id="3" creationId="{761AC9DE-08FE-4D68-BEF8-2F184DCC9AC4}"/>
          </ac:spMkLst>
        </pc:spChg>
        <pc:picChg chg="add mod ord">
          <ac:chgData name="贾洪勇" userId="c61acc37-df11-4a3b-9efd-dde9ef084f5f" providerId="ADAL" clId="{0F84A287-EC61-479E-AF58-4139ED6C0900}" dt="2022-03-21T10:05:57.416" v="1059" actId="1076"/>
          <ac:picMkLst>
            <pc:docMk/>
            <pc:sldMk cId="845457623" sldId="470"/>
            <ac:picMk id="6" creationId="{7E0D7D26-4D39-471F-A3CE-7928E5B2831E}"/>
          </ac:picMkLst>
        </pc:picChg>
      </pc:sldChg>
      <pc:sldChg chg="addSp delSp modSp new mod delAnim modAnim">
        <pc:chgData name="贾洪勇" userId="c61acc37-df11-4a3b-9efd-dde9ef084f5f" providerId="ADAL" clId="{0F84A287-EC61-479E-AF58-4139ED6C0900}" dt="2022-03-22T07:57:59.161" v="1623" actId="1076"/>
        <pc:sldMkLst>
          <pc:docMk/>
          <pc:sldMk cId="1950878073" sldId="471"/>
        </pc:sldMkLst>
        <pc:spChg chg="mod">
          <ac:chgData name="贾洪勇" userId="c61acc37-df11-4a3b-9efd-dde9ef084f5f" providerId="ADAL" clId="{0F84A287-EC61-479E-AF58-4139ED6C0900}" dt="2022-03-21T09:58:25.793" v="1029"/>
          <ac:spMkLst>
            <pc:docMk/>
            <pc:sldMk cId="1950878073" sldId="471"/>
            <ac:spMk id="2" creationId="{4D94BF12-666F-4419-A2DE-42A3E6918AE9}"/>
          </ac:spMkLst>
        </pc:spChg>
        <pc:spChg chg="mod">
          <ac:chgData name="贾洪勇" userId="c61acc37-df11-4a3b-9efd-dde9ef084f5f" providerId="ADAL" clId="{0F84A287-EC61-479E-AF58-4139ED6C0900}" dt="2022-03-22T07:57:53.158" v="1622" actId="207"/>
          <ac:spMkLst>
            <pc:docMk/>
            <pc:sldMk cId="1950878073" sldId="471"/>
            <ac:spMk id="3" creationId="{CACEB6AB-FEDD-4A43-8E5F-3A4F7D2F8057}"/>
          </ac:spMkLst>
        </pc:spChg>
        <pc:spChg chg="add del mod">
          <ac:chgData name="贾洪勇" userId="c61acc37-df11-4a3b-9efd-dde9ef084f5f" providerId="ADAL" clId="{0F84A287-EC61-479E-AF58-4139ED6C0900}" dt="2022-03-22T07:46:25.023" v="1374" actId="478"/>
          <ac:spMkLst>
            <pc:docMk/>
            <pc:sldMk cId="1950878073" sldId="471"/>
            <ac:spMk id="5" creationId="{26DA6334-917D-4883-B76E-469F967FBE8C}"/>
          </ac:spMkLst>
        </pc:spChg>
        <pc:spChg chg="add del mod">
          <ac:chgData name="贾洪勇" userId="c61acc37-df11-4a3b-9efd-dde9ef084f5f" providerId="ADAL" clId="{0F84A287-EC61-479E-AF58-4139ED6C0900}" dt="2022-03-22T07:45:34.767" v="1369" actId="478"/>
          <ac:spMkLst>
            <pc:docMk/>
            <pc:sldMk cId="1950878073" sldId="471"/>
            <ac:spMk id="6" creationId="{D7014C9C-F0F5-44E9-98F2-5CEB989BD0EE}"/>
          </ac:spMkLst>
        </pc:spChg>
        <pc:spChg chg="add mod">
          <ac:chgData name="贾洪勇" userId="c61acc37-df11-4a3b-9efd-dde9ef084f5f" providerId="ADAL" clId="{0F84A287-EC61-479E-AF58-4139ED6C0900}" dt="2022-03-22T07:57:59.161" v="1623" actId="1076"/>
          <ac:spMkLst>
            <pc:docMk/>
            <pc:sldMk cId="1950878073" sldId="471"/>
            <ac:spMk id="7" creationId="{A3089F2A-3E12-4A65-BE47-FB27E3D0D327}"/>
          </ac:spMkLst>
        </pc:spChg>
      </pc:sldChg>
      <pc:sldChg chg="modSp new mod">
        <pc:chgData name="贾洪勇" userId="c61acc37-df11-4a3b-9efd-dde9ef084f5f" providerId="ADAL" clId="{0F84A287-EC61-479E-AF58-4139ED6C0900}" dt="2022-03-21T10:03:48.262" v="1044" actId="123"/>
        <pc:sldMkLst>
          <pc:docMk/>
          <pc:sldMk cId="1435268052" sldId="472"/>
        </pc:sldMkLst>
        <pc:spChg chg="mod">
          <ac:chgData name="贾洪勇" userId="c61acc37-df11-4a3b-9efd-dde9ef084f5f" providerId="ADAL" clId="{0F84A287-EC61-479E-AF58-4139ED6C0900}" dt="2022-03-21T10:03:48.262" v="1044" actId="123"/>
          <ac:spMkLst>
            <pc:docMk/>
            <pc:sldMk cId="1435268052" sldId="472"/>
            <ac:spMk id="3" creationId="{1C34018E-1368-4BB2-84AC-A5EF70555C6E}"/>
          </ac:spMkLst>
        </pc:spChg>
      </pc:sldChg>
      <pc:sldChg chg="addSp delSp modSp new mod">
        <pc:chgData name="贾洪勇" userId="c61acc37-df11-4a3b-9efd-dde9ef084f5f" providerId="ADAL" clId="{0F84A287-EC61-479E-AF58-4139ED6C0900}" dt="2022-03-22T02:36:57.869" v="1095" actId="1076"/>
        <pc:sldMkLst>
          <pc:docMk/>
          <pc:sldMk cId="2010765873" sldId="473"/>
        </pc:sldMkLst>
        <pc:spChg chg="del">
          <ac:chgData name="贾洪勇" userId="c61acc37-df11-4a3b-9efd-dde9ef084f5f" providerId="ADAL" clId="{0F84A287-EC61-479E-AF58-4139ED6C0900}" dt="2022-03-21T10:04:22.111" v="1046" actId="22"/>
          <ac:spMkLst>
            <pc:docMk/>
            <pc:sldMk cId="2010765873" sldId="473"/>
            <ac:spMk id="3" creationId="{D149B95F-DC17-4906-A941-62D9FB6015D4}"/>
          </ac:spMkLst>
        </pc:spChg>
        <pc:spChg chg="add del mod">
          <ac:chgData name="贾洪勇" userId="c61acc37-df11-4a3b-9efd-dde9ef084f5f" providerId="ADAL" clId="{0F84A287-EC61-479E-AF58-4139ED6C0900}" dt="2022-03-21T10:04:44.858" v="1050" actId="478"/>
          <ac:spMkLst>
            <pc:docMk/>
            <pc:sldMk cId="2010765873" sldId="473"/>
            <ac:spMk id="8" creationId="{4AFADD91-3E7E-4A40-9C60-8D067B34A0F1}"/>
          </ac:spMkLst>
        </pc:spChg>
        <pc:picChg chg="add mod ord">
          <ac:chgData name="贾洪勇" userId="c61acc37-df11-4a3b-9efd-dde9ef084f5f" providerId="ADAL" clId="{0F84A287-EC61-479E-AF58-4139ED6C0900}" dt="2022-03-22T02:36:51.868" v="1094" actId="14100"/>
          <ac:picMkLst>
            <pc:docMk/>
            <pc:sldMk cId="2010765873" sldId="473"/>
            <ac:picMk id="6" creationId="{60677913-F8E8-4151-9BF8-CF4FC8DE2F45}"/>
          </ac:picMkLst>
        </pc:picChg>
        <pc:picChg chg="add mod">
          <ac:chgData name="贾洪勇" userId="c61acc37-df11-4a3b-9efd-dde9ef084f5f" providerId="ADAL" clId="{0F84A287-EC61-479E-AF58-4139ED6C0900}" dt="2022-03-22T02:36:57.869" v="1095" actId="1076"/>
          <ac:picMkLst>
            <pc:docMk/>
            <pc:sldMk cId="2010765873" sldId="473"/>
            <ac:picMk id="10" creationId="{3DDBE199-DA50-4D1C-8CD4-7A72548DB163}"/>
          </ac:picMkLst>
        </pc:picChg>
      </pc:sldChg>
      <pc:sldChg chg="modSp new mod">
        <pc:chgData name="贾洪勇" userId="c61acc37-df11-4a3b-9efd-dde9ef084f5f" providerId="ADAL" clId="{0F84A287-EC61-479E-AF58-4139ED6C0900}" dt="2022-03-21T10:06:45.360" v="1086" actId="255"/>
        <pc:sldMkLst>
          <pc:docMk/>
          <pc:sldMk cId="2678660580" sldId="474"/>
        </pc:sldMkLst>
        <pc:spChg chg="mod">
          <ac:chgData name="贾洪勇" userId="c61acc37-df11-4a3b-9efd-dde9ef084f5f" providerId="ADAL" clId="{0F84A287-EC61-479E-AF58-4139ED6C0900}" dt="2022-03-21T10:06:38.576" v="1085"/>
          <ac:spMkLst>
            <pc:docMk/>
            <pc:sldMk cId="2678660580" sldId="474"/>
            <ac:spMk id="2" creationId="{95DCA36C-8FBD-4EC1-891E-4D8C74D34E12}"/>
          </ac:spMkLst>
        </pc:spChg>
        <pc:spChg chg="mod">
          <ac:chgData name="贾洪勇" userId="c61acc37-df11-4a3b-9efd-dde9ef084f5f" providerId="ADAL" clId="{0F84A287-EC61-479E-AF58-4139ED6C0900}" dt="2022-03-21T10:06:45.360" v="1086" actId="255"/>
          <ac:spMkLst>
            <pc:docMk/>
            <pc:sldMk cId="2678660580" sldId="474"/>
            <ac:spMk id="3" creationId="{C0C8E490-A71B-4D67-822D-25A1B7FA057A}"/>
          </ac:spMkLst>
        </pc:spChg>
      </pc:sldChg>
      <pc:sldChg chg="addSp modSp new mod">
        <pc:chgData name="贾洪勇" userId="c61acc37-df11-4a3b-9efd-dde9ef084f5f" providerId="ADAL" clId="{0F84A287-EC61-479E-AF58-4139ED6C0900}" dt="2022-03-22T08:10:08.655" v="1663"/>
        <pc:sldMkLst>
          <pc:docMk/>
          <pc:sldMk cId="3357873582" sldId="475"/>
        </pc:sldMkLst>
        <pc:spChg chg="mod">
          <ac:chgData name="贾洪勇" userId="c61acc37-df11-4a3b-9efd-dde9ef084f5f" providerId="ADAL" clId="{0F84A287-EC61-479E-AF58-4139ED6C0900}" dt="2022-03-22T08:10:08.655" v="1663"/>
          <ac:spMkLst>
            <pc:docMk/>
            <pc:sldMk cId="3357873582" sldId="475"/>
            <ac:spMk id="2" creationId="{450CB2ED-8BAB-420B-A0A6-080BF237EB8D}"/>
          </ac:spMkLst>
        </pc:spChg>
        <pc:spChg chg="mod">
          <ac:chgData name="贾洪勇" userId="c61acc37-df11-4a3b-9efd-dde9ef084f5f" providerId="ADAL" clId="{0F84A287-EC61-479E-AF58-4139ED6C0900}" dt="2022-03-22T08:07:00.641" v="1649" actId="20577"/>
          <ac:spMkLst>
            <pc:docMk/>
            <pc:sldMk cId="3357873582" sldId="475"/>
            <ac:spMk id="3" creationId="{EEBCF199-B14C-47F9-AF24-181786B1B8DA}"/>
          </ac:spMkLst>
        </pc:spChg>
        <pc:picChg chg="add mod">
          <ac:chgData name="贾洪勇" userId="c61acc37-df11-4a3b-9efd-dde9ef084f5f" providerId="ADAL" clId="{0F84A287-EC61-479E-AF58-4139ED6C0900}" dt="2022-03-22T08:07:09.272" v="1652" actId="1076"/>
          <ac:picMkLst>
            <pc:docMk/>
            <pc:sldMk cId="3357873582" sldId="475"/>
            <ac:picMk id="6" creationId="{989A1A6D-E254-4909-862A-D14CC98943DE}"/>
          </ac:picMkLst>
        </pc:picChg>
      </pc:sldChg>
      <pc:sldChg chg="modSp new mod">
        <pc:chgData name="贾洪勇" userId="c61acc37-df11-4a3b-9efd-dde9ef084f5f" providerId="ADAL" clId="{0F84A287-EC61-479E-AF58-4139ED6C0900}" dt="2022-03-22T08:11:36.263" v="1682" actId="1035"/>
        <pc:sldMkLst>
          <pc:docMk/>
          <pc:sldMk cId="3563242257" sldId="476"/>
        </pc:sldMkLst>
        <pc:spChg chg="mod">
          <ac:chgData name="贾洪勇" userId="c61acc37-df11-4a3b-9efd-dde9ef084f5f" providerId="ADAL" clId="{0F84A287-EC61-479E-AF58-4139ED6C0900}" dt="2022-03-22T08:10:29.248" v="1666" actId="20577"/>
          <ac:spMkLst>
            <pc:docMk/>
            <pc:sldMk cId="3563242257" sldId="476"/>
            <ac:spMk id="2" creationId="{5E83BA22-78FB-4A9E-9397-DE3826074D7A}"/>
          </ac:spMkLst>
        </pc:spChg>
        <pc:spChg chg="mod">
          <ac:chgData name="贾洪勇" userId="c61acc37-df11-4a3b-9efd-dde9ef084f5f" providerId="ADAL" clId="{0F84A287-EC61-479E-AF58-4139ED6C0900}" dt="2022-03-22T08:11:36.263" v="1682" actId="1035"/>
          <ac:spMkLst>
            <pc:docMk/>
            <pc:sldMk cId="3563242257" sldId="476"/>
            <ac:spMk id="3" creationId="{3974A055-8BF5-464E-93E3-F3EA75234180}"/>
          </ac:spMkLst>
        </pc:spChg>
      </pc:sldChg>
      <pc:sldChg chg="addSp modSp new mod">
        <pc:chgData name="贾洪勇" userId="c61acc37-df11-4a3b-9efd-dde9ef084f5f" providerId="ADAL" clId="{0F84A287-EC61-479E-AF58-4139ED6C0900}" dt="2022-03-22T08:15:28.506" v="1721" actId="14100"/>
        <pc:sldMkLst>
          <pc:docMk/>
          <pc:sldMk cId="2682232739" sldId="477"/>
        </pc:sldMkLst>
        <pc:spChg chg="mod">
          <ac:chgData name="贾洪勇" userId="c61acc37-df11-4a3b-9efd-dde9ef084f5f" providerId="ADAL" clId="{0F84A287-EC61-479E-AF58-4139ED6C0900}" dt="2022-03-22T08:12:29.017" v="1705"/>
          <ac:spMkLst>
            <pc:docMk/>
            <pc:sldMk cId="2682232739" sldId="477"/>
            <ac:spMk id="2" creationId="{D3A180D3-C9A0-4117-8B41-85A8FB60877D}"/>
          </ac:spMkLst>
        </pc:spChg>
        <pc:spChg chg="mod">
          <ac:chgData name="贾洪勇" userId="c61acc37-df11-4a3b-9efd-dde9ef084f5f" providerId="ADAL" clId="{0F84A287-EC61-479E-AF58-4139ED6C0900}" dt="2022-03-22T08:14:59.839" v="1717" actId="20577"/>
          <ac:spMkLst>
            <pc:docMk/>
            <pc:sldMk cId="2682232739" sldId="477"/>
            <ac:spMk id="3" creationId="{BB1D408E-6099-4705-AFEE-1438FB29580E}"/>
          </ac:spMkLst>
        </pc:spChg>
        <pc:picChg chg="add mod">
          <ac:chgData name="贾洪勇" userId="c61acc37-df11-4a3b-9efd-dde9ef084f5f" providerId="ADAL" clId="{0F84A287-EC61-479E-AF58-4139ED6C0900}" dt="2022-03-22T08:15:28.506" v="1721" actId="14100"/>
          <ac:picMkLst>
            <pc:docMk/>
            <pc:sldMk cId="2682232739" sldId="477"/>
            <ac:picMk id="6" creationId="{019170D6-DC6C-4C91-A841-8A29D4704662}"/>
          </ac:picMkLst>
        </pc:picChg>
      </pc:sldChg>
      <pc:sldChg chg="addSp delSp modSp new add del mod">
        <pc:chgData name="贾洪勇" userId="c61acc37-df11-4a3b-9efd-dde9ef084f5f" providerId="ADAL" clId="{0F84A287-EC61-479E-AF58-4139ED6C0900}" dt="2022-03-22T08:20:26.061" v="1743" actId="20577"/>
        <pc:sldMkLst>
          <pc:docMk/>
          <pc:sldMk cId="3457729474" sldId="478"/>
        </pc:sldMkLst>
        <pc:spChg chg="mod">
          <ac:chgData name="贾洪勇" userId="c61acc37-df11-4a3b-9efd-dde9ef084f5f" providerId="ADAL" clId="{0F84A287-EC61-479E-AF58-4139ED6C0900}" dt="2022-03-22T08:16:57.365" v="1724" actId="14100"/>
          <ac:spMkLst>
            <pc:docMk/>
            <pc:sldMk cId="3457729474" sldId="478"/>
            <ac:spMk id="2" creationId="{D963342C-03C6-4292-B28A-548FB80A4A29}"/>
          </ac:spMkLst>
        </pc:spChg>
        <pc:spChg chg="mod">
          <ac:chgData name="贾洪勇" userId="c61acc37-df11-4a3b-9efd-dde9ef084f5f" providerId="ADAL" clId="{0F84A287-EC61-479E-AF58-4139ED6C0900}" dt="2022-03-22T08:20:26.061" v="1743" actId="20577"/>
          <ac:spMkLst>
            <pc:docMk/>
            <pc:sldMk cId="3457729474" sldId="478"/>
            <ac:spMk id="3" creationId="{896A2534-1C78-4E55-AC00-C776765BC776}"/>
          </ac:spMkLst>
        </pc:spChg>
        <pc:picChg chg="add del mod">
          <ac:chgData name="贾洪勇" userId="c61acc37-df11-4a3b-9efd-dde9ef084f5f" providerId="ADAL" clId="{0F84A287-EC61-479E-AF58-4139ED6C0900}" dt="2022-03-22T08:19:57.023" v="1738" actId="21"/>
          <ac:picMkLst>
            <pc:docMk/>
            <pc:sldMk cId="3457729474" sldId="478"/>
            <ac:picMk id="6" creationId="{DBBFE91E-C7C9-46DF-85CC-F2BFFAB3D806}"/>
          </ac:picMkLst>
        </pc:picChg>
      </pc:sldChg>
      <pc:sldChg chg="addSp delSp modSp new">
        <pc:chgData name="贾洪勇" userId="c61acc37-df11-4a3b-9efd-dde9ef084f5f" providerId="ADAL" clId="{0F84A287-EC61-479E-AF58-4139ED6C0900}" dt="2022-03-22T08:20:47.477" v="1746" actId="14100"/>
        <pc:sldMkLst>
          <pc:docMk/>
          <pc:sldMk cId="1918163449" sldId="479"/>
        </pc:sldMkLst>
        <pc:spChg chg="del">
          <ac:chgData name="贾洪勇" userId="c61acc37-df11-4a3b-9efd-dde9ef084f5f" providerId="ADAL" clId="{0F84A287-EC61-479E-AF58-4139ED6C0900}" dt="2022-03-22T08:20:40.822" v="1744"/>
          <ac:spMkLst>
            <pc:docMk/>
            <pc:sldMk cId="1918163449" sldId="479"/>
            <ac:spMk id="2" creationId="{5B670E19-DE1D-40E6-B89E-9FBBC0FCC3A6}"/>
          </ac:spMkLst>
        </pc:spChg>
        <pc:spChg chg="add del">
          <ac:chgData name="贾洪勇" userId="c61acc37-df11-4a3b-9efd-dde9ef084f5f" providerId="ADAL" clId="{0F84A287-EC61-479E-AF58-4139ED6C0900}" dt="2022-03-22T08:20:01.096" v="1739"/>
          <ac:spMkLst>
            <pc:docMk/>
            <pc:sldMk cId="1918163449" sldId="479"/>
            <ac:spMk id="3" creationId="{157353E0-0C1D-4939-8085-AFFE8CEBB288}"/>
          </ac:spMkLst>
        </pc:spChg>
        <pc:spChg chg="add mod">
          <ac:chgData name="贾洪勇" userId="c61acc37-df11-4a3b-9efd-dde9ef084f5f" providerId="ADAL" clId="{0F84A287-EC61-479E-AF58-4139ED6C0900}" dt="2022-03-22T08:20:47.477" v="1746" actId="14100"/>
          <ac:spMkLst>
            <pc:docMk/>
            <pc:sldMk cId="1918163449" sldId="479"/>
            <ac:spMk id="7" creationId="{D9230C99-C625-4779-9611-30B51598939B}"/>
          </ac:spMkLst>
        </pc:spChg>
        <pc:picChg chg="add del mod">
          <ac:chgData name="贾洪勇" userId="c61acc37-df11-4a3b-9efd-dde9ef084f5f" providerId="ADAL" clId="{0F84A287-EC61-479E-AF58-4139ED6C0900}" dt="2022-03-22T08:19:49.839" v="1736"/>
          <ac:picMkLst>
            <pc:docMk/>
            <pc:sldMk cId="1918163449" sldId="479"/>
            <ac:picMk id="5" creationId="{9826CDA3-65CC-4E31-BCFE-50CDC910E272}"/>
          </ac:picMkLst>
        </pc:picChg>
        <pc:picChg chg="add mod">
          <ac:chgData name="贾洪勇" userId="c61acc37-df11-4a3b-9efd-dde9ef084f5f" providerId="ADAL" clId="{0F84A287-EC61-479E-AF58-4139ED6C0900}" dt="2022-03-22T08:20:01.096" v="1739"/>
          <ac:picMkLst>
            <pc:docMk/>
            <pc:sldMk cId="1918163449" sldId="479"/>
            <ac:picMk id="6" creationId="{D3DEE30E-10CC-445B-B62E-82935DC76545}"/>
          </ac:picMkLst>
        </pc:picChg>
      </pc:sldChg>
      <pc:sldChg chg="add">
        <pc:chgData name="贾洪勇" userId="c61acc37-df11-4a3b-9efd-dde9ef084f5f" providerId="ADAL" clId="{0F84A287-EC61-479E-AF58-4139ED6C0900}" dt="2022-03-22T09:46:35.309" v="2193"/>
        <pc:sldMkLst>
          <pc:docMk/>
          <pc:sldMk cId="554001834" sldId="480"/>
        </pc:sldMkLst>
      </pc:sldChg>
      <pc:sldChg chg="modSp new del mod">
        <pc:chgData name="贾洪勇" userId="c61acc37-df11-4a3b-9efd-dde9ef084f5f" providerId="ADAL" clId="{0F84A287-EC61-479E-AF58-4139ED6C0900}" dt="2022-03-22T09:38:48.977" v="2177" actId="2696"/>
        <pc:sldMkLst>
          <pc:docMk/>
          <pc:sldMk cId="872951688" sldId="480"/>
        </pc:sldMkLst>
        <pc:spChg chg="mod">
          <ac:chgData name="贾洪勇" userId="c61acc37-df11-4a3b-9efd-dde9ef084f5f" providerId="ADAL" clId="{0F84A287-EC61-479E-AF58-4139ED6C0900}" dt="2022-03-22T08:30:39.544" v="1849" actId="20577"/>
          <ac:spMkLst>
            <pc:docMk/>
            <pc:sldMk cId="872951688" sldId="480"/>
            <ac:spMk id="2" creationId="{58F24995-F2E4-45CF-B9A1-7465FFDE7D58}"/>
          </ac:spMkLst>
        </pc:spChg>
        <pc:spChg chg="mod">
          <ac:chgData name="贾洪勇" userId="c61acc37-df11-4a3b-9efd-dde9ef084f5f" providerId="ADAL" clId="{0F84A287-EC61-479E-AF58-4139ED6C0900}" dt="2022-03-22T08:32:59.658" v="1927"/>
          <ac:spMkLst>
            <pc:docMk/>
            <pc:sldMk cId="872951688" sldId="480"/>
            <ac:spMk id="3" creationId="{FAF57157-E5B7-4D27-BA59-7340011A18B0}"/>
          </ac:spMkLst>
        </pc:spChg>
      </pc:sldChg>
      <pc:sldChg chg="add del">
        <pc:chgData name="贾洪勇" userId="c61acc37-df11-4a3b-9efd-dde9ef084f5f" providerId="ADAL" clId="{0F84A287-EC61-479E-AF58-4139ED6C0900}" dt="2022-03-22T09:46:27.375" v="2192" actId="2696"/>
        <pc:sldMkLst>
          <pc:docMk/>
          <pc:sldMk cId="1423238661" sldId="480"/>
        </pc:sldMkLst>
      </pc:sldChg>
      <pc:sldChg chg="addSp modSp new mod modAnim">
        <pc:chgData name="贾洪勇" userId="c61acc37-df11-4a3b-9efd-dde9ef084f5f" providerId="ADAL" clId="{0F84A287-EC61-479E-AF58-4139ED6C0900}" dt="2022-03-22T08:45:03.677" v="2036"/>
        <pc:sldMkLst>
          <pc:docMk/>
          <pc:sldMk cId="1927036431" sldId="481"/>
        </pc:sldMkLst>
        <pc:spChg chg="mod">
          <ac:chgData name="贾洪勇" userId="c61acc37-df11-4a3b-9efd-dde9ef084f5f" providerId="ADAL" clId="{0F84A287-EC61-479E-AF58-4139ED6C0900}" dt="2022-03-22T08:40:50.058" v="2005" actId="14100"/>
          <ac:spMkLst>
            <pc:docMk/>
            <pc:sldMk cId="1927036431" sldId="481"/>
            <ac:spMk id="2" creationId="{5642AD3B-8EDC-48F1-8981-5EBFCE35D8D7}"/>
          </ac:spMkLst>
        </pc:spChg>
        <pc:spChg chg="mod">
          <ac:chgData name="贾洪勇" userId="c61acc37-df11-4a3b-9efd-dde9ef084f5f" providerId="ADAL" clId="{0F84A287-EC61-479E-AF58-4139ED6C0900}" dt="2022-03-22T08:45:03.677" v="2036"/>
          <ac:spMkLst>
            <pc:docMk/>
            <pc:sldMk cId="1927036431" sldId="481"/>
            <ac:spMk id="3" creationId="{6EDA5CA0-E0D7-436F-98BD-E56073ECAFA8}"/>
          </ac:spMkLst>
        </pc:spChg>
        <pc:picChg chg="add mod">
          <ac:chgData name="贾洪勇" userId="c61acc37-df11-4a3b-9efd-dde9ef084f5f" providerId="ADAL" clId="{0F84A287-EC61-479E-AF58-4139ED6C0900}" dt="2022-03-22T08:43:53.582" v="2027" actId="14100"/>
          <ac:picMkLst>
            <pc:docMk/>
            <pc:sldMk cId="1927036431" sldId="481"/>
            <ac:picMk id="6" creationId="{AE921CCE-3FD4-464A-8F86-6283BA3BA712}"/>
          </ac:picMkLst>
        </pc:picChg>
        <pc:picChg chg="add mod">
          <ac:chgData name="贾洪勇" userId="c61acc37-df11-4a3b-9efd-dde9ef084f5f" providerId="ADAL" clId="{0F84A287-EC61-479E-AF58-4139ED6C0900}" dt="2022-03-22T08:44:07.431" v="2032" actId="14100"/>
          <ac:picMkLst>
            <pc:docMk/>
            <pc:sldMk cId="1927036431" sldId="481"/>
            <ac:picMk id="8" creationId="{B1294BDE-A68D-4A39-8E5B-B68466EA200B}"/>
          </ac:picMkLst>
        </pc:picChg>
      </pc:sldChg>
      <pc:sldChg chg="add">
        <pc:chgData name="贾洪勇" userId="c61acc37-df11-4a3b-9efd-dde9ef084f5f" providerId="ADAL" clId="{0F84A287-EC61-479E-AF58-4139ED6C0900}" dt="2022-03-22T09:46:35.309" v="2193"/>
        <pc:sldMkLst>
          <pc:docMk/>
          <pc:sldMk cId="515581543" sldId="482"/>
        </pc:sldMkLst>
      </pc:sldChg>
      <pc:sldChg chg="modSp add del mod">
        <pc:chgData name="贾洪勇" userId="c61acc37-df11-4a3b-9efd-dde9ef084f5f" providerId="ADAL" clId="{0F84A287-EC61-479E-AF58-4139ED6C0900}" dt="2022-03-22T09:38:48.977" v="2177" actId="2696"/>
        <pc:sldMkLst>
          <pc:docMk/>
          <pc:sldMk cId="4257826995" sldId="482"/>
        </pc:sldMkLst>
        <pc:spChg chg="mod">
          <ac:chgData name="贾洪勇" userId="c61acc37-df11-4a3b-9efd-dde9ef084f5f" providerId="ADAL" clId="{0F84A287-EC61-479E-AF58-4139ED6C0900}" dt="2022-03-22T08:32:19.167" v="1864" actId="5793"/>
          <ac:spMkLst>
            <pc:docMk/>
            <pc:sldMk cId="4257826995" sldId="482"/>
            <ac:spMk id="3" creationId="{FAF57157-E5B7-4D27-BA59-7340011A18B0}"/>
          </ac:spMkLst>
        </pc:spChg>
      </pc:sldChg>
      <pc:sldChg chg="add del">
        <pc:chgData name="贾洪勇" userId="c61acc37-df11-4a3b-9efd-dde9ef084f5f" providerId="ADAL" clId="{0F84A287-EC61-479E-AF58-4139ED6C0900}" dt="2022-03-22T09:46:27.375" v="2192" actId="2696"/>
        <pc:sldMkLst>
          <pc:docMk/>
          <pc:sldMk cId="4270108206" sldId="482"/>
        </pc:sldMkLst>
      </pc:sldChg>
      <pc:sldChg chg="add del">
        <pc:chgData name="贾洪勇" userId="c61acc37-df11-4a3b-9efd-dde9ef084f5f" providerId="ADAL" clId="{0F84A287-EC61-479E-AF58-4139ED6C0900}" dt="2022-03-22T09:46:27.375" v="2192" actId="2696"/>
        <pc:sldMkLst>
          <pc:docMk/>
          <pc:sldMk cId="3104055112" sldId="483"/>
        </pc:sldMkLst>
      </pc:sldChg>
      <pc:sldChg chg="add">
        <pc:chgData name="贾洪勇" userId="c61acc37-df11-4a3b-9efd-dde9ef084f5f" providerId="ADAL" clId="{0F84A287-EC61-479E-AF58-4139ED6C0900}" dt="2022-03-22T09:46:35.309" v="2193"/>
        <pc:sldMkLst>
          <pc:docMk/>
          <pc:sldMk cId="3433096588" sldId="483"/>
        </pc:sldMkLst>
      </pc:sldChg>
      <pc:sldChg chg="modSp add del mod">
        <pc:chgData name="贾洪勇" userId="c61acc37-df11-4a3b-9efd-dde9ef084f5f" providerId="ADAL" clId="{0F84A287-EC61-479E-AF58-4139ED6C0900}" dt="2022-03-22T09:38:48.977" v="2177" actId="2696"/>
        <pc:sldMkLst>
          <pc:docMk/>
          <pc:sldMk cId="3768719712" sldId="483"/>
        </pc:sldMkLst>
        <pc:spChg chg="mod">
          <ac:chgData name="贾洪勇" userId="c61acc37-df11-4a3b-9efd-dde9ef084f5f" providerId="ADAL" clId="{0F84A287-EC61-479E-AF58-4139ED6C0900}" dt="2022-03-22T08:35:49.376" v="1962" actId="14100"/>
          <ac:spMkLst>
            <pc:docMk/>
            <pc:sldMk cId="3768719712" sldId="483"/>
            <ac:spMk id="3" creationId="{FAF57157-E5B7-4D27-BA59-7340011A18B0}"/>
          </ac:spMkLst>
        </pc:spChg>
      </pc:sldChg>
      <pc:sldChg chg="addSp delSp modSp new del">
        <pc:chgData name="贾洪勇" userId="c61acc37-df11-4a3b-9efd-dde9ef084f5f" providerId="ADAL" clId="{0F84A287-EC61-479E-AF58-4139ED6C0900}" dt="2022-03-22T09:38:48.977" v="2177" actId="2696"/>
        <pc:sldMkLst>
          <pc:docMk/>
          <pc:sldMk cId="26939919" sldId="484"/>
        </pc:sldMkLst>
        <pc:spChg chg="del">
          <ac:chgData name="贾洪勇" userId="c61acc37-df11-4a3b-9efd-dde9ef084f5f" providerId="ADAL" clId="{0F84A287-EC61-479E-AF58-4139ED6C0900}" dt="2022-03-22T08:34:51.481" v="1953"/>
          <ac:spMkLst>
            <pc:docMk/>
            <pc:sldMk cId="26939919" sldId="484"/>
            <ac:spMk id="3" creationId="{5AEBC2D9-E3EE-4BDF-8F81-FCA5E7CE8AB4}"/>
          </ac:spMkLst>
        </pc:spChg>
        <pc:picChg chg="add mod">
          <ac:chgData name="贾洪勇" userId="c61acc37-df11-4a3b-9efd-dde9ef084f5f" providerId="ADAL" clId="{0F84A287-EC61-479E-AF58-4139ED6C0900}" dt="2022-03-22T08:34:56.737" v="1955" actId="1076"/>
          <ac:picMkLst>
            <pc:docMk/>
            <pc:sldMk cId="26939919" sldId="484"/>
            <ac:picMk id="5" creationId="{D17B7FD4-D58E-444B-99CA-BFEB849F0C49}"/>
          </ac:picMkLst>
        </pc:picChg>
      </pc:sldChg>
      <pc:sldChg chg="add">
        <pc:chgData name="贾洪勇" userId="c61acc37-df11-4a3b-9efd-dde9ef084f5f" providerId="ADAL" clId="{0F84A287-EC61-479E-AF58-4139ED6C0900}" dt="2022-03-22T09:46:35.309" v="2193"/>
        <pc:sldMkLst>
          <pc:docMk/>
          <pc:sldMk cId="2630660010" sldId="484"/>
        </pc:sldMkLst>
      </pc:sldChg>
      <pc:sldChg chg="add del">
        <pc:chgData name="贾洪勇" userId="c61acc37-df11-4a3b-9efd-dde9ef084f5f" providerId="ADAL" clId="{0F84A287-EC61-479E-AF58-4139ED6C0900}" dt="2022-03-22T09:46:27.375" v="2192" actId="2696"/>
        <pc:sldMkLst>
          <pc:docMk/>
          <pc:sldMk cId="3321552216" sldId="484"/>
        </pc:sldMkLst>
      </pc:sldChg>
      <pc:sldChg chg="add del">
        <pc:chgData name="贾洪勇" userId="c61acc37-df11-4a3b-9efd-dde9ef084f5f" providerId="ADAL" clId="{0F84A287-EC61-479E-AF58-4139ED6C0900}" dt="2022-03-22T09:46:27.375" v="2192" actId="2696"/>
        <pc:sldMkLst>
          <pc:docMk/>
          <pc:sldMk cId="1215499423" sldId="485"/>
        </pc:sldMkLst>
      </pc:sldChg>
      <pc:sldChg chg="addSp delSp modSp new del">
        <pc:chgData name="贾洪勇" userId="c61acc37-df11-4a3b-9efd-dde9ef084f5f" providerId="ADAL" clId="{0F84A287-EC61-479E-AF58-4139ED6C0900}" dt="2022-03-22T09:38:48.977" v="2177" actId="2696"/>
        <pc:sldMkLst>
          <pc:docMk/>
          <pc:sldMk cId="1697401495" sldId="485"/>
        </pc:sldMkLst>
        <pc:spChg chg="del">
          <ac:chgData name="贾洪勇" userId="c61acc37-df11-4a3b-9efd-dde9ef084f5f" providerId="ADAL" clId="{0F84A287-EC61-479E-AF58-4139ED6C0900}" dt="2022-03-22T08:35:19.180" v="1957"/>
          <ac:spMkLst>
            <pc:docMk/>
            <pc:sldMk cId="1697401495" sldId="485"/>
            <ac:spMk id="3" creationId="{52B1E516-4A71-41E5-AE00-9334CD619965}"/>
          </ac:spMkLst>
        </pc:spChg>
        <pc:picChg chg="add mod">
          <ac:chgData name="贾洪勇" userId="c61acc37-df11-4a3b-9efd-dde9ef084f5f" providerId="ADAL" clId="{0F84A287-EC61-479E-AF58-4139ED6C0900}" dt="2022-03-22T08:35:23.526" v="1959" actId="14100"/>
          <ac:picMkLst>
            <pc:docMk/>
            <pc:sldMk cId="1697401495" sldId="485"/>
            <ac:picMk id="5" creationId="{D5520417-8BBA-4704-9737-00FB6E0EE586}"/>
          </ac:picMkLst>
        </pc:picChg>
      </pc:sldChg>
      <pc:sldChg chg="add">
        <pc:chgData name="贾洪勇" userId="c61acc37-df11-4a3b-9efd-dde9ef084f5f" providerId="ADAL" clId="{0F84A287-EC61-479E-AF58-4139ED6C0900}" dt="2022-03-22T09:46:35.309" v="2193"/>
        <pc:sldMkLst>
          <pc:docMk/>
          <pc:sldMk cId="2627671772" sldId="485"/>
        </pc:sldMkLst>
      </pc:sldChg>
      <pc:sldChg chg="addSp modSp new mod modAnim">
        <pc:chgData name="贾洪勇" userId="c61acc37-df11-4a3b-9efd-dde9ef084f5f" providerId="ADAL" clId="{0F84A287-EC61-479E-AF58-4139ED6C0900}" dt="2022-03-22T08:37:56.070" v="1977"/>
        <pc:sldMkLst>
          <pc:docMk/>
          <pc:sldMk cId="1955454083" sldId="486"/>
        </pc:sldMkLst>
        <pc:spChg chg="mod">
          <ac:chgData name="贾洪勇" userId="c61acc37-df11-4a3b-9efd-dde9ef084f5f" providerId="ADAL" clId="{0F84A287-EC61-479E-AF58-4139ED6C0900}" dt="2022-03-22T08:36:39.753" v="1964"/>
          <ac:spMkLst>
            <pc:docMk/>
            <pc:sldMk cId="1955454083" sldId="486"/>
            <ac:spMk id="2" creationId="{6B977602-E7A9-4D09-8BB6-04E4C1FE4759}"/>
          </ac:spMkLst>
        </pc:spChg>
        <pc:spChg chg="mod">
          <ac:chgData name="贾洪勇" userId="c61acc37-df11-4a3b-9efd-dde9ef084f5f" providerId="ADAL" clId="{0F84A287-EC61-479E-AF58-4139ED6C0900}" dt="2022-03-22T08:37:44.867" v="1975" actId="113"/>
          <ac:spMkLst>
            <pc:docMk/>
            <pc:sldMk cId="1955454083" sldId="486"/>
            <ac:spMk id="3" creationId="{90B6DB08-33FC-4BC7-813F-F629599A024D}"/>
          </ac:spMkLst>
        </pc:spChg>
        <pc:picChg chg="add mod">
          <ac:chgData name="贾洪勇" userId="c61acc37-df11-4a3b-9efd-dde9ef084f5f" providerId="ADAL" clId="{0F84A287-EC61-479E-AF58-4139ED6C0900}" dt="2022-03-22T08:37:51.553" v="1976" actId="1440"/>
          <ac:picMkLst>
            <pc:docMk/>
            <pc:sldMk cId="1955454083" sldId="486"/>
            <ac:picMk id="6" creationId="{EFD2EBB3-30AF-4F8E-8433-F72841A3A90D}"/>
          </ac:picMkLst>
        </pc:picChg>
      </pc:sldChg>
      <pc:sldChg chg="addSp modSp new mod">
        <pc:chgData name="贾洪勇" userId="c61acc37-df11-4a3b-9efd-dde9ef084f5f" providerId="ADAL" clId="{0F84A287-EC61-479E-AF58-4139ED6C0900}" dt="2022-03-22T08:40:13.610" v="2002" actId="14100"/>
        <pc:sldMkLst>
          <pc:docMk/>
          <pc:sldMk cId="4241848649" sldId="487"/>
        </pc:sldMkLst>
        <pc:spChg chg="mod">
          <ac:chgData name="贾洪勇" userId="c61acc37-df11-4a3b-9efd-dde9ef084f5f" providerId="ADAL" clId="{0F84A287-EC61-479E-AF58-4139ED6C0900}" dt="2022-03-22T08:39:44.537" v="1998" actId="1076"/>
          <ac:spMkLst>
            <pc:docMk/>
            <pc:sldMk cId="4241848649" sldId="487"/>
            <ac:spMk id="2" creationId="{2779C0E2-9720-4C1A-8997-FC06AE33CCE3}"/>
          </ac:spMkLst>
        </pc:spChg>
        <pc:spChg chg="mod">
          <ac:chgData name="贾洪勇" userId="c61acc37-df11-4a3b-9efd-dde9ef084f5f" providerId="ADAL" clId="{0F84A287-EC61-479E-AF58-4139ED6C0900}" dt="2022-03-22T08:39:28.694" v="1992" actId="21"/>
          <ac:spMkLst>
            <pc:docMk/>
            <pc:sldMk cId="4241848649" sldId="487"/>
            <ac:spMk id="3" creationId="{21DEEC0F-4531-4056-A640-38900ED1132B}"/>
          </ac:spMkLst>
        </pc:spChg>
        <pc:picChg chg="add mod">
          <ac:chgData name="贾洪勇" userId="c61acc37-df11-4a3b-9efd-dde9ef084f5f" providerId="ADAL" clId="{0F84A287-EC61-479E-AF58-4139ED6C0900}" dt="2022-03-22T08:40:13.610" v="2002" actId="14100"/>
          <ac:picMkLst>
            <pc:docMk/>
            <pc:sldMk cId="4241848649" sldId="487"/>
            <ac:picMk id="6" creationId="{375A3ED4-CDA1-4A46-9451-DAAF517E33B6}"/>
          </ac:picMkLst>
        </pc:picChg>
      </pc:sldChg>
      <pc:sldChg chg="modSp new mod">
        <pc:chgData name="贾洪勇" userId="c61acc37-df11-4a3b-9efd-dde9ef084f5f" providerId="ADAL" clId="{0F84A287-EC61-479E-AF58-4139ED6C0900}" dt="2022-03-22T09:40:37.891" v="2191" actId="20577"/>
        <pc:sldMkLst>
          <pc:docMk/>
          <pc:sldMk cId="2590464300" sldId="488"/>
        </pc:sldMkLst>
        <pc:spChg chg="mod">
          <ac:chgData name="贾洪勇" userId="c61acc37-df11-4a3b-9efd-dde9ef084f5f" providerId="ADAL" clId="{0F84A287-EC61-479E-AF58-4139ED6C0900}" dt="2022-03-22T09:14:07.768" v="2132"/>
          <ac:spMkLst>
            <pc:docMk/>
            <pc:sldMk cId="2590464300" sldId="488"/>
            <ac:spMk id="2" creationId="{50A5E672-A9A5-4F4C-8673-39D261E14386}"/>
          </ac:spMkLst>
        </pc:spChg>
        <pc:spChg chg="mod">
          <ac:chgData name="贾洪勇" userId="c61acc37-df11-4a3b-9efd-dde9ef084f5f" providerId="ADAL" clId="{0F84A287-EC61-479E-AF58-4139ED6C0900}" dt="2022-03-22T09:40:37.891" v="2191" actId="20577"/>
          <ac:spMkLst>
            <pc:docMk/>
            <pc:sldMk cId="2590464300" sldId="488"/>
            <ac:spMk id="3" creationId="{9D5A48DA-4F4E-40B5-BB06-D1C158F0CB18}"/>
          </ac:spMkLst>
        </pc:spChg>
      </pc:sldChg>
      <pc:sldChg chg="modSp new del mod">
        <pc:chgData name="贾洪勇" userId="c61acc37-df11-4a3b-9efd-dde9ef084f5f" providerId="ADAL" clId="{0F84A287-EC61-479E-AF58-4139ED6C0900}" dt="2022-03-22T08:40:41.892" v="2003" actId="47"/>
        <pc:sldMkLst>
          <pc:docMk/>
          <pc:sldMk cId="3659314726" sldId="488"/>
        </pc:sldMkLst>
        <pc:spChg chg="mod">
          <ac:chgData name="贾洪勇" userId="c61acc37-df11-4a3b-9efd-dde9ef084f5f" providerId="ADAL" clId="{0F84A287-EC61-479E-AF58-4139ED6C0900}" dt="2022-03-22T08:39:13.269" v="1991"/>
          <ac:spMkLst>
            <pc:docMk/>
            <pc:sldMk cId="3659314726" sldId="488"/>
            <ac:spMk id="2" creationId="{A1A2A3C7-97E5-4F99-9A5C-79A60F4BF244}"/>
          </ac:spMkLst>
        </pc:spChg>
      </pc:sldChg>
      <pc:sldChg chg="addSp modSp new mod">
        <pc:chgData name="贾洪勇" userId="c61acc37-df11-4a3b-9efd-dde9ef084f5f" providerId="ADAL" clId="{0F84A287-EC61-479E-AF58-4139ED6C0900}" dt="2022-03-22T08:45:41.033" v="2039" actId="22"/>
        <pc:sldMkLst>
          <pc:docMk/>
          <pc:sldMk cId="1551466001" sldId="489"/>
        </pc:sldMkLst>
        <pc:spChg chg="mod">
          <ac:chgData name="贾洪勇" userId="c61acc37-df11-4a3b-9efd-dde9ef084f5f" providerId="ADAL" clId="{0F84A287-EC61-479E-AF58-4139ED6C0900}" dt="2022-03-22T08:45:19.866" v="2038"/>
          <ac:spMkLst>
            <pc:docMk/>
            <pc:sldMk cId="1551466001" sldId="489"/>
            <ac:spMk id="3" creationId="{8DA626CB-BF01-4BF8-B8C2-93368571E544}"/>
          </ac:spMkLst>
        </pc:spChg>
        <pc:picChg chg="add">
          <ac:chgData name="贾洪勇" userId="c61acc37-df11-4a3b-9efd-dde9ef084f5f" providerId="ADAL" clId="{0F84A287-EC61-479E-AF58-4139ED6C0900}" dt="2022-03-22T08:45:41.033" v="2039" actId="22"/>
          <ac:picMkLst>
            <pc:docMk/>
            <pc:sldMk cId="1551466001" sldId="489"/>
            <ac:picMk id="6" creationId="{8CF6689E-6252-4368-A600-DD7C630F6475}"/>
          </ac:picMkLst>
        </pc:picChg>
      </pc:sldChg>
      <pc:sldChg chg="addSp modSp new mod">
        <pc:chgData name="贾洪勇" userId="c61acc37-df11-4a3b-9efd-dde9ef084f5f" providerId="ADAL" clId="{0F84A287-EC61-479E-AF58-4139ED6C0900}" dt="2022-03-22T08:46:24.740" v="2042" actId="22"/>
        <pc:sldMkLst>
          <pc:docMk/>
          <pc:sldMk cId="4277854207" sldId="490"/>
        </pc:sldMkLst>
        <pc:spChg chg="mod">
          <ac:chgData name="贾洪勇" userId="c61acc37-df11-4a3b-9efd-dde9ef084f5f" providerId="ADAL" clId="{0F84A287-EC61-479E-AF58-4139ED6C0900}" dt="2022-03-22T08:46:04.530" v="2041"/>
          <ac:spMkLst>
            <pc:docMk/>
            <pc:sldMk cId="4277854207" sldId="490"/>
            <ac:spMk id="3" creationId="{C8E234A9-ACCA-4410-96F2-DA4BCB075D1C}"/>
          </ac:spMkLst>
        </pc:spChg>
        <pc:picChg chg="add">
          <ac:chgData name="贾洪勇" userId="c61acc37-df11-4a3b-9efd-dde9ef084f5f" providerId="ADAL" clId="{0F84A287-EC61-479E-AF58-4139ED6C0900}" dt="2022-03-22T08:46:24.740" v="2042" actId="22"/>
          <ac:picMkLst>
            <pc:docMk/>
            <pc:sldMk cId="4277854207" sldId="490"/>
            <ac:picMk id="6" creationId="{366D1445-F052-49F8-BAFB-F9CAABA53F87}"/>
          </ac:picMkLst>
        </pc:picChg>
      </pc:sldChg>
      <pc:sldChg chg="addSp modSp new mod">
        <pc:chgData name="贾洪勇" userId="c61acc37-df11-4a3b-9efd-dde9ef084f5f" providerId="ADAL" clId="{0F84A287-EC61-479E-AF58-4139ED6C0900}" dt="2022-03-22T09:06:32.321" v="2049" actId="14100"/>
        <pc:sldMkLst>
          <pc:docMk/>
          <pc:sldMk cId="3774562369" sldId="491"/>
        </pc:sldMkLst>
        <pc:spChg chg="mod">
          <ac:chgData name="贾洪勇" userId="c61acc37-df11-4a3b-9efd-dde9ef084f5f" providerId="ADAL" clId="{0F84A287-EC61-479E-AF58-4139ED6C0900}" dt="2022-03-22T09:05:56.684" v="2044"/>
          <ac:spMkLst>
            <pc:docMk/>
            <pc:sldMk cId="3774562369" sldId="491"/>
            <ac:spMk id="3" creationId="{25CA91D3-A29C-4386-876A-64024DF082B5}"/>
          </ac:spMkLst>
        </pc:spChg>
        <pc:picChg chg="add mod">
          <ac:chgData name="贾洪勇" userId="c61acc37-df11-4a3b-9efd-dde9ef084f5f" providerId="ADAL" clId="{0F84A287-EC61-479E-AF58-4139ED6C0900}" dt="2022-03-22T09:06:32.321" v="2049" actId="14100"/>
          <ac:picMkLst>
            <pc:docMk/>
            <pc:sldMk cId="3774562369" sldId="491"/>
            <ac:picMk id="6" creationId="{80705BD7-CA6D-40DE-AF7B-09BF7305282F}"/>
          </ac:picMkLst>
        </pc:picChg>
      </pc:sldChg>
      <pc:sldChg chg="addSp modSp new mod">
        <pc:chgData name="贾洪勇" userId="c61acc37-df11-4a3b-9efd-dde9ef084f5f" providerId="ADAL" clId="{0F84A287-EC61-479E-AF58-4139ED6C0900}" dt="2022-03-22T09:07:08.255" v="2053" actId="14100"/>
        <pc:sldMkLst>
          <pc:docMk/>
          <pc:sldMk cId="1773585342" sldId="492"/>
        </pc:sldMkLst>
        <pc:spChg chg="mod">
          <ac:chgData name="贾洪勇" userId="c61acc37-df11-4a3b-9efd-dde9ef084f5f" providerId="ADAL" clId="{0F84A287-EC61-479E-AF58-4139ED6C0900}" dt="2022-03-22T09:06:55.739" v="2051"/>
          <ac:spMkLst>
            <pc:docMk/>
            <pc:sldMk cId="1773585342" sldId="492"/>
            <ac:spMk id="3" creationId="{C2C761BC-3D4E-4E8B-9376-6BCAAAA7E2B4}"/>
          </ac:spMkLst>
        </pc:spChg>
        <pc:picChg chg="add mod">
          <ac:chgData name="贾洪勇" userId="c61acc37-df11-4a3b-9efd-dde9ef084f5f" providerId="ADAL" clId="{0F84A287-EC61-479E-AF58-4139ED6C0900}" dt="2022-03-22T09:07:08.255" v="2053" actId="14100"/>
          <ac:picMkLst>
            <pc:docMk/>
            <pc:sldMk cId="1773585342" sldId="492"/>
            <ac:picMk id="6" creationId="{E13888F0-5898-405A-9952-7CFF97E88855}"/>
          </ac:picMkLst>
        </pc:picChg>
      </pc:sldChg>
      <pc:sldChg chg="addSp modSp new mod">
        <pc:chgData name="贾洪勇" userId="c61acc37-df11-4a3b-9efd-dde9ef084f5f" providerId="ADAL" clId="{0F84A287-EC61-479E-AF58-4139ED6C0900}" dt="2022-03-22T09:08:30.828" v="2100" actId="1076"/>
        <pc:sldMkLst>
          <pc:docMk/>
          <pc:sldMk cId="4255406088" sldId="493"/>
        </pc:sldMkLst>
        <pc:spChg chg="mod">
          <ac:chgData name="贾洪勇" userId="c61acc37-df11-4a3b-9efd-dde9ef084f5f" providerId="ADAL" clId="{0F84A287-EC61-479E-AF58-4139ED6C0900}" dt="2022-03-22T09:07:33.407" v="2068" actId="20577"/>
          <ac:spMkLst>
            <pc:docMk/>
            <pc:sldMk cId="4255406088" sldId="493"/>
            <ac:spMk id="2" creationId="{8E921B24-4486-40EB-B7F4-C0847DDA9DE6}"/>
          </ac:spMkLst>
        </pc:spChg>
        <pc:spChg chg="mod">
          <ac:chgData name="贾洪勇" userId="c61acc37-df11-4a3b-9efd-dde9ef084f5f" providerId="ADAL" clId="{0F84A287-EC61-479E-AF58-4139ED6C0900}" dt="2022-03-22T09:08:05.405" v="2096"/>
          <ac:spMkLst>
            <pc:docMk/>
            <pc:sldMk cId="4255406088" sldId="493"/>
            <ac:spMk id="3" creationId="{A1F1D6D2-455F-4D8E-BA7A-FD5DED632C7C}"/>
          </ac:spMkLst>
        </pc:spChg>
        <pc:picChg chg="add mod">
          <ac:chgData name="贾洪勇" userId="c61acc37-df11-4a3b-9efd-dde9ef084f5f" providerId="ADAL" clId="{0F84A287-EC61-479E-AF58-4139ED6C0900}" dt="2022-03-22T09:08:30.828" v="2100" actId="1076"/>
          <ac:picMkLst>
            <pc:docMk/>
            <pc:sldMk cId="4255406088" sldId="493"/>
            <ac:picMk id="6" creationId="{413FC266-991D-4F50-9715-9B36E7FDF5A4}"/>
          </ac:picMkLst>
        </pc:picChg>
      </pc:sldChg>
      <pc:sldChg chg="addSp modSp new mod modAnim">
        <pc:chgData name="贾洪勇" userId="c61acc37-df11-4a3b-9efd-dde9ef084f5f" providerId="ADAL" clId="{0F84A287-EC61-479E-AF58-4139ED6C0900}" dt="2022-03-22T09:13:08.326" v="2131" actId="1036"/>
        <pc:sldMkLst>
          <pc:docMk/>
          <pc:sldMk cId="2651857522" sldId="494"/>
        </pc:sldMkLst>
        <pc:spChg chg="mod">
          <ac:chgData name="贾洪勇" userId="c61acc37-df11-4a3b-9efd-dde9ef084f5f" providerId="ADAL" clId="{0F84A287-EC61-479E-AF58-4139ED6C0900}" dt="2022-03-22T09:13:02.223" v="2126" actId="1035"/>
          <ac:spMkLst>
            <pc:docMk/>
            <pc:sldMk cId="2651857522" sldId="494"/>
            <ac:spMk id="3" creationId="{E0345797-7C73-49EB-8CE1-04E584685355}"/>
          </ac:spMkLst>
        </pc:spChg>
        <pc:picChg chg="add mod">
          <ac:chgData name="贾洪勇" userId="c61acc37-df11-4a3b-9efd-dde9ef084f5f" providerId="ADAL" clId="{0F84A287-EC61-479E-AF58-4139ED6C0900}" dt="2022-03-22T09:13:08.326" v="2131" actId="1036"/>
          <ac:picMkLst>
            <pc:docMk/>
            <pc:sldMk cId="2651857522" sldId="494"/>
            <ac:picMk id="6" creationId="{06756CE5-AD6C-42A5-9962-8FDE083EE089}"/>
          </ac:picMkLst>
        </pc:picChg>
      </pc:sldChg>
      <pc:sldChg chg="add">
        <pc:chgData name="贾洪勇" userId="c61acc37-df11-4a3b-9efd-dde9ef084f5f" providerId="ADAL" clId="{0F84A287-EC61-479E-AF58-4139ED6C0900}" dt="2022-03-22T09:57:25.517" v="2222" actId="2890"/>
        <pc:sldMkLst>
          <pc:docMk/>
          <pc:sldMk cId="1552900052" sldId="495"/>
        </pc:sldMkLst>
      </pc:sldChg>
      <pc:sldChg chg="modSp new mod">
        <pc:chgData name="贾洪勇" userId="c61acc37-df11-4a3b-9efd-dde9ef084f5f" providerId="ADAL" clId="{0F84A287-EC61-479E-AF58-4139ED6C0900}" dt="2022-03-22T10:05:01.787" v="2345" actId="20577"/>
        <pc:sldMkLst>
          <pc:docMk/>
          <pc:sldMk cId="3258626425" sldId="496"/>
        </pc:sldMkLst>
        <pc:spChg chg="mod">
          <ac:chgData name="贾洪勇" userId="c61acc37-df11-4a3b-9efd-dde9ef084f5f" providerId="ADAL" clId="{0F84A287-EC61-479E-AF58-4139ED6C0900}" dt="2022-03-22T10:05:01.787" v="2345" actId="20577"/>
          <ac:spMkLst>
            <pc:docMk/>
            <pc:sldMk cId="3258626425" sldId="496"/>
            <ac:spMk id="3" creationId="{E82E9E70-0964-4AC7-8C48-249123628A9C}"/>
          </ac:spMkLst>
        </pc:spChg>
      </pc:sldChg>
      <pc:sldMasterChg chg="delSp modSp mod">
        <pc:chgData name="贾洪勇" userId="c61acc37-df11-4a3b-9efd-dde9ef084f5f" providerId="ADAL" clId="{0F84A287-EC61-479E-AF58-4139ED6C0900}" dt="2022-03-21T06:35:58.404" v="42" actId="5793"/>
        <pc:sldMasterMkLst>
          <pc:docMk/>
          <pc:sldMasterMk cId="0" sldId="2147483648"/>
        </pc:sldMasterMkLst>
        <pc:spChg chg="mod">
          <ac:chgData name="贾洪勇" userId="c61acc37-df11-4a3b-9efd-dde9ef084f5f" providerId="ADAL" clId="{0F84A287-EC61-479E-AF58-4139ED6C0900}" dt="2022-03-21T06:35:58.404" v="42" actId="5793"/>
          <ac:spMkLst>
            <pc:docMk/>
            <pc:sldMasterMk cId="0" sldId="2147483648"/>
            <ac:spMk id="11267" creationId="{0264DF58-A59C-4019-8DE9-21D4913CA1F5}"/>
          </ac:spMkLst>
        </pc:spChg>
        <pc:picChg chg="del">
          <ac:chgData name="贾洪勇" userId="c61acc37-df11-4a3b-9efd-dde9ef084f5f" providerId="ADAL" clId="{0F84A287-EC61-479E-AF58-4139ED6C0900}" dt="2022-03-21T06:35:45.813" v="41" actId="478"/>
          <ac:picMkLst>
            <pc:docMk/>
            <pc:sldMasterMk cId="0" sldId="2147483648"/>
            <ac:picMk id="3" creationId="{1E195111-AA09-42C8-B8B0-EA877324414B}"/>
          </ac:picMkLst>
        </pc:picChg>
      </pc:sldMasterChg>
    </pc:docChg>
  </pc:docChgLst>
  <pc:docChgLst>
    <pc:chgData name="贾洪勇" userId="c61acc37-df11-4a3b-9efd-dde9ef084f5f" providerId="ADAL" clId="{CB7C486E-FC68-4DD6-969C-35FE18D354B1}"/>
    <pc:docChg chg="undo custSel addSld delSld modSld sldOrd modMainMaster">
      <pc:chgData name="贾洪勇" userId="c61acc37-df11-4a3b-9efd-dde9ef084f5f" providerId="ADAL" clId="{CB7C486E-FC68-4DD6-969C-35FE18D354B1}" dt="2022-03-18T08:01:04.096" v="584"/>
      <pc:docMkLst>
        <pc:docMk/>
      </pc:docMkLst>
      <pc:sldChg chg="delSp modSp del mod">
        <pc:chgData name="贾洪勇" userId="c61acc37-df11-4a3b-9efd-dde9ef084f5f" providerId="ADAL" clId="{CB7C486E-FC68-4DD6-969C-35FE18D354B1}" dt="2022-03-18T03:43:13.598" v="33" actId="47"/>
        <pc:sldMkLst>
          <pc:docMk/>
          <pc:sldMk cId="0" sldId="256"/>
        </pc:sldMkLst>
        <pc:spChg chg="mod">
          <ac:chgData name="贾洪勇" userId="c61acc37-df11-4a3b-9efd-dde9ef084f5f" providerId="ADAL" clId="{CB7C486E-FC68-4DD6-969C-35FE18D354B1}" dt="2022-03-18T03:34:56.837" v="18"/>
          <ac:spMkLst>
            <pc:docMk/>
            <pc:sldMk cId="0" sldId="256"/>
            <ac:spMk id="13314" creationId="{C21C83B8-3052-45D5-9B05-1BF65BE8C363}"/>
          </ac:spMkLst>
        </pc:spChg>
        <pc:spChg chg="del">
          <ac:chgData name="贾洪勇" userId="c61acc37-df11-4a3b-9efd-dde9ef084f5f" providerId="ADAL" clId="{CB7C486E-FC68-4DD6-969C-35FE18D354B1}" dt="2022-03-18T03:33:54.744" v="0" actId="478"/>
          <ac:spMkLst>
            <pc:docMk/>
            <pc:sldMk cId="0" sldId="256"/>
            <ac:spMk id="13315" creationId="{62B986B6-C20B-4A69-A682-92FE399D3EEE}"/>
          </ac:spMkLst>
        </pc:spChg>
        <pc:spChg chg="del">
          <ac:chgData name="贾洪勇" userId="c61acc37-df11-4a3b-9efd-dde9ef084f5f" providerId="ADAL" clId="{CB7C486E-FC68-4DD6-969C-35FE18D354B1}" dt="2022-03-18T03:34:03.138" v="1" actId="478"/>
          <ac:spMkLst>
            <pc:docMk/>
            <pc:sldMk cId="0" sldId="256"/>
            <ac:spMk id="13316" creationId="{D3629245-2C19-4ADB-A752-E632F2FF6D9D}"/>
          </ac:spMkLst>
        </pc:spChg>
      </pc:sldChg>
      <pc:sldChg chg="modSp del">
        <pc:chgData name="贾洪勇" userId="c61acc37-df11-4a3b-9efd-dde9ef084f5f" providerId="ADAL" clId="{CB7C486E-FC68-4DD6-969C-35FE18D354B1}" dt="2022-03-18T03:34:45.693" v="3" actId="47"/>
        <pc:sldMkLst>
          <pc:docMk/>
          <pc:sldMk cId="0" sldId="314"/>
        </pc:sldMkLst>
        <pc:spChg chg="mod">
          <ac:chgData name="贾洪勇" userId="c61acc37-df11-4a3b-9efd-dde9ef084f5f" providerId="ADAL" clId="{CB7C486E-FC68-4DD6-969C-35FE18D354B1}" dt="2022-03-18T03:34:14.304" v="2" actId="1076"/>
          <ac:spMkLst>
            <pc:docMk/>
            <pc:sldMk cId="0" sldId="314"/>
            <ac:spMk id="14338" creationId="{DFBEB10C-93A2-4DF7-B89E-596767E7391C}"/>
          </ac:spMkLst>
        </pc:spChg>
      </pc:sldChg>
      <pc:sldChg chg="del">
        <pc:chgData name="贾洪勇" userId="c61acc37-df11-4a3b-9efd-dde9ef084f5f" providerId="ADAL" clId="{CB7C486E-FC68-4DD6-969C-35FE18D354B1}" dt="2022-03-18T03:34:46.728" v="4" actId="47"/>
        <pc:sldMkLst>
          <pc:docMk/>
          <pc:sldMk cId="0" sldId="370"/>
        </pc:sldMkLst>
      </pc:sldChg>
      <pc:sldChg chg="del">
        <pc:chgData name="贾洪勇" userId="c61acc37-df11-4a3b-9efd-dde9ef084f5f" providerId="ADAL" clId="{CB7C486E-FC68-4DD6-969C-35FE18D354B1}" dt="2022-03-18T07:20:59.469" v="281" actId="47"/>
        <pc:sldMkLst>
          <pc:docMk/>
          <pc:sldMk cId="0" sldId="408"/>
        </pc:sldMkLst>
      </pc:sldChg>
      <pc:sldChg chg="addSp modSp new mod">
        <pc:chgData name="贾洪勇" userId="c61acc37-df11-4a3b-9efd-dde9ef084f5f" providerId="ADAL" clId="{CB7C486E-FC68-4DD6-969C-35FE18D354B1}" dt="2022-03-18T07:29:02.899" v="330" actId="108"/>
        <pc:sldMkLst>
          <pc:docMk/>
          <pc:sldMk cId="577440345" sldId="409"/>
        </pc:sldMkLst>
        <pc:spChg chg="add mod">
          <ac:chgData name="贾洪勇" userId="c61acc37-df11-4a3b-9efd-dde9ef084f5f" providerId="ADAL" clId="{CB7C486E-FC68-4DD6-969C-35FE18D354B1}" dt="2022-03-18T07:29:02.899" v="330" actId="108"/>
          <ac:spMkLst>
            <pc:docMk/>
            <pc:sldMk cId="577440345" sldId="409"/>
            <ac:spMk id="4" creationId="{6710BAEE-AAE4-4378-AFEE-DD57D18DBFFF}"/>
          </ac:spMkLst>
        </pc:spChg>
        <pc:spChg chg="add mod">
          <ac:chgData name="贾洪勇" userId="c61acc37-df11-4a3b-9efd-dde9ef084f5f" providerId="ADAL" clId="{CB7C486E-FC68-4DD6-969C-35FE18D354B1}" dt="2022-03-18T07:26:35.964" v="318"/>
          <ac:spMkLst>
            <pc:docMk/>
            <pc:sldMk cId="577440345" sldId="409"/>
            <ac:spMk id="5" creationId="{C0B648A0-0D17-4625-9363-E3C8AF3EE338}"/>
          </ac:spMkLst>
        </pc:spChg>
      </pc:sldChg>
      <pc:sldChg chg="addSp modSp add mod">
        <pc:chgData name="贾洪勇" userId="c61acc37-df11-4a3b-9efd-dde9ef084f5f" providerId="ADAL" clId="{CB7C486E-FC68-4DD6-969C-35FE18D354B1}" dt="2022-03-18T07:28:59.119" v="329" actId="108"/>
        <pc:sldMkLst>
          <pc:docMk/>
          <pc:sldMk cId="1934142118" sldId="410"/>
        </pc:sldMkLst>
        <pc:spChg chg="mod">
          <ac:chgData name="贾洪勇" userId="c61acc37-df11-4a3b-9efd-dde9ef084f5f" providerId="ADAL" clId="{CB7C486E-FC68-4DD6-969C-35FE18D354B1}" dt="2022-03-18T07:28:59.119" v="329" actId="108"/>
          <ac:spMkLst>
            <pc:docMk/>
            <pc:sldMk cId="1934142118" sldId="410"/>
            <ac:spMk id="4" creationId="{6710BAEE-AAE4-4378-AFEE-DD57D18DBFFF}"/>
          </ac:spMkLst>
        </pc:spChg>
        <pc:spChg chg="add mod">
          <ac:chgData name="贾洪勇" userId="c61acc37-df11-4a3b-9efd-dde9ef084f5f" providerId="ADAL" clId="{CB7C486E-FC68-4DD6-969C-35FE18D354B1}" dt="2022-03-18T07:26:33.185" v="317"/>
          <ac:spMkLst>
            <pc:docMk/>
            <pc:sldMk cId="1934142118" sldId="410"/>
            <ac:spMk id="5" creationId="{07C2EB41-D03A-43C4-942F-A1BFED58004C}"/>
          </ac:spMkLst>
        </pc:spChg>
      </pc:sldChg>
      <pc:sldChg chg="addSp modSp new mod">
        <pc:chgData name="贾洪勇" userId="c61acc37-df11-4a3b-9efd-dde9ef084f5f" providerId="ADAL" clId="{CB7C486E-FC68-4DD6-969C-35FE18D354B1}" dt="2022-03-18T07:28:55.596" v="328" actId="108"/>
        <pc:sldMkLst>
          <pc:docMk/>
          <pc:sldMk cId="3381065549" sldId="411"/>
        </pc:sldMkLst>
        <pc:spChg chg="add mod">
          <ac:chgData name="贾洪勇" userId="c61acc37-df11-4a3b-9efd-dde9ef084f5f" providerId="ADAL" clId="{CB7C486E-FC68-4DD6-969C-35FE18D354B1}" dt="2022-03-18T07:28:55.596" v="328" actId="108"/>
          <ac:spMkLst>
            <pc:docMk/>
            <pc:sldMk cId="3381065549" sldId="411"/>
            <ac:spMk id="4" creationId="{FA92604B-D461-4AE6-9546-F5284F3B57FD}"/>
          </ac:spMkLst>
        </pc:spChg>
        <pc:spChg chg="add mod">
          <ac:chgData name="贾洪勇" userId="c61acc37-df11-4a3b-9efd-dde9ef084f5f" providerId="ADAL" clId="{CB7C486E-FC68-4DD6-969C-35FE18D354B1}" dt="2022-03-18T07:26:29.831" v="316"/>
          <ac:spMkLst>
            <pc:docMk/>
            <pc:sldMk cId="3381065549" sldId="411"/>
            <ac:spMk id="5" creationId="{F91569D5-16F9-40AF-86CD-65B194DF2466}"/>
          </ac:spMkLst>
        </pc:spChg>
      </pc:sldChg>
      <pc:sldChg chg="addSp modSp new mod">
        <pc:chgData name="贾洪勇" userId="c61acc37-df11-4a3b-9efd-dde9ef084f5f" providerId="ADAL" clId="{CB7C486E-FC68-4DD6-969C-35FE18D354B1}" dt="2022-03-18T07:28:47.987" v="327" actId="108"/>
        <pc:sldMkLst>
          <pc:docMk/>
          <pc:sldMk cId="3788963722" sldId="412"/>
        </pc:sldMkLst>
        <pc:spChg chg="add mod">
          <ac:chgData name="贾洪勇" userId="c61acc37-df11-4a3b-9efd-dde9ef084f5f" providerId="ADAL" clId="{CB7C486E-FC68-4DD6-969C-35FE18D354B1}" dt="2022-03-18T07:28:47.987" v="327" actId="108"/>
          <ac:spMkLst>
            <pc:docMk/>
            <pc:sldMk cId="3788963722" sldId="412"/>
            <ac:spMk id="4" creationId="{82D8F8E9-49E0-4EE8-8813-93AEB0D0CCEC}"/>
          </ac:spMkLst>
        </pc:spChg>
        <pc:spChg chg="add mod">
          <ac:chgData name="贾洪勇" userId="c61acc37-df11-4a3b-9efd-dde9ef084f5f" providerId="ADAL" clId="{CB7C486E-FC68-4DD6-969C-35FE18D354B1}" dt="2022-03-18T07:26:27.180" v="315"/>
          <ac:spMkLst>
            <pc:docMk/>
            <pc:sldMk cId="3788963722" sldId="412"/>
            <ac:spMk id="5" creationId="{2F2FE199-E308-4EC3-84B1-685BAB88B0C3}"/>
          </ac:spMkLst>
        </pc:spChg>
      </pc:sldChg>
      <pc:sldChg chg="addSp modSp new mod">
        <pc:chgData name="贾洪勇" userId="c61acc37-df11-4a3b-9efd-dde9ef084f5f" providerId="ADAL" clId="{CB7C486E-FC68-4DD6-969C-35FE18D354B1}" dt="2022-03-18T07:28:39.380" v="326" actId="20577"/>
        <pc:sldMkLst>
          <pc:docMk/>
          <pc:sldMk cId="1607213250" sldId="413"/>
        </pc:sldMkLst>
        <pc:spChg chg="add mod">
          <ac:chgData name="贾洪勇" userId="c61acc37-df11-4a3b-9efd-dde9ef084f5f" providerId="ADAL" clId="{CB7C486E-FC68-4DD6-969C-35FE18D354B1}" dt="2022-03-18T07:28:39.380" v="326" actId="20577"/>
          <ac:spMkLst>
            <pc:docMk/>
            <pc:sldMk cId="1607213250" sldId="413"/>
            <ac:spMk id="4" creationId="{9014024F-B1FB-46FC-98FA-17C12077D97A}"/>
          </ac:spMkLst>
        </pc:spChg>
        <pc:spChg chg="add mod">
          <ac:chgData name="贾洪勇" userId="c61acc37-df11-4a3b-9efd-dde9ef084f5f" providerId="ADAL" clId="{CB7C486E-FC68-4DD6-969C-35FE18D354B1}" dt="2022-03-18T07:26:24.329" v="314"/>
          <ac:spMkLst>
            <pc:docMk/>
            <pc:sldMk cId="1607213250" sldId="413"/>
            <ac:spMk id="5" creationId="{10F3E7E9-FF37-428E-8360-5E630D6B1507}"/>
          </ac:spMkLst>
        </pc:spChg>
      </pc:sldChg>
      <pc:sldChg chg="addSp modSp new mod">
        <pc:chgData name="贾洪勇" userId="c61acc37-df11-4a3b-9efd-dde9ef084f5f" providerId="ADAL" clId="{CB7C486E-FC68-4DD6-969C-35FE18D354B1}" dt="2022-03-18T07:28:26.233" v="320" actId="2711"/>
        <pc:sldMkLst>
          <pc:docMk/>
          <pc:sldMk cId="872687422" sldId="414"/>
        </pc:sldMkLst>
        <pc:spChg chg="add mod">
          <ac:chgData name="贾洪勇" userId="c61acc37-df11-4a3b-9efd-dde9ef084f5f" providerId="ADAL" clId="{CB7C486E-FC68-4DD6-969C-35FE18D354B1}" dt="2022-03-18T07:28:26.233" v="320" actId="2711"/>
          <ac:spMkLst>
            <pc:docMk/>
            <pc:sldMk cId="872687422" sldId="414"/>
            <ac:spMk id="4" creationId="{2B67F317-3B6B-4850-B811-E04372CF45CA}"/>
          </ac:spMkLst>
        </pc:spChg>
        <pc:spChg chg="add mod">
          <ac:chgData name="贾洪勇" userId="c61acc37-df11-4a3b-9efd-dde9ef084f5f" providerId="ADAL" clId="{CB7C486E-FC68-4DD6-969C-35FE18D354B1}" dt="2022-03-18T07:26:21.401" v="313"/>
          <ac:spMkLst>
            <pc:docMk/>
            <pc:sldMk cId="872687422" sldId="414"/>
            <ac:spMk id="5" creationId="{C3355EFC-AA93-4F33-A12A-BEFB4CC970FA}"/>
          </ac:spMkLst>
        </pc:spChg>
      </pc:sldChg>
      <pc:sldChg chg="addSp delSp modSp new del mod">
        <pc:chgData name="贾洪勇" userId="c61acc37-df11-4a3b-9efd-dde9ef084f5f" providerId="ADAL" clId="{CB7C486E-FC68-4DD6-969C-35FE18D354B1}" dt="2022-03-18T06:36:18.809" v="217" actId="47"/>
        <pc:sldMkLst>
          <pc:docMk/>
          <pc:sldMk cId="1935207237" sldId="415"/>
        </pc:sldMkLst>
        <pc:spChg chg="add del mod">
          <ac:chgData name="贾洪勇" userId="c61acc37-df11-4a3b-9efd-dde9ef084f5f" providerId="ADAL" clId="{CB7C486E-FC68-4DD6-969C-35FE18D354B1}" dt="2022-03-18T06:32:50.772" v="182"/>
          <ac:spMkLst>
            <pc:docMk/>
            <pc:sldMk cId="1935207237" sldId="415"/>
            <ac:spMk id="3" creationId="{36347274-BC4E-460A-A37A-0E9369953672}"/>
          </ac:spMkLst>
        </pc:spChg>
      </pc:sldChg>
      <pc:sldChg chg="new del">
        <pc:chgData name="贾洪勇" userId="c61acc37-df11-4a3b-9efd-dde9ef084f5f" providerId="ADAL" clId="{CB7C486E-FC68-4DD6-969C-35FE18D354B1}" dt="2022-03-18T06:36:41.767" v="221" actId="47"/>
        <pc:sldMkLst>
          <pc:docMk/>
          <pc:sldMk cId="3433363337" sldId="415"/>
        </pc:sldMkLst>
      </pc:sldChg>
      <pc:sldChg chg="addSp delSp modSp add mod ord">
        <pc:chgData name="贾洪勇" userId="c61acc37-df11-4a3b-9efd-dde9ef084f5f" providerId="ADAL" clId="{CB7C486E-FC68-4DD6-969C-35FE18D354B1}" dt="2022-03-18T07:26:16.379" v="312"/>
        <pc:sldMkLst>
          <pc:docMk/>
          <pc:sldMk cId="4093410477" sldId="415"/>
        </pc:sldMkLst>
        <pc:spChg chg="del mod">
          <ac:chgData name="贾洪勇" userId="c61acc37-df11-4a3b-9efd-dde9ef084f5f" providerId="ADAL" clId="{CB7C486E-FC68-4DD6-969C-35FE18D354B1}" dt="2022-03-18T07:26:14.772" v="311" actId="478"/>
          <ac:spMkLst>
            <pc:docMk/>
            <pc:sldMk cId="4093410477" sldId="415"/>
            <ac:spMk id="3" creationId="{ADDBE1A4-5187-4496-8D14-B601D22E392A}"/>
          </ac:spMkLst>
        </pc:spChg>
        <pc:spChg chg="add mod">
          <ac:chgData name="贾洪勇" userId="c61acc37-df11-4a3b-9efd-dde9ef084f5f" providerId="ADAL" clId="{CB7C486E-FC68-4DD6-969C-35FE18D354B1}" dt="2022-03-18T07:26:16.379" v="312"/>
          <ac:spMkLst>
            <pc:docMk/>
            <pc:sldMk cId="4093410477" sldId="415"/>
            <ac:spMk id="8" creationId="{69F11809-CCBD-47D1-8778-4875402CC924}"/>
          </ac:spMkLst>
        </pc:spChg>
        <pc:spChg chg="mod">
          <ac:chgData name="贾洪勇" userId="c61acc37-df11-4a3b-9efd-dde9ef084f5f" providerId="ADAL" clId="{CB7C486E-FC68-4DD6-969C-35FE18D354B1}" dt="2022-03-18T07:21:54.970" v="285" actId="20577"/>
          <ac:spMkLst>
            <pc:docMk/>
            <pc:sldMk cId="4093410477" sldId="415"/>
            <ac:spMk id="32772" creationId="{6914F806-C5C4-4CD2-99FF-7B69A4513B30}"/>
          </ac:spMkLst>
        </pc:spChg>
        <pc:picChg chg="add mod">
          <ac:chgData name="贾洪勇" userId="c61acc37-df11-4a3b-9efd-dde9ef084f5f" providerId="ADAL" clId="{CB7C486E-FC68-4DD6-969C-35FE18D354B1}" dt="2022-03-18T06:38:23.460" v="280" actId="14100"/>
          <ac:picMkLst>
            <pc:docMk/>
            <pc:sldMk cId="4093410477" sldId="415"/>
            <ac:picMk id="4" creationId="{AB0350B9-B891-409A-9738-9C9797846F63}"/>
          </ac:picMkLst>
        </pc:picChg>
        <pc:picChg chg="del">
          <ac:chgData name="贾洪勇" userId="c61acc37-df11-4a3b-9efd-dde9ef084f5f" providerId="ADAL" clId="{CB7C486E-FC68-4DD6-969C-35FE18D354B1}" dt="2022-03-18T06:38:09.553" v="274" actId="478"/>
          <ac:picMkLst>
            <pc:docMk/>
            <pc:sldMk cId="4093410477" sldId="415"/>
            <ac:picMk id="32773" creationId="{69ED3F2D-5637-4ACC-9B74-8DE4D0356397}"/>
          </ac:picMkLst>
        </pc:picChg>
      </pc:sldChg>
      <pc:sldChg chg="new del">
        <pc:chgData name="贾洪勇" userId="c61acc37-df11-4a3b-9efd-dde9ef084f5f" providerId="ADAL" clId="{CB7C486E-FC68-4DD6-969C-35FE18D354B1}" dt="2022-03-18T06:36:40.742" v="220" actId="47"/>
        <pc:sldMkLst>
          <pc:docMk/>
          <pc:sldMk cId="2815552836" sldId="416"/>
        </pc:sldMkLst>
      </pc:sldChg>
      <pc:sldChg chg="addSp delSp modSp add mod">
        <pc:chgData name="贾洪勇" userId="c61acc37-df11-4a3b-9efd-dde9ef084f5f" providerId="ADAL" clId="{CB7C486E-FC68-4DD6-969C-35FE18D354B1}" dt="2022-03-18T07:29:23.157" v="331" actId="1076"/>
        <pc:sldMkLst>
          <pc:docMk/>
          <pc:sldMk cId="3118523811" sldId="416"/>
        </pc:sldMkLst>
        <pc:spChg chg="del">
          <ac:chgData name="贾洪勇" userId="c61acc37-df11-4a3b-9efd-dde9ef084f5f" providerId="ADAL" clId="{CB7C486E-FC68-4DD6-969C-35FE18D354B1}" dt="2022-03-18T07:26:08.821" v="309" actId="478"/>
          <ac:spMkLst>
            <pc:docMk/>
            <pc:sldMk cId="3118523811" sldId="416"/>
            <ac:spMk id="3" creationId="{ADDBE1A4-5187-4496-8D14-B601D22E392A}"/>
          </ac:spMkLst>
        </pc:spChg>
        <pc:spChg chg="add del mod">
          <ac:chgData name="贾洪勇" userId="c61acc37-df11-4a3b-9efd-dde9ef084f5f" providerId="ADAL" clId="{CB7C486E-FC68-4DD6-969C-35FE18D354B1}" dt="2022-03-18T07:24:43.541" v="298" actId="21"/>
          <ac:spMkLst>
            <pc:docMk/>
            <pc:sldMk cId="3118523811" sldId="416"/>
            <ac:spMk id="7" creationId="{8C698024-E267-42A6-8598-5E11070F66B1}"/>
          </ac:spMkLst>
        </pc:spChg>
        <pc:spChg chg="add mod">
          <ac:chgData name="贾洪勇" userId="c61acc37-df11-4a3b-9efd-dde9ef084f5f" providerId="ADAL" clId="{CB7C486E-FC68-4DD6-969C-35FE18D354B1}" dt="2022-03-18T07:26:10.668" v="310"/>
          <ac:spMkLst>
            <pc:docMk/>
            <pc:sldMk cId="3118523811" sldId="416"/>
            <ac:spMk id="8" creationId="{36D9FA71-E15F-4293-B899-2CD7D0BA3C56}"/>
          </ac:spMkLst>
        </pc:spChg>
        <pc:spChg chg="mod">
          <ac:chgData name="贾洪勇" userId="c61acc37-df11-4a3b-9efd-dde9ef084f5f" providerId="ADAL" clId="{CB7C486E-FC68-4DD6-969C-35FE18D354B1}" dt="2022-03-18T07:29:23.157" v="331" actId="1076"/>
          <ac:spMkLst>
            <pc:docMk/>
            <pc:sldMk cId="3118523811" sldId="416"/>
            <ac:spMk id="32772" creationId="{6914F806-C5C4-4CD2-99FF-7B69A4513B30}"/>
          </ac:spMkLst>
        </pc:spChg>
        <pc:picChg chg="del">
          <ac:chgData name="贾洪勇" userId="c61acc37-df11-4a3b-9efd-dde9ef084f5f" providerId="ADAL" clId="{CB7C486E-FC68-4DD6-969C-35FE18D354B1}" dt="2022-03-18T07:22:49.461" v="289" actId="478"/>
          <ac:picMkLst>
            <pc:docMk/>
            <pc:sldMk cId="3118523811" sldId="416"/>
            <ac:picMk id="4" creationId="{AB0350B9-B891-409A-9738-9C9797846F63}"/>
          </ac:picMkLst>
        </pc:picChg>
      </pc:sldChg>
      <pc:sldChg chg="new del">
        <pc:chgData name="贾洪勇" userId="c61acc37-df11-4a3b-9efd-dde9ef084f5f" providerId="ADAL" clId="{CB7C486E-FC68-4DD6-969C-35FE18D354B1}" dt="2022-03-18T07:22:27.124" v="287" actId="47"/>
        <pc:sldMkLst>
          <pc:docMk/>
          <pc:sldMk cId="3445593383" sldId="416"/>
        </pc:sldMkLst>
      </pc:sldChg>
      <pc:sldChg chg="addSp delSp modSp add mod">
        <pc:chgData name="贾洪勇" userId="c61acc37-df11-4a3b-9efd-dde9ef084f5f" providerId="ADAL" clId="{CB7C486E-FC68-4DD6-969C-35FE18D354B1}" dt="2022-03-18T07:30:01.418" v="380" actId="1076"/>
        <pc:sldMkLst>
          <pc:docMk/>
          <pc:sldMk cId="2557786044" sldId="417"/>
        </pc:sldMkLst>
        <pc:spChg chg="mod">
          <ac:chgData name="贾洪勇" userId="c61acc37-df11-4a3b-9efd-dde9ef084f5f" providerId="ADAL" clId="{CB7C486E-FC68-4DD6-969C-35FE18D354B1}" dt="2022-03-18T07:29:51.523" v="371"/>
          <ac:spMkLst>
            <pc:docMk/>
            <pc:sldMk cId="2557786044" sldId="417"/>
            <ac:spMk id="3" creationId="{ADDBE1A4-5187-4496-8D14-B601D22E392A}"/>
          </ac:spMkLst>
        </pc:spChg>
        <pc:spChg chg="add del mod">
          <ac:chgData name="贾洪勇" userId="c61acc37-df11-4a3b-9efd-dde9ef084f5f" providerId="ADAL" clId="{CB7C486E-FC68-4DD6-969C-35FE18D354B1}" dt="2022-03-18T07:25:11.150" v="302"/>
          <ac:spMkLst>
            <pc:docMk/>
            <pc:sldMk cId="2557786044" sldId="417"/>
            <ac:spMk id="5" creationId="{EE2E2E71-C8A7-474C-A66B-6E4E14432991}"/>
          </ac:spMkLst>
        </pc:spChg>
        <pc:spChg chg="mod">
          <ac:chgData name="贾洪勇" userId="c61acc37-df11-4a3b-9efd-dde9ef084f5f" providerId="ADAL" clId="{CB7C486E-FC68-4DD6-969C-35FE18D354B1}" dt="2022-03-18T07:30:01.418" v="380" actId="1076"/>
          <ac:spMkLst>
            <pc:docMk/>
            <pc:sldMk cId="2557786044" sldId="417"/>
            <ac:spMk id="32772" creationId="{6914F806-C5C4-4CD2-99FF-7B69A4513B30}"/>
          </ac:spMkLst>
        </pc:spChg>
      </pc:sldChg>
      <pc:sldChg chg="modSp add mod">
        <pc:chgData name="贾洪勇" userId="c61acc37-df11-4a3b-9efd-dde9ef084f5f" providerId="ADAL" clId="{CB7C486E-FC68-4DD6-969C-35FE18D354B1}" dt="2022-03-18T07:30:58.503" v="415" actId="6549"/>
        <pc:sldMkLst>
          <pc:docMk/>
          <pc:sldMk cId="2713124896" sldId="418"/>
        </pc:sldMkLst>
        <pc:spChg chg="mod">
          <ac:chgData name="贾洪勇" userId="c61acc37-df11-4a3b-9efd-dde9ef084f5f" providerId="ADAL" clId="{CB7C486E-FC68-4DD6-969C-35FE18D354B1}" dt="2022-03-18T07:30:28.663" v="398"/>
          <ac:spMkLst>
            <pc:docMk/>
            <pc:sldMk cId="2713124896" sldId="418"/>
            <ac:spMk id="3" creationId="{ADDBE1A4-5187-4496-8D14-B601D22E392A}"/>
          </ac:spMkLst>
        </pc:spChg>
        <pc:spChg chg="mod">
          <ac:chgData name="贾洪勇" userId="c61acc37-df11-4a3b-9efd-dde9ef084f5f" providerId="ADAL" clId="{CB7C486E-FC68-4DD6-969C-35FE18D354B1}" dt="2022-03-18T07:30:58.503" v="415" actId="6549"/>
          <ac:spMkLst>
            <pc:docMk/>
            <pc:sldMk cId="2713124896" sldId="418"/>
            <ac:spMk id="32772" creationId="{6914F806-C5C4-4CD2-99FF-7B69A4513B30}"/>
          </ac:spMkLst>
        </pc:spChg>
      </pc:sldChg>
      <pc:sldChg chg="modSp add mod">
        <pc:chgData name="贾洪勇" userId="c61acc37-df11-4a3b-9efd-dde9ef084f5f" providerId="ADAL" clId="{CB7C486E-FC68-4DD6-969C-35FE18D354B1}" dt="2022-03-18T07:32:03.375" v="421" actId="1076"/>
        <pc:sldMkLst>
          <pc:docMk/>
          <pc:sldMk cId="1063583134" sldId="419"/>
        </pc:sldMkLst>
        <pc:spChg chg="mod">
          <ac:chgData name="贾洪勇" userId="c61acc37-df11-4a3b-9efd-dde9ef084f5f" providerId="ADAL" clId="{CB7C486E-FC68-4DD6-969C-35FE18D354B1}" dt="2022-03-18T07:32:03.375" v="421" actId="1076"/>
          <ac:spMkLst>
            <pc:docMk/>
            <pc:sldMk cId="1063583134" sldId="419"/>
            <ac:spMk id="32772" creationId="{6914F806-C5C4-4CD2-99FF-7B69A4513B30}"/>
          </ac:spMkLst>
        </pc:spChg>
      </pc:sldChg>
      <pc:sldChg chg="modSp add mod">
        <pc:chgData name="贾洪勇" userId="c61acc37-df11-4a3b-9efd-dde9ef084f5f" providerId="ADAL" clId="{CB7C486E-FC68-4DD6-969C-35FE18D354B1}" dt="2022-03-18T07:53:49.033" v="448"/>
        <pc:sldMkLst>
          <pc:docMk/>
          <pc:sldMk cId="1201457307" sldId="420"/>
        </pc:sldMkLst>
        <pc:spChg chg="mod">
          <ac:chgData name="贾洪勇" userId="c61acc37-df11-4a3b-9efd-dde9ef084f5f" providerId="ADAL" clId="{CB7C486E-FC68-4DD6-969C-35FE18D354B1}" dt="2022-03-18T07:53:49.033" v="448"/>
          <ac:spMkLst>
            <pc:docMk/>
            <pc:sldMk cId="1201457307" sldId="420"/>
            <ac:spMk id="3" creationId="{ADDBE1A4-5187-4496-8D14-B601D22E392A}"/>
          </ac:spMkLst>
        </pc:spChg>
        <pc:spChg chg="mod">
          <ac:chgData name="贾洪勇" userId="c61acc37-df11-4a3b-9efd-dde9ef084f5f" providerId="ADAL" clId="{CB7C486E-FC68-4DD6-969C-35FE18D354B1}" dt="2022-03-18T07:53:05.829" v="434" actId="6549"/>
          <ac:spMkLst>
            <pc:docMk/>
            <pc:sldMk cId="1201457307" sldId="420"/>
            <ac:spMk id="32772" creationId="{6914F806-C5C4-4CD2-99FF-7B69A4513B30}"/>
          </ac:spMkLst>
        </pc:spChg>
      </pc:sldChg>
      <pc:sldChg chg="modSp add mod">
        <pc:chgData name="贾洪勇" userId="c61acc37-df11-4a3b-9efd-dde9ef084f5f" providerId="ADAL" clId="{CB7C486E-FC68-4DD6-969C-35FE18D354B1}" dt="2022-03-18T07:55:15.545" v="482" actId="6549"/>
        <pc:sldMkLst>
          <pc:docMk/>
          <pc:sldMk cId="3590644022" sldId="421"/>
        </pc:sldMkLst>
        <pc:spChg chg="mod">
          <ac:chgData name="贾洪勇" userId="c61acc37-df11-4a3b-9efd-dde9ef084f5f" providerId="ADAL" clId="{CB7C486E-FC68-4DD6-969C-35FE18D354B1}" dt="2022-03-18T07:54:28.845" v="477"/>
          <ac:spMkLst>
            <pc:docMk/>
            <pc:sldMk cId="3590644022" sldId="421"/>
            <ac:spMk id="3" creationId="{ADDBE1A4-5187-4496-8D14-B601D22E392A}"/>
          </ac:spMkLst>
        </pc:spChg>
        <pc:spChg chg="mod">
          <ac:chgData name="贾洪勇" userId="c61acc37-df11-4a3b-9efd-dde9ef084f5f" providerId="ADAL" clId="{CB7C486E-FC68-4DD6-969C-35FE18D354B1}" dt="2022-03-18T07:55:15.545" v="482" actId="6549"/>
          <ac:spMkLst>
            <pc:docMk/>
            <pc:sldMk cId="3590644022" sldId="421"/>
            <ac:spMk id="32772" creationId="{6914F806-C5C4-4CD2-99FF-7B69A4513B30}"/>
          </ac:spMkLst>
        </pc:spChg>
      </pc:sldChg>
      <pc:sldChg chg="modSp add mod">
        <pc:chgData name="贾洪勇" userId="c61acc37-df11-4a3b-9efd-dde9ef084f5f" providerId="ADAL" clId="{CB7C486E-FC68-4DD6-969C-35FE18D354B1}" dt="2022-03-18T07:56:30.349" v="518" actId="6549"/>
        <pc:sldMkLst>
          <pc:docMk/>
          <pc:sldMk cId="1243240414" sldId="422"/>
        </pc:sldMkLst>
        <pc:spChg chg="mod">
          <ac:chgData name="贾洪勇" userId="c61acc37-df11-4a3b-9efd-dde9ef084f5f" providerId="ADAL" clId="{CB7C486E-FC68-4DD6-969C-35FE18D354B1}" dt="2022-03-18T07:55:39.242" v="516"/>
          <ac:spMkLst>
            <pc:docMk/>
            <pc:sldMk cId="1243240414" sldId="422"/>
            <ac:spMk id="3" creationId="{ADDBE1A4-5187-4496-8D14-B601D22E392A}"/>
          </ac:spMkLst>
        </pc:spChg>
        <pc:spChg chg="mod">
          <ac:chgData name="贾洪勇" userId="c61acc37-df11-4a3b-9efd-dde9ef084f5f" providerId="ADAL" clId="{CB7C486E-FC68-4DD6-969C-35FE18D354B1}" dt="2022-03-18T07:56:30.349" v="518" actId="6549"/>
          <ac:spMkLst>
            <pc:docMk/>
            <pc:sldMk cId="1243240414" sldId="422"/>
            <ac:spMk id="32772" creationId="{6914F806-C5C4-4CD2-99FF-7B69A4513B30}"/>
          </ac:spMkLst>
        </pc:spChg>
      </pc:sldChg>
      <pc:sldChg chg="modSp add mod">
        <pc:chgData name="贾洪勇" userId="c61acc37-df11-4a3b-9efd-dde9ef084f5f" providerId="ADAL" clId="{CB7C486E-FC68-4DD6-969C-35FE18D354B1}" dt="2022-03-18T07:57:42.261" v="522" actId="5793"/>
        <pc:sldMkLst>
          <pc:docMk/>
          <pc:sldMk cId="3392252253" sldId="423"/>
        </pc:sldMkLst>
        <pc:spChg chg="mod">
          <ac:chgData name="贾洪勇" userId="c61acc37-df11-4a3b-9efd-dde9ef084f5f" providerId="ADAL" clId="{CB7C486E-FC68-4DD6-969C-35FE18D354B1}" dt="2022-03-18T07:57:42.261" v="522" actId="5793"/>
          <ac:spMkLst>
            <pc:docMk/>
            <pc:sldMk cId="3392252253" sldId="423"/>
            <ac:spMk id="32772" creationId="{6914F806-C5C4-4CD2-99FF-7B69A4513B30}"/>
          </ac:spMkLst>
        </pc:spChg>
      </pc:sldChg>
      <pc:sldChg chg="modSp add mod">
        <pc:chgData name="贾洪勇" userId="c61acc37-df11-4a3b-9efd-dde9ef084f5f" providerId="ADAL" clId="{CB7C486E-FC68-4DD6-969C-35FE18D354B1}" dt="2022-03-18T07:57:54.925" v="525" actId="6549"/>
        <pc:sldMkLst>
          <pc:docMk/>
          <pc:sldMk cId="3008393032" sldId="424"/>
        </pc:sldMkLst>
        <pc:spChg chg="mod">
          <ac:chgData name="贾洪勇" userId="c61acc37-df11-4a3b-9efd-dde9ef084f5f" providerId="ADAL" clId="{CB7C486E-FC68-4DD6-969C-35FE18D354B1}" dt="2022-03-18T07:57:54.925" v="525" actId="6549"/>
          <ac:spMkLst>
            <pc:docMk/>
            <pc:sldMk cId="3008393032" sldId="424"/>
            <ac:spMk id="32772" creationId="{6914F806-C5C4-4CD2-99FF-7B69A4513B30}"/>
          </ac:spMkLst>
        </pc:spChg>
      </pc:sldChg>
      <pc:sldChg chg="modSp add mod">
        <pc:chgData name="贾洪勇" userId="c61acc37-df11-4a3b-9efd-dde9ef084f5f" providerId="ADAL" clId="{CB7C486E-FC68-4DD6-969C-35FE18D354B1}" dt="2022-03-18T07:58:46.109" v="549"/>
        <pc:sldMkLst>
          <pc:docMk/>
          <pc:sldMk cId="1736205307" sldId="425"/>
        </pc:sldMkLst>
        <pc:spChg chg="mod">
          <ac:chgData name="贾洪勇" userId="c61acc37-df11-4a3b-9efd-dde9ef084f5f" providerId="ADAL" clId="{CB7C486E-FC68-4DD6-969C-35FE18D354B1}" dt="2022-03-18T07:58:17.835" v="548"/>
          <ac:spMkLst>
            <pc:docMk/>
            <pc:sldMk cId="1736205307" sldId="425"/>
            <ac:spMk id="3" creationId="{ADDBE1A4-5187-4496-8D14-B601D22E392A}"/>
          </ac:spMkLst>
        </pc:spChg>
        <pc:spChg chg="mod">
          <ac:chgData name="贾洪勇" userId="c61acc37-df11-4a3b-9efd-dde9ef084f5f" providerId="ADAL" clId="{CB7C486E-FC68-4DD6-969C-35FE18D354B1}" dt="2022-03-18T07:58:46.109" v="549"/>
          <ac:spMkLst>
            <pc:docMk/>
            <pc:sldMk cId="1736205307" sldId="425"/>
            <ac:spMk id="32772" creationId="{6914F806-C5C4-4CD2-99FF-7B69A4513B30}"/>
          </ac:spMkLst>
        </pc:spChg>
      </pc:sldChg>
      <pc:sldChg chg="modSp add mod">
        <pc:chgData name="贾洪勇" userId="c61acc37-df11-4a3b-9efd-dde9ef084f5f" providerId="ADAL" clId="{CB7C486E-FC68-4DD6-969C-35FE18D354B1}" dt="2022-03-18T07:59:13.815" v="552" actId="21"/>
        <pc:sldMkLst>
          <pc:docMk/>
          <pc:sldMk cId="204187897" sldId="426"/>
        </pc:sldMkLst>
        <pc:spChg chg="mod">
          <ac:chgData name="贾洪勇" userId="c61acc37-df11-4a3b-9efd-dde9ef084f5f" providerId="ADAL" clId="{CB7C486E-FC68-4DD6-969C-35FE18D354B1}" dt="2022-03-18T07:59:13.815" v="552" actId="21"/>
          <ac:spMkLst>
            <pc:docMk/>
            <pc:sldMk cId="204187897" sldId="426"/>
            <ac:spMk id="32772" creationId="{6914F806-C5C4-4CD2-99FF-7B69A4513B30}"/>
          </ac:spMkLst>
        </pc:spChg>
      </pc:sldChg>
      <pc:sldChg chg="modSp add mod">
        <pc:chgData name="贾洪勇" userId="c61acc37-df11-4a3b-9efd-dde9ef084f5f" providerId="ADAL" clId="{CB7C486E-FC68-4DD6-969C-35FE18D354B1}" dt="2022-03-18T08:00:10.178" v="559" actId="1076"/>
        <pc:sldMkLst>
          <pc:docMk/>
          <pc:sldMk cId="3522320116" sldId="427"/>
        </pc:sldMkLst>
        <pc:spChg chg="mod">
          <ac:chgData name="贾洪勇" userId="c61acc37-df11-4a3b-9efd-dde9ef084f5f" providerId="ADAL" clId="{CB7C486E-FC68-4DD6-969C-35FE18D354B1}" dt="2022-03-18T08:00:10.178" v="559" actId="1076"/>
          <ac:spMkLst>
            <pc:docMk/>
            <pc:sldMk cId="3522320116" sldId="427"/>
            <ac:spMk id="32772" creationId="{6914F806-C5C4-4CD2-99FF-7B69A4513B30}"/>
          </ac:spMkLst>
        </pc:spChg>
      </pc:sldChg>
      <pc:sldChg chg="modSp add mod">
        <pc:chgData name="贾洪勇" userId="c61acc37-df11-4a3b-9efd-dde9ef084f5f" providerId="ADAL" clId="{CB7C486E-FC68-4DD6-969C-35FE18D354B1}" dt="2022-03-18T08:00:41.929" v="582"/>
        <pc:sldMkLst>
          <pc:docMk/>
          <pc:sldMk cId="1421572176" sldId="428"/>
        </pc:sldMkLst>
        <pc:spChg chg="mod">
          <ac:chgData name="贾洪勇" userId="c61acc37-df11-4a3b-9efd-dde9ef084f5f" providerId="ADAL" clId="{CB7C486E-FC68-4DD6-969C-35FE18D354B1}" dt="2022-03-18T08:00:23.640" v="581"/>
          <ac:spMkLst>
            <pc:docMk/>
            <pc:sldMk cId="1421572176" sldId="428"/>
            <ac:spMk id="3" creationId="{ADDBE1A4-5187-4496-8D14-B601D22E392A}"/>
          </ac:spMkLst>
        </pc:spChg>
        <pc:spChg chg="mod">
          <ac:chgData name="贾洪勇" userId="c61acc37-df11-4a3b-9efd-dde9ef084f5f" providerId="ADAL" clId="{CB7C486E-FC68-4DD6-969C-35FE18D354B1}" dt="2022-03-18T08:00:41.929" v="582"/>
          <ac:spMkLst>
            <pc:docMk/>
            <pc:sldMk cId="1421572176" sldId="428"/>
            <ac:spMk id="32772" creationId="{6914F806-C5C4-4CD2-99FF-7B69A4513B30}"/>
          </ac:spMkLst>
        </pc:spChg>
      </pc:sldChg>
      <pc:sldChg chg="modSp add mod">
        <pc:chgData name="贾洪勇" userId="c61acc37-df11-4a3b-9efd-dde9ef084f5f" providerId="ADAL" clId="{CB7C486E-FC68-4DD6-969C-35FE18D354B1}" dt="2022-03-18T08:01:04.096" v="584"/>
        <pc:sldMkLst>
          <pc:docMk/>
          <pc:sldMk cId="1633014289" sldId="429"/>
        </pc:sldMkLst>
        <pc:spChg chg="mod">
          <ac:chgData name="贾洪勇" userId="c61acc37-df11-4a3b-9efd-dde9ef084f5f" providerId="ADAL" clId="{CB7C486E-FC68-4DD6-969C-35FE18D354B1}" dt="2022-03-18T08:01:04.096" v="584"/>
          <ac:spMkLst>
            <pc:docMk/>
            <pc:sldMk cId="1633014289" sldId="429"/>
            <ac:spMk id="32772" creationId="{6914F806-C5C4-4CD2-99FF-7B69A4513B30}"/>
          </ac:spMkLst>
        </pc:spChg>
      </pc:sldChg>
      <pc:sldMasterChg chg="modSldLayout">
        <pc:chgData name="贾洪勇" userId="c61acc37-df11-4a3b-9efd-dde9ef084f5f" providerId="ADAL" clId="{CB7C486E-FC68-4DD6-969C-35FE18D354B1}" dt="2022-03-18T06:35:20.783" v="216"/>
        <pc:sldMasterMkLst>
          <pc:docMk/>
          <pc:sldMasterMk cId="0" sldId="2147483648"/>
        </pc:sldMasterMkLst>
        <pc:sldLayoutChg chg="modSp">
          <pc:chgData name="贾洪勇" userId="c61acc37-df11-4a3b-9efd-dde9ef084f5f" providerId="ADAL" clId="{CB7C486E-FC68-4DD6-969C-35FE18D354B1}" dt="2022-03-18T03:38:52.083" v="32" actId="1076"/>
          <pc:sldLayoutMkLst>
            <pc:docMk/>
            <pc:sldMasterMk cId="0" sldId="2147483648"/>
            <pc:sldLayoutMk cId="1131148380" sldId="2147483688"/>
          </pc:sldLayoutMkLst>
          <pc:spChg chg="mod">
            <ac:chgData name="贾洪勇" userId="c61acc37-df11-4a3b-9efd-dde9ef084f5f" providerId="ADAL" clId="{CB7C486E-FC68-4DD6-969C-35FE18D354B1}" dt="2022-03-18T03:38:52.083" v="32" actId="1076"/>
            <ac:spMkLst>
              <pc:docMk/>
              <pc:sldMasterMk cId="0" sldId="2147483648"/>
              <pc:sldLayoutMk cId="1131148380" sldId="2147483688"/>
              <ac:spMk id="3" creationId="{00000000-0000-0000-0000-000000000000}"/>
            </ac:spMkLst>
          </pc:spChg>
        </pc:sldLayoutChg>
        <pc:sldLayoutChg chg="addSp delSp modSp mod">
          <pc:chgData name="贾洪勇" userId="c61acc37-df11-4a3b-9efd-dde9ef084f5f" providerId="ADAL" clId="{CB7C486E-FC68-4DD6-969C-35FE18D354B1}" dt="2022-03-18T06:35:20.783" v="216"/>
          <pc:sldLayoutMkLst>
            <pc:docMk/>
            <pc:sldMasterMk cId="0" sldId="2147483648"/>
            <pc:sldLayoutMk cId="2298048910" sldId="2147483693"/>
          </pc:sldLayoutMkLst>
          <pc:spChg chg="add del mod">
            <ac:chgData name="贾洪勇" userId="c61acc37-df11-4a3b-9efd-dde9ef084f5f" providerId="ADAL" clId="{CB7C486E-FC68-4DD6-969C-35FE18D354B1}" dt="2022-03-18T06:34:00.788" v="189"/>
            <ac:spMkLst>
              <pc:docMk/>
              <pc:sldMasterMk cId="0" sldId="2147483648"/>
              <pc:sldLayoutMk cId="2298048910" sldId="2147483693"/>
              <ac:spMk id="3" creationId="{A7C4E214-F4CC-426E-8672-15493942AF1A}"/>
            </ac:spMkLst>
          </pc:spChg>
          <pc:spChg chg="add del mod">
            <ac:chgData name="贾洪勇" userId="c61acc37-df11-4a3b-9efd-dde9ef084f5f" providerId="ADAL" clId="{CB7C486E-FC68-4DD6-969C-35FE18D354B1}" dt="2022-03-18T06:35:20.783" v="216"/>
            <ac:spMkLst>
              <pc:docMk/>
              <pc:sldMasterMk cId="0" sldId="2147483648"/>
              <pc:sldLayoutMk cId="2298048910" sldId="2147483693"/>
              <ac:spMk id="4" creationId="{03BDDCE9-0BF9-432F-85E2-6092E126C820}"/>
            </ac:spMkLst>
          </pc:spChg>
          <pc:spChg chg="add del mod">
            <ac:chgData name="贾洪勇" userId="c61acc37-df11-4a3b-9efd-dde9ef084f5f" providerId="ADAL" clId="{CB7C486E-FC68-4DD6-969C-35FE18D354B1}" dt="2022-03-18T06:35:20.782" v="214"/>
            <ac:spMkLst>
              <pc:docMk/>
              <pc:sldMasterMk cId="0" sldId="2147483648"/>
              <pc:sldLayoutMk cId="2298048910" sldId="2147483693"/>
              <ac:spMk id="5" creationId="{247F4632-6C9C-4A7D-A274-2F628E36CBF4}"/>
            </ac:spMkLst>
          </pc:spChg>
        </pc:sldLayoutChg>
        <pc:sldLayoutChg chg="addSp delSp modSp mod">
          <pc:chgData name="贾洪勇" userId="c61acc37-df11-4a3b-9efd-dde9ef084f5f" providerId="ADAL" clId="{CB7C486E-FC68-4DD6-969C-35FE18D354B1}" dt="2022-03-18T03:38:39.911" v="30" actId="478"/>
          <pc:sldLayoutMkLst>
            <pc:docMk/>
            <pc:sldMasterMk cId="0" sldId="2147483648"/>
            <pc:sldLayoutMk cId="4011097091" sldId="2147483699"/>
          </pc:sldLayoutMkLst>
          <pc:picChg chg="add del mod">
            <ac:chgData name="贾洪勇" userId="c61acc37-df11-4a3b-9efd-dde9ef084f5f" providerId="ADAL" clId="{CB7C486E-FC68-4DD6-969C-35FE18D354B1}" dt="2022-03-18T03:38:39.911" v="30" actId="478"/>
            <ac:picMkLst>
              <pc:docMk/>
              <pc:sldMasterMk cId="0" sldId="2147483648"/>
              <pc:sldLayoutMk cId="4011097091" sldId="2147483699"/>
              <ac:picMk id="2" creationId="{F8676505-2BD9-4798-85AD-75B1BFD093D0}"/>
            </ac:picMkLst>
          </pc:picChg>
          <pc:picChg chg="del mod">
            <ac:chgData name="贾洪勇" userId="c61acc37-df11-4a3b-9efd-dde9ef084f5f" providerId="ADAL" clId="{CB7C486E-FC68-4DD6-969C-35FE18D354B1}" dt="2022-03-18T03:38:02.939" v="22" actId="478"/>
            <ac:picMkLst>
              <pc:docMk/>
              <pc:sldMasterMk cId="0" sldId="2147483648"/>
              <pc:sldLayoutMk cId="4011097091" sldId="2147483699"/>
              <ac:picMk id="3" creationId="{233B6B97-9643-4FC4-BADC-930491D881B8}"/>
            </ac:picMkLst>
          </pc:picChg>
        </pc:sldLayoutChg>
      </pc:sldMasterChg>
    </pc:docChg>
  </pc:docChgLst>
  <pc:docChgLst>
    <pc:chgData name="贾洪勇" userId="c61acc37-df11-4a3b-9efd-dde9ef084f5f" providerId="ADAL" clId="{4657A8FE-C22E-4A51-8E40-3B9B0579B27A}"/>
    <pc:docChg chg="addSld modSld sldOrd">
      <pc:chgData name="贾洪勇" userId="c61acc37-df11-4a3b-9efd-dde9ef084f5f" providerId="ADAL" clId="{4657A8FE-C22E-4A51-8E40-3B9B0579B27A}" dt="2022-03-20T15:09:53.296" v="34" actId="20577"/>
      <pc:docMkLst>
        <pc:docMk/>
      </pc:docMkLst>
      <pc:sldChg chg="modSp mod">
        <pc:chgData name="贾洪勇" userId="c61acc37-df11-4a3b-9efd-dde9ef084f5f" providerId="ADAL" clId="{4657A8FE-C22E-4A51-8E40-3B9B0579B27A}" dt="2022-03-20T15:09:53.296" v="34" actId="20577"/>
        <pc:sldMkLst>
          <pc:docMk/>
          <pc:sldMk cId="1201457307" sldId="420"/>
        </pc:sldMkLst>
        <pc:spChg chg="mod">
          <ac:chgData name="贾洪勇" userId="c61acc37-df11-4a3b-9efd-dde9ef084f5f" providerId="ADAL" clId="{4657A8FE-C22E-4A51-8E40-3B9B0579B27A}" dt="2022-03-20T15:09:53.296" v="34" actId="20577"/>
          <ac:spMkLst>
            <pc:docMk/>
            <pc:sldMk cId="1201457307" sldId="420"/>
            <ac:spMk id="32772" creationId="{6914F806-C5C4-4CD2-99FF-7B69A4513B30}"/>
          </ac:spMkLst>
        </pc:spChg>
      </pc:sldChg>
      <pc:sldChg chg="addSp modSp new mod ord">
        <pc:chgData name="贾洪勇" userId="c61acc37-df11-4a3b-9efd-dde9ef084f5f" providerId="ADAL" clId="{4657A8FE-C22E-4A51-8E40-3B9B0579B27A}" dt="2022-03-20T11:54:35.212" v="33" actId="1076"/>
        <pc:sldMkLst>
          <pc:docMk/>
          <pc:sldMk cId="87541539" sldId="456"/>
        </pc:sldMkLst>
        <pc:spChg chg="add mod">
          <ac:chgData name="贾洪勇" userId="c61acc37-df11-4a3b-9efd-dde9ef084f5f" providerId="ADAL" clId="{4657A8FE-C22E-4A51-8E40-3B9B0579B27A}" dt="2022-03-20T11:54:35.212" v="33" actId="1076"/>
          <ac:spMkLst>
            <pc:docMk/>
            <pc:sldMk cId="87541539" sldId="456"/>
            <ac:spMk id="3" creationId="{09C8F47B-A1DC-48C9-972D-0B78005D611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B4E0DF4A-202E-451D-98B3-65435E7EC9F3}"/>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Arial" pitchFamily="34" charset="0"/>
                <a:ea typeface="宋体" pitchFamily="2" charset="-122"/>
              </a:defRPr>
            </a:lvl1pPr>
          </a:lstStyle>
          <a:p>
            <a:pPr>
              <a:defRPr/>
            </a:pPr>
            <a:endParaRPr lang="en-US" altLang="zh-CN"/>
          </a:p>
        </p:txBody>
      </p:sp>
      <p:sp>
        <p:nvSpPr>
          <p:cNvPr id="5123" name="Rectangle 3">
            <a:extLst>
              <a:ext uri="{FF2B5EF4-FFF2-40B4-BE49-F238E27FC236}">
                <a16:creationId xmlns:a16="http://schemas.microsoft.com/office/drawing/2014/main" id="{45E01DDF-3888-406C-81D2-5BB07C52E34C}"/>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pitchFamily="34" charset="0"/>
                <a:ea typeface="宋体" pitchFamily="2" charset="-122"/>
              </a:defRPr>
            </a:lvl1pPr>
          </a:lstStyle>
          <a:p>
            <a:pPr>
              <a:defRPr/>
            </a:pPr>
            <a:endParaRPr lang="en-US" altLang="zh-CN"/>
          </a:p>
        </p:txBody>
      </p:sp>
      <p:sp>
        <p:nvSpPr>
          <p:cNvPr id="58372" name="Rectangle 4">
            <a:extLst>
              <a:ext uri="{FF2B5EF4-FFF2-40B4-BE49-F238E27FC236}">
                <a16:creationId xmlns:a16="http://schemas.microsoft.com/office/drawing/2014/main" id="{9374723E-6FC4-47E8-AACF-8C6639610DFA}"/>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5" name="Rectangle 5">
            <a:extLst>
              <a:ext uri="{FF2B5EF4-FFF2-40B4-BE49-F238E27FC236}">
                <a16:creationId xmlns:a16="http://schemas.microsoft.com/office/drawing/2014/main" id="{E98049C9-171A-492B-9DC7-7A27A12F9354}"/>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5126" name="Rectangle 6">
            <a:extLst>
              <a:ext uri="{FF2B5EF4-FFF2-40B4-BE49-F238E27FC236}">
                <a16:creationId xmlns:a16="http://schemas.microsoft.com/office/drawing/2014/main" id="{64B557F6-D882-4A38-8FB6-3C63EA55CB1E}"/>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Arial" pitchFamily="34" charset="0"/>
                <a:ea typeface="宋体" pitchFamily="2" charset="-122"/>
              </a:defRPr>
            </a:lvl1pPr>
          </a:lstStyle>
          <a:p>
            <a:pPr>
              <a:defRPr/>
            </a:pPr>
            <a:endParaRPr lang="en-US" altLang="zh-CN"/>
          </a:p>
        </p:txBody>
      </p:sp>
      <p:sp>
        <p:nvSpPr>
          <p:cNvPr id="5127" name="Rectangle 7">
            <a:extLst>
              <a:ext uri="{FF2B5EF4-FFF2-40B4-BE49-F238E27FC236}">
                <a16:creationId xmlns:a16="http://schemas.microsoft.com/office/drawing/2014/main" id="{C1D88E8C-6D73-4D34-83E8-811AD2DB0BCF}"/>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9316F8E0-1BBA-4A93-882D-D45FC28DBB64}" type="slidenum">
              <a:rPr lang="en-US" altLang="zh-CN"/>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itchFamily="34"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pitchFamily="34"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pitchFamily="34"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pitchFamily="34"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pitchFamily="34"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幻灯片图像占位符 1">
            <a:extLst>
              <a:ext uri="{FF2B5EF4-FFF2-40B4-BE49-F238E27FC236}">
                <a16:creationId xmlns:a16="http://schemas.microsoft.com/office/drawing/2014/main" id="{66626955-F561-4116-9ABA-A198CC9D583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387" name="备注占位符 2">
            <a:extLst>
              <a:ext uri="{FF2B5EF4-FFF2-40B4-BE49-F238E27FC236}">
                <a16:creationId xmlns:a16="http://schemas.microsoft.com/office/drawing/2014/main" id="{75FCBAD5-32EE-489A-937D-FAD17F83D41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16388" name="灯片编号占位符 3">
            <a:extLst>
              <a:ext uri="{FF2B5EF4-FFF2-40B4-BE49-F238E27FC236}">
                <a16:creationId xmlns:a16="http://schemas.microsoft.com/office/drawing/2014/main" id="{BB17412C-F75B-4097-811E-91F2E8F4BF4A}"/>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fld id="{4AB844DE-CDCB-4EFC-B9DC-24D3CA5AF571}" type="slidenum">
              <a:rPr lang="zh-CN" altLang="en-US" sz="1200"/>
              <a:pPr/>
              <a:t>24</a:t>
            </a:fld>
            <a:endParaRPr lang="zh-CN" altLang="en-US" sz="1200"/>
          </a:p>
        </p:txBody>
      </p:sp>
    </p:spTree>
    <p:extLst>
      <p:ext uri="{BB962C8B-B14F-4D97-AF65-F5344CB8AC3E}">
        <p14:creationId xmlns:p14="http://schemas.microsoft.com/office/powerpoint/2010/main" val="42809345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9219" name="Rectangle 3"/>
          <p:cNvSpPr>
            <a:spLocks noGrp="1" noChangeArrowheads="1"/>
          </p:cNvSpPr>
          <p:nvPr>
            <p:ph type="ctrTitle"/>
          </p:nvPr>
        </p:nvSpPr>
        <p:spPr>
          <a:xfrm>
            <a:off x="0" y="3048000"/>
            <a:ext cx="9144000" cy="1470025"/>
          </a:xfrm>
        </p:spPr>
        <p:txBody>
          <a:bodyPr/>
          <a:lstStyle>
            <a:lvl1pPr algn="ctr">
              <a:defRPr sz="4800"/>
            </a:lvl1pPr>
          </a:lstStyle>
          <a:p>
            <a:r>
              <a:rPr lang="zh-CN" altLang="en-US"/>
              <a:t>单击此处编辑母版标题样式</a:t>
            </a:r>
          </a:p>
        </p:txBody>
      </p:sp>
    </p:spTree>
    <p:extLst>
      <p:ext uri="{BB962C8B-B14F-4D97-AF65-F5344CB8AC3E}">
        <p14:creationId xmlns:p14="http://schemas.microsoft.com/office/powerpoint/2010/main" val="401109709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a:xfrm>
            <a:off x="432511" y="1143000"/>
            <a:ext cx="8296656" cy="5410200"/>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Rectangle 6">
            <a:extLst>
              <a:ext uri="{FF2B5EF4-FFF2-40B4-BE49-F238E27FC236}">
                <a16:creationId xmlns:a16="http://schemas.microsoft.com/office/drawing/2014/main" id="{2A7BE597-D35E-4EE1-90BA-71BA5B38008C}"/>
              </a:ext>
            </a:extLst>
          </p:cNvPr>
          <p:cNvSpPr>
            <a:spLocks noGrp="1" noChangeArrowheads="1"/>
          </p:cNvSpPr>
          <p:nvPr>
            <p:ph type="sldNum" sz="quarter" idx="10"/>
          </p:nvPr>
        </p:nvSpPr>
        <p:spPr>
          <a:ln/>
        </p:spPr>
        <p:txBody>
          <a:bodyPr/>
          <a:lstStyle>
            <a:lvl1pPr>
              <a:defRPr/>
            </a:lvl1pPr>
          </a:lstStyle>
          <a:p>
            <a:r>
              <a:rPr lang="en-US" altLang="zh-CN"/>
              <a:t>Page </a:t>
            </a:r>
            <a:fld id="{AF655B59-12D5-4828-87B1-F838F673600E}" type="slidenum">
              <a:rPr lang="en-US" altLang="zh-CN"/>
              <a:pPr/>
              <a:t>‹#›</a:t>
            </a:fld>
            <a:endParaRPr lang="en-US" altLang="zh-CN"/>
          </a:p>
        </p:txBody>
      </p:sp>
    </p:spTree>
    <p:extLst>
      <p:ext uri="{BB962C8B-B14F-4D97-AF65-F5344CB8AC3E}">
        <p14:creationId xmlns:p14="http://schemas.microsoft.com/office/powerpoint/2010/main" val="113114838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6">
            <a:extLst>
              <a:ext uri="{FF2B5EF4-FFF2-40B4-BE49-F238E27FC236}">
                <a16:creationId xmlns:a16="http://schemas.microsoft.com/office/drawing/2014/main" id="{222D9F3E-E5FB-4DC4-B7EA-0E097F0CA5D2}"/>
              </a:ext>
            </a:extLst>
          </p:cNvPr>
          <p:cNvSpPr>
            <a:spLocks noGrp="1" noChangeArrowheads="1"/>
          </p:cNvSpPr>
          <p:nvPr>
            <p:ph type="sldNum" sz="quarter" idx="10"/>
          </p:nvPr>
        </p:nvSpPr>
        <p:spPr>
          <a:ln/>
        </p:spPr>
        <p:txBody>
          <a:bodyPr/>
          <a:lstStyle>
            <a:lvl1pPr>
              <a:defRPr/>
            </a:lvl1pPr>
          </a:lstStyle>
          <a:p>
            <a:r>
              <a:rPr lang="en-US" altLang="zh-CN"/>
              <a:t>Page </a:t>
            </a:r>
            <a:fld id="{4362435E-E02B-4C7E-9C19-7BF2D6971288}" type="slidenum">
              <a:rPr lang="en-US" altLang="zh-CN"/>
              <a:pPr/>
              <a:t>‹#›</a:t>
            </a:fld>
            <a:endParaRPr lang="en-US" altLang="zh-CN"/>
          </a:p>
        </p:txBody>
      </p:sp>
    </p:spTree>
    <p:extLst>
      <p:ext uri="{BB962C8B-B14F-4D97-AF65-F5344CB8AC3E}">
        <p14:creationId xmlns:p14="http://schemas.microsoft.com/office/powerpoint/2010/main" val="156113667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143000"/>
            <a:ext cx="4038600" cy="5334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143000"/>
            <a:ext cx="4038600" cy="5334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6">
            <a:extLst>
              <a:ext uri="{FF2B5EF4-FFF2-40B4-BE49-F238E27FC236}">
                <a16:creationId xmlns:a16="http://schemas.microsoft.com/office/drawing/2014/main" id="{919BC834-BBC1-4B3A-BB38-0489EC54C2F9}"/>
              </a:ext>
            </a:extLst>
          </p:cNvPr>
          <p:cNvSpPr>
            <a:spLocks noGrp="1" noChangeArrowheads="1"/>
          </p:cNvSpPr>
          <p:nvPr>
            <p:ph type="sldNum" sz="quarter" idx="10"/>
          </p:nvPr>
        </p:nvSpPr>
        <p:spPr>
          <a:ln/>
        </p:spPr>
        <p:txBody>
          <a:bodyPr/>
          <a:lstStyle>
            <a:lvl1pPr>
              <a:defRPr/>
            </a:lvl1pPr>
          </a:lstStyle>
          <a:p>
            <a:r>
              <a:rPr lang="en-US" altLang="zh-CN"/>
              <a:t>Page </a:t>
            </a:r>
            <a:fld id="{6DD43F50-8A97-4F22-A0E7-90F754BABBF2}" type="slidenum">
              <a:rPr lang="en-US" altLang="zh-CN"/>
              <a:pPr/>
              <a:t>‹#›</a:t>
            </a:fld>
            <a:endParaRPr lang="en-US" altLang="zh-CN"/>
          </a:p>
        </p:txBody>
      </p:sp>
    </p:spTree>
    <p:extLst>
      <p:ext uri="{BB962C8B-B14F-4D97-AF65-F5344CB8AC3E}">
        <p14:creationId xmlns:p14="http://schemas.microsoft.com/office/powerpoint/2010/main" val="145921384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dirty="0"/>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6">
            <a:extLst>
              <a:ext uri="{FF2B5EF4-FFF2-40B4-BE49-F238E27FC236}">
                <a16:creationId xmlns:a16="http://schemas.microsoft.com/office/drawing/2014/main" id="{13FFEDDB-2E5C-4E9A-9357-A41373181C7F}"/>
              </a:ext>
            </a:extLst>
          </p:cNvPr>
          <p:cNvSpPr>
            <a:spLocks noGrp="1" noChangeArrowheads="1"/>
          </p:cNvSpPr>
          <p:nvPr>
            <p:ph type="sldNum" sz="quarter" idx="10"/>
          </p:nvPr>
        </p:nvSpPr>
        <p:spPr>
          <a:ln/>
        </p:spPr>
        <p:txBody>
          <a:bodyPr/>
          <a:lstStyle>
            <a:lvl1pPr>
              <a:defRPr/>
            </a:lvl1pPr>
          </a:lstStyle>
          <a:p>
            <a:r>
              <a:rPr lang="en-US" altLang="zh-CN"/>
              <a:t>Page </a:t>
            </a:r>
            <a:fld id="{10B188B5-18EC-4A9C-B06B-7F5038A1C47C}" type="slidenum">
              <a:rPr lang="en-US" altLang="zh-CN"/>
              <a:pPr/>
              <a:t>‹#›</a:t>
            </a:fld>
            <a:endParaRPr lang="en-US" altLang="zh-CN"/>
          </a:p>
        </p:txBody>
      </p:sp>
    </p:spTree>
    <p:extLst>
      <p:ext uri="{BB962C8B-B14F-4D97-AF65-F5344CB8AC3E}">
        <p14:creationId xmlns:p14="http://schemas.microsoft.com/office/powerpoint/2010/main" val="198132104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6">
            <a:extLst>
              <a:ext uri="{FF2B5EF4-FFF2-40B4-BE49-F238E27FC236}">
                <a16:creationId xmlns:a16="http://schemas.microsoft.com/office/drawing/2014/main" id="{546F372C-B9A3-4D75-9247-2535986F3AC7}"/>
              </a:ext>
            </a:extLst>
          </p:cNvPr>
          <p:cNvSpPr>
            <a:spLocks noGrp="1" noChangeArrowheads="1"/>
          </p:cNvSpPr>
          <p:nvPr>
            <p:ph type="sldNum" sz="quarter" idx="10"/>
          </p:nvPr>
        </p:nvSpPr>
        <p:spPr>
          <a:ln/>
        </p:spPr>
        <p:txBody>
          <a:bodyPr/>
          <a:lstStyle>
            <a:lvl1pPr>
              <a:defRPr/>
            </a:lvl1pPr>
          </a:lstStyle>
          <a:p>
            <a:r>
              <a:rPr lang="en-US" altLang="zh-CN"/>
              <a:t>Page </a:t>
            </a:r>
            <a:fld id="{8C4D4238-2023-4B3B-BDC0-DD03B993CAD4}" type="slidenum">
              <a:rPr lang="en-US" altLang="zh-CN"/>
              <a:pPr/>
              <a:t>‹#›</a:t>
            </a:fld>
            <a:endParaRPr lang="en-US" altLang="zh-CN"/>
          </a:p>
        </p:txBody>
      </p:sp>
    </p:spTree>
    <p:extLst>
      <p:ext uri="{BB962C8B-B14F-4D97-AF65-F5344CB8AC3E}">
        <p14:creationId xmlns:p14="http://schemas.microsoft.com/office/powerpoint/2010/main" val="154006286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CFA0C189-524B-4DDA-BF7A-2459D5B97881}"/>
              </a:ext>
            </a:extLst>
          </p:cNvPr>
          <p:cNvSpPr>
            <a:spLocks noGrp="1" noChangeArrowheads="1"/>
          </p:cNvSpPr>
          <p:nvPr>
            <p:ph type="sldNum" sz="quarter" idx="10"/>
          </p:nvPr>
        </p:nvSpPr>
        <p:spPr>
          <a:ln/>
        </p:spPr>
        <p:txBody>
          <a:bodyPr/>
          <a:lstStyle>
            <a:lvl1pPr>
              <a:defRPr/>
            </a:lvl1pPr>
          </a:lstStyle>
          <a:p>
            <a:r>
              <a:rPr lang="en-US" altLang="zh-CN"/>
              <a:t>Page </a:t>
            </a:r>
            <a:fld id="{36ED1FC7-8A77-4A97-9141-D450373E7966}" type="slidenum">
              <a:rPr lang="en-US" altLang="zh-CN"/>
              <a:pPr/>
              <a:t>‹#›</a:t>
            </a:fld>
            <a:endParaRPr lang="en-US" altLang="zh-CN"/>
          </a:p>
        </p:txBody>
      </p:sp>
    </p:spTree>
    <p:extLst>
      <p:ext uri="{BB962C8B-B14F-4D97-AF65-F5344CB8AC3E}">
        <p14:creationId xmlns:p14="http://schemas.microsoft.com/office/powerpoint/2010/main" val="229804891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6">
            <a:extLst>
              <a:ext uri="{FF2B5EF4-FFF2-40B4-BE49-F238E27FC236}">
                <a16:creationId xmlns:a16="http://schemas.microsoft.com/office/drawing/2014/main" id="{2D74275B-4CED-4A01-B37D-FE5B613B4ABE}"/>
              </a:ext>
            </a:extLst>
          </p:cNvPr>
          <p:cNvSpPr>
            <a:spLocks noGrp="1" noChangeArrowheads="1"/>
          </p:cNvSpPr>
          <p:nvPr>
            <p:ph type="sldNum" sz="quarter" idx="10"/>
          </p:nvPr>
        </p:nvSpPr>
        <p:spPr>
          <a:ln/>
        </p:spPr>
        <p:txBody>
          <a:bodyPr/>
          <a:lstStyle>
            <a:lvl1pPr>
              <a:defRPr/>
            </a:lvl1pPr>
          </a:lstStyle>
          <a:p>
            <a:r>
              <a:rPr lang="en-US" altLang="zh-CN"/>
              <a:t>Page </a:t>
            </a:r>
            <a:fld id="{E7D1A55F-5D23-46F5-A05F-E3BB482C3D2B}" type="slidenum">
              <a:rPr lang="en-US" altLang="zh-CN"/>
              <a:pPr/>
              <a:t>‹#›</a:t>
            </a:fld>
            <a:endParaRPr lang="en-US" altLang="zh-CN"/>
          </a:p>
        </p:txBody>
      </p:sp>
    </p:spTree>
    <p:extLst>
      <p:ext uri="{BB962C8B-B14F-4D97-AF65-F5344CB8AC3E}">
        <p14:creationId xmlns:p14="http://schemas.microsoft.com/office/powerpoint/2010/main" val="385329788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6">
            <a:extLst>
              <a:ext uri="{FF2B5EF4-FFF2-40B4-BE49-F238E27FC236}">
                <a16:creationId xmlns:a16="http://schemas.microsoft.com/office/drawing/2014/main" id="{D967C328-7DB9-49EA-8E6A-760292B5B1EC}"/>
              </a:ext>
            </a:extLst>
          </p:cNvPr>
          <p:cNvSpPr>
            <a:spLocks noGrp="1" noChangeArrowheads="1"/>
          </p:cNvSpPr>
          <p:nvPr>
            <p:ph type="sldNum" sz="quarter" idx="10"/>
          </p:nvPr>
        </p:nvSpPr>
        <p:spPr>
          <a:ln/>
        </p:spPr>
        <p:txBody>
          <a:bodyPr/>
          <a:lstStyle>
            <a:lvl1pPr>
              <a:defRPr/>
            </a:lvl1pPr>
          </a:lstStyle>
          <a:p>
            <a:r>
              <a:rPr lang="en-US" altLang="zh-CN"/>
              <a:t>Page </a:t>
            </a:r>
            <a:fld id="{D891015E-355F-4BB3-A338-EAF87778CB6E}" type="slidenum">
              <a:rPr lang="en-US" altLang="zh-CN"/>
              <a:pPr/>
              <a:t>‹#›</a:t>
            </a:fld>
            <a:endParaRPr lang="en-US" altLang="zh-CN"/>
          </a:p>
        </p:txBody>
      </p:sp>
    </p:spTree>
    <p:extLst>
      <p:ext uri="{BB962C8B-B14F-4D97-AF65-F5344CB8AC3E}">
        <p14:creationId xmlns:p14="http://schemas.microsoft.com/office/powerpoint/2010/main" val="171322086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a:xfrm>
            <a:off x="381000" y="1143000"/>
            <a:ext cx="8229600" cy="53340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6">
            <a:extLst>
              <a:ext uri="{FF2B5EF4-FFF2-40B4-BE49-F238E27FC236}">
                <a16:creationId xmlns:a16="http://schemas.microsoft.com/office/drawing/2014/main" id="{7B7B9762-A4D6-4DD5-8364-23ABA8BE8CD6}"/>
              </a:ext>
            </a:extLst>
          </p:cNvPr>
          <p:cNvSpPr>
            <a:spLocks noGrp="1" noChangeArrowheads="1"/>
          </p:cNvSpPr>
          <p:nvPr>
            <p:ph type="sldNum" sz="quarter" idx="10"/>
          </p:nvPr>
        </p:nvSpPr>
        <p:spPr>
          <a:ln/>
        </p:spPr>
        <p:txBody>
          <a:bodyPr/>
          <a:lstStyle>
            <a:lvl1pPr>
              <a:defRPr/>
            </a:lvl1pPr>
          </a:lstStyle>
          <a:p>
            <a:r>
              <a:rPr lang="en-US" altLang="zh-CN"/>
              <a:t>Page </a:t>
            </a:r>
            <a:fld id="{D963CCF5-2688-446E-8BC9-3EC1BA46132D}" type="slidenum">
              <a:rPr lang="en-US" altLang="zh-CN"/>
              <a:pPr/>
              <a:t>‹#›</a:t>
            </a:fld>
            <a:endParaRPr lang="en-US" altLang="zh-CN"/>
          </a:p>
        </p:txBody>
      </p:sp>
    </p:spTree>
    <p:extLst>
      <p:ext uri="{BB962C8B-B14F-4D97-AF65-F5344CB8AC3E}">
        <p14:creationId xmlns:p14="http://schemas.microsoft.com/office/powerpoint/2010/main" val="303044499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10350" y="228600"/>
            <a:ext cx="2076450" cy="6248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381000" y="228600"/>
            <a:ext cx="6076950" cy="6248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6">
            <a:extLst>
              <a:ext uri="{FF2B5EF4-FFF2-40B4-BE49-F238E27FC236}">
                <a16:creationId xmlns:a16="http://schemas.microsoft.com/office/drawing/2014/main" id="{5021E8FD-E585-4EA0-AC09-EEFAFBBE1AEA}"/>
              </a:ext>
            </a:extLst>
          </p:cNvPr>
          <p:cNvSpPr>
            <a:spLocks noGrp="1" noChangeArrowheads="1"/>
          </p:cNvSpPr>
          <p:nvPr>
            <p:ph type="sldNum" sz="quarter" idx="10"/>
          </p:nvPr>
        </p:nvSpPr>
        <p:spPr>
          <a:ln/>
        </p:spPr>
        <p:txBody>
          <a:bodyPr/>
          <a:lstStyle>
            <a:lvl1pPr>
              <a:defRPr/>
            </a:lvl1pPr>
          </a:lstStyle>
          <a:p>
            <a:r>
              <a:rPr lang="en-US" altLang="zh-CN"/>
              <a:t>Page </a:t>
            </a:r>
            <a:fld id="{6DB51796-25E8-4528-926D-EB8BF65E375A}" type="slidenum">
              <a:rPr lang="en-US" altLang="zh-CN"/>
              <a:pPr/>
              <a:t>‹#›</a:t>
            </a:fld>
            <a:endParaRPr lang="en-US" altLang="zh-CN"/>
          </a:p>
        </p:txBody>
      </p:sp>
    </p:spTree>
    <p:extLst>
      <p:ext uri="{BB962C8B-B14F-4D97-AF65-F5344CB8AC3E}">
        <p14:creationId xmlns:p14="http://schemas.microsoft.com/office/powerpoint/2010/main" val="38493513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381000" y="228600"/>
            <a:ext cx="6248400" cy="639763"/>
          </a:xfrm>
        </p:spPr>
        <p:txBody>
          <a:bodyPr/>
          <a:lstStyle/>
          <a:p>
            <a:r>
              <a:rPr lang="zh-CN" altLang="en-US"/>
              <a:t>单击此处编辑母版标题样式</a:t>
            </a:r>
          </a:p>
        </p:txBody>
      </p:sp>
      <p:sp>
        <p:nvSpPr>
          <p:cNvPr id="3" name="表格占位符 2"/>
          <p:cNvSpPr>
            <a:spLocks noGrp="1"/>
          </p:cNvSpPr>
          <p:nvPr>
            <p:ph type="tbl" idx="1"/>
          </p:nvPr>
        </p:nvSpPr>
        <p:spPr>
          <a:xfrm>
            <a:off x="457200" y="1295400"/>
            <a:ext cx="8229600" cy="5029200"/>
          </a:xfrm>
        </p:spPr>
        <p:txBody>
          <a:bodyPr/>
          <a:lstStyle/>
          <a:p>
            <a:pPr lvl="0"/>
            <a:endParaRPr lang="zh-CN" altLang="en-US" noProof="0"/>
          </a:p>
        </p:txBody>
      </p:sp>
      <p:sp>
        <p:nvSpPr>
          <p:cNvPr id="4" name="Rectangle 6">
            <a:extLst>
              <a:ext uri="{FF2B5EF4-FFF2-40B4-BE49-F238E27FC236}">
                <a16:creationId xmlns:a16="http://schemas.microsoft.com/office/drawing/2014/main" id="{429E1032-8ECE-445C-A626-5F3F3F99F363}"/>
              </a:ext>
            </a:extLst>
          </p:cNvPr>
          <p:cNvSpPr>
            <a:spLocks noGrp="1" noChangeArrowheads="1"/>
          </p:cNvSpPr>
          <p:nvPr>
            <p:ph type="sldNum" sz="quarter" idx="10"/>
          </p:nvPr>
        </p:nvSpPr>
        <p:spPr>
          <a:ln/>
        </p:spPr>
        <p:txBody>
          <a:bodyPr/>
          <a:lstStyle>
            <a:lvl1pPr>
              <a:defRPr/>
            </a:lvl1pPr>
          </a:lstStyle>
          <a:p>
            <a:r>
              <a:rPr lang="en-US" altLang="zh-CN"/>
              <a:t>Page </a:t>
            </a:r>
            <a:fld id="{CE33FC4E-3D3E-4CCC-9026-9F4411793A16}" type="slidenum">
              <a:rPr lang="en-US" altLang="zh-CN"/>
              <a:pPr/>
              <a:t>‹#›</a:t>
            </a:fld>
            <a:endParaRPr lang="en-US" altLang="zh-CN"/>
          </a:p>
        </p:txBody>
      </p:sp>
    </p:spTree>
    <p:extLst>
      <p:ext uri="{BB962C8B-B14F-4D97-AF65-F5344CB8AC3E}">
        <p14:creationId xmlns:p14="http://schemas.microsoft.com/office/powerpoint/2010/main" val="380466716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microsoft.com/office/2007/relationships/hdphoto" Target="../media/hdphoto1.wdp"/><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1266" name="Picture 9" descr="1024-766副本">
            <a:extLst>
              <a:ext uri="{FF2B5EF4-FFF2-40B4-BE49-F238E27FC236}">
                <a16:creationId xmlns:a16="http://schemas.microsoft.com/office/drawing/2014/main" id="{78830588-E866-4219-A749-F689216A6661}"/>
              </a:ext>
            </a:extLst>
          </p:cNvPr>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0" y="0"/>
            <a:ext cx="9144000" cy="6859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67" name="Rectangle 3">
            <a:extLst>
              <a:ext uri="{FF2B5EF4-FFF2-40B4-BE49-F238E27FC236}">
                <a16:creationId xmlns:a16="http://schemas.microsoft.com/office/drawing/2014/main" id="{0264DF58-A59C-4019-8DE9-21D4913CA1F5}"/>
              </a:ext>
            </a:extLst>
          </p:cNvPr>
          <p:cNvSpPr>
            <a:spLocks noGrp="1" noChangeArrowheads="1"/>
          </p:cNvSpPr>
          <p:nvPr>
            <p:ph type="body" idx="1"/>
          </p:nvPr>
        </p:nvSpPr>
        <p:spPr bwMode="auto">
          <a:xfrm>
            <a:off x="441350" y="1156785"/>
            <a:ext cx="8296656" cy="541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endParaRPr lang="zh-CN" altLang="zh-CN" dirty="0"/>
          </a:p>
        </p:txBody>
      </p:sp>
      <p:sp>
        <p:nvSpPr>
          <p:cNvPr id="1030" name="Rectangle 6">
            <a:extLst>
              <a:ext uri="{FF2B5EF4-FFF2-40B4-BE49-F238E27FC236}">
                <a16:creationId xmlns:a16="http://schemas.microsoft.com/office/drawing/2014/main" id="{ABF12F94-5F04-4882-B5A2-0E314D9CE5A0}"/>
              </a:ext>
            </a:extLst>
          </p:cNvPr>
          <p:cNvSpPr>
            <a:spLocks noGrp="1" noChangeArrowheads="1"/>
          </p:cNvSpPr>
          <p:nvPr>
            <p:ph type="sldNum" sz="quarter" idx="4"/>
          </p:nvPr>
        </p:nvSpPr>
        <p:spPr bwMode="auto">
          <a:xfrm>
            <a:off x="6705600" y="6553200"/>
            <a:ext cx="2133600" cy="3206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solidFill>
                  <a:schemeClr val="bg1"/>
                </a:solidFill>
              </a:defRPr>
            </a:lvl1pPr>
          </a:lstStyle>
          <a:p>
            <a:r>
              <a:rPr lang="en-US" altLang="zh-CN"/>
              <a:t>Page </a:t>
            </a:r>
            <a:fld id="{C0DBB459-C9A1-48D0-B620-DB1E8F0104D3}" type="slidenum">
              <a:rPr lang="en-US" altLang="zh-CN"/>
              <a:pPr/>
              <a:t>‹#›</a:t>
            </a:fld>
            <a:endParaRPr lang="en-US" altLang="zh-CN"/>
          </a:p>
        </p:txBody>
      </p:sp>
      <p:sp>
        <p:nvSpPr>
          <p:cNvPr id="11269" name="Rectangle 10">
            <a:extLst>
              <a:ext uri="{FF2B5EF4-FFF2-40B4-BE49-F238E27FC236}">
                <a16:creationId xmlns:a16="http://schemas.microsoft.com/office/drawing/2014/main" id="{3D716894-567D-44B6-912C-5994CF8A478C}"/>
              </a:ext>
            </a:extLst>
          </p:cNvPr>
          <p:cNvSpPr>
            <a:spLocks noGrp="1" noChangeArrowheads="1"/>
          </p:cNvSpPr>
          <p:nvPr>
            <p:ph type="title"/>
          </p:nvPr>
        </p:nvSpPr>
        <p:spPr bwMode="auto">
          <a:xfrm>
            <a:off x="381000" y="228600"/>
            <a:ext cx="6248400" cy="639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dirty="0"/>
              <a:t>单击此处编辑母版标题样式</a:t>
            </a:r>
          </a:p>
        </p:txBody>
      </p:sp>
      <p:pic>
        <p:nvPicPr>
          <p:cNvPr id="2" name="图片 1">
            <a:extLst>
              <a:ext uri="{FF2B5EF4-FFF2-40B4-BE49-F238E27FC236}">
                <a16:creationId xmlns:a16="http://schemas.microsoft.com/office/drawing/2014/main" id="{57597D74-B150-4919-A4AB-0713293FD402}"/>
              </a:ext>
            </a:extLst>
          </p:cNvPr>
          <p:cNvPicPr>
            <a:picLocks noChangeAspect="1"/>
          </p:cNvPicPr>
          <p:nvPr userDrawn="1"/>
        </p:nvPicPr>
        <p:blipFill>
          <a:blip r:embed="rId15">
            <a:alphaModFix amt="98000"/>
            <a:duotone>
              <a:prstClr val="black"/>
              <a:srgbClr val="1F4EDA">
                <a:tint val="45000"/>
                <a:satMod val="400000"/>
              </a:srgbClr>
            </a:duotone>
            <a:extLst>
              <a:ext uri="{BEBA8EAE-BF5A-486C-A8C5-ECC9F3942E4B}">
                <a14:imgProps xmlns:a14="http://schemas.microsoft.com/office/drawing/2010/main">
                  <a14:imgLayer r:embed="rId16">
                    <a14:imgEffect>
                      <a14:artisticGlowEdges/>
                    </a14:imgEffect>
                  </a14:imgLayer>
                </a14:imgProps>
              </a:ext>
            </a:extLst>
          </a:blip>
          <a:stretch>
            <a:fillRect/>
          </a:stretch>
        </p:blipFill>
        <p:spPr>
          <a:xfrm>
            <a:off x="6629401" y="-14287"/>
            <a:ext cx="2538970" cy="1157287"/>
          </a:xfrm>
          <a:prstGeom prst="rect">
            <a:avLst/>
          </a:prstGeom>
          <a:effectLst>
            <a:softEdge rad="12700"/>
          </a:effectLst>
        </p:spPr>
      </p:pic>
    </p:spTree>
  </p:cSld>
  <p:clrMap bg1="lt1" tx1="dk1" bg2="lt2" tx2="dk2" accent1="accent1" accent2="accent2" accent3="accent3" accent4="accent4" accent5="accent5" accent6="accent6" hlink="hlink" folHlink="folHlink"/>
  <p:sldLayoutIdLst>
    <p:sldLayoutId id="2147483699"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Lst>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hf hdr="0" ftr="0" dt="0"/>
  <p:txStyles>
    <p:titleStyle>
      <a:lvl1pPr algn="l" rtl="0" eaLnBrk="0" fontAlgn="base" hangingPunct="0">
        <a:spcBef>
          <a:spcPct val="0"/>
        </a:spcBef>
        <a:spcAft>
          <a:spcPct val="0"/>
        </a:spcAft>
        <a:defRPr sz="3200" b="1">
          <a:solidFill>
            <a:schemeClr val="bg1"/>
          </a:solidFill>
          <a:latin typeface="+mj-lt"/>
          <a:ea typeface="+mj-ea"/>
          <a:cs typeface="+mj-cs"/>
        </a:defRPr>
      </a:lvl1pPr>
      <a:lvl2pPr algn="l" rtl="0" eaLnBrk="0" fontAlgn="base" hangingPunct="0">
        <a:spcBef>
          <a:spcPct val="0"/>
        </a:spcBef>
        <a:spcAft>
          <a:spcPct val="0"/>
        </a:spcAft>
        <a:defRPr sz="3200" b="1">
          <a:solidFill>
            <a:schemeClr val="bg1"/>
          </a:solidFill>
          <a:latin typeface="Arial" pitchFamily="34" charset="0"/>
          <a:ea typeface="黑体" pitchFamily="2" charset="-122"/>
        </a:defRPr>
      </a:lvl2pPr>
      <a:lvl3pPr algn="l" rtl="0" eaLnBrk="0" fontAlgn="base" hangingPunct="0">
        <a:spcBef>
          <a:spcPct val="0"/>
        </a:spcBef>
        <a:spcAft>
          <a:spcPct val="0"/>
        </a:spcAft>
        <a:defRPr sz="3200" b="1">
          <a:solidFill>
            <a:schemeClr val="bg1"/>
          </a:solidFill>
          <a:latin typeface="Arial" pitchFamily="34" charset="0"/>
          <a:ea typeface="黑体" pitchFamily="2" charset="-122"/>
        </a:defRPr>
      </a:lvl3pPr>
      <a:lvl4pPr algn="l" rtl="0" eaLnBrk="0" fontAlgn="base" hangingPunct="0">
        <a:spcBef>
          <a:spcPct val="0"/>
        </a:spcBef>
        <a:spcAft>
          <a:spcPct val="0"/>
        </a:spcAft>
        <a:defRPr sz="3200" b="1">
          <a:solidFill>
            <a:schemeClr val="bg1"/>
          </a:solidFill>
          <a:latin typeface="Arial" pitchFamily="34" charset="0"/>
          <a:ea typeface="黑体" pitchFamily="2" charset="-122"/>
        </a:defRPr>
      </a:lvl4pPr>
      <a:lvl5pPr algn="l" rtl="0" eaLnBrk="0" fontAlgn="base" hangingPunct="0">
        <a:spcBef>
          <a:spcPct val="0"/>
        </a:spcBef>
        <a:spcAft>
          <a:spcPct val="0"/>
        </a:spcAft>
        <a:defRPr sz="3200" b="1">
          <a:solidFill>
            <a:schemeClr val="bg1"/>
          </a:solidFill>
          <a:latin typeface="Arial" pitchFamily="34" charset="0"/>
          <a:ea typeface="黑体" pitchFamily="2" charset="-122"/>
        </a:defRPr>
      </a:lvl5pPr>
      <a:lvl6pPr marL="457200" algn="l" rtl="0" fontAlgn="base">
        <a:spcBef>
          <a:spcPct val="0"/>
        </a:spcBef>
        <a:spcAft>
          <a:spcPct val="0"/>
        </a:spcAft>
        <a:defRPr sz="3200" b="1">
          <a:solidFill>
            <a:schemeClr val="bg1"/>
          </a:solidFill>
          <a:latin typeface="Arial" pitchFamily="34" charset="0"/>
          <a:ea typeface="黑体" pitchFamily="2" charset="-122"/>
        </a:defRPr>
      </a:lvl6pPr>
      <a:lvl7pPr marL="914400" algn="l" rtl="0" fontAlgn="base">
        <a:spcBef>
          <a:spcPct val="0"/>
        </a:spcBef>
        <a:spcAft>
          <a:spcPct val="0"/>
        </a:spcAft>
        <a:defRPr sz="3200" b="1">
          <a:solidFill>
            <a:schemeClr val="bg1"/>
          </a:solidFill>
          <a:latin typeface="Arial" pitchFamily="34" charset="0"/>
          <a:ea typeface="黑体" pitchFamily="2" charset="-122"/>
        </a:defRPr>
      </a:lvl7pPr>
      <a:lvl8pPr marL="1371600" algn="l" rtl="0" fontAlgn="base">
        <a:spcBef>
          <a:spcPct val="0"/>
        </a:spcBef>
        <a:spcAft>
          <a:spcPct val="0"/>
        </a:spcAft>
        <a:defRPr sz="3200" b="1">
          <a:solidFill>
            <a:schemeClr val="bg1"/>
          </a:solidFill>
          <a:latin typeface="Arial" pitchFamily="34" charset="0"/>
          <a:ea typeface="黑体" pitchFamily="2" charset="-122"/>
        </a:defRPr>
      </a:lvl8pPr>
      <a:lvl9pPr marL="1828800" algn="l" rtl="0" fontAlgn="base">
        <a:spcBef>
          <a:spcPct val="0"/>
        </a:spcBef>
        <a:spcAft>
          <a:spcPct val="0"/>
        </a:spcAft>
        <a:defRPr sz="3200" b="1">
          <a:solidFill>
            <a:schemeClr val="bg1"/>
          </a:solidFill>
          <a:latin typeface="Arial" pitchFamily="34" charset="0"/>
          <a:ea typeface="黑体" pitchFamily="2" charset="-122"/>
        </a:defRPr>
      </a:lvl9pPr>
    </p:titleStyle>
    <p:bodyStyle>
      <a:lvl1pPr marL="342900" indent="-342900" algn="l" rtl="0" eaLnBrk="0" fontAlgn="base" hangingPunct="0">
        <a:spcBef>
          <a:spcPct val="20000"/>
        </a:spcBef>
        <a:spcAft>
          <a:spcPct val="0"/>
        </a:spcAft>
        <a:buClr>
          <a:srgbClr val="FF0000"/>
        </a:buClr>
        <a:buFont typeface="Wingdings" panose="05000000000000000000" pitchFamily="2" charset="2"/>
        <a:buChar char="Ø"/>
        <a:defRPr sz="20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宋体" pitchFamily="2" charset="-122"/>
        </a:defRPr>
      </a:lvl2pPr>
      <a:lvl3pPr marL="1143000" indent="-228600" algn="l" rtl="0" eaLnBrk="0" fontAlgn="base" hangingPunct="0">
        <a:spcBef>
          <a:spcPct val="20000"/>
        </a:spcBef>
        <a:spcAft>
          <a:spcPct val="0"/>
        </a:spcAft>
        <a:buChar char="•"/>
        <a:defRPr sz="2400">
          <a:solidFill>
            <a:schemeClr val="tx1"/>
          </a:solidFill>
          <a:latin typeface="+mn-lt"/>
          <a:ea typeface="宋体" pitchFamily="2" charset="-122"/>
        </a:defRPr>
      </a:lvl3pPr>
      <a:lvl4pPr marL="1600200" indent="-228600" algn="l" rtl="0" eaLnBrk="0" fontAlgn="base" hangingPunct="0">
        <a:spcBef>
          <a:spcPct val="20000"/>
        </a:spcBef>
        <a:spcAft>
          <a:spcPct val="0"/>
        </a:spcAft>
        <a:buChar char="–"/>
        <a:defRPr sz="2000">
          <a:solidFill>
            <a:schemeClr val="tx1"/>
          </a:solidFill>
          <a:latin typeface="+mn-lt"/>
          <a:ea typeface="宋体" pitchFamily="2" charset="-122"/>
        </a:defRPr>
      </a:lvl4pPr>
      <a:lvl5pPr marL="2057400" indent="-228600" algn="l" rtl="0" eaLnBrk="0" fontAlgn="base" hangingPunct="0">
        <a:spcBef>
          <a:spcPct val="20000"/>
        </a:spcBef>
        <a:spcAft>
          <a:spcPct val="0"/>
        </a:spcAft>
        <a:buChar char="»"/>
        <a:defRPr sz="2000">
          <a:solidFill>
            <a:schemeClr val="tx1"/>
          </a:solidFill>
          <a:latin typeface="+mn-lt"/>
          <a:ea typeface="宋体" pitchFamily="2" charset="-122"/>
        </a:defRPr>
      </a:lvl5pPr>
      <a:lvl6pPr marL="2514600" indent="-228600" algn="l" rtl="0" fontAlgn="base">
        <a:spcBef>
          <a:spcPct val="20000"/>
        </a:spcBef>
        <a:spcAft>
          <a:spcPct val="0"/>
        </a:spcAft>
        <a:buChar char="»"/>
        <a:defRPr sz="2000">
          <a:solidFill>
            <a:schemeClr val="tx1"/>
          </a:solidFill>
          <a:latin typeface="+mn-lt"/>
          <a:ea typeface="宋体" pitchFamily="2" charset="-122"/>
        </a:defRPr>
      </a:lvl6pPr>
      <a:lvl7pPr marL="2971800" indent="-228600" algn="l" rtl="0" fontAlgn="base">
        <a:spcBef>
          <a:spcPct val="20000"/>
        </a:spcBef>
        <a:spcAft>
          <a:spcPct val="0"/>
        </a:spcAft>
        <a:buChar char="»"/>
        <a:defRPr sz="2000">
          <a:solidFill>
            <a:schemeClr val="tx1"/>
          </a:solidFill>
          <a:latin typeface="+mn-lt"/>
          <a:ea typeface="宋体" pitchFamily="2" charset="-122"/>
        </a:defRPr>
      </a:lvl7pPr>
      <a:lvl8pPr marL="3429000" indent="-228600" algn="l" rtl="0" fontAlgn="base">
        <a:spcBef>
          <a:spcPct val="20000"/>
        </a:spcBef>
        <a:spcAft>
          <a:spcPct val="0"/>
        </a:spcAft>
        <a:buChar char="»"/>
        <a:defRPr sz="2000">
          <a:solidFill>
            <a:schemeClr val="tx1"/>
          </a:solidFill>
          <a:latin typeface="+mn-lt"/>
          <a:ea typeface="宋体" pitchFamily="2" charset="-122"/>
        </a:defRPr>
      </a:lvl8pPr>
      <a:lvl9pPr marL="3886200" indent="-228600" algn="l" rtl="0" fontAlgn="base">
        <a:spcBef>
          <a:spcPct val="20000"/>
        </a:spcBef>
        <a:spcAft>
          <a:spcPct val="0"/>
        </a:spcAft>
        <a:buChar char="»"/>
        <a:defRPr sz="2000">
          <a:solidFill>
            <a:schemeClr val="tx1"/>
          </a:solidFill>
          <a:latin typeface="+mn-lt"/>
          <a:ea typeface="宋体" pitchFamily="2" charset="-122"/>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image" Target="../media/image22.png"/><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1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 Id="rId5" Type="http://schemas.openxmlformats.org/officeDocument/2006/relationships/image" Target="../media/image41.png"/><Relationship Id="rId4" Type="http://schemas.openxmlformats.org/officeDocument/2006/relationships/image" Target="../media/image40.png"/></Relationships>
</file>

<file path=ppt/slides/_rels/slide2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35.png"/><Relationship Id="rId1" Type="http://schemas.openxmlformats.org/officeDocument/2006/relationships/slideLayout" Target="../slideLayouts/slideLayout2.xml"/><Relationship Id="rId5" Type="http://schemas.openxmlformats.org/officeDocument/2006/relationships/image" Target="../media/image44.png"/><Relationship Id="rId4" Type="http://schemas.openxmlformats.org/officeDocument/2006/relationships/image" Target="../media/image43.png"/></Relationships>
</file>

<file path=ppt/slides/_rels/slide2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45.png"/></Relationships>
</file>

<file path=ppt/slides/_rels/slide2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 Id="rId5" Type="http://schemas.openxmlformats.org/officeDocument/2006/relationships/image" Target="../media/image49.png"/><Relationship Id="rId4" Type="http://schemas.openxmlformats.org/officeDocument/2006/relationships/image" Target="../media/image48.png"/></Relationships>
</file>

<file path=ppt/slides/_rels/slide2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71.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C7542D44-1E8F-4854-B9AE-6BF24A1DFB84}"/>
              </a:ext>
            </a:extLst>
          </p:cNvPr>
          <p:cNvSpPr>
            <a:spLocks noGrp="1"/>
          </p:cNvSpPr>
          <p:nvPr>
            <p:ph type="title"/>
          </p:nvPr>
        </p:nvSpPr>
        <p:spPr/>
        <p:txBody>
          <a:bodyPr/>
          <a:lstStyle/>
          <a:p>
            <a:endParaRPr lang="zh-CN" altLang="en-US"/>
          </a:p>
        </p:txBody>
      </p:sp>
      <p:sp>
        <p:nvSpPr>
          <p:cNvPr id="5" name="内容占位符 4">
            <a:extLst>
              <a:ext uri="{FF2B5EF4-FFF2-40B4-BE49-F238E27FC236}">
                <a16:creationId xmlns:a16="http://schemas.microsoft.com/office/drawing/2014/main" id="{E0E709DF-EE82-4F9C-A480-544D2816765F}"/>
              </a:ext>
            </a:extLst>
          </p:cNvPr>
          <p:cNvSpPr>
            <a:spLocks noGrp="1"/>
          </p:cNvSpPr>
          <p:nvPr>
            <p:ph idx="1"/>
          </p:nvPr>
        </p:nvSpPr>
        <p:spPr/>
        <p:txBody>
          <a:bodyPr/>
          <a:lstStyle/>
          <a:p>
            <a:endParaRPr lang="zh-CN" altLang="en-US" dirty="0"/>
          </a:p>
        </p:txBody>
      </p:sp>
      <p:sp>
        <p:nvSpPr>
          <p:cNvPr id="2" name="灯片编号占位符 1">
            <a:extLst>
              <a:ext uri="{FF2B5EF4-FFF2-40B4-BE49-F238E27FC236}">
                <a16:creationId xmlns:a16="http://schemas.microsoft.com/office/drawing/2014/main" id="{17E443D1-1237-46AF-B6EC-E9339AA144EC}"/>
              </a:ext>
            </a:extLst>
          </p:cNvPr>
          <p:cNvSpPr>
            <a:spLocks noGrp="1"/>
          </p:cNvSpPr>
          <p:nvPr>
            <p:ph type="sldNum" sz="quarter" idx="10"/>
          </p:nvPr>
        </p:nvSpPr>
        <p:spPr/>
        <p:txBody>
          <a:bodyPr/>
          <a:lstStyle/>
          <a:p>
            <a:r>
              <a:rPr lang="en-US" altLang="zh-CN"/>
              <a:t>Page </a:t>
            </a:r>
            <a:fld id="{36ED1FC7-8A77-4A97-9141-D450373E7966}" type="slidenum">
              <a:rPr lang="en-US" altLang="zh-CN" smtClean="0"/>
              <a:pPr/>
              <a:t>1</a:t>
            </a:fld>
            <a:endParaRPr lang="en-US" altLang="zh-CN"/>
          </a:p>
        </p:txBody>
      </p:sp>
      <p:sp>
        <p:nvSpPr>
          <p:cNvPr id="3" name="文本框 2">
            <a:extLst>
              <a:ext uri="{FF2B5EF4-FFF2-40B4-BE49-F238E27FC236}">
                <a16:creationId xmlns:a16="http://schemas.microsoft.com/office/drawing/2014/main" id="{09C8F47B-A1DC-48C9-972D-0B78005D6110}"/>
              </a:ext>
            </a:extLst>
          </p:cNvPr>
          <p:cNvSpPr txBox="1"/>
          <p:nvPr/>
        </p:nvSpPr>
        <p:spPr>
          <a:xfrm>
            <a:off x="1480600" y="2730124"/>
            <a:ext cx="7358599" cy="830997"/>
          </a:xfrm>
          <a:prstGeom prst="rect">
            <a:avLst/>
          </a:prstGeom>
          <a:noFill/>
        </p:spPr>
        <p:txBody>
          <a:bodyPr wrap="square" rtlCol="0">
            <a:spAutoFit/>
          </a:bodyPr>
          <a:lstStyle/>
          <a:p>
            <a:r>
              <a:rPr lang="zh-CN" altLang="en-US" sz="4800" b="1" dirty="0">
                <a:latin typeface="隶书" panose="02010509060101010101" pitchFamily="49" charset="-122"/>
                <a:ea typeface="隶书" panose="02010509060101010101" pitchFamily="49" charset="-122"/>
              </a:rPr>
              <a:t>可信平台控制模块（</a:t>
            </a:r>
            <a:r>
              <a:rPr lang="en-US" altLang="zh-CN" sz="4800" b="1" dirty="0">
                <a:latin typeface="隶书" panose="02010509060101010101" pitchFamily="49" charset="-122"/>
                <a:ea typeface="隶书" panose="02010509060101010101" pitchFamily="49" charset="-122"/>
              </a:rPr>
              <a:t>TPCM</a:t>
            </a:r>
            <a:r>
              <a:rPr lang="zh-CN" altLang="en-US" sz="4800" b="1" dirty="0">
                <a:latin typeface="隶书" panose="02010509060101010101" pitchFamily="49" charset="-122"/>
                <a:ea typeface="隶书" panose="02010509060101010101" pitchFamily="49" charset="-122"/>
              </a:rPr>
              <a:t>）</a:t>
            </a:r>
          </a:p>
        </p:txBody>
      </p:sp>
    </p:spTree>
    <p:extLst>
      <p:ext uri="{BB962C8B-B14F-4D97-AF65-F5344CB8AC3E}">
        <p14:creationId xmlns:p14="http://schemas.microsoft.com/office/powerpoint/2010/main" val="8754153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96451EE-CD2C-4020-A567-580FFEE615FB}"/>
              </a:ext>
            </a:extLst>
          </p:cNvPr>
          <p:cNvSpPr>
            <a:spLocks noGrp="1"/>
          </p:cNvSpPr>
          <p:nvPr>
            <p:ph type="title"/>
          </p:nvPr>
        </p:nvSpPr>
        <p:spPr/>
        <p:txBody>
          <a:bodyPr/>
          <a:lstStyle/>
          <a:p>
            <a:r>
              <a:rPr lang="zh-CN" altLang="en-US" dirty="0"/>
              <a:t>可信平台控制模块</a:t>
            </a:r>
          </a:p>
        </p:txBody>
      </p:sp>
      <p:sp>
        <p:nvSpPr>
          <p:cNvPr id="4" name="灯片编号占位符 3">
            <a:extLst>
              <a:ext uri="{FF2B5EF4-FFF2-40B4-BE49-F238E27FC236}">
                <a16:creationId xmlns:a16="http://schemas.microsoft.com/office/drawing/2014/main" id="{238106D7-5353-4A17-948F-8809FC8A5F4B}"/>
              </a:ext>
            </a:extLst>
          </p:cNvPr>
          <p:cNvSpPr>
            <a:spLocks noGrp="1"/>
          </p:cNvSpPr>
          <p:nvPr>
            <p:ph type="sldNum" sz="quarter" idx="10"/>
          </p:nvPr>
        </p:nvSpPr>
        <p:spPr/>
        <p:txBody>
          <a:bodyPr/>
          <a:lstStyle/>
          <a:p>
            <a:r>
              <a:rPr lang="en-US" altLang="zh-CN"/>
              <a:t>Page </a:t>
            </a:r>
            <a:fld id="{AF655B59-12D5-4828-87B1-F838F673600E}" type="slidenum">
              <a:rPr lang="en-US" altLang="zh-CN" smtClean="0"/>
              <a:pPr/>
              <a:t>2</a:t>
            </a:fld>
            <a:endParaRPr lang="en-US" altLang="zh-CN"/>
          </a:p>
        </p:txBody>
      </p:sp>
      <p:pic>
        <p:nvPicPr>
          <p:cNvPr id="8" name="图片 7">
            <a:extLst>
              <a:ext uri="{FF2B5EF4-FFF2-40B4-BE49-F238E27FC236}">
                <a16:creationId xmlns:a16="http://schemas.microsoft.com/office/drawing/2014/main" id="{0C266FF8-0923-4570-958C-99A238695F1E}"/>
              </a:ext>
            </a:extLst>
          </p:cNvPr>
          <p:cNvPicPr>
            <a:picLocks noChangeAspect="1"/>
          </p:cNvPicPr>
          <p:nvPr/>
        </p:nvPicPr>
        <p:blipFill>
          <a:blip r:embed="rId2"/>
          <a:stretch>
            <a:fillRect/>
          </a:stretch>
        </p:blipFill>
        <p:spPr>
          <a:xfrm>
            <a:off x="381000" y="1518791"/>
            <a:ext cx="8343899" cy="91960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2" name="图片 11">
            <a:extLst>
              <a:ext uri="{FF2B5EF4-FFF2-40B4-BE49-F238E27FC236}">
                <a16:creationId xmlns:a16="http://schemas.microsoft.com/office/drawing/2014/main" id="{DE8968DF-207B-48ED-9649-AA601F6E0660}"/>
              </a:ext>
            </a:extLst>
          </p:cNvPr>
          <p:cNvPicPr>
            <a:picLocks noChangeAspect="1"/>
          </p:cNvPicPr>
          <p:nvPr/>
        </p:nvPicPr>
        <p:blipFill>
          <a:blip r:embed="rId3"/>
          <a:stretch>
            <a:fillRect/>
          </a:stretch>
        </p:blipFill>
        <p:spPr>
          <a:xfrm>
            <a:off x="381000" y="3130628"/>
            <a:ext cx="8382000" cy="144137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4" name="图片 13">
            <a:extLst>
              <a:ext uri="{FF2B5EF4-FFF2-40B4-BE49-F238E27FC236}">
                <a16:creationId xmlns:a16="http://schemas.microsoft.com/office/drawing/2014/main" id="{5ACD83EE-1AF7-47CA-B246-E44FA4318798}"/>
              </a:ext>
            </a:extLst>
          </p:cNvPr>
          <p:cNvPicPr>
            <a:picLocks noChangeAspect="1"/>
          </p:cNvPicPr>
          <p:nvPr/>
        </p:nvPicPr>
        <p:blipFill>
          <a:blip r:embed="rId4"/>
          <a:stretch>
            <a:fillRect/>
          </a:stretch>
        </p:blipFill>
        <p:spPr>
          <a:xfrm>
            <a:off x="381000" y="5277555"/>
            <a:ext cx="8534400" cy="81844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56007943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wipe(down)">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53" presetClass="entr" presetSubtype="16"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 calcmode="lin" valueType="num">
                                      <p:cBhvr>
                                        <p:cTn id="17" dur="500" fill="hold"/>
                                        <p:tgtEl>
                                          <p:spTgt spid="14"/>
                                        </p:tgtEl>
                                        <p:attrNameLst>
                                          <p:attrName>ppt_w</p:attrName>
                                        </p:attrNameLst>
                                      </p:cBhvr>
                                      <p:tavLst>
                                        <p:tav tm="0">
                                          <p:val>
                                            <p:fltVal val="0"/>
                                          </p:val>
                                        </p:tav>
                                        <p:tav tm="100000">
                                          <p:val>
                                            <p:strVal val="#ppt_w"/>
                                          </p:val>
                                        </p:tav>
                                      </p:tavLst>
                                    </p:anim>
                                    <p:anim calcmode="lin" valueType="num">
                                      <p:cBhvr>
                                        <p:cTn id="18" dur="500" fill="hold"/>
                                        <p:tgtEl>
                                          <p:spTgt spid="14"/>
                                        </p:tgtEl>
                                        <p:attrNameLst>
                                          <p:attrName>ppt_h</p:attrName>
                                        </p:attrNameLst>
                                      </p:cBhvr>
                                      <p:tavLst>
                                        <p:tav tm="0">
                                          <p:val>
                                            <p:fltVal val="0"/>
                                          </p:val>
                                        </p:tav>
                                        <p:tav tm="100000">
                                          <p:val>
                                            <p:strVal val="#ppt_h"/>
                                          </p:val>
                                        </p:tav>
                                      </p:tavLst>
                                    </p:anim>
                                    <p:animEffect transition="in" filter="fade">
                                      <p:cBhvr>
                                        <p:cTn id="19"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B50626D-0152-4EEE-9A74-33D96C2784AC}"/>
              </a:ext>
            </a:extLst>
          </p:cNvPr>
          <p:cNvSpPr>
            <a:spLocks noGrp="1"/>
          </p:cNvSpPr>
          <p:nvPr>
            <p:ph type="title"/>
          </p:nvPr>
        </p:nvSpPr>
        <p:spPr/>
        <p:txBody>
          <a:bodyPr/>
          <a:lstStyle/>
          <a:p>
            <a:r>
              <a:rPr lang="zh-CN" altLang="en-US" dirty="0"/>
              <a:t>可信平台控制模块</a:t>
            </a:r>
          </a:p>
        </p:txBody>
      </p:sp>
      <p:pic>
        <p:nvPicPr>
          <p:cNvPr id="6" name="内容占位符 5">
            <a:extLst>
              <a:ext uri="{FF2B5EF4-FFF2-40B4-BE49-F238E27FC236}">
                <a16:creationId xmlns:a16="http://schemas.microsoft.com/office/drawing/2014/main" id="{16A91BA3-6318-4637-B60B-4AEF846B8F4F}"/>
              </a:ext>
            </a:extLst>
          </p:cNvPr>
          <p:cNvPicPr>
            <a:picLocks noGrp="1" noChangeAspect="1"/>
          </p:cNvPicPr>
          <p:nvPr>
            <p:ph idx="1"/>
          </p:nvPr>
        </p:nvPicPr>
        <p:blipFill>
          <a:blip r:embed="rId2"/>
          <a:stretch>
            <a:fillRect/>
          </a:stretch>
        </p:blipFill>
        <p:spPr>
          <a:xfrm>
            <a:off x="388937" y="1600200"/>
            <a:ext cx="8297863" cy="990600"/>
          </a:xfrm>
        </p:spPr>
      </p:pic>
      <p:sp>
        <p:nvSpPr>
          <p:cNvPr id="4" name="灯片编号占位符 3">
            <a:extLst>
              <a:ext uri="{FF2B5EF4-FFF2-40B4-BE49-F238E27FC236}">
                <a16:creationId xmlns:a16="http://schemas.microsoft.com/office/drawing/2014/main" id="{B2A468BC-7B9B-4C85-831D-21FAB04EC605}"/>
              </a:ext>
            </a:extLst>
          </p:cNvPr>
          <p:cNvSpPr>
            <a:spLocks noGrp="1"/>
          </p:cNvSpPr>
          <p:nvPr>
            <p:ph type="sldNum" sz="quarter" idx="10"/>
          </p:nvPr>
        </p:nvSpPr>
        <p:spPr/>
        <p:txBody>
          <a:bodyPr/>
          <a:lstStyle/>
          <a:p>
            <a:r>
              <a:rPr lang="en-US" altLang="zh-CN"/>
              <a:t>Page </a:t>
            </a:r>
            <a:fld id="{AF655B59-12D5-4828-87B1-F838F673600E}" type="slidenum">
              <a:rPr lang="en-US" altLang="zh-CN" smtClean="0"/>
              <a:pPr/>
              <a:t>3</a:t>
            </a:fld>
            <a:endParaRPr lang="en-US" altLang="zh-CN"/>
          </a:p>
        </p:txBody>
      </p:sp>
      <p:pic>
        <p:nvPicPr>
          <p:cNvPr id="8" name="图片 7">
            <a:extLst>
              <a:ext uri="{FF2B5EF4-FFF2-40B4-BE49-F238E27FC236}">
                <a16:creationId xmlns:a16="http://schemas.microsoft.com/office/drawing/2014/main" id="{2EF90C30-7D78-419B-80DA-77FD44E9A632}"/>
              </a:ext>
            </a:extLst>
          </p:cNvPr>
          <p:cNvPicPr>
            <a:picLocks noChangeAspect="1"/>
          </p:cNvPicPr>
          <p:nvPr/>
        </p:nvPicPr>
        <p:blipFill>
          <a:blip r:embed="rId3"/>
          <a:stretch>
            <a:fillRect/>
          </a:stretch>
        </p:blipFill>
        <p:spPr>
          <a:xfrm>
            <a:off x="388937" y="2983741"/>
            <a:ext cx="8297863" cy="3264659"/>
          </a:xfrm>
          <a:prstGeom prst="rect">
            <a:avLst/>
          </a:prstGeom>
        </p:spPr>
      </p:pic>
    </p:spTree>
    <p:extLst>
      <p:ext uri="{BB962C8B-B14F-4D97-AF65-F5344CB8AC3E}">
        <p14:creationId xmlns:p14="http://schemas.microsoft.com/office/powerpoint/2010/main" val="71858199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6F079D5-CFDA-40DB-8D1E-782630746999}"/>
              </a:ext>
            </a:extLst>
          </p:cNvPr>
          <p:cNvSpPr>
            <a:spLocks noGrp="1"/>
          </p:cNvSpPr>
          <p:nvPr>
            <p:ph type="title"/>
          </p:nvPr>
        </p:nvSpPr>
        <p:spPr/>
        <p:txBody>
          <a:bodyPr/>
          <a:lstStyle/>
          <a:p>
            <a:r>
              <a:rPr lang="zh-CN" altLang="en-US" dirty="0"/>
              <a:t>可信计算节点</a:t>
            </a:r>
            <a:r>
              <a:rPr lang="en-US" altLang="zh-CN" dirty="0"/>
              <a:t>ZE</a:t>
            </a:r>
            <a:endParaRPr lang="zh-CN" altLang="en-US" dirty="0"/>
          </a:p>
        </p:txBody>
      </p:sp>
      <p:pic>
        <p:nvPicPr>
          <p:cNvPr id="6" name="内容占位符 5">
            <a:extLst>
              <a:ext uri="{FF2B5EF4-FFF2-40B4-BE49-F238E27FC236}">
                <a16:creationId xmlns:a16="http://schemas.microsoft.com/office/drawing/2014/main" id="{3B293D88-E9E6-44F4-913E-8C8214D35A1A}"/>
              </a:ext>
            </a:extLst>
          </p:cNvPr>
          <p:cNvPicPr>
            <a:picLocks noGrp="1" noChangeAspect="1"/>
          </p:cNvPicPr>
          <p:nvPr>
            <p:ph idx="1"/>
          </p:nvPr>
        </p:nvPicPr>
        <p:blipFill>
          <a:blip r:embed="rId2"/>
          <a:stretch>
            <a:fillRect/>
          </a:stretch>
        </p:blipFill>
        <p:spPr>
          <a:xfrm>
            <a:off x="321468" y="2286000"/>
            <a:ext cx="8501063" cy="2592094"/>
          </a:xfrm>
        </p:spPr>
      </p:pic>
      <p:sp>
        <p:nvSpPr>
          <p:cNvPr id="4" name="灯片编号占位符 3">
            <a:extLst>
              <a:ext uri="{FF2B5EF4-FFF2-40B4-BE49-F238E27FC236}">
                <a16:creationId xmlns:a16="http://schemas.microsoft.com/office/drawing/2014/main" id="{2DEFA548-A373-4E4C-B812-9738D6B49E13}"/>
              </a:ext>
            </a:extLst>
          </p:cNvPr>
          <p:cNvSpPr>
            <a:spLocks noGrp="1"/>
          </p:cNvSpPr>
          <p:nvPr>
            <p:ph type="sldNum" sz="quarter" idx="10"/>
          </p:nvPr>
        </p:nvSpPr>
        <p:spPr/>
        <p:txBody>
          <a:bodyPr/>
          <a:lstStyle/>
          <a:p>
            <a:r>
              <a:rPr lang="en-US" altLang="zh-CN"/>
              <a:t>Page </a:t>
            </a:r>
            <a:fld id="{AF655B59-12D5-4828-87B1-F838F673600E}" type="slidenum">
              <a:rPr lang="en-US" altLang="zh-CN" smtClean="0"/>
              <a:pPr/>
              <a:t>4</a:t>
            </a:fld>
            <a:endParaRPr lang="en-US" altLang="zh-CN"/>
          </a:p>
        </p:txBody>
      </p:sp>
    </p:spTree>
    <p:extLst>
      <p:ext uri="{BB962C8B-B14F-4D97-AF65-F5344CB8AC3E}">
        <p14:creationId xmlns:p14="http://schemas.microsoft.com/office/powerpoint/2010/main" val="188321291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E536F49-980D-44E2-B14B-BA3956FDB341}"/>
              </a:ext>
            </a:extLst>
          </p:cNvPr>
          <p:cNvSpPr>
            <a:spLocks noGrp="1"/>
          </p:cNvSpPr>
          <p:nvPr>
            <p:ph type="title"/>
          </p:nvPr>
        </p:nvSpPr>
        <p:spPr>
          <a:xfrm>
            <a:off x="2286000" y="228600"/>
            <a:ext cx="3810000" cy="639763"/>
          </a:xfrm>
        </p:spPr>
        <p:txBody>
          <a:bodyPr/>
          <a:lstStyle/>
          <a:p>
            <a:r>
              <a:rPr lang="zh-CN" altLang="en-US" dirty="0"/>
              <a:t>可信计算节点架构</a:t>
            </a:r>
          </a:p>
        </p:txBody>
      </p:sp>
      <p:pic>
        <p:nvPicPr>
          <p:cNvPr id="6" name="内容占位符 5">
            <a:extLst>
              <a:ext uri="{FF2B5EF4-FFF2-40B4-BE49-F238E27FC236}">
                <a16:creationId xmlns:a16="http://schemas.microsoft.com/office/drawing/2014/main" id="{CF3C2428-3291-44FB-B3C2-D050D82C42C1}"/>
              </a:ext>
            </a:extLst>
          </p:cNvPr>
          <p:cNvPicPr>
            <a:picLocks noGrp="1" noChangeAspect="1"/>
          </p:cNvPicPr>
          <p:nvPr>
            <p:ph idx="1"/>
          </p:nvPr>
        </p:nvPicPr>
        <p:blipFill>
          <a:blip r:embed="rId2"/>
          <a:stretch>
            <a:fillRect/>
          </a:stretch>
        </p:blipFill>
        <p:spPr>
          <a:xfrm>
            <a:off x="838200" y="1137104"/>
            <a:ext cx="7239000" cy="5416096"/>
          </a:xfrm>
        </p:spPr>
      </p:pic>
      <p:sp>
        <p:nvSpPr>
          <p:cNvPr id="4" name="灯片编号占位符 3">
            <a:extLst>
              <a:ext uri="{FF2B5EF4-FFF2-40B4-BE49-F238E27FC236}">
                <a16:creationId xmlns:a16="http://schemas.microsoft.com/office/drawing/2014/main" id="{B2BA52B3-5F15-4872-A042-ABDA5B49D9A2}"/>
              </a:ext>
            </a:extLst>
          </p:cNvPr>
          <p:cNvSpPr>
            <a:spLocks noGrp="1"/>
          </p:cNvSpPr>
          <p:nvPr>
            <p:ph type="sldNum" sz="quarter" idx="10"/>
          </p:nvPr>
        </p:nvSpPr>
        <p:spPr/>
        <p:txBody>
          <a:bodyPr/>
          <a:lstStyle/>
          <a:p>
            <a:r>
              <a:rPr lang="en-US" altLang="zh-CN"/>
              <a:t>Page </a:t>
            </a:r>
            <a:fld id="{AF655B59-12D5-4828-87B1-F838F673600E}" type="slidenum">
              <a:rPr lang="en-US" altLang="zh-CN" smtClean="0"/>
              <a:pPr/>
              <a:t>5</a:t>
            </a:fld>
            <a:endParaRPr lang="en-US" altLang="zh-CN"/>
          </a:p>
        </p:txBody>
      </p:sp>
    </p:spTree>
    <p:extLst>
      <p:ext uri="{BB962C8B-B14F-4D97-AF65-F5344CB8AC3E}">
        <p14:creationId xmlns:p14="http://schemas.microsoft.com/office/powerpoint/2010/main" val="161605239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C11D35F-1315-48FC-920D-1EA48E595BF8}"/>
              </a:ext>
            </a:extLst>
          </p:cNvPr>
          <p:cNvSpPr>
            <a:spLocks noGrp="1"/>
          </p:cNvSpPr>
          <p:nvPr>
            <p:ph type="title"/>
          </p:nvPr>
        </p:nvSpPr>
        <p:spPr/>
        <p:txBody>
          <a:bodyPr/>
          <a:lstStyle/>
          <a:p>
            <a:r>
              <a:rPr lang="zh-CN" altLang="en-US" dirty="0"/>
              <a:t>可信平台控制模块与外部的交互</a:t>
            </a:r>
          </a:p>
        </p:txBody>
      </p:sp>
      <p:pic>
        <p:nvPicPr>
          <p:cNvPr id="6" name="内容占位符 5">
            <a:extLst>
              <a:ext uri="{FF2B5EF4-FFF2-40B4-BE49-F238E27FC236}">
                <a16:creationId xmlns:a16="http://schemas.microsoft.com/office/drawing/2014/main" id="{AA78CE2F-D35D-491D-8BF3-2B835C33ECEF}"/>
              </a:ext>
            </a:extLst>
          </p:cNvPr>
          <p:cNvPicPr>
            <a:picLocks noGrp="1" noChangeAspect="1"/>
          </p:cNvPicPr>
          <p:nvPr>
            <p:ph idx="1"/>
          </p:nvPr>
        </p:nvPicPr>
        <p:blipFill>
          <a:blip r:embed="rId2"/>
          <a:stretch>
            <a:fillRect/>
          </a:stretch>
        </p:blipFill>
        <p:spPr>
          <a:xfrm>
            <a:off x="190500" y="1600200"/>
            <a:ext cx="8763000" cy="4419600"/>
          </a:xfrm>
        </p:spPr>
      </p:pic>
      <p:sp>
        <p:nvSpPr>
          <p:cNvPr id="4" name="灯片编号占位符 3">
            <a:extLst>
              <a:ext uri="{FF2B5EF4-FFF2-40B4-BE49-F238E27FC236}">
                <a16:creationId xmlns:a16="http://schemas.microsoft.com/office/drawing/2014/main" id="{2110092A-3399-4630-9A0D-0EE63A6CB3BB}"/>
              </a:ext>
            </a:extLst>
          </p:cNvPr>
          <p:cNvSpPr>
            <a:spLocks noGrp="1"/>
          </p:cNvSpPr>
          <p:nvPr>
            <p:ph type="sldNum" sz="quarter" idx="10"/>
          </p:nvPr>
        </p:nvSpPr>
        <p:spPr/>
        <p:txBody>
          <a:bodyPr/>
          <a:lstStyle/>
          <a:p>
            <a:r>
              <a:rPr lang="en-US" altLang="zh-CN"/>
              <a:t>Page </a:t>
            </a:r>
            <a:fld id="{AF655B59-12D5-4828-87B1-F838F673600E}" type="slidenum">
              <a:rPr lang="en-US" altLang="zh-CN" smtClean="0"/>
              <a:pPr/>
              <a:t>6</a:t>
            </a:fld>
            <a:endParaRPr lang="en-US" altLang="zh-CN"/>
          </a:p>
        </p:txBody>
      </p:sp>
    </p:spTree>
    <p:extLst>
      <p:ext uri="{BB962C8B-B14F-4D97-AF65-F5344CB8AC3E}">
        <p14:creationId xmlns:p14="http://schemas.microsoft.com/office/powerpoint/2010/main" val="319474509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82CCA74-04C3-43E2-B4A0-4868B9FF4827}"/>
              </a:ext>
            </a:extLst>
          </p:cNvPr>
          <p:cNvSpPr>
            <a:spLocks noGrp="1"/>
          </p:cNvSpPr>
          <p:nvPr>
            <p:ph type="title"/>
          </p:nvPr>
        </p:nvSpPr>
        <p:spPr/>
        <p:txBody>
          <a:bodyPr/>
          <a:lstStyle/>
          <a:p>
            <a:r>
              <a:rPr lang="zh-CN" altLang="en-US" dirty="0"/>
              <a:t>可信平台控制模块功能组成</a:t>
            </a:r>
          </a:p>
        </p:txBody>
      </p:sp>
      <p:pic>
        <p:nvPicPr>
          <p:cNvPr id="6" name="内容占位符 5">
            <a:extLst>
              <a:ext uri="{FF2B5EF4-FFF2-40B4-BE49-F238E27FC236}">
                <a16:creationId xmlns:a16="http://schemas.microsoft.com/office/drawing/2014/main" id="{7D2265B5-E26A-4F7F-A3EF-4351BB370086}"/>
              </a:ext>
            </a:extLst>
          </p:cNvPr>
          <p:cNvPicPr>
            <a:picLocks noGrp="1" noChangeAspect="1"/>
          </p:cNvPicPr>
          <p:nvPr>
            <p:ph idx="1"/>
          </p:nvPr>
        </p:nvPicPr>
        <p:blipFill>
          <a:blip r:embed="rId2"/>
          <a:stretch>
            <a:fillRect/>
          </a:stretch>
        </p:blipFill>
        <p:spPr>
          <a:xfrm>
            <a:off x="2438400" y="1127982"/>
            <a:ext cx="6706156" cy="5410200"/>
          </a:xfrm>
        </p:spPr>
      </p:pic>
      <p:sp>
        <p:nvSpPr>
          <p:cNvPr id="4" name="灯片编号占位符 3">
            <a:extLst>
              <a:ext uri="{FF2B5EF4-FFF2-40B4-BE49-F238E27FC236}">
                <a16:creationId xmlns:a16="http://schemas.microsoft.com/office/drawing/2014/main" id="{B06FD4A4-1A43-4792-8729-55373A8E409E}"/>
              </a:ext>
            </a:extLst>
          </p:cNvPr>
          <p:cNvSpPr>
            <a:spLocks noGrp="1"/>
          </p:cNvSpPr>
          <p:nvPr>
            <p:ph type="sldNum" sz="quarter" idx="10"/>
          </p:nvPr>
        </p:nvSpPr>
        <p:spPr/>
        <p:txBody>
          <a:bodyPr/>
          <a:lstStyle/>
          <a:p>
            <a:r>
              <a:rPr lang="en-US" altLang="zh-CN"/>
              <a:t>Page </a:t>
            </a:r>
            <a:fld id="{AF655B59-12D5-4828-87B1-F838F673600E}" type="slidenum">
              <a:rPr lang="en-US" altLang="zh-CN" smtClean="0"/>
              <a:pPr/>
              <a:t>7</a:t>
            </a:fld>
            <a:endParaRPr lang="en-US" altLang="zh-CN"/>
          </a:p>
        </p:txBody>
      </p:sp>
      <p:sp>
        <p:nvSpPr>
          <p:cNvPr id="7" name="文本框 6">
            <a:extLst>
              <a:ext uri="{FF2B5EF4-FFF2-40B4-BE49-F238E27FC236}">
                <a16:creationId xmlns:a16="http://schemas.microsoft.com/office/drawing/2014/main" id="{AFF0ED65-7411-426D-927A-B3E3EA77E9E1}"/>
              </a:ext>
            </a:extLst>
          </p:cNvPr>
          <p:cNvSpPr txBox="1"/>
          <p:nvPr/>
        </p:nvSpPr>
        <p:spPr>
          <a:xfrm>
            <a:off x="228600" y="1981200"/>
            <a:ext cx="1974526" cy="2677656"/>
          </a:xfrm>
          <a:prstGeom prst="rect">
            <a:avLst/>
          </a:prstGeom>
          <a:noFill/>
        </p:spPr>
        <p:txBody>
          <a:bodyPr wrap="square" rtlCol="0">
            <a:spAutoFit/>
          </a:bodyPr>
          <a:lstStyle/>
          <a:p>
            <a:pPr algn="just"/>
            <a:r>
              <a:rPr lang="en-US" altLang="zh-CN" sz="2800" b="1" dirty="0">
                <a:solidFill>
                  <a:srgbClr val="FF0000"/>
                </a:solidFill>
              </a:rPr>
              <a:t>TPCM</a:t>
            </a:r>
            <a:r>
              <a:rPr lang="zh-CN" altLang="en-US" sz="2800" b="1" dirty="0">
                <a:solidFill>
                  <a:srgbClr val="FF0000"/>
                </a:solidFill>
              </a:rPr>
              <a:t>模块是一个逻辑概念，由功能组件、基础软件和硬件组成</a:t>
            </a:r>
            <a:r>
              <a:rPr lang="zh-CN" altLang="en-US" sz="2800" dirty="0">
                <a:solidFill>
                  <a:srgbClr val="FF0000"/>
                </a:solidFill>
              </a:rPr>
              <a:t>。</a:t>
            </a:r>
          </a:p>
        </p:txBody>
      </p:sp>
    </p:spTree>
    <p:extLst>
      <p:ext uri="{BB962C8B-B14F-4D97-AF65-F5344CB8AC3E}">
        <p14:creationId xmlns:p14="http://schemas.microsoft.com/office/powerpoint/2010/main" val="383800425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9DCD3E7-76E5-4D0E-BA37-1C0000E00E67}"/>
              </a:ext>
            </a:extLst>
          </p:cNvPr>
          <p:cNvSpPr>
            <a:spLocks noGrp="1"/>
          </p:cNvSpPr>
          <p:nvPr>
            <p:ph type="title"/>
          </p:nvPr>
        </p:nvSpPr>
        <p:spPr/>
        <p:txBody>
          <a:bodyPr/>
          <a:lstStyle/>
          <a:p>
            <a:r>
              <a:rPr lang="zh-CN" altLang="en-US" dirty="0"/>
              <a:t>可信平台控制模块功能组成</a:t>
            </a:r>
          </a:p>
        </p:txBody>
      </p:sp>
      <p:pic>
        <p:nvPicPr>
          <p:cNvPr id="6" name="内容占位符 5">
            <a:extLst>
              <a:ext uri="{FF2B5EF4-FFF2-40B4-BE49-F238E27FC236}">
                <a16:creationId xmlns:a16="http://schemas.microsoft.com/office/drawing/2014/main" id="{0705CB54-99E4-4897-BDCE-76BB23035C6F}"/>
              </a:ext>
            </a:extLst>
          </p:cNvPr>
          <p:cNvPicPr>
            <a:picLocks noGrp="1" noChangeAspect="1"/>
          </p:cNvPicPr>
          <p:nvPr>
            <p:ph idx="1"/>
          </p:nvPr>
        </p:nvPicPr>
        <p:blipFill>
          <a:blip r:embed="rId2"/>
          <a:stretch>
            <a:fillRect/>
          </a:stretch>
        </p:blipFill>
        <p:spPr>
          <a:xfrm>
            <a:off x="0" y="1143000"/>
            <a:ext cx="9144000" cy="857671"/>
          </a:xfrm>
        </p:spPr>
      </p:pic>
      <p:sp>
        <p:nvSpPr>
          <p:cNvPr id="4" name="灯片编号占位符 3">
            <a:extLst>
              <a:ext uri="{FF2B5EF4-FFF2-40B4-BE49-F238E27FC236}">
                <a16:creationId xmlns:a16="http://schemas.microsoft.com/office/drawing/2014/main" id="{26C76F8D-872C-41AB-A720-271E92D5EA42}"/>
              </a:ext>
            </a:extLst>
          </p:cNvPr>
          <p:cNvSpPr>
            <a:spLocks noGrp="1"/>
          </p:cNvSpPr>
          <p:nvPr>
            <p:ph type="sldNum" sz="quarter" idx="10"/>
          </p:nvPr>
        </p:nvSpPr>
        <p:spPr/>
        <p:txBody>
          <a:bodyPr/>
          <a:lstStyle/>
          <a:p>
            <a:r>
              <a:rPr lang="en-US" altLang="zh-CN"/>
              <a:t>Page </a:t>
            </a:r>
            <a:fld id="{AF655B59-12D5-4828-87B1-F838F673600E}" type="slidenum">
              <a:rPr lang="en-US" altLang="zh-CN" smtClean="0"/>
              <a:pPr/>
              <a:t>8</a:t>
            </a:fld>
            <a:endParaRPr lang="en-US" altLang="zh-CN"/>
          </a:p>
        </p:txBody>
      </p:sp>
      <p:pic>
        <p:nvPicPr>
          <p:cNvPr id="8" name="图片 7">
            <a:extLst>
              <a:ext uri="{FF2B5EF4-FFF2-40B4-BE49-F238E27FC236}">
                <a16:creationId xmlns:a16="http://schemas.microsoft.com/office/drawing/2014/main" id="{FCDC4150-48A7-41EF-B16A-8435AEF9281B}"/>
              </a:ext>
            </a:extLst>
          </p:cNvPr>
          <p:cNvPicPr>
            <a:picLocks noChangeAspect="1"/>
          </p:cNvPicPr>
          <p:nvPr/>
        </p:nvPicPr>
        <p:blipFill>
          <a:blip r:embed="rId3"/>
          <a:stretch>
            <a:fillRect/>
          </a:stretch>
        </p:blipFill>
        <p:spPr>
          <a:xfrm>
            <a:off x="0" y="2235866"/>
            <a:ext cx="9144000" cy="659734"/>
          </a:xfrm>
          <a:prstGeom prst="rect">
            <a:avLst/>
          </a:prstGeom>
        </p:spPr>
      </p:pic>
      <p:pic>
        <p:nvPicPr>
          <p:cNvPr id="10" name="图片 9">
            <a:extLst>
              <a:ext uri="{FF2B5EF4-FFF2-40B4-BE49-F238E27FC236}">
                <a16:creationId xmlns:a16="http://schemas.microsoft.com/office/drawing/2014/main" id="{B8B4B15F-011D-4AC8-8CF4-480AA7661B71}"/>
              </a:ext>
            </a:extLst>
          </p:cNvPr>
          <p:cNvPicPr>
            <a:picLocks noChangeAspect="1"/>
          </p:cNvPicPr>
          <p:nvPr/>
        </p:nvPicPr>
        <p:blipFill>
          <a:blip r:embed="rId4"/>
          <a:stretch>
            <a:fillRect/>
          </a:stretch>
        </p:blipFill>
        <p:spPr>
          <a:xfrm>
            <a:off x="0" y="3124200"/>
            <a:ext cx="9144000" cy="610532"/>
          </a:xfrm>
          <a:prstGeom prst="rect">
            <a:avLst/>
          </a:prstGeom>
        </p:spPr>
      </p:pic>
      <p:pic>
        <p:nvPicPr>
          <p:cNvPr id="12" name="图片 11">
            <a:extLst>
              <a:ext uri="{FF2B5EF4-FFF2-40B4-BE49-F238E27FC236}">
                <a16:creationId xmlns:a16="http://schemas.microsoft.com/office/drawing/2014/main" id="{4681FF92-27F4-4E6A-B4CC-14ED691968C1}"/>
              </a:ext>
            </a:extLst>
          </p:cNvPr>
          <p:cNvPicPr>
            <a:picLocks noChangeAspect="1"/>
          </p:cNvPicPr>
          <p:nvPr/>
        </p:nvPicPr>
        <p:blipFill>
          <a:blip r:embed="rId5"/>
          <a:stretch>
            <a:fillRect/>
          </a:stretch>
        </p:blipFill>
        <p:spPr>
          <a:xfrm>
            <a:off x="-5006" y="3975729"/>
            <a:ext cx="9144000" cy="2577471"/>
          </a:xfrm>
          <a:prstGeom prst="rect">
            <a:avLst/>
          </a:prstGeom>
        </p:spPr>
      </p:pic>
    </p:spTree>
    <p:extLst>
      <p:ext uri="{BB962C8B-B14F-4D97-AF65-F5344CB8AC3E}">
        <p14:creationId xmlns:p14="http://schemas.microsoft.com/office/powerpoint/2010/main" val="417801972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0F2086C-61E2-4D6C-AC02-A3F4D4360E9C}"/>
              </a:ext>
            </a:extLst>
          </p:cNvPr>
          <p:cNvSpPr>
            <a:spLocks noGrp="1"/>
          </p:cNvSpPr>
          <p:nvPr>
            <p:ph type="title"/>
          </p:nvPr>
        </p:nvSpPr>
        <p:spPr/>
        <p:txBody>
          <a:bodyPr/>
          <a:lstStyle/>
          <a:p>
            <a:r>
              <a:rPr lang="zh-CN" altLang="en-US" dirty="0"/>
              <a:t>可信平台控制模块接口</a:t>
            </a:r>
          </a:p>
        </p:txBody>
      </p:sp>
      <p:pic>
        <p:nvPicPr>
          <p:cNvPr id="6" name="内容占位符 5">
            <a:extLst>
              <a:ext uri="{FF2B5EF4-FFF2-40B4-BE49-F238E27FC236}">
                <a16:creationId xmlns:a16="http://schemas.microsoft.com/office/drawing/2014/main" id="{9DABDE77-A01D-418B-8EE8-9B923AB50AF1}"/>
              </a:ext>
            </a:extLst>
          </p:cNvPr>
          <p:cNvPicPr>
            <a:picLocks noGrp="1" noChangeAspect="1"/>
          </p:cNvPicPr>
          <p:nvPr>
            <p:ph idx="1"/>
          </p:nvPr>
        </p:nvPicPr>
        <p:blipFill>
          <a:blip r:embed="rId2"/>
          <a:stretch>
            <a:fillRect/>
          </a:stretch>
        </p:blipFill>
        <p:spPr>
          <a:xfrm>
            <a:off x="304800" y="1291292"/>
            <a:ext cx="8610600" cy="994708"/>
          </a:xfrm>
        </p:spPr>
      </p:pic>
      <p:sp>
        <p:nvSpPr>
          <p:cNvPr id="4" name="灯片编号占位符 3">
            <a:extLst>
              <a:ext uri="{FF2B5EF4-FFF2-40B4-BE49-F238E27FC236}">
                <a16:creationId xmlns:a16="http://schemas.microsoft.com/office/drawing/2014/main" id="{CBEBD673-C1D5-4004-87BD-08D5D3F6A777}"/>
              </a:ext>
            </a:extLst>
          </p:cNvPr>
          <p:cNvSpPr>
            <a:spLocks noGrp="1"/>
          </p:cNvSpPr>
          <p:nvPr>
            <p:ph type="sldNum" sz="quarter" idx="10"/>
          </p:nvPr>
        </p:nvSpPr>
        <p:spPr/>
        <p:txBody>
          <a:bodyPr/>
          <a:lstStyle/>
          <a:p>
            <a:r>
              <a:rPr lang="en-US" altLang="zh-CN"/>
              <a:t>Page </a:t>
            </a:r>
            <a:fld id="{AF655B59-12D5-4828-87B1-F838F673600E}" type="slidenum">
              <a:rPr lang="en-US" altLang="zh-CN" smtClean="0"/>
              <a:pPr/>
              <a:t>9</a:t>
            </a:fld>
            <a:endParaRPr lang="en-US" altLang="zh-CN"/>
          </a:p>
        </p:txBody>
      </p:sp>
      <p:pic>
        <p:nvPicPr>
          <p:cNvPr id="8" name="图片 7">
            <a:extLst>
              <a:ext uri="{FF2B5EF4-FFF2-40B4-BE49-F238E27FC236}">
                <a16:creationId xmlns:a16="http://schemas.microsoft.com/office/drawing/2014/main" id="{B2378EBE-ADBD-4FE2-BA9D-97F696AF8154}"/>
              </a:ext>
            </a:extLst>
          </p:cNvPr>
          <p:cNvPicPr>
            <a:picLocks noChangeAspect="1"/>
          </p:cNvPicPr>
          <p:nvPr/>
        </p:nvPicPr>
        <p:blipFill>
          <a:blip r:embed="rId3"/>
          <a:stretch>
            <a:fillRect/>
          </a:stretch>
        </p:blipFill>
        <p:spPr>
          <a:xfrm>
            <a:off x="304800" y="2438400"/>
            <a:ext cx="2534004" cy="470679"/>
          </a:xfrm>
          <a:prstGeom prst="rect">
            <a:avLst/>
          </a:prstGeom>
        </p:spPr>
      </p:pic>
      <p:pic>
        <p:nvPicPr>
          <p:cNvPr id="10" name="图片 9">
            <a:extLst>
              <a:ext uri="{FF2B5EF4-FFF2-40B4-BE49-F238E27FC236}">
                <a16:creationId xmlns:a16="http://schemas.microsoft.com/office/drawing/2014/main" id="{3E10425D-BEBA-47AA-9E0B-D0C1C6AFC49A}"/>
              </a:ext>
            </a:extLst>
          </p:cNvPr>
          <p:cNvPicPr>
            <a:picLocks noChangeAspect="1"/>
          </p:cNvPicPr>
          <p:nvPr/>
        </p:nvPicPr>
        <p:blipFill>
          <a:blip r:embed="rId4"/>
          <a:stretch>
            <a:fillRect/>
          </a:stretch>
        </p:blipFill>
        <p:spPr>
          <a:xfrm>
            <a:off x="304800" y="3048000"/>
            <a:ext cx="8610600" cy="885905"/>
          </a:xfrm>
          <a:prstGeom prst="rect">
            <a:avLst/>
          </a:prstGeom>
        </p:spPr>
      </p:pic>
      <p:pic>
        <p:nvPicPr>
          <p:cNvPr id="12" name="图片 11">
            <a:extLst>
              <a:ext uri="{FF2B5EF4-FFF2-40B4-BE49-F238E27FC236}">
                <a16:creationId xmlns:a16="http://schemas.microsoft.com/office/drawing/2014/main" id="{42B49F4E-4097-41E6-98CA-82188DDC73A9}"/>
              </a:ext>
            </a:extLst>
          </p:cNvPr>
          <p:cNvPicPr>
            <a:picLocks noChangeAspect="1"/>
          </p:cNvPicPr>
          <p:nvPr/>
        </p:nvPicPr>
        <p:blipFill>
          <a:blip r:embed="rId5"/>
          <a:stretch>
            <a:fillRect/>
          </a:stretch>
        </p:blipFill>
        <p:spPr>
          <a:xfrm>
            <a:off x="304800" y="3914695"/>
            <a:ext cx="8610600" cy="885905"/>
          </a:xfrm>
          <a:prstGeom prst="rect">
            <a:avLst/>
          </a:prstGeom>
        </p:spPr>
      </p:pic>
      <p:pic>
        <p:nvPicPr>
          <p:cNvPr id="14" name="图片 13">
            <a:extLst>
              <a:ext uri="{FF2B5EF4-FFF2-40B4-BE49-F238E27FC236}">
                <a16:creationId xmlns:a16="http://schemas.microsoft.com/office/drawing/2014/main" id="{704E1D4D-F086-4FF8-9BCA-ED3828A89C10}"/>
              </a:ext>
            </a:extLst>
          </p:cNvPr>
          <p:cNvPicPr>
            <a:picLocks noChangeAspect="1"/>
          </p:cNvPicPr>
          <p:nvPr/>
        </p:nvPicPr>
        <p:blipFill>
          <a:blip r:embed="rId6"/>
          <a:stretch>
            <a:fillRect/>
          </a:stretch>
        </p:blipFill>
        <p:spPr>
          <a:xfrm>
            <a:off x="290895" y="4939521"/>
            <a:ext cx="3061905" cy="470679"/>
          </a:xfrm>
          <a:prstGeom prst="rect">
            <a:avLst/>
          </a:prstGeom>
        </p:spPr>
      </p:pic>
      <p:pic>
        <p:nvPicPr>
          <p:cNvPr id="16" name="图片 15">
            <a:extLst>
              <a:ext uri="{FF2B5EF4-FFF2-40B4-BE49-F238E27FC236}">
                <a16:creationId xmlns:a16="http://schemas.microsoft.com/office/drawing/2014/main" id="{F8010C27-AACA-4123-9C2C-12B602A55AE0}"/>
              </a:ext>
            </a:extLst>
          </p:cNvPr>
          <p:cNvPicPr>
            <a:picLocks noChangeAspect="1"/>
          </p:cNvPicPr>
          <p:nvPr/>
        </p:nvPicPr>
        <p:blipFill>
          <a:blip r:embed="rId7"/>
          <a:stretch>
            <a:fillRect/>
          </a:stretch>
        </p:blipFill>
        <p:spPr>
          <a:xfrm>
            <a:off x="290895" y="5482165"/>
            <a:ext cx="8624506" cy="487963"/>
          </a:xfrm>
          <a:prstGeom prst="rect">
            <a:avLst/>
          </a:prstGeom>
        </p:spPr>
      </p:pic>
    </p:spTree>
    <p:extLst>
      <p:ext uri="{BB962C8B-B14F-4D97-AF65-F5344CB8AC3E}">
        <p14:creationId xmlns:p14="http://schemas.microsoft.com/office/powerpoint/2010/main" val="362706155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87800F0-62A5-4789-9E19-DEB7B4638FF5}"/>
              </a:ext>
            </a:extLst>
          </p:cNvPr>
          <p:cNvSpPr>
            <a:spLocks noGrp="1"/>
          </p:cNvSpPr>
          <p:nvPr>
            <p:ph type="title"/>
          </p:nvPr>
        </p:nvSpPr>
        <p:spPr/>
        <p:txBody>
          <a:bodyPr/>
          <a:lstStyle/>
          <a:p>
            <a:endParaRPr lang="zh-CN" altLang="en-US"/>
          </a:p>
        </p:txBody>
      </p:sp>
      <p:pic>
        <p:nvPicPr>
          <p:cNvPr id="6" name="内容占位符 5">
            <a:extLst>
              <a:ext uri="{FF2B5EF4-FFF2-40B4-BE49-F238E27FC236}">
                <a16:creationId xmlns:a16="http://schemas.microsoft.com/office/drawing/2014/main" id="{15391E96-2B30-4078-9E71-15ED685A3B7C}"/>
              </a:ext>
            </a:extLst>
          </p:cNvPr>
          <p:cNvPicPr>
            <a:picLocks noGrp="1" noChangeAspect="1"/>
          </p:cNvPicPr>
          <p:nvPr>
            <p:ph idx="1"/>
          </p:nvPr>
        </p:nvPicPr>
        <p:blipFill>
          <a:blip r:embed="rId2"/>
          <a:stretch>
            <a:fillRect/>
          </a:stretch>
        </p:blipFill>
        <p:spPr>
          <a:xfrm>
            <a:off x="0" y="1295400"/>
            <a:ext cx="2895600" cy="533400"/>
          </a:xfrm>
        </p:spPr>
      </p:pic>
      <p:sp>
        <p:nvSpPr>
          <p:cNvPr id="4" name="灯片编号占位符 3">
            <a:extLst>
              <a:ext uri="{FF2B5EF4-FFF2-40B4-BE49-F238E27FC236}">
                <a16:creationId xmlns:a16="http://schemas.microsoft.com/office/drawing/2014/main" id="{CC4B41A8-44E2-43F7-9A87-E5D152C5CD0F}"/>
              </a:ext>
            </a:extLst>
          </p:cNvPr>
          <p:cNvSpPr>
            <a:spLocks noGrp="1"/>
          </p:cNvSpPr>
          <p:nvPr>
            <p:ph type="sldNum" sz="quarter" idx="10"/>
          </p:nvPr>
        </p:nvSpPr>
        <p:spPr/>
        <p:txBody>
          <a:bodyPr/>
          <a:lstStyle/>
          <a:p>
            <a:r>
              <a:rPr lang="en-US" altLang="zh-CN"/>
              <a:t>Page </a:t>
            </a:r>
            <a:fld id="{AF655B59-12D5-4828-87B1-F838F673600E}" type="slidenum">
              <a:rPr lang="en-US" altLang="zh-CN" smtClean="0"/>
              <a:pPr/>
              <a:t>10</a:t>
            </a:fld>
            <a:endParaRPr lang="en-US" altLang="zh-CN"/>
          </a:p>
        </p:txBody>
      </p:sp>
      <p:pic>
        <p:nvPicPr>
          <p:cNvPr id="8" name="图片 7">
            <a:extLst>
              <a:ext uri="{FF2B5EF4-FFF2-40B4-BE49-F238E27FC236}">
                <a16:creationId xmlns:a16="http://schemas.microsoft.com/office/drawing/2014/main" id="{D0E67012-2C86-4D11-8C40-B40666F3A9C7}"/>
              </a:ext>
            </a:extLst>
          </p:cNvPr>
          <p:cNvPicPr>
            <a:picLocks noChangeAspect="1"/>
          </p:cNvPicPr>
          <p:nvPr/>
        </p:nvPicPr>
        <p:blipFill>
          <a:blip r:embed="rId3"/>
          <a:stretch>
            <a:fillRect/>
          </a:stretch>
        </p:blipFill>
        <p:spPr>
          <a:xfrm>
            <a:off x="152400" y="1905000"/>
            <a:ext cx="8686800" cy="926746"/>
          </a:xfrm>
          <a:prstGeom prst="rect">
            <a:avLst/>
          </a:prstGeom>
        </p:spPr>
      </p:pic>
      <p:pic>
        <p:nvPicPr>
          <p:cNvPr id="10" name="图片 9">
            <a:extLst>
              <a:ext uri="{FF2B5EF4-FFF2-40B4-BE49-F238E27FC236}">
                <a16:creationId xmlns:a16="http://schemas.microsoft.com/office/drawing/2014/main" id="{C28A1701-7977-4823-8256-8B8FDA8104FA}"/>
              </a:ext>
            </a:extLst>
          </p:cNvPr>
          <p:cNvPicPr>
            <a:picLocks noChangeAspect="1"/>
          </p:cNvPicPr>
          <p:nvPr/>
        </p:nvPicPr>
        <p:blipFill>
          <a:blip r:embed="rId4"/>
          <a:stretch>
            <a:fillRect/>
          </a:stretch>
        </p:blipFill>
        <p:spPr>
          <a:xfrm>
            <a:off x="152400" y="2819400"/>
            <a:ext cx="8686800" cy="568519"/>
          </a:xfrm>
          <a:prstGeom prst="rect">
            <a:avLst/>
          </a:prstGeom>
        </p:spPr>
      </p:pic>
      <p:pic>
        <p:nvPicPr>
          <p:cNvPr id="12" name="图片 11">
            <a:extLst>
              <a:ext uri="{FF2B5EF4-FFF2-40B4-BE49-F238E27FC236}">
                <a16:creationId xmlns:a16="http://schemas.microsoft.com/office/drawing/2014/main" id="{54358041-CE41-43CC-BD55-E9E663E594EC}"/>
              </a:ext>
            </a:extLst>
          </p:cNvPr>
          <p:cNvPicPr>
            <a:picLocks noChangeAspect="1"/>
          </p:cNvPicPr>
          <p:nvPr/>
        </p:nvPicPr>
        <p:blipFill>
          <a:blip r:embed="rId5"/>
          <a:stretch>
            <a:fillRect/>
          </a:stretch>
        </p:blipFill>
        <p:spPr>
          <a:xfrm>
            <a:off x="0" y="3481521"/>
            <a:ext cx="1781424" cy="480879"/>
          </a:xfrm>
          <a:prstGeom prst="rect">
            <a:avLst/>
          </a:prstGeom>
        </p:spPr>
      </p:pic>
      <p:pic>
        <p:nvPicPr>
          <p:cNvPr id="14" name="图片 13">
            <a:extLst>
              <a:ext uri="{FF2B5EF4-FFF2-40B4-BE49-F238E27FC236}">
                <a16:creationId xmlns:a16="http://schemas.microsoft.com/office/drawing/2014/main" id="{F3C05D37-36BF-4648-8A89-465DB18699A3}"/>
              </a:ext>
            </a:extLst>
          </p:cNvPr>
          <p:cNvPicPr>
            <a:picLocks noChangeAspect="1"/>
          </p:cNvPicPr>
          <p:nvPr/>
        </p:nvPicPr>
        <p:blipFill>
          <a:blip r:embed="rId6"/>
          <a:stretch>
            <a:fillRect/>
          </a:stretch>
        </p:blipFill>
        <p:spPr>
          <a:xfrm>
            <a:off x="152400" y="4038600"/>
            <a:ext cx="8686800" cy="490818"/>
          </a:xfrm>
          <a:prstGeom prst="rect">
            <a:avLst/>
          </a:prstGeom>
        </p:spPr>
      </p:pic>
      <p:pic>
        <p:nvPicPr>
          <p:cNvPr id="16" name="图片 15">
            <a:extLst>
              <a:ext uri="{FF2B5EF4-FFF2-40B4-BE49-F238E27FC236}">
                <a16:creationId xmlns:a16="http://schemas.microsoft.com/office/drawing/2014/main" id="{CB92E894-E845-4723-A12F-94E4735E3066}"/>
              </a:ext>
            </a:extLst>
          </p:cNvPr>
          <p:cNvPicPr>
            <a:picLocks noChangeAspect="1"/>
          </p:cNvPicPr>
          <p:nvPr/>
        </p:nvPicPr>
        <p:blipFill>
          <a:blip r:embed="rId7"/>
          <a:stretch>
            <a:fillRect/>
          </a:stretch>
        </p:blipFill>
        <p:spPr>
          <a:xfrm>
            <a:off x="152399" y="4495800"/>
            <a:ext cx="8686801" cy="2057400"/>
          </a:xfrm>
          <a:prstGeom prst="rect">
            <a:avLst/>
          </a:prstGeom>
        </p:spPr>
      </p:pic>
    </p:spTree>
    <p:extLst>
      <p:ext uri="{BB962C8B-B14F-4D97-AF65-F5344CB8AC3E}">
        <p14:creationId xmlns:p14="http://schemas.microsoft.com/office/powerpoint/2010/main" val="402744939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B6F2F5-D203-48B4-B4D1-19861A048608}"/>
              </a:ext>
            </a:extLst>
          </p:cNvPr>
          <p:cNvSpPr>
            <a:spLocks noGrp="1"/>
          </p:cNvSpPr>
          <p:nvPr>
            <p:ph type="title"/>
          </p:nvPr>
        </p:nvSpPr>
        <p:spPr/>
        <p:txBody>
          <a:bodyPr/>
          <a:lstStyle/>
          <a:p>
            <a:r>
              <a:rPr lang="en-US" altLang="zh-CN" dirty="0"/>
              <a:t>TPCM</a:t>
            </a:r>
            <a:r>
              <a:rPr lang="zh-CN" altLang="en-US" dirty="0"/>
              <a:t>模块安全性要求</a:t>
            </a:r>
          </a:p>
        </p:txBody>
      </p:sp>
      <p:pic>
        <p:nvPicPr>
          <p:cNvPr id="6" name="内容占位符 5">
            <a:extLst>
              <a:ext uri="{FF2B5EF4-FFF2-40B4-BE49-F238E27FC236}">
                <a16:creationId xmlns:a16="http://schemas.microsoft.com/office/drawing/2014/main" id="{C26B55CF-D6D2-4580-9CFD-ECA7C288DBBC}"/>
              </a:ext>
            </a:extLst>
          </p:cNvPr>
          <p:cNvPicPr>
            <a:picLocks noGrp="1" noChangeAspect="1"/>
          </p:cNvPicPr>
          <p:nvPr>
            <p:ph idx="1"/>
          </p:nvPr>
        </p:nvPicPr>
        <p:blipFill>
          <a:blip r:embed="rId2"/>
          <a:stretch>
            <a:fillRect/>
          </a:stretch>
        </p:blipFill>
        <p:spPr>
          <a:xfrm>
            <a:off x="423068" y="1143000"/>
            <a:ext cx="8297863" cy="1892050"/>
          </a:xfrm>
        </p:spPr>
      </p:pic>
      <p:sp>
        <p:nvSpPr>
          <p:cNvPr id="4" name="灯片编号占位符 3">
            <a:extLst>
              <a:ext uri="{FF2B5EF4-FFF2-40B4-BE49-F238E27FC236}">
                <a16:creationId xmlns:a16="http://schemas.microsoft.com/office/drawing/2014/main" id="{41C3AC48-1433-4EA3-B57C-E7D641A650B5}"/>
              </a:ext>
            </a:extLst>
          </p:cNvPr>
          <p:cNvSpPr>
            <a:spLocks noGrp="1"/>
          </p:cNvSpPr>
          <p:nvPr>
            <p:ph type="sldNum" sz="quarter" idx="10"/>
          </p:nvPr>
        </p:nvSpPr>
        <p:spPr/>
        <p:txBody>
          <a:bodyPr/>
          <a:lstStyle/>
          <a:p>
            <a:r>
              <a:rPr lang="en-US" altLang="zh-CN"/>
              <a:t>Page </a:t>
            </a:r>
            <a:fld id="{AF655B59-12D5-4828-87B1-F838F673600E}" type="slidenum">
              <a:rPr lang="en-US" altLang="zh-CN" smtClean="0"/>
              <a:pPr/>
              <a:t>11</a:t>
            </a:fld>
            <a:endParaRPr lang="en-US" altLang="zh-CN"/>
          </a:p>
        </p:txBody>
      </p:sp>
      <p:pic>
        <p:nvPicPr>
          <p:cNvPr id="8" name="图片 7">
            <a:extLst>
              <a:ext uri="{FF2B5EF4-FFF2-40B4-BE49-F238E27FC236}">
                <a16:creationId xmlns:a16="http://schemas.microsoft.com/office/drawing/2014/main" id="{6DE65FA0-9920-4767-BD98-211C7F722DF4}"/>
              </a:ext>
            </a:extLst>
          </p:cNvPr>
          <p:cNvPicPr>
            <a:picLocks noChangeAspect="1"/>
          </p:cNvPicPr>
          <p:nvPr/>
        </p:nvPicPr>
        <p:blipFill>
          <a:blip r:embed="rId3"/>
          <a:stretch>
            <a:fillRect/>
          </a:stretch>
        </p:blipFill>
        <p:spPr>
          <a:xfrm>
            <a:off x="423067" y="3048000"/>
            <a:ext cx="8297863" cy="3460569"/>
          </a:xfrm>
          <a:prstGeom prst="rect">
            <a:avLst/>
          </a:prstGeom>
        </p:spPr>
      </p:pic>
    </p:spTree>
    <p:extLst>
      <p:ext uri="{BB962C8B-B14F-4D97-AF65-F5344CB8AC3E}">
        <p14:creationId xmlns:p14="http://schemas.microsoft.com/office/powerpoint/2010/main" val="101398833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7AA0B7A-857E-4763-89F5-6B4E403DC1A0}"/>
              </a:ext>
            </a:extLst>
          </p:cNvPr>
          <p:cNvSpPr>
            <a:spLocks noGrp="1"/>
          </p:cNvSpPr>
          <p:nvPr>
            <p:ph type="title"/>
          </p:nvPr>
        </p:nvSpPr>
        <p:spPr>
          <a:xfrm>
            <a:off x="1447800" y="152400"/>
            <a:ext cx="3657600" cy="762000"/>
          </a:xfrm>
        </p:spPr>
        <p:txBody>
          <a:bodyPr/>
          <a:lstStyle/>
          <a:p>
            <a:r>
              <a:rPr lang="zh-CN" altLang="en-US" sz="3200" b="1" dirty="0">
                <a:solidFill>
                  <a:schemeClr val="accent3"/>
                </a:solidFill>
                <a:latin typeface="微软雅黑" panose="020B0503020204020204" pitchFamily="34" charset="-122"/>
                <a:ea typeface="微软雅黑" panose="020B0503020204020204" pitchFamily="34" charset="-122"/>
              </a:rPr>
              <a:t>计算机引导过程</a:t>
            </a:r>
            <a:endParaRPr lang="zh-CN" altLang="en-US" dirty="0"/>
          </a:p>
        </p:txBody>
      </p:sp>
      <p:sp>
        <p:nvSpPr>
          <p:cNvPr id="3" name="内容占位符 2">
            <a:extLst>
              <a:ext uri="{FF2B5EF4-FFF2-40B4-BE49-F238E27FC236}">
                <a16:creationId xmlns:a16="http://schemas.microsoft.com/office/drawing/2014/main" id="{E82E9E70-0964-4AC7-8C48-249123628A9C}"/>
              </a:ext>
            </a:extLst>
          </p:cNvPr>
          <p:cNvSpPr>
            <a:spLocks noGrp="1"/>
          </p:cNvSpPr>
          <p:nvPr>
            <p:ph idx="1"/>
          </p:nvPr>
        </p:nvSpPr>
        <p:spPr/>
        <p:txBody>
          <a:bodyPr/>
          <a:lstStyle/>
          <a:p>
            <a:r>
              <a:rPr lang="en-US" altLang="zh-CN" dirty="0"/>
              <a:t>BIOS</a:t>
            </a:r>
            <a:r>
              <a:rPr lang="zh-CN" altLang="en-US" dirty="0"/>
              <a:t>：</a:t>
            </a:r>
            <a:r>
              <a:rPr lang="en-US" altLang="zh-CN" dirty="0"/>
              <a:t>Basic Input Output System, </a:t>
            </a:r>
            <a:r>
              <a:rPr lang="zh-CN" altLang="en-US" dirty="0"/>
              <a:t>可以理解为写死在主板上或者硬件上的一段程序</a:t>
            </a:r>
            <a:r>
              <a:rPr lang="en-US" altLang="zh-CN" dirty="0"/>
              <a:t>, </a:t>
            </a:r>
            <a:r>
              <a:rPr lang="zh-CN" altLang="en-US" dirty="0"/>
              <a:t>当然后来也可以升级（修改</a:t>
            </a:r>
            <a:r>
              <a:rPr lang="en-US" altLang="zh-CN" dirty="0"/>
              <a:t>), </a:t>
            </a:r>
            <a:r>
              <a:rPr lang="zh-CN" altLang="en-US" dirty="0"/>
              <a:t>机器开机之后运行的第一个程序就是</a:t>
            </a:r>
            <a:r>
              <a:rPr lang="en-US" altLang="zh-CN" dirty="0"/>
              <a:t>BIOS, BIOS</a:t>
            </a:r>
            <a:r>
              <a:rPr lang="zh-CN" altLang="en-US" dirty="0"/>
              <a:t>加载</a:t>
            </a:r>
            <a:r>
              <a:rPr lang="en-US" altLang="zh-CN" dirty="0"/>
              <a:t>CMOS</a:t>
            </a:r>
            <a:r>
              <a:rPr lang="zh-CN" altLang="en-US" dirty="0"/>
              <a:t>上的参数，并寻找第一个可启动的设备</a:t>
            </a:r>
            <a:r>
              <a:rPr lang="en-US" altLang="zh-CN" dirty="0"/>
              <a:t>(</a:t>
            </a:r>
            <a:r>
              <a:rPr lang="zh-CN" altLang="en-US" dirty="0"/>
              <a:t>磁盘</a:t>
            </a:r>
            <a:r>
              <a:rPr lang="en-US" altLang="zh-CN" dirty="0"/>
              <a:t>)</a:t>
            </a:r>
            <a:r>
              <a:rPr lang="zh-CN" altLang="en-US" dirty="0"/>
              <a:t>。</a:t>
            </a:r>
            <a:endParaRPr lang="en-US" altLang="zh-CN" dirty="0"/>
          </a:p>
          <a:p>
            <a:r>
              <a:rPr lang="en-US" altLang="zh-CN" dirty="0"/>
              <a:t>MBR</a:t>
            </a:r>
            <a:r>
              <a:rPr lang="zh-CN" altLang="en-US" dirty="0"/>
              <a:t>：</a:t>
            </a:r>
            <a:r>
              <a:rPr lang="en-US" altLang="zh-CN" dirty="0"/>
              <a:t>Mast Boot Record,  </a:t>
            </a:r>
            <a:r>
              <a:rPr lang="zh-CN" altLang="en-US" dirty="0"/>
              <a:t>主引导分区，位置就是第一个可开机装置（磁盘）的第一个扇区， 通常大小为</a:t>
            </a:r>
            <a:r>
              <a:rPr lang="en-US" altLang="zh-CN" dirty="0"/>
              <a:t>512byte</a:t>
            </a:r>
            <a:r>
              <a:rPr lang="zh-CN" altLang="en-US" dirty="0"/>
              <a:t>，旧的磁盘一个扇区都是</a:t>
            </a:r>
            <a:r>
              <a:rPr lang="en-US" altLang="zh-CN" dirty="0"/>
              <a:t>512B, </a:t>
            </a:r>
            <a:r>
              <a:rPr lang="zh-CN" altLang="en-US" dirty="0"/>
              <a:t>最新的有</a:t>
            </a:r>
            <a:r>
              <a:rPr lang="en-US" altLang="zh-CN" dirty="0"/>
              <a:t>4KB</a:t>
            </a:r>
            <a:r>
              <a:rPr lang="zh-CN" altLang="en-US" dirty="0"/>
              <a:t>，这个扇区有两部分：</a:t>
            </a:r>
            <a:r>
              <a:rPr lang="en-US" altLang="zh-CN" dirty="0"/>
              <a:t>MBR</a:t>
            </a:r>
            <a:r>
              <a:rPr lang="zh-CN" altLang="en-US" dirty="0"/>
              <a:t>和分区纪录表，</a:t>
            </a:r>
            <a:r>
              <a:rPr lang="en-US" altLang="zh-CN" dirty="0"/>
              <a:t>64byte</a:t>
            </a:r>
            <a:r>
              <a:rPr lang="zh-CN" altLang="en-US" dirty="0"/>
              <a:t>，最多记录</a:t>
            </a:r>
            <a:r>
              <a:rPr lang="en-US" altLang="zh-CN" dirty="0"/>
              <a:t>4</a:t>
            </a:r>
            <a:r>
              <a:rPr lang="zh-CN" altLang="en-US" dirty="0"/>
              <a:t>个分区。</a:t>
            </a:r>
            <a:endParaRPr lang="en-US" altLang="zh-CN" dirty="0"/>
          </a:p>
          <a:p>
            <a:r>
              <a:rPr lang="en-US" altLang="zh-CN" dirty="0"/>
              <a:t>MBR</a:t>
            </a:r>
            <a:r>
              <a:rPr lang="zh-CN" altLang="en-US" dirty="0"/>
              <a:t>是安装开机管理程序的地方，所谓开机管理程序，可以理解为</a:t>
            </a:r>
            <a:r>
              <a:rPr lang="en-US" altLang="zh-CN" dirty="0"/>
              <a:t>bootloader</a:t>
            </a:r>
            <a:r>
              <a:rPr lang="zh-CN" altLang="en-US" dirty="0"/>
              <a:t>，</a:t>
            </a:r>
            <a:r>
              <a:rPr lang="en-US" altLang="zh-CN" dirty="0"/>
              <a:t>bootloader</a:t>
            </a:r>
            <a:r>
              <a:rPr lang="zh-CN" altLang="en-US" dirty="0"/>
              <a:t>的作用是加载核心文件，也就是引导操作系统开始工作。</a:t>
            </a:r>
            <a:endParaRPr lang="en-US" altLang="zh-CN" dirty="0"/>
          </a:p>
          <a:p>
            <a:r>
              <a:rPr lang="en-US" altLang="zh-CN" dirty="0"/>
              <a:t>boot loader</a:t>
            </a:r>
            <a:r>
              <a:rPr lang="zh-CN" altLang="en-US" dirty="0"/>
              <a:t>的主要任务有下面几项：</a:t>
            </a:r>
            <a:endParaRPr lang="en-US" altLang="zh-CN" dirty="0"/>
          </a:p>
          <a:p>
            <a:r>
              <a:rPr lang="zh-CN" altLang="en-US" b="1" dirty="0"/>
              <a:t>提供菜单：</a:t>
            </a:r>
            <a:r>
              <a:rPr lang="zh-CN" altLang="en-US" dirty="0"/>
              <a:t>用户可以选择不同的开机选项。</a:t>
            </a:r>
            <a:endParaRPr lang="en-US" altLang="zh-CN" dirty="0"/>
          </a:p>
          <a:p>
            <a:r>
              <a:rPr lang="zh-CN" altLang="en-US" b="1" dirty="0"/>
              <a:t>载入</a:t>
            </a:r>
            <a:r>
              <a:rPr lang="en-US" altLang="zh-CN" b="1" dirty="0" err="1"/>
              <a:t>OSLoader</a:t>
            </a:r>
            <a:r>
              <a:rPr lang="zh-CN" altLang="en-US" dirty="0"/>
              <a:t>，为执行操作系统核心代码作准备（这个是我们通用的流程）</a:t>
            </a:r>
            <a:endParaRPr lang="en-US" altLang="zh-CN" dirty="0"/>
          </a:p>
          <a:p>
            <a:r>
              <a:rPr lang="zh-CN" altLang="en-US" dirty="0"/>
              <a:t>或者</a:t>
            </a:r>
            <a:r>
              <a:rPr lang="zh-CN" altLang="en-US" b="1" dirty="0"/>
              <a:t>转交其他</a:t>
            </a:r>
            <a:r>
              <a:rPr lang="en-US" altLang="zh-CN" b="1" dirty="0"/>
              <a:t>loader</a:t>
            </a:r>
            <a:r>
              <a:rPr lang="zh-CN" altLang="en-US" dirty="0"/>
              <a:t>：将引导加载功能转交给其他</a:t>
            </a:r>
            <a:r>
              <a:rPr lang="en-US" altLang="zh-CN" dirty="0"/>
              <a:t>loader</a:t>
            </a:r>
            <a:r>
              <a:rPr lang="zh-CN" altLang="en-US" dirty="0"/>
              <a:t>负责。</a:t>
            </a:r>
          </a:p>
        </p:txBody>
      </p:sp>
      <p:sp>
        <p:nvSpPr>
          <p:cNvPr id="4" name="灯片编号占位符 3">
            <a:extLst>
              <a:ext uri="{FF2B5EF4-FFF2-40B4-BE49-F238E27FC236}">
                <a16:creationId xmlns:a16="http://schemas.microsoft.com/office/drawing/2014/main" id="{6144690E-B486-40FA-916D-4ABC920DCD34}"/>
              </a:ext>
            </a:extLst>
          </p:cNvPr>
          <p:cNvSpPr>
            <a:spLocks noGrp="1"/>
          </p:cNvSpPr>
          <p:nvPr>
            <p:ph type="sldNum" sz="quarter" idx="10"/>
          </p:nvPr>
        </p:nvSpPr>
        <p:spPr/>
        <p:txBody>
          <a:bodyPr/>
          <a:lstStyle/>
          <a:p>
            <a:r>
              <a:rPr lang="en-US" altLang="zh-CN"/>
              <a:t>Page </a:t>
            </a:r>
            <a:fld id="{AF655B59-12D5-4828-87B1-F838F673600E}" type="slidenum">
              <a:rPr lang="en-US" altLang="zh-CN" smtClean="0"/>
              <a:pPr/>
              <a:t>12</a:t>
            </a:fld>
            <a:endParaRPr lang="en-US" altLang="zh-CN"/>
          </a:p>
        </p:txBody>
      </p:sp>
    </p:spTree>
    <p:extLst>
      <p:ext uri="{BB962C8B-B14F-4D97-AF65-F5344CB8AC3E}">
        <p14:creationId xmlns:p14="http://schemas.microsoft.com/office/powerpoint/2010/main" val="325862642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extBox 30">
            <a:extLst>
              <a:ext uri="{FF2B5EF4-FFF2-40B4-BE49-F238E27FC236}">
                <a16:creationId xmlns:a16="http://schemas.microsoft.com/office/drawing/2014/main" id="{0705DF1E-4EE0-49DD-97BF-04D03C3F2316}"/>
              </a:ext>
            </a:extLst>
          </p:cNvPr>
          <p:cNvSpPr txBox="1">
            <a:spLocks noChangeArrowheads="1"/>
          </p:cNvSpPr>
          <p:nvPr/>
        </p:nvSpPr>
        <p:spPr bwMode="auto">
          <a:xfrm>
            <a:off x="2209800" y="261416"/>
            <a:ext cx="3786187"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zh-CN" altLang="en-US" sz="3000" b="1" dirty="0">
                <a:solidFill>
                  <a:schemeClr val="accent3"/>
                </a:solidFill>
                <a:latin typeface="微软雅黑" panose="020B0503020204020204" pitchFamily="34" charset="-122"/>
                <a:ea typeface="微软雅黑" panose="020B0503020204020204" pitchFamily="34" charset="-122"/>
              </a:rPr>
              <a:t>计算机引导过程</a:t>
            </a:r>
          </a:p>
        </p:txBody>
      </p:sp>
    </p:spTree>
    <p:extLst>
      <p:ext uri="{BB962C8B-B14F-4D97-AF65-F5344CB8AC3E}">
        <p14:creationId xmlns:p14="http://schemas.microsoft.com/office/powerpoint/2010/main" val="322033903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with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wipe(left)">
                                      <p:cBhvr>
                                        <p:cTn id="7"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extBox 30">
            <a:extLst>
              <a:ext uri="{FF2B5EF4-FFF2-40B4-BE49-F238E27FC236}">
                <a16:creationId xmlns:a16="http://schemas.microsoft.com/office/drawing/2014/main" id="{0705DF1E-4EE0-49DD-97BF-04D03C3F2316}"/>
              </a:ext>
            </a:extLst>
          </p:cNvPr>
          <p:cNvSpPr txBox="1">
            <a:spLocks noChangeArrowheads="1"/>
          </p:cNvSpPr>
          <p:nvPr/>
        </p:nvSpPr>
        <p:spPr bwMode="auto">
          <a:xfrm>
            <a:off x="2209800" y="261416"/>
            <a:ext cx="3786187"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zh-CN" altLang="en-US" sz="3000" b="1" dirty="0">
                <a:solidFill>
                  <a:schemeClr val="accent3"/>
                </a:solidFill>
                <a:latin typeface="微软雅黑" panose="020B0503020204020204" pitchFamily="34" charset="-122"/>
                <a:ea typeface="微软雅黑" panose="020B0503020204020204" pitchFamily="34" charset="-122"/>
              </a:rPr>
              <a:t>计算机引导过程</a:t>
            </a:r>
          </a:p>
        </p:txBody>
      </p:sp>
      <p:grpSp>
        <p:nvGrpSpPr>
          <p:cNvPr id="2" name="组合 1">
            <a:extLst>
              <a:ext uri="{FF2B5EF4-FFF2-40B4-BE49-F238E27FC236}">
                <a16:creationId xmlns:a16="http://schemas.microsoft.com/office/drawing/2014/main" id="{B39DDCA1-EE27-4A4E-8D26-BBDD931749C2}"/>
              </a:ext>
            </a:extLst>
          </p:cNvPr>
          <p:cNvGrpSpPr>
            <a:grpSpLocks/>
          </p:cNvGrpSpPr>
          <p:nvPr/>
        </p:nvGrpSpPr>
        <p:grpSpPr bwMode="auto">
          <a:xfrm>
            <a:off x="920750" y="1874838"/>
            <a:ext cx="8223250" cy="3459162"/>
            <a:chOff x="920627" y="1018169"/>
            <a:chExt cx="8223373" cy="3459256"/>
          </a:xfrm>
        </p:grpSpPr>
        <p:pic>
          <p:nvPicPr>
            <p:cNvPr id="5124" name="图片 10">
              <a:extLst>
                <a:ext uri="{FF2B5EF4-FFF2-40B4-BE49-F238E27FC236}">
                  <a16:creationId xmlns:a16="http://schemas.microsoft.com/office/drawing/2014/main" id="{9A5AD8F4-3695-4F36-A48E-C491AA921AD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973123" y="1018169"/>
              <a:ext cx="4820424" cy="34592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5" name="TextBox 11">
              <a:extLst>
                <a:ext uri="{FF2B5EF4-FFF2-40B4-BE49-F238E27FC236}">
                  <a16:creationId xmlns:a16="http://schemas.microsoft.com/office/drawing/2014/main" id="{DBD99B7A-0527-44C6-B84E-CAEC31CDCEFC}"/>
                </a:ext>
              </a:extLst>
            </p:cNvPr>
            <p:cNvSpPr txBox="1">
              <a:spLocks noChangeArrowheads="1"/>
            </p:cNvSpPr>
            <p:nvPr/>
          </p:nvSpPr>
          <p:spPr bwMode="auto">
            <a:xfrm>
              <a:off x="3347864" y="1347614"/>
              <a:ext cx="1143008"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en-US" altLang="zh-CN" sz="3200" b="1">
                  <a:solidFill>
                    <a:schemeClr val="bg1"/>
                  </a:solidFill>
                  <a:latin typeface="微软雅黑" panose="020B0503020204020204" pitchFamily="34" charset="-122"/>
                  <a:ea typeface="微软雅黑" panose="020B0503020204020204" pitchFamily="34" charset="-122"/>
                </a:rPr>
                <a:t>CPU</a:t>
              </a:r>
              <a:endParaRPr lang="zh-CN" altLang="en-US" sz="3200" b="1">
                <a:solidFill>
                  <a:schemeClr val="bg1"/>
                </a:solidFill>
                <a:latin typeface="微软雅黑" panose="020B0503020204020204" pitchFamily="34" charset="-122"/>
                <a:ea typeface="微软雅黑" panose="020B0503020204020204" pitchFamily="34" charset="-122"/>
              </a:endParaRPr>
            </a:p>
          </p:txBody>
        </p:sp>
        <p:sp>
          <p:nvSpPr>
            <p:cNvPr id="5126" name="TextBox 11">
              <a:extLst>
                <a:ext uri="{FF2B5EF4-FFF2-40B4-BE49-F238E27FC236}">
                  <a16:creationId xmlns:a16="http://schemas.microsoft.com/office/drawing/2014/main" id="{081065E2-8C5F-4150-AD2D-D6D9BFCC1033}"/>
                </a:ext>
              </a:extLst>
            </p:cNvPr>
            <p:cNvSpPr txBox="1">
              <a:spLocks noChangeArrowheads="1"/>
            </p:cNvSpPr>
            <p:nvPr/>
          </p:nvSpPr>
          <p:spPr bwMode="auto">
            <a:xfrm>
              <a:off x="920627" y="3795886"/>
              <a:ext cx="352839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gn="ctr"/>
              <a:r>
                <a:rPr lang="en-US" altLang="zh-CN" b="1">
                  <a:solidFill>
                    <a:schemeClr val="bg1"/>
                  </a:solidFill>
                  <a:latin typeface="微软雅黑" panose="020B0503020204020204" pitchFamily="34" charset="-122"/>
                  <a:ea typeface="微软雅黑" panose="020B0503020204020204" pitchFamily="34" charset="-122"/>
                </a:rPr>
                <a:t>I/O</a:t>
              </a:r>
              <a:r>
                <a:rPr lang="zh-CN" altLang="en-US" b="1">
                  <a:solidFill>
                    <a:schemeClr val="bg1"/>
                  </a:solidFill>
                  <a:latin typeface="微软雅黑" panose="020B0503020204020204" pitchFamily="34" charset="-122"/>
                  <a:ea typeface="微软雅黑" panose="020B0503020204020204" pitchFamily="34" charset="-122"/>
                </a:rPr>
                <a:t>设备</a:t>
              </a:r>
              <a:endParaRPr lang="en-US" altLang="zh-CN" b="1">
                <a:solidFill>
                  <a:schemeClr val="bg1"/>
                </a:solidFill>
                <a:latin typeface="微软雅黑" panose="020B0503020204020204" pitchFamily="34" charset="-122"/>
                <a:ea typeface="微软雅黑" panose="020B0503020204020204" pitchFamily="34" charset="-122"/>
              </a:endParaRPr>
            </a:p>
          </p:txBody>
        </p:sp>
        <p:sp>
          <p:nvSpPr>
            <p:cNvPr id="5127" name="TextBox 11">
              <a:extLst>
                <a:ext uri="{FF2B5EF4-FFF2-40B4-BE49-F238E27FC236}">
                  <a16:creationId xmlns:a16="http://schemas.microsoft.com/office/drawing/2014/main" id="{EB0E1E82-08DD-4D23-83F0-2F5E67954E16}"/>
                </a:ext>
              </a:extLst>
            </p:cNvPr>
            <p:cNvSpPr txBox="1">
              <a:spLocks noChangeArrowheads="1"/>
            </p:cNvSpPr>
            <p:nvPr/>
          </p:nvSpPr>
          <p:spPr bwMode="auto">
            <a:xfrm>
              <a:off x="4355975" y="3795886"/>
              <a:ext cx="4464495" cy="677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zh-CN" altLang="en-US" b="1">
                  <a:solidFill>
                    <a:schemeClr val="bg1"/>
                  </a:solidFill>
                  <a:latin typeface="微软雅黑" panose="020B0503020204020204" pitchFamily="34" charset="-122"/>
                  <a:ea typeface="微软雅黑" panose="020B0503020204020204" pitchFamily="34" charset="-122"/>
                </a:rPr>
                <a:t>内存</a:t>
              </a:r>
              <a:r>
                <a:rPr lang="zh-CN" altLang="en-US" b="1">
                  <a:latin typeface="微软雅黑" panose="020B0503020204020204" pitchFamily="34" charset="-122"/>
                  <a:ea typeface="微软雅黑" panose="020B0503020204020204" pitchFamily="34" charset="-122"/>
                </a:rPr>
                <a:t>    </a:t>
              </a:r>
              <a:r>
                <a:rPr lang="en-US" altLang="zh-CN" sz="1400">
                  <a:latin typeface="微软雅黑" panose="020B0503020204020204" pitchFamily="34" charset="-122"/>
                  <a:ea typeface="微软雅黑" panose="020B0503020204020204" pitchFamily="34" charset="-122"/>
                </a:rPr>
                <a:t>ROM </a:t>
              </a:r>
            </a:p>
            <a:p>
              <a:r>
                <a:rPr lang="en-US" altLang="zh-CN" sz="1400">
                  <a:latin typeface="微软雅黑" panose="020B0503020204020204" pitchFamily="34" charset="-122"/>
                  <a:ea typeface="微软雅黑" panose="020B0503020204020204" pitchFamily="34" charset="-122"/>
                </a:rPr>
                <a:t>                   RAM</a:t>
              </a:r>
              <a:endParaRPr lang="zh-CN" altLang="en-US" sz="1400">
                <a:latin typeface="微软雅黑" panose="020B0503020204020204" pitchFamily="34" charset="-122"/>
                <a:ea typeface="微软雅黑" panose="020B0503020204020204" pitchFamily="34" charset="-122"/>
              </a:endParaRPr>
            </a:p>
          </p:txBody>
        </p:sp>
        <p:sp>
          <p:nvSpPr>
            <p:cNvPr id="5128" name="TextBox 11">
              <a:extLst>
                <a:ext uri="{FF2B5EF4-FFF2-40B4-BE49-F238E27FC236}">
                  <a16:creationId xmlns:a16="http://schemas.microsoft.com/office/drawing/2014/main" id="{ABCDB438-6BFD-46C5-B448-A794EC0795A0}"/>
                </a:ext>
              </a:extLst>
            </p:cNvPr>
            <p:cNvSpPr txBox="1">
              <a:spLocks noChangeArrowheads="1"/>
            </p:cNvSpPr>
            <p:nvPr/>
          </p:nvSpPr>
          <p:spPr bwMode="auto">
            <a:xfrm>
              <a:off x="1187624" y="2355726"/>
              <a:ext cx="795637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zh-CN" altLang="en-US" b="1">
                  <a:solidFill>
                    <a:srgbClr val="11576A"/>
                  </a:solidFill>
                  <a:latin typeface="微软雅黑" panose="020B0503020204020204" pitchFamily="34" charset="-122"/>
                  <a:ea typeface="微软雅黑" panose="020B0503020204020204" pitchFamily="34" charset="-122"/>
                </a:rPr>
                <a:t>总线 </a:t>
              </a:r>
              <a:r>
                <a:rPr lang="zh-CN" altLang="en-US" sz="1400"/>
                <a:t>数据总线</a:t>
              </a:r>
              <a:r>
                <a:rPr lang="en-US" altLang="zh-CN" sz="1400"/>
                <a:t>DB(Data Bus)  </a:t>
              </a:r>
              <a:r>
                <a:rPr lang="zh-CN" altLang="en-US" sz="1400"/>
                <a:t>地址总线</a:t>
              </a:r>
              <a:r>
                <a:rPr lang="en-US" altLang="zh-CN" sz="1400"/>
                <a:t>AB（Address Bus）</a:t>
              </a:r>
              <a:r>
                <a:rPr lang="zh-CN" altLang="en-US" sz="1400"/>
                <a:t> 控制总线</a:t>
              </a:r>
              <a:r>
                <a:rPr lang="en-US" altLang="zh-CN" sz="1400"/>
                <a:t>CB(Control Bus)</a:t>
              </a:r>
              <a:endParaRPr lang="zh-CN" altLang="en-US" sz="1400" b="1">
                <a:solidFill>
                  <a:srgbClr val="11576A"/>
                </a:solidFill>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155290005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with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wipe(left)">
                                      <p:cBhvr>
                                        <p:cTn id="7" dur="500"/>
                                        <p:tgtEl>
                                          <p:spTgt spid="31"/>
                                        </p:tgtEl>
                                      </p:cBhvr>
                                    </p:animEffect>
                                  </p:childTnLst>
                                </p:cTn>
                              </p:par>
                              <p:par>
                                <p:cTn id="8" presetID="22" presetClass="entr" presetSubtype="8"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wipe(left)">
                                      <p:cBhvr>
                                        <p:cTn id="1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Box 7">
            <a:extLst>
              <a:ext uri="{FF2B5EF4-FFF2-40B4-BE49-F238E27FC236}">
                <a16:creationId xmlns:a16="http://schemas.microsoft.com/office/drawing/2014/main" id="{4A0F0ECE-1AEA-4959-8B2A-DD310F52C3E9}"/>
              </a:ext>
            </a:extLst>
          </p:cNvPr>
          <p:cNvSpPr txBox="1">
            <a:spLocks noChangeArrowheads="1"/>
          </p:cNvSpPr>
          <p:nvPr/>
        </p:nvSpPr>
        <p:spPr bwMode="auto">
          <a:xfrm>
            <a:off x="1447800" y="381000"/>
            <a:ext cx="542925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en-US" altLang="zh-CN" sz="3000" b="1" dirty="0">
                <a:solidFill>
                  <a:schemeClr val="accent3"/>
                </a:solidFill>
                <a:latin typeface="微软雅黑" panose="020B0503020204020204" pitchFamily="34" charset="-122"/>
                <a:ea typeface="微软雅黑" panose="020B0503020204020204" pitchFamily="34" charset="-122"/>
              </a:rPr>
              <a:t>Intel 80x86 CPU </a:t>
            </a:r>
            <a:r>
              <a:rPr lang="zh-CN" altLang="en-US" sz="3000" b="1" dirty="0">
                <a:solidFill>
                  <a:schemeClr val="accent3"/>
                </a:solidFill>
                <a:latin typeface="微软雅黑" panose="020B0503020204020204" pitchFamily="34" charset="-122"/>
                <a:ea typeface="微软雅黑" panose="020B0503020204020204" pitchFamily="34" charset="-122"/>
              </a:rPr>
              <a:t>工作模式</a:t>
            </a:r>
          </a:p>
        </p:txBody>
      </p:sp>
      <p:sp>
        <p:nvSpPr>
          <p:cNvPr id="18434" name="Rectangle 3">
            <a:extLst>
              <a:ext uri="{FF2B5EF4-FFF2-40B4-BE49-F238E27FC236}">
                <a16:creationId xmlns:a16="http://schemas.microsoft.com/office/drawing/2014/main" id="{EDDA467F-CBA0-468C-9C62-B9F07CDC9D3B}"/>
              </a:ext>
            </a:extLst>
          </p:cNvPr>
          <p:cNvSpPr>
            <a:spLocks noGrp="1" noChangeArrowheads="1"/>
          </p:cNvSpPr>
          <p:nvPr/>
        </p:nvSpPr>
        <p:spPr bwMode="auto">
          <a:xfrm>
            <a:off x="419100" y="1524000"/>
            <a:ext cx="8305800" cy="5105400"/>
          </a:xfrm>
          <a:prstGeom prst="rect">
            <a:avLst/>
          </a:prstGeom>
          <a:noFill/>
          <a:ln w="9525">
            <a:noFill/>
            <a:miter lim="800000"/>
            <a:headEnd/>
            <a:tailEnd/>
          </a:ln>
        </p:spPr>
        <p:txBody>
          <a:bodyPr lIns="90487" tIns="44450" rIns="90487" bIns="44450"/>
          <a:lstStyle/>
          <a:p>
            <a:pPr marL="342892" indent="-342892">
              <a:spcBef>
                <a:spcPct val="20000"/>
              </a:spcBef>
              <a:buClr>
                <a:schemeClr val="folHlink"/>
              </a:buClr>
              <a:buSzPct val="75000"/>
              <a:defRPr/>
            </a:pPr>
            <a:r>
              <a:rPr lang="zh-CN" altLang="en-US" sz="2800" b="1" dirty="0">
                <a:solidFill>
                  <a:srgbClr val="11576A"/>
                </a:solidFill>
                <a:latin typeface="张海山锐谐体2.0-授权联系：Samtype@QQ.com" pitchFamily="2" charset="-122"/>
                <a:ea typeface="张海山锐谐体2.0-授权联系：Samtype@QQ.com" pitchFamily="2" charset="-122"/>
              </a:rPr>
              <a:t>■</a:t>
            </a:r>
            <a:r>
              <a:rPr lang="zh-CN" altLang="en-US" sz="2800" b="1" dirty="0">
                <a:solidFill>
                  <a:srgbClr val="11576A"/>
                </a:solidFill>
                <a:latin typeface="微软雅黑" pitchFamily="34" charset="-122"/>
                <a:ea typeface="微软雅黑" pitchFamily="34" charset="-122"/>
              </a:rPr>
              <a:t>实模式：</a:t>
            </a:r>
          </a:p>
          <a:p>
            <a:pPr marL="342900" indent="-342900">
              <a:spcBef>
                <a:spcPct val="20000"/>
              </a:spcBef>
              <a:buClr>
                <a:schemeClr val="folHlink"/>
              </a:buClr>
              <a:buSzPct val="75000"/>
              <a:buFont typeface="Wingdings" panose="05000000000000000000" pitchFamily="2" charset="2"/>
              <a:buChar char="§"/>
              <a:defRPr/>
            </a:pPr>
            <a:r>
              <a:rPr lang="en-US" altLang="zh-CN" sz="2000" b="1" dirty="0">
                <a:solidFill>
                  <a:srgbClr val="11576A"/>
                </a:solidFill>
                <a:latin typeface="微软雅黑" pitchFamily="34" charset="-122"/>
                <a:ea typeface="微软雅黑" pitchFamily="34" charset="-122"/>
              </a:rPr>
              <a:t>8086/8088</a:t>
            </a:r>
            <a:r>
              <a:rPr lang="zh-CN" altLang="en-US" sz="2000" b="1" dirty="0">
                <a:solidFill>
                  <a:srgbClr val="11576A"/>
                </a:solidFill>
                <a:latin typeface="微软雅黑" pitchFamily="34" charset="-122"/>
                <a:ea typeface="微软雅黑" pitchFamily="34" charset="-122"/>
              </a:rPr>
              <a:t>唯一工作方式</a:t>
            </a:r>
            <a:endParaRPr lang="en-US" altLang="zh-CN" sz="2000" b="1" dirty="0">
              <a:solidFill>
                <a:srgbClr val="11576A"/>
              </a:solidFill>
              <a:latin typeface="微软雅黑" pitchFamily="34" charset="-122"/>
              <a:ea typeface="微软雅黑" pitchFamily="34" charset="-122"/>
            </a:endParaRPr>
          </a:p>
          <a:p>
            <a:pPr marL="342900" indent="-342900">
              <a:spcBef>
                <a:spcPct val="20000"/>
              </a:spcBef>
              <a:buClr>
                <a:schemeClr val="folHlink"/>
              </a:buClr>
              <a:buSzPct val="75000"/>
              <a:buFont typeface="Wingdings" panose="05000000000000000000" pitchFamily="2" charset="2"/>
              <a:buChar char="§"/>
              <a:defRPr/>
            </a:pPr>
            <a:r>
              <a:rPr lang="en-US" altLang="zh-CN" sz="2000" b="1" dirty="0">
                <a:solidFill>
                  <a:srgbClr val="11576A"/>
                </a:solidFill>
                <a:latin typeface="微软雅黑" pitchFamily="34" charset="-122"/>
                <a:ea typeface="微软雅黑" pitchFamily="34" charset="-122"/>
              </a:rPr>
              <a:t>20</a:t>
            </a:r>
            <a:r>
              <a:rPr lang="zh-CN" altLang="en-US" sz="2000" b="1" dirty="0">
                <a:solidFill>
                  <a:srgbClr val="11576A"/>
                </a:solidFill>
                <a:latin typeface="微软雅黑" pitchFamily="34" charset="-122"/>
                <a:ea typeface="微软雅黑" pitchFamily="34" charset="-122"/>
              </a:rPr>
              <a:t>位地址总线，</a:t>
            </a:r>
            <a:r>
              <a:rPr lang="en-US" altLang="zh-CN" sz="2000" b="1" dirty="0">
                <a:solidFill>
                  <a:srgbClr val="11576A"/>
                </a:solidFill>
                <a:latin typeface="微软雅黑" pitchFamily="34" charset="-122"/>
                <a:ea typeface="微软雅黑" pitchFamily="34" charset="-122"/>
              </a:rPr>
              <a:t>00000H--FFFFFH</a:t>
            </a:r>
            <a:r>
              <a:rPr lang="zh-CN" altLang="en-US" sz="2000" b="1" dirty="0">
                <a:solidFill>
                  <a:srgbClr val="11576A"/>
                </a:solidFill>
                <a:latin typeface="微软雅黑" pitchFamily="34" charset="-122"/>
                <a:ea typeface="微软雅黑" pitchFamily="34" charset="-122"/>
              </a:rPr>
              <a:t>（</a:t>
            </a:r>
            <a:r>
              <a:rPr lang="en-US" altLang="zh-CN" sz="2000" b="1" dirty="0">
                <a:solidFill>
                  <a:srgbClr val="11576A"/>
                </a:solidFill>
                <a:latin typeface="微软雅黑" pitchFamily="34" charset="-122"/>
                <a:ea typeface="微软雅黑" pitchFamily="34" charset="-122"/>
              </a:rPr>
              <a:t>1MB</a:t>
            </a:r>
            <a:r>
              <a:rPr lang="zh-CN" altLang="en-US" sz="2000" b="1" dirty="0">
                <a:solidFill>
                  <a:srgbClr val="11576A"/>
                </a:solidFill>
                <a:latin typeface="微软雅黑" pitchFamily="34" charset="-122"/>
                <a:ea typeface="微软雅黑" pitchFamily="34" charset="-122"/>
              </a:rPr>
              <a:t>大小）</a:t>
            </a:r>
            <a:endParaRPr lang="en-US" altLang="zh-CN" sz="2000" b="1" dirty="0">
              <a:solidFill>
                <a:srgbClr val="11576A"/>
              </a:solidFill>
              <a:latin typeface="微软雅黑" pitchFamily="34" charset="-122"/>
              <a:ea typeface="微软雅黑" pitchFamily="34" charset="-122"/>
            </a:endParaRPr>
          </a:p>
          <a:p>
            <a:pPr marL="342900" indent="-342900">
              <a:spcBef>
                <a:spcPct val="20000"/>
              </a:spcBef>
              <a:buClr>
                <a:schemeClr val="folHlink"/>
              </a:buClr>
              <a:buSzPct val="75000"/>
              <a:buFont typeface="Wingdings" panose="05000000000000000000" pitchFamily="2" charset="2"/>
              <a:buChar char="§"/>
              <a:defRPr/>
            </a:pPr>
            <a:r>
              <a:rPr lang="en-US" altLang="zh-CN" sz="2000" b="1" dirty="0">
                <a:solidFill>
                  <a:srgbClr val="11576A"/>
                </a:solidFill>
                <a:latin typeface="微软雅黑" pitchFamily="34" charset="-122"/>
                <a:ea typeface="微软雅黑" pitchFamily="34" charset="-122"/>
              </a:rPr>
              <a:t>16</a:t>
            </a:r>
            <a:r>
              <a:rPr lang="zh-CN" altLang="en-US" sz="2000" b="1" dirty="0">
                <a:solidFill>
                  <a:srgbClr val="11576A"/>
                </a:solidFill>
                <a:latin typeface="微软雅黑" pitchFamily="34" charset="-122"/>
                <a:ea typeface="微软雅黑" pitchFamily="34" charset="-122"/>
              </a:rPr>
              <a:t>位寄存器</a:t>
            </a:r>
            <a:r>
              <a:rPr lang="en-US" altLang="zh-CN" sz="2000" b="1" dirty="0">
                <a:solidFill>
                  <a:srgbClr val="11576A"/>
                </a:solidFill>
                <a:latin typeface="微软雅黑" pitchFamily="34" charset="-122"/>
                <a:ea typeface="微软雅黑" pitchFamily="34" charset="-122"/>
              </a:rPr>
              <a:t>,</a:t>
            </a:r>
            <a:r>
              <a:rPr lang="zh-CN" altLang="en-US" sz="2000" b="1" dirty="0">
                <a:solidFill>
                  <a:srgbClr val="11576A"/>
                </a:solidFill>
                <a:latin typeface="微软雅黑" pitchFamily="34" charset="-122"/>
                <a:ea typeface="微软雅黑" pitchFamily="34" charset="-122"/>
              </a:rPr>
              <a:t> 物理地址</a:t>
            </a:r>
            <a:r>
              <a:rPr lang="en-US" altLang="zh-CN" sz="2000" b="1" dirty="0">
                <a:solidFill>
                  <a:srgbClr val="11576A"/>
                </a:solidFill>
                <a:latin typeface="微软雅黑" pitchFamily="34" charset="-122"/>
                <a:ea typeface="微软雅黑" pitchFamily="34" charset="-122"/>
              </a:rPr>
              <a:t>=</a:t>
            </a:r>
            <a:r>
              <a:rPr lang="zh-CN" altLang="en-US" sz="2000" b="1" dirty="0">
                <a:solidFill>
                  <a:srgbClr val="11576A"/>
                </a:solidFill>
                <a:latin typeface="微软雅黑" pitchFamily="34" charset="-122"/>
                <a:ea typeface="微软雅黑" pitchFamily="34" charset="-122"/>
              </a:rPr>
              <a:t>段基址</a:t>
            </a:r>
            <a:r>
              <a:rPr lang="en-US" altLang="zh-CN" sz="2000" b="1" dirty="0">
                <a:solidFill>
                  <a:srgbClr val="11576A"/>
                </a:solidFill>
                <a:latin typeface="微软雅黑" pitchFamily="34" charset="-122"/>
                <a:ea typeface="微软雅黑" pitchFamily="34" charset="-122"/>
              </a:rPr>
              <a:t>X16+</a:t>
            </a:r>
            <a:r>
              <a:rPr lang="zh-CN" altLang="en-US" sz="2000" b="1" dirty="0">
                <a:solidFill>
                  <a:srgbClr val="11576A"/>
                </a:solidFill>
                <a:latin typeface="微软雅黑" pitchFamily="34" charset="-122"/>
                <a:ea typeface="微软雅黑" pitchFamily="34" charset="-122"/>
              </a:rPr>
              <a:t>偏移地址</a:t>
            </a:r>
            <a:r>
              <a:rPr lang="en-US" altLang="zh-CN" sz="2000" b="1" dirty="0">
                <a:solidFill>
                  <a:srgbClr val="11576A"/>
                </a:solidFill>
                <a:latin typeface="微软雅黑" pitchFamily="34" charset="-122"/>
                <a:ea typeface="微软雅黑" pitchFamily="34" charset="-122"/>
              </a:rPr>
              <a:t> </a:t>
            </a:r>
          </a:p>
          <a:p>
            <a:pPr marL="342900" indent="-342900">
              <a:spcBef>
                <a:spcPct val="20000"/>
              </a:spcBef>
              <a:buClr>
                <a:schemeClr val="folHlink"/>
              </a:buClr>
              <a:buSzPct val="75000"/>
              <a:buFont typeface="Wingdings" panose="05000000000000000000" pitchFamily="2" charset="2"/>
              <a:buChar char="§"/>
              <a:defRPr/>
            </a:pPr>
            <a:r>
              <a:rPr lang="en-US" altLang="zh-CN" sz="2000" b="1" dirty="0">
                <a:solidFill>
                  <a:srgbClr val="11576A"/>
                </a:solidFill>
                <a:latin typeface="微软雅黑" pitchFamily="34" charset="-122"/>
                <a:ea typeface="微软雅黑" pitchFamily="34" charset="-122"/>
              </a:rPr>
              <a:t>80386</a:t>
            </a:r>
            <a:r>
              <a:rPr lang="zh-CN" altLang="en-US" sz="2000" b="1" dirty="0">
                <a:solidFill>
                  <a:srgbClr val="11576A"/>
                </a:solidFill>
                <a:latin typeface="微软雅黑" pitchFamily="34" charset="-122"/>
                <a:ea typeface="微软雅黑" pitchFamily="34" charset="-122"/>
              </a:rPr>
              <a:t>以上的微处理器在启动时，自动进入实模式</a:t>
            </a:r>
            <a:endParaRPr lang="en-US" altLang="zh-CN" sz="2800" b="1" dirty="0">
              <a:solidFill>
                <a:srgbClr val="11576A"/>
              </a:solidFill>
              <a:latin typeface="张海山锐谐体2.0-授权联系：Samtype@QQ.com" pitchFamily="2" charset="-122"/>
              <a:ea typeface="张海山锐谐体2.0-授权联系：Samtype@QQ.com" pitchFamily="2" charset="-122"/>
            </a:endParaRPr>
          </a:p>
          <a:p>
            <a:pPr marL="342892" indent="-342892">
              <a:spcBef>
                <a:spcPct val="20000"/>
              </a:spcBef>
              <a:buClr>
                <a:schemeClr val="folHlink"/>
              </a:buClr>
              <a:buSzPct val="75000"/>
              <a:defRPr/>
            </a:pPr>
            <a:r>
              <a:rPr lang="zh-CN" altLang="en-US" sz="2800" b="1" dirty="0">
                <a:solidFill>
                  <a:srgbClr val="11576A"/>
                </a:solidFill>
                <a:latin typeface="张海山锐谐体2.0-授权联系：Samtype@QQ.com" pitchFamily="2" charset="-122"/>
                <a:ea typeface="张海山锐谐体2.0-授权联系：Samtype@QQ.com" pitchFamily="2" charset="-122"/>
              </a:rPr>
              <a:t>■</a:t>
            </a:r>
            <a:r>
              <a:rPr lang="zh-CN" altLang="en-US" sz="2800" b="1" dirty="0">
                <a:solidFill>
                  <a:srgbClr val="11576A"/>
                </a:solidFill>
                <a:latin typeface="微软雅黑" pitchFamily="34" charset="-122"/>
                <a:ea typeface="微软雅黑" pitchFamily="34" charset="-122"/>
              </a:rPr>
              <a:t>保护模式</a:t>
            </a:r>
            <a:endParaRPr lang="en-US" altLang="zh-CN" sz="2800" b="1" dirty="0">
              <a:solidFill>
                <a:srgbClr val="11576A"/>
              </a:solidFill>
              <a:latin typeface="微软雅黑" pitchFamily="34" charset="-122"/>
              <a:ea typeface="微软雅黑" pitchFamily="34" charset="-122"/>
            </a:endParaRPr>
          </a:p>
          <a:p>
            <a:pPr marL="342892" indent="-342892">
              <a:spcBef>
                <a:spcPct val="20000"/>
              </a:spcBef>
              <a:buClr>
                <a:schemeClr val="folHlink"/>
              </a:buClr>
              <a:buSzPct val="75000"/>
              <a:buFont typeface="Arial" panose="020B0604020202020204" pitchFamily="34" charset="0"/>
              <a:buChar char="•"/>
              <a:defRPr/>
            </a:pPr>
            <a:r>
              <a:rPr lang="en-US" altLang="zh-CN" sz="2000" b="1" dirty="0">
                <a:solidFill>
                  <a:srgbClr val="11576A"/>
                </a:solidFill>
                <a:latin typeface="微软雅黑" pitchFamily="34" charset="-122"/>
                <a:ea typeface="微软雅黑" pitchFamily="34" charset="-122"/>
              </a:rPr>
              <a:t>32/64</a:t>
            </a:r>
            <a:r>
              <a:rPr lang="zh-CN" altLang="en-US" sz="2000" b="1" dirty="0">
                <a:solidFill>
                  <a:srgbClr val="11576A"/>
                </a:solidFill>
                <a:latin typeface="微软雅黑" pitchFamily="34" charset="-122"/>
                <a:ea typeface="微软雅黑" pitchFamily="34" charset="-122"/>
              </a:rPr>
              <a:t>位寄存器和地址总线</a:t>
            </a:r>
            <a:endParaRPr lang="en-US" altLang="zh-CN" sz="2000" b="1" dirty="0">
              <a:solidFill>
                <a:srgbClr val="11576A"/>
              </a:solidFill>
              <a:latin typeface="微软雅黑" pitchFamily="34" charset="-122"/>
              <a:ea typeface="微软雅黑" pitchFamily="34" charset="-122"/>
            </a:endParaRPr>
          </a:p>
          <a:p>
            <a:pPr marL="342892" indent="-342892">
              <a:spcBef>
                <a:spcPct val="20000"/>
              </a:spcBef>
              <a:buClr>
                <a:schemeClr val="folHlink"/>
              </a:buClr>
              <a:buSzPct val="75000"/>
              <a:buFont typeface="Arial" panose="020B0604020202020204" pitchFamily="34" charset="0"/>
              <a:buChar char="•"/>
              <a:defRPr/>
            </a:pPr>
            <a:r>
              <a:rPr lang="zh-CN" altLang="en-US" sz="2000" b="1" dirty="0">
                <a:solidFill>
                  <a:srgbClr val="11576A"/>
                </a:solidFill>
                <a:latin typeface="微软雅黑" pitchFamily="34" charset="-122"/>
                <a:ea typeface="微软雅黑" pitchFamily="34" charset="-122"/>
              </a:rPr>
              <a:t>用硬件对每个进程内存空间进行保护，阻止非法访问</a:t>
            </a:r>
            <a:endParaRPr lang="en-US" altLang="zh-CN" sz="2000" b="1" dirty="0">
              <a:solidFill>
                <a:srgbClr val="11576A"/>
              </a:solidFill>
              <a:latin typeface="微软雅黑" pitchFamily="34" charset="-122"/>
              <a:ea typeface="微软雅黑" pitchFamily="34" charset="-122"/>
            </a:endParaRPr>
          </a:p>
          <a:p>
            <a:pPr marL="342892" indent="-342892">
              <a:spcBef>
                <a:spcPct val="20000"/>
              </a:spcBef>
              <a:buClr>
                <a:schemeClr val="folHlink"/>
              </a:buClr>
              <a:buSzPct val="75000"/>
              <a:buFont typeface="Arial" panose="020B0604020202020204" pitchFamily="34" charset="0"/>
              <a:buChar char="•"/>
              <a:defRPr/>
            </a:pPr>
            <a:r>
              <a:rPr lang="zh-CN" altLang="en-US" sz="2000" b="1" dirty="0">
                <a:solidFill>
                  <a:srgbClr val="11576A"/>
                </a:solidFill>
                <a:latin typeface="微软雅黑" pitchFamily="34" charset="-122"/>
                <a:ea typeface="微软雅黑" pitchFamily="34" charset="-122"/>
              </a:rPr>
              <a:t>分段管理和分页管理结合：逻辑地址</a:t>
            </a:r>
            <a:r>
              <a:rPr lang="en-US" altLang="zh-CN" sz="2000" b="1" dirty="0">
                <a:solidFill>
                  <a:srgbClr val="11576A"/>
                </a:solidFill>
                <a:latin typeface="微软雅黑" pitchFamily="34" charset="-122"/>
                <a:ea typeface="微软雅黑" pitchFamily="34" charset="-122"/>
              </a:rPr>
              <a:t>-&gt;</a:t>
            </a:r>
            <a:r>
              <a:rPr lang="zh-CN" altLang="en-US" sz="2000" b="1" dirty="0">
                <a:solidFill>
                  <a:srgbClr val="11576A"/>
                </a:solidFill>
                <a:latin typeface="微软雅黑" pitchFamily="34" charset="-122"/>
                <a:ea typeface="微软雅黑" pitchFamily="34" charset="-122"/>
              </a:rPr>
              <a:t>线性地址</a:t>
            </a:r>
            <a:r>
              <a:rPr lang="en-US" altLang="zh-CN" sz="2000" b="1" dirty="0">
                <a:solidFill>
                  <a:srgbClr val="11576A"/>
                </a:solidFill>
                <a:latin typeface="微软雅黑" pitchFamily="34" charset="-122"/>
                <a:ea typeface="微软雅黑" pitchFamily="34" charset="-122"/>
              </a:rPr>
              <a:t>-&gt;</a:t>
            </a:r>
            <a:r>
              <a:rPr lang="zh-CN" altLang="en-US" sz="2000" b="1" dirty="0">
                <a:solidFill>
                  <a:srgbClr val="11576A"/>
                </a:solidFill>
                <a:latin typeface="微软雅黑" pitchFamily="34" charset="-122"/>
                <a:ea typeface="微软雅黑" pitchFamily="34" charset="-122"/>
              </a:rPr>
              <a:t>物理地址</a:t>
            </a:r>
            <a:endParaRPr lang="en-US" altLang="zh-CN" sz="2800" b="1" dirty="0">
              <a:solidFill>
                <a:srgbClr val="11576A"/>
              </a:solidFill>
              <a:latin typeface="张海山锐谐体2.0-授权联系：Samtype@QQ.com" pitchFamily="2" charset="-122"/>
              <a:ea typeface="张海山锐谐体2.0-授权联系：Samtype@QQ.com" pitchFamily="2" charset="-122"/>
            </a:endParaRPr>
          </a:p>
          <a:p>
            <a:pPr marL="342892" indent="-342892">
              <a:spcBef>
                <a:spcPct val="20000"/>
              </a:spcBef>
              <a:buClr>
                <a:schemeClr val="folHlink"/>
              </a:buClr>
              <a:buSzPct val="75000"/>
              <a:defRPr/>
            </a:pPr>
            <a:r>
              <a:rPr lang="zh-CN" altLang="en-US" sz="2800" b="1" dirty="0">
                <a:solidFill>
                  <a:srgbClr val="11576A"/>
                </a:solidFill>
                <a:latin typeface="张海山锐谐体2.0-授权联系：Samtype@QQ.com" pitchFamily="2" charset="-122"/>
                <a:ea typeface="张海山锐谐体2.0-授权联系：Samtype@QQ.com" pitchFamily="2" charset="-122"/>
              </a:rPr>
              <a:t>■</a:t>
            </a:r>
            <a:r>
              <a:rPr lang="zh-CN" altLang="en-US" sz="2800" b="1" dirty="0">
                <a:solidFill>
                  <a:srgbClr val="11576A"/>
                </a:solidFill>
                <a:latin typeface="微软雅黑" pitchFamily="34" charset="-122"/>
                <a:ea typeface="微软雅黑" pitchFamily="34" charset="-122"/>
              </a:rPr>
              <a:t>虚拟</a:t>
            </a:r>
            <a:r>
              <a:rPr lang="en-US" altLang="zh-CN" sz="2800" b="1" dirty="0">
                <a:solidFill>
                  <a:srgbClr val="11576A"/>
                </a:solidFill>
                <a:latin typeface="微软雅黑" pitchFamily="34" charset="-122"/>
                <a:ea typeface="微软雅黑" pitchFamily="34" charset="-122"/>
              </a:rPr>
              <a:t>8086</a:t>
            </a:r>
            <a:r>
              <a:rPr lang="zh-CN" altLang="en-US" sz="2800" b="1" dirty="0">
                <a:solidFill>
                  <a:srgbClr val="11576A"/>
                </a:solidFill>
                <a:latin typeface="微软雅黑" pitchFamily="34" charset="-122"/>
                <a:ea typeface="微软雅黑" pitchFamily="34" charset="-122"/>
              </a:rPr>
              <a:t>模式</a:t>
            </a:r>
            <a:endParaRPr lang="en-US" altLang="zh-CN" sz="2800" b="1" dirty="0">
              <a:solidFill>
                <a:srgbClr val="11576A"/>
              </a:solidFill>
              <a:latin typeface="微软雅黑" pitchFamily="34" charset="-122"/>
              <a:ea typeface="微软雅黑" pitchFamily="34" charset="-122"/>
            </a:endParaRPr>
          </a:p>
          <a:p>
            <a:pPr marL="342900" indent="-342900">
              <a:spcBef>
                <a:spcPct val="20000"/>
              </a:spcBef>
              <a:buClr>
                <a:srgbClr val="3333CC"/>
              </a:buClr>
              <a:buSzPct val="75000"/>
              <a:buFont typeface="Wingdings" panose="05000000000000000000" pitchFamily="2" charset="2"/>
              <a:buChar char="§"/>
              <a:defRPr/>
            </a:pPr>
            <a:r>
              <a:rPr lang="zh-CN" altLang="en-US" sz="2000" b="1" dirty="0">
                <a:solidFill>
                  <a:srgbClr val="11576A"/>
                </a:solidFill>
                <a:latin typeface="微软雅黑" pitchFamily="34" charset="-122"/>
                <a:ea typeface="微软雅黑" pitchFamily="34" charset="-122"/>
              </a:rPr>
              <a:t>运行在保护模式中的实模式，为了在</a:t>
            </a:r>
            <a:r>
              <a:rPr lang="en-US" altLang="zh-CN" sz="2000" b="1" dirty="0">
                <a:solidFill>
                  <a:srgbClr val="11576A"/>
                </a:solidFill>
                <a:latin typeface="微软雅黑" pitchFamily="34" charset="-122"/>
                <a:ea typeface="微软雅黑" pitchFamily="34" charset="-122"/>
              </a:rPr>
              <a:t>32</a:t>
            </a:r>
            <a:r>
              <a:rPr lang="zh-CN" altLang="en-US" sz="2000" b="1" dirty="0">
                <a:solidFill>
                  <a:srgbClr val="11576A"/>
                </a:solidFill>
                <a:latin typeface="微软雅黑" pitchFamily="34" charset="-122"/>
                <a:ea typeface="微软雅黑" pitchFamily="34" charset="-122"/>
              </a:rPr>
              <a:t>位保护模式下执行纯</a:t>
            </a:r>
            <a:r>
              <a:rPr lang="en-US" altLang="zh-CN" sz="2000" b="1" dirty="0">
                <a:solidFill>
                  <a:srgbClr val="11576A"/>
                </a:solidFill>
                <a:latin typeface="微软雅黑" pitchFamily="34" charset="-122"/>
                <a:ea typeface="微软雅黑" pitchFamily="34" charset="-122"/>
              </a:rPr>
              <a:t>16</a:t>
            </a:r>
            <a:r>
              <a:rPr lang="zh-CN" altLang="en-US" sz="2000" b="1" dirty="0">
                <a:solidFill>
                  <a:srgbClr val="11576A"/>
                </a:solidFill>
                <a:latin typeface="微软雅黑" pitchFamily="34" charset="-122"/>
                <a:ea typeface="微软雅黑" pitchFamily="34" charset="-122"/>
              </a:rPr>
              <a:t>位程序</a:t>
            </a:r>
            <a:endParaRPr lang="en-US" altLang="zh-CN" sz="2800" b="1" dirty="0">
              <a:solidFill>
                <a:srgbClr val="11576A"/>
              </a:solidFill>
              <a:latin typeface="微软雅黑" pitchFamily="34" charset="-122"/>
              <a:ea typeface="微软雅黑" pitchFamily="34" charset="-122"/>
            </a:endParaRPr>
          </a:p>
          <a:p>
            <a:pPr marL="342892" indent="-342892">
              <a:spcBef>
                <a:spcPct val="20000"/>
              </a:spcBef>
              <a:buClr>
                <a:schemeClr val="folHlink"/>
              </a:buClr>
              <a:buSzPct val="75000"/>
              <a:defRPr/>
            </a:pPr>
            <a:r>
              <a:rPr lang="zh-CN" altLang="en-US" sz="2000" b="1" dirty="0">
                <a:solidFill>
                  <a:srgbClr val="11576A"/>
                </a:solidFill>
                <a:latin typeface="微软雅黑" pitchFamily="34" charset="-122"/>
                <a:ea typeface="微软雅黑" pitchFamily="34" charset="-122"/>
              </a:rPr>
              <a:t> </a:t>
            </a:r>
          </a:p>
        </p:txBody>
      </p:sp>
    </p:spTree>
    <p:extLst>
      <p:ext uri="{BB962C8B-B14F-4D97-AF65-F5344CB8AC3E}">
        <p14:creationId xmlns:p14="http://schemas.microsoft.com/office/powerpoint/2010/main" val="255536324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8434"/>
                                        </p:tgtEl>
                                        <p:attrNameLst>
                                          <p:attrName>style.visibility</p:attrName>
                                        </p:attrNameLst>
                                      </p:cBhvr>
                                      <p:to>
                                        <p:strVal val="visible"/>
                                      </p:to>
                                    </p:set>
                                    <p:animEffect transition="in" filter="wipe(left)">
                                      <p:cBhvr>
                                        <p:cTn id="7" dur="500"/>
                                        <p:tgtEl>
                                          <p:spTgt spid="184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extBox 7">
            <a:extLst>
              <a:ext uri="{FF2B5EF4-FFF2-40B4-BE49-F238E27FC236}">
                <a16:creationId xmlns:a16="http://schemas.microsoft.com/office/drawing/2014/main" id="{09408BDD-3AC9-4372-880A-FC43683F6C3F}"/>
              </a:ext>
            </a:extLst>
          </p:cNvPr>
          <p:cNvSpPr txBox="1">
            <a:spLocks noChangeArrowheads="1"/>
          </p:cNvSpPr>
          <p:nvPr/>
        </p:nvSpPr>
        <p:spPr bwMode="auto">
          <a:xfrm>
            <a:off x="2590800" y="381000"/>
            <a:ext cx="2428875"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zh-CN" altLang="en-US" sz="3000" b="1" dirty="0">
                <a:solidFill>
                  <a:schemeClr val="accent3"/>
                </a:solidFill>
                <a:latin typeface="微软雅黑" panose="020B0503020204020204" pitchFamily="34" charset="-122"/>
                <a:ea typeface="微软雅黑" panose="020B0503020204020204" pitchFamily="34" charset="-122"/>
              </a:rPr>
              <a:t>关于</a:t>
            </a:r>
            <a:r>
              <a:rPr lang="en-US" altLang="zh-CN" sz="3000" b="1" dirty="0">
                <a:solidFill>
                  <a:schemeClr val="accent3"/>
                </a:solidFill>
                <a:latin typeface="微软雅黑" panose="020B0503020204020204" pitchFamily="34" charset="-122"/>
                <a:ea typeface="微软雅黑" panose="020B0503020204020204" pitchFamily="34" charset="-122"/>
              </a:rPr>
              <a:t>BIOS</a:t>
            </a:r>
            <a:endParaRPr lang="zh-CN" altLang="en-US" sz="3000" b="1" dirty="0">
              <a:solidFill>
                <a:schemeClr val="accent3"/>
              </a:solidFill>
              <a:latin typeface="微软雅黑" panose="020B0503020204020204" pitchFamily="34" charset="-122"/>
              <a:ea typeface="微软雅黑" panose="020B0503020204020204" pitchFamily="34" charset="-122"/>
            </a:endParaRPr>
          </a:p>
        </p:txBody>
      </p:sp>
      <p:sp>
        <p:nvSpPr>
          <p:cNvPr id="18434" name="Rectangle 3">
            <a:extLst>
              <a:ext uri="{FF2B5EF4-FFF2-40B4-BE49-F238E27FC236}">
                <a16:creationId xmlns:a16="http://schemas.microsoft.com/office/drawing/2014/main" id="{6DD5BE88-63C5-4600-93DD-42B7D2784B4B}"/>
              </a:ext>
            </a:extLst>
          </p:cNvPr>
          <p:cNvSpPr>
            <a:spLocks noGrp="1" noChangeArrowheads="1"/>
          </p:cNvSpPr>
          <p:nvPr/>
        </p:nvSpPr>
        <p:spPr bwMode="auto">
          <a:xfrm>
            <a:off x="533401" y="2133600"/>
            <a:ext cx="7837488" cy="352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7" tIns="44450" rIns="90487" bIns="44450"/>
          <a:lstStyle>
            <a:lvl1pPr marL="341313" indent="-341313">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spcBef>
                <a:spcPct val="20000"/>
              </a:spcBef>
              <a:buClr>
                <a:schemeClr val="folHlink"/>
              </a:buClr>
              <a:buSzPct val="75000"/>
            </a:pPr>
            <a:r>
              <a:rPr lang="zh-CN" altLang="en-US" sz="2000" b="1" dirty="0">
                <a:solidFill>
                  <a:srgbClr val="11576A"/>
                </a:solidFill>
                <a:latin typeface="张海山锐谐体2.0-授权联系：Samtype@QQ.com"/>
                <a:ea typeface="张海山锐谐体2.0-授权联系：Samtype@QQ.com"/>
                <a:cs typeface="张海山锐谐体2.0-授权联系：Samtype@QQ.com"/>
              </a:rPr>
              <a:t>■</a:t>
            </a:r>
            <a:r>
              <a:rPr lang="en-US" altLang="zh-CN" sz="2000" b="1" dirty="0">
                <a:solidFill>
                  <a:srgbClr val="11576A"/>
                </a:solidFill>
                <a:latin typeface="微软雅黑" panose="020B0503020204020204" pitchFamily="34" charset="-122"/>
                <a:ea typeface="微软雅黑" panose="020B0503020204020204" pitchFamily="34" charset="-122"/>
              </a:rPr>
              <a:t>BIOS "Basic Input Output System"</a:t>
            </a:r>
            <a:r>
              <a:rPr lang="zh-CN" altLang="en-US" sz="2000" b="1" dirty="0">
                <a:solidFill>
                  <a:srgbClr val="11576A"/>
                </a:solidFill>
                <a:latin typeface="微软雅黑" panose="020B0503020204020204" pitchFamily="34" charset="-122"/>
                <a:ea typeface="微软雅黑" panose="020B0503020204020204" pitchFamily="34" charset="-122"/>
              </a:rPr>
              <a:t>，</a:t>
            </a:r>
            <a:r>
              <a:rPr lang="en-US" altLang="zh-CN" sz="2000" b="1" dirty="0">
                <a:solidFill>
                  <a:srgbClr val="11576A"/>
                </a:solidFill>
                <a:latin typeface="微软雅黑" panose="020B0503020204020204" pitchFamily="34" charset="-122"/>
                <a:ea typeface="微软雅黑" panose="020B0503020204020204" pitchFamily="34" charset="-122"/>
              </a:rPr>
              <a:t>"</a:t>
            </a:r>
            <a:r>
              <a:rPr lang="zh-CN" altLang="en-US" sz="2000" b="1" dirty="0">
                <a:solidFill>
                  <a:srgbClr val="11576A"/>
                </a:solidFill>
                <a:latin typeface="微软雅黑" panose="020B0503020204020204" pitchFamily="34" charset="-122"/>
                <a:ea typeface="微软雅黑" panose="020B0503020204020204" pitchFamily="34" charset="-122"/>
              </a:rPr>
              <a:t>基本输入输出系统</a:t>
            </a:r>
            <a:r>
              <a:rPr lang="en-US" altLang="zh-CN" sz="2000" b="1" dirty="0">
                <a:solidFill>
                  <a:srgbClr val="11576A"/>
                </a:solidFill>
                <a:latin typeface="微软雅黑" panose="020B0503020204020204" pitchFamily="34" charset="-122"/>
                <a:ea typeface="微软雅黑" panose="020B0503020204020204" pitchFamily="34" charset="-122"/>
              </a:rPr>
              <a:t>"</a:t>
            </a:r>
          </a:p>
          <a:p>
            <a:pPr>
              <a:spcBef>
                <a:spcPct val="20000"/>
              </a:spcBef>
              <a:buClr>
                <a:schemeClr val="folHlink"/>
              </a:buClr>
              <a:buSzPct val="75000"/>
            </a:pPr>
            <a:r>
              <a:rPr lang="zh-CN" altLang="en-US" sz="2000" b="1" dirty="0">
                <a:solidFill>
                  <a:srgbClr val="11576A"/>
                </a:solidFill>
                <a:latin typeface="张海山锐谐体2.0-授权联系：Samtype@QQ.com"/>
                <a:ea typeface="张海山锐谐体2.0-授权联系：Samtype@QQ.com"/>
                <a:cs typeface="张海山锐谐体2.0-授权联系：Samtype@QQ.com"/>
              </a:rPr>
              <a:t>■</a:t>
            </a:r>
            <a:r>
              <a:rPr lang="zh-CN" altLang="en-US" sz="2000" b="1" dirty="0">
                <a:solidFill>
                  <a:srgbClr val="11576A"/>
                </a:solidFill>
                <a:latin typeface="微软雅黑" panose="020B0503020204020204" pitchFamily="34" charset="-122"/>
                <a:ea typeface="微软雅黑" panose="020B0503020204020204" pitchFamily="34" charset="-122"/>
              </a:rPr>
              <a:t>它是一组固化到计算机内主板上一个</a:t>
            </a:r>
            <a:r>
              <a:rPr lang="en-US" altLang="zh-CN" sz="2000" b="1" dirty="0">
                <a:solidFill>
                  <a:srgbClr val="11576A"/>
                </a:solidFill>
                <a:latin typeface="微软雅黑" panose="020B0503020204020204" pitchFamily="34" charset="-122"/>
                <a:ea typeface="微软雅黑" panose="020B0503020204020204" pitchFamily="34" charset="-122"/>
              </a:rPr>
              <a:t>ROM</a:t>
            </a:r>
            <a:r>
              <a:rPr lang="zh-CN" altLang="en-US" sz="2000" b="1" dirty="0">
                <a:solidFill>
                  <a:srgbClr val="11576A"/>
                </a:solidFill>
                <a:latin typeface="微软雅黑" panose="020B0503020204020204" pitchFamily="34" charset="-122"/>
                <a:ea typeface="微软雅黑" panose="020B0503020204020204" pitchFamily="34" charset="-122"/>
              </a:rPr>
              <a:t>（</a:t>
            </a:r>
            <a:r>
              <a:rPr lang="en-US" altLang="zh-CN" sz="2000" b="1" dirty="0">
                <a:solidFill>
                  <a:srgbClr val="11576A"/>
                </a:solidFill>
                <a:latin typeface="微软雅黑" panose="020B0503020204020204" pitchFamily="34" charset="-122"/>
                <a:ea typeface="微软雅黑" panose="020B0503020204020204" pitchFamily="34" charset="-122"/>
              </a:rPr>
              <a:t>CMOS</a:t>
            </a:r>
            <a:r>
              <a:rPr lang="zh-CN" altLang="en-US" sz="2000" b="1" dirty="0">
                <a:solidFill>
                  <a:srgbClr val="11576A"/>
                </a:solidFill>
                <a:latin typeface="微软雅黑" panose="020B0503020204020204" pitchFamily="34" charset="-122"/>
                <a:ea typeface="微软雅黑" panose="020B0503020204020204" pitchFamily="34" charset="-122"/>
              </a:rPr>
              <a:t>）芯片上的程序，它保存着计算机最重要的基本输入输出的程序、开机后自检程序和系统自启动程序</a:t>
            </a:r>
            <a:endParaRPr lang="en-US" altLang="zh-CN" sz="2000" b="1" dirty="0">
              <a:solidFill>
                <a:srgbClr val="11576A"/>
              </a:solidFill>
              <a:latin typeface="微软雅黑" panose="020B0503020204020204" pitchFamily="34" charset="-122"/>
              <a:ea typeface="微软雅黑" panose="020B0503020204020204" pitchFamily="34" charset="-122"/>
            </a:endParaRPr>
          </a:p>
          <a:p>
            <a:pPr>
              <a:spcBef>
                <a:spcPct val="20000"/>
              </a:spcBef>
              <a:buClr>
                <a:schemeClr val="folHlink"/>
              </a:buClr>
              <a:buSzPct val="75000"/>
            </a:pPr>
            <a:r>
              <a:rPr lang="zh-CN" altLang="en-US" sz="2000" b="1" dirty="0">
                <a:solidFill>
                  <a:srgbClr val="11576A"/>
                </a:solidFill>
                <a:latin typeface="张海山锐谐体2.0-授权联系：Samtype@QQ.com"/>
                <a:ea typeface="张海山锐谐体2.0-授权联系：Samtype@QQ.com"/>
                <a:cs typeface="张海山锐谐体2.0-授权联系：Samtype@QQ.com"/>
              </a:rPr>
              <a:t>■</a:t>
            </a:r>
            <a:r>
              <a:rPr lang="zh-CN" altLang="en-US" sz="2000" b="1" dirty="0">
                <a:solidFill>
                  <a:srgbClr val="11576A"/>
                </a:solidFill>
                <a:latin typeface="微软雅黑" panose="020B0503020204020204" pitchFamily="34" charset="-122"/>
                <a:ea typeface="微软雅黑" panose="020B0503020204020204" pitchFamily="34" charset="-122"/>
              </a:rPr>
              <a:t>为计算机提供最底层的、最直接的硬件设置和控制。</a:t>
            </a:r>
            <a:endParaRPr lang="en-US" altLang="zh-CN" sz="2000" b="1" dirty="0">
              <a:solidFill>
                <a:srgbClr val="11576A"/>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71222376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8434"/>
                                        </p:tgtEl>
                                        <p:attrNameLst>
                                          <p:attrName>style.visibility</p:attrName>
                                        </p:attrNameLst>
                                      </p:cBhvr>
                                      <p:to>
                                        <p:strVal val="visible"/>
                                      </p:to>
                                    </p:set>
                                    <p:animEffect transition="in" filter="wipe(left)">
                                      <p:cBhvr>
                                        <p:cTn id="7" dur="500"/>
                                        <p:tgtEl>
                                          <p:spTgt spid="184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7">
            <a:extLst>
              <a:ext uri="{FF2B5EF4-FFF2-40B4-BE49-F238E27FC236}">
                <a16:creationId xmlns:a16="http://schemas.microsoft.com/office/drawing/2014/main" id="{6D4D436D-B15A-4E63-8FF2-91DFC7ECD7C4}"/>
              </a:ext>
            </a:extLst>
          </p:cNvPr>
          <p:cNvSpPr txBox="1">
            <a:spLocks noChangeArrowheads="1"/>
          </p:cNvSpPr>
          <p:nvPr/>
        </p:nvSpPr>
        <p:spPr bwMode="auto">
          <a:xfrm>
            <a:off x="815181" y="286940"/>
            <a:ext cx="542925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zh-CN" altLang="en-US" sz="3000" b="1" dirty="0">
                <a:solidFill>
                  <a:schemeClr val="accent3"/>
                </a:solidFill>
                <a:latin typeface="微软雅黑" panose="020B0503020204020204" pitchFamily="34" charset="-122"/>
                <a:ea typeface="微软雅黑" panose="020B0503020204020204" pitchFamily="34" charset="-122"/>
              </a:rPr>
              <a:t>启动时计算机内存和磁盘布局</a:t>
            </a:r>
          </a:p>
        </p:txBody>
      </p:sp>
      <p:sp>
        <p:nvSpPr>
          <p:cNvPr id="18434" name="Rectangle 3">
            <a:extLst>
              <a:ext uri="{FF2B5EF4-FFF2-40B4-BE49-F238E27FC236}">
                <a16:creationId xmlns:a16="http://schemas.microsoft.com/office/drawing/2014/main" id="{FF7508E3-A049-42FD-85E6-1ECD81C1EC62}"/>
              </a:ext>
            </a:extLst>
          </p:cNvPr>
          <p:cNvSpPr>
            <a:spLocks noGrp="1" noChangeArrowheads="1"/>
          </p:cNvSpPr>
          <p:nvPr/>
        </p:nvSpPr>
        <p:spPr bwMode="auto">
          <a:xfrm>
            <a:off x="3333750" y="3675063"/>
            <a:ext cx="4983163"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7" tIns="44450" rIns="90487" bIns="44450"/>
          <a:lstStyle>
            <a:lvl1pPr marL="341313" indent="-341313">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spcBef>
                <a:spcPct val="20000"/>
              </a:spcBef>
              <a:buClr>
                <a:schemeClr val="folHlink"/>
              </a:buClr>
              <a:buSzPct val="75000"/>
            </a:pPr>
            <a:r>
              <a:rPr lang="zh-CN" altLang="en-US" sz="1700" b="1">
                <a:solidFill>
                  <a:srgbClr val="11576A"/>
                </a:solidFill>
                <a:latin typeface="微软雅黑" panose="020B0503020204020204" pitchFamily="34" charset="-122"/>
                <a:ea typeface="微软雅黑" panose="020B0503020204020204" pitchFamily="34" charset="-122"/>
              </a:rPr>
              <a:t>     基本输入输出的程序</a:t>
            </a:r>
          </a:p>
          <a:p>
            <a:pPr>
              <a:spcBef>
                <a:spcPct val="20000"/>
              </a:spcBef>
              <a:buClr>
                <a:schemeClr val="folHlink"/>
              </a:buClr>
              <a:buSzPct val="75000"/>
            </a:pPr>
            <a:r>
              <a:rPr lang="zh-CN" altLang="en-US" sz="1700" b="1">
                <a:solidFill>
                  <a:srgbClr val="11576A"/>
                </a:solidFill>
                <a:latin typeface="微软雅黑" panose="020B0503020204020204" pitchFamily="34" charset="-122"/>
                <a:ea typeface="微软雅黑" panose="020B0503020204020204" pitchFamily="34" charset="-122"/>
              </a:rPr>
              <a:t>     系统设置信息</a:t>
            </a:r>
          </a:p>
          <a:p>
            <a:pPr>
              <a:spcBef>
                <a:spcPct val="20000"/>
              </a:spcBef>
              <a:buClr>
                <a:schemeClr val="folHlink"/>
              </a:buClr>
              <a:buSzPct val="75000"/>
            </a:pPr>
            <a:r>
              <a:rPr lang="zh-CN" altLang="en-US" sz="1700" b="1">
                <a:solidFill>
                  <a:srgbClr val="11576A"/>
                </a:solidFill>
                <a:latin typeface="微软雅黑" panose="020B0503020204020204" pitchFamily="34" charset="-122"/>
                <a:ea typeface="微软雅黑" panose="020B0503020204020204" pitchFamily="34" charset="-122"/>
              </a:rPr>
              <a:t>     开机后自检程序</a:t>
            </a:r>
          </a:p>
          <a:p>
            <a:pPr>
              <a:spcBef>
                <a:spcPct val="20000"/>
              </a:spcBef>
              <a:buClr>
                <a:schemeClr val="folHlink"/>
              </a:buClr>
              <a:buSzPct val="75000"/>
            </a:pPr>
            <a:r>
              <a:rPr lang="zh-CN" altLang="en-US" sz="1700" b="1">
                <a:solidFill>
                  <a:srgbClr val="11576A"/>
                </a:solidFill>
                <a:latin typeface="微软雅黑" panose="020B0503020204020204" pitchFamily="34" charset="-122"/>
                <a:ea typeface="微软雅黑" panose="020B0503020204020204" pitchFamily="34" charset="-122"/>
              </a:rPr>
              <a:t>     系统自启动程序等  </a:t>
            </a:r>
          </a:p>
        </p:txBody>
      </p:sp>
      <p:sp>
        <p:nvSpPr>
          <p:cNvPr id="18435" name="Text Box 16">
            <a:extLst>
              <a:ext uri="{FF2B5EF4-FFF2-40B4-BE49-F238E27FC236}">
                <a16:creationId xmlns:a16="http://schemas.microsoft.com/office/drawing/2014/main" id="{07CC3F4A-4D95-4684-B329-2B366F636AE8}"/>
              </a:ext>
            </a:extLst>
          </p:cNvPr>
          <p:cNvSpPr txBox="1">
            <a:spLocks noChangeArrowheads="1"/>
          </p:cNvSpPr>
          <p:nvPr/>
        </p:nvSpPr>
        <p:spPr bwMode="auto">
          <a:xfrm>
            <a:off x="3316288" y="2019300"/>
            <a:ext cx="4464050" cy="166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marL="0" lvl="1"/>
            <a:r>
              <a:rPr lang="zh-CN" altLang="en-US" sz="1700" b="1" dirty="0">
                <a:solidFill>
                  <a:srgbClr val="11576A"/>
                </a:solidFill>
                <a:latin typeface="微软雅黑" panose="020B0503020204020204" pitchFamily="34" charset="-122"/>
                <a:ea typeface="微软雅黑" panose="020B0503020204020204" pitchFamily="34" charset="-122"/>
              </a:rPr>
              <a:t>CS:IP = 0xf000:fff0. </a:t>
            </a:r>
          </a:p>
          <a:p>
            <a:pPr marL="0" lvl="1"/>
            <a:r>
              <a:rPr lang="zh-CN" altLang="en-US" sz="1700" b="1" dirty="0">
                <a:solidFill>
                  <a:srgbClr val="11576A"/>
                </a:solidFill>
                <a:latin typeface="微软雅黑" panose="020B0503020204020204" pitchFamily="34" charset="-122"/>
                <a:ea typeface="微软雅黑" panose="020B0503020204020204" pitchFamily="34" charset="-122"/>
              </a:rPr>
              <a:t>（CS：代码段寄存器；IP：指令指针寄存器</a:t>
            </a:r>
            <a:r>
              <a:rPr lang="en-US" altLang="zh-CN" sz="1700" b="1" dirty="0">
                <a:solidFill>
                  <a:srgbClr val="11576A"/>
                </a:solidFill>
                <a:latin typeface="微软雅黑" panose="020B0503020204020204" pitchFamily="34" charset="-122"/>
                <a:ea typeface="微软雅黑" panose="020B0503020204020204" pitchFamily="34" charset="-122"/>
              </a:rPr>
              <a:t>PC:</a:t>
            </a:r>
            <a:r>
              <a:rPr lang="zh-CN" altLang="en-US" sz="1700" b="1" dirty="0">
                <a:solidFill>
                  <a:srgbClr val="11576A"/>
                </a:solidFill>
                <a:latin typeface="微软雅黑" panose="020B0503020204020204" pitchFamily="34" charset="-122"/>
                <a:ea typeface="微软雅黑" panose="020B0503020204020204" pitchFamily="34" charset="-122"/>
              </a:rPr>
              <a:t>程序计数寄存器）</a:t>
            </a:r>
            <a:endParaRPr lang="en-US" altLang="zh-CN" sz="1700" b="1" dirty="0">
              <a:solidFill>
                <a:srgbClr val="11576A"/>
              </a:solidFill>
              <a:latin typeface="微软雅黑" panose="020B0503020204020204" pitchFamily="34" charset="-122"/>
              <a:ea typeface="微软雅黑" panose="020B0503020204020204" pitchFamily="34" charset="-122"/>
            </a:endParaRPr>
          </a:p>
          <a:p>
            <a:r>
              <a:rPr lang="zh-CN" altLang="en-US" sz="1700" b="1" dirty="0">
                <a:solidFill>
                  <a:srgbClr val="11576A"/>
                </a:solidFill>
                <a:latin typeface="微软雅黑" panose="020B0503020204020204" pitchFamily="34" charset="-122"/>
                <a:ea typeface="微软雅黑" panose="020B0503020204020204" pitchFamily="34" charset="-122"/>
              </a:rPr>
              <a:t>系统处于实模式</a:t>
            </a:r>
            <a:endParaRPr lang="en-US" altLang="zh-CN" sz="1700" b="1" dirty="0">
              <a:solidFill>
                <a:srgbClr val="11576A"/>
              </a:solidFill>
              <a:latin typeface="微软雅黑" panose="020B0503020204020204" pitchFamily="34" charset="-122"/>
              <a:ea typeface="微软雅黑" panose="020B0503020204020204" pitchFamily="34" charset="-122"/>
            </a:endParaRPr>
          </a:p>
          <a:p>
            <a:r>
              <a:rPr lang="en-US" altLang="zh-CN" sz="1700" b="1" dirty="0">
                <a:solidFill>
                  <a:srgbClr val="11576A"/>
                </a:solidFill>
                <a:latin typeface="微软雅黑" panose="020B0503020204020204" pitchFamily="34" charset="-122"/>
                <a:ea typeface="微软雅黑" panose="020B0503020204020204" pitchFamily="34" charset="-122"/>
              </a:rPr>
              <a:t>PC = 16*CS+IP</a:t>
            </a:r>
          </a:p>
          <a:p>
            <a:r>
              <a:rPr lang="en-US" altLang="zh-CN" sz="1700" b="1" dirty="0">
                <a:solidFill>
                  <a:srgbClr val="11576A"/>
                </a:solidFill>
                <a:latin typeface="微软雅黑" panose="020B0503020204020204" pitchFamily="34" charset="-122"/>
                <a:ea typeface="微软雅黑" panose="020B0503020204020204" pitchFamily="34" charset="-122"/>
              </a:rPr>
              <a:t>20</a:t>
            </a:r>
            <a:r>
              <a:rPr lang="zh-CN" altLang="en-US" sz="1700" b="1" dirty="0">
                <a:solidFill>
                  <a:srgbClr val="11576A"/>
                </a:solidFill>
                <a:latin typeface="微软雅黑" panose="020B0503020204020204" pitchFamily="34" charset="-122"/>
                <a:ea typeface="微软雅黑" panose="020B0503020204020204" pitchFamily="34" charset="-122"/>
              </a:rPr>
              <a:t>位地址空间：</a:t>
            </a:r>
            <a:r>
              <a:rPr lang="en-US" altLang="zh-CN" sz="1700" b="1" dirty="0">
                <a:solidFill>
                  <a:srgbClr val="11576A"/>
                </a:solidFill>
                <a:latin typeface="微软雅黑" panose="020B0503020204020204" pitchFamily="34" charset="-122"/>
                <a:ea typeface="微软雅黑" panose="020B0503020204020204" pitchFamily="34" charset="-122"/>
              </a:rPr>
              <a:t>1MB</a:t>
            </a:r>
          </a:p>
        </p:txBody>
      </p:sp>
      <p:grpSp>
        <p:nvGrpSpPr>
          <p:cNvPr id="4" name="组合 3">
            <a:extLst>
              <a:ext uri="{FF2B5EF4-FFF2-40B4-BE49-F238E27FC236}">
                <a16:creationId xmlns:a16="http://schemas.microsoft.com/office/drawing/2014/main" id="{C25E8799-03F1-4325-B0CB-1F5E2CB2DB22}"/>
              </a:ext>
            </a:extLst>
          </p:cNvPr>
          <p:cNvGrpSpPr>
            <a:grpSpLocks/>
          </p:cNvGrpSpPr>
          <p:nvPr/>
        </p:nvGrpSpPr>
        <p:grpSpPr bwMode="auto">
          <a:xfrm>
            <a:off x="3316288" y="3657600"/>
            <a:ext cx="427037" cy="1316038"/>
            <a:chOff x="3212933" y="2495549"/>
            <a:chExt cx="427038" cy="1317070"/>
          </a:xfrm>
        </p:grpSpPr>
        <p:sp>
          <p:nvSpPr>
            <p:cNvPr id="8210" name="矩形 39">
              <a:extLst>
                <a:ext uri="{FF2B5EF4-FFF2-40B4-BE49-F238E27FC236}">
                  <a16:creationId xmlns:a16="http://schemas.microsoft.com/office/drawing/2014/main" id="{EF59D2A2-2249-440F-99D3-3479E1822BBB}"/>
                </a:ext>
              </a:extLst>
            </p:cNvPr>
            <p:cNvSpPr>
              <a:spLocks noChangeArrowheads="1"/>
            </p:cNvSpPr>
            <p:nvPr/>
          </p:nvSpPr>
          <p:spPr bwMode="auto">
            <a:xfrm>
              <a:off x="3212933" y="2495549"/>
              <a:ext cx="4270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zh-CN" altLang="en-US" sz="1800" b="1">
                  <a:solidFill>
                    <a:srgbClr val="11576A"/>
                  </a:solidFill>
                  <a:latin typeface="张海山锐谐体2.0-授权联系：Samtype@QQ.com"/>
                  <a:ea typeface="张海山锐谐体2.0-授权联系：Samtype@QQ.com"/>
                  <a:cs typeface="张海山锐谐体2.0-授权联系：Samtype@QQ.com"/>
                </a:rPr>
                <a:t>■</a:t>
              </a:r>
              <a:endParaRPr lang="zh-CN" altLang="en-US" sz="1800" b="1">
                <a:latin typeface="Calibri" panose="020F0502020204030204" pitchFamily="34" charset="0"/>
              </a:endParaRPr>
            </a:p>
          </p:txBody>
        </p:sp>
        <p:sp>
          <p:nvSpPr>
            <p:cNvPr id="8211" name="矩形 40">
              <a:extLst>
                <a:ext uri="{FF2B5EF4-FFF2-40B4-BE49-F238E27FC236}">
                  <a16:creationId xmlns:a16="http://schemas.microsoft.com/office/drawing/2014/main" id="{945B158F-310C-42FB-B57B-9496A66FEC57}"/>
                </a:ext>
              </a:extLst>
            </p:cNvPr>
            <p:cNvSpPr>
              <a:spLocks noChangeArrowheads="1"/>
            </p:cNvSpPr>
            <p:nvPr/>
          </p:nvSpPr>
          <p:spPr bwMode="auto">
            <a:xfrm>
              <a:off x="3212933" y="2800349"/>
              <a:ext cx="4270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zh-CN" altLang="en-US" sz="1800" b="1">
                  <a:solidFill>
                    <a:srgbClr val="11576A"/>
                  </a:solidFill>
                  <a:latin typeface="张海山锐谐体2.0-授权联系：Samtype@QQ.com"/>
                  <a:ea typeface="张海山锐谐体2.0-授权联系：Samtype@QQ.com"/>
                  <a:cs typeface="张海山锐谐体2.0-授权联系：Samtype@QQ.com"/>
                </a:rPr>
                <a:t>■</a:t>
              </a:r>
              <a:endParaRPr lang="zh-CN" altLang="en-US" sz="1800" b="1">
                <a:latin typeface="Calibri" panose="020F0502020204030204" pitchFamily="34" charset="0"/>
              </a:endParaRPr>
            </a:p>
          </p:txBody>
        </p:sp>
        <p:sp>
          <p:nvSpPr>
            <p:cNvPr id="8212" name="矩形 41">
              <a:extLst>
                <a:ext uri="{FF2B5EF4-FFF2-40B4-BE49-F238E27FC236}">
                  <a16:creationId xmlns:a16="http://schemas.microsoft.com/office/drawing/2014/main" id="{D22EEDC9-E587-41B6-A2E6-C9F1C2032A57}"/>
                </a:ext>
              </a:extLst>
            </p:cNvPr>
            <p:cNvSpPr>
              <a:spLocks noChangeArrowheads="1"/>
            </p:cNvSpPr>
            <p:nvPr/>
          </p:nvSpPr>
          <p:spPr bwMode="auto">
            <a:xfrm>
              <a:off x="3212933" y="3117849"/>
              <a:ext cx="4270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zh-CN" altLang="en-US" sz="1800" b="1">
                  <a:solidFill>
                    <a:srgbClr val="11576A"/>
                  </a:solidFill>
                  <a:latin typeface="张海山锐谐体2.0-授权联系：Samtype@QQ.com"/>
                  <a:ea typeface="张海山锐谐体2.0-授权联系：Samtype@QQ.com"/>
                  <a:cs typeface="张海山锐谐体2.0-授权联系：Samtype@QQ.com"/>
                </a:rPr>
                <a:t>■</a:t>
              </a:r>
              <a:endParaRPr lang="zh-CN" altLang="en-US" sz="1800" b="1">
                <a:latin typeface="Calibri" panose="020F0502020204030204" pitchFamily="34" charset="0"/>
              </a:endParaRPr>
            </a:p>
          </p:txBody>
        </p:sp>
        <p:sp>
          <p:nvSpPr>
            <p:cNvPr id="8213" name="矩形 42">
              <a:extLst>
                <a:ext uri="{FF2B5EF4-FFF2-40B4-BE49-F238E27FC236}">
                  <a16:creationId xmlns:a16="http://schemas.microsoft.com/office/drawing/2014/main" id="{953E4F69-394A-4F8A-85A8-BDBF6AD9854D}"/>
                </a:ext>
              </a:extLst>
            </p:cNvPr>
            <p:cNvSpPr>
              <a:spLocks noChangeArrowheads="1"/>
            </p:cNvSpPr>
            <p:nvPr/>
          </p:nvSpPr>
          <p:spPr bwMode="auto">
            <a:xfrm>
              <a:off x="3212933" y="3443287"/>
              <a:ext cx="4270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zh-CN" altLang="en-US" sz="1800" b="1">
                  <a:solidFill>
                    <a:srgbClr val="11576A"/>
                  </a:solidFill>
                  <a:latin typeface="张海山锐谐体2.0-授权联系：Samtype@QQ.com"/>
                  <a:ea typeface="张海山锐谐体2.0-授权联系：Samtype@QQ.com"/>
                  <a:cs typeface="张海山锐谐体2.0-授权联系：Samtype@QQ.com"/>
                </a:rPr>
                <a:t>■</a:t>
              </a:r>
              <a:endParaRPr lang="zh-CN" altLang="en-US" sz="1800" b="1">
                <a:latin typeface="Calibri" panose="020F0502020204030204" pitchFamily="34" charset="0"/>
              </a:endParaRPr>
            </a:p>
          </p:txBody>
        </p:sp>
      </p:grpSp>
      <p:grpSp>
        <p:nvGrpSpPr>
          <p:cNvPr id="3" name="组合 2">
            <a:extLst>
              <a:ext uri="{FF2B5EF4-FFF2-40B4-BE49-F238E27FC236}">
                <a16:creationId xmlns:a16="http://schemas.microsoft.com/office/drawing/2014/main" id="{FE8D1653-06F0-4217-A9FD-DF6A1BA109A2}"/>
              </a:ext>
            </a:extLst>
          </p:cNvPr>
          <p:cNvGrpSpPr>
            <a:grpSpLocks/>
          </p:cNvGrpSpPr>
          <p:nvPr/>
        </p:nvGrpSpPr>
        <p:grpSpPr bwMode="auto">
          <a:xfrm>
            <a:off x="2174875" y="4986338"/>
            <a:ext cx="2916238" cy="963612"/>
            <a:chOff x="2071688" y="3824823"/>
            <a:chExt cx="2916942" cy="963169"/>
          </a:xfrm>
        </p:grpSpPr>
        <p:pic>
          <p:nvPicPr>
            <p:cNvPr id="8206" name="图片 10">
              <a:extLst>
                <a:ext uri="{FF2B5EF4-FFF2-40B4-BE49-F238E27FC236}">
                  <a16:creationId xmlns:a16="http://schemas.microsoft.com/office/drawing/2014/main" id="{9A46034B-4DE8-4E44-BEA2-C33A85FD11EA}"/>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071688" y="3824823"/>
              <a:ext cx="2916942" cy="9631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07" name="TextBox 14">
              <a:extLst>
                <a:ext uri="{FF2B5EF4-FFF2-40B4-BE49-F238E27FC236}">
                  <a16:creationId xmlns:a16="http://schemas.microsoft.com/office/drawing/2014/main" id="{E1F9BC6F-3799-469D-AB05-E974361135B1}"/>
                </a:ext>
              </a:extLst>
            </p:cNvPr>
            <p:cNvSpPr txBox="1">
              <a:spLocks noChangeArrowheads="1"/>
            </p:cNvSpPr>
            <p:nvPr/>
          </p:nvSpPr>
          <p:spPr bwMode="auto">
            <a:xfrm>
              <a:off x="2327094" y="3981460"/>
              <a:ext cx="11430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zh-CN" altLang="en-US" sz="1600" b="1">
                  <a:solidFill>
                    <a:srgbClr val="11576A"/>
                  </a:solidFill>
                  <a:latin typeface="微软雅黑" panose="020B0503020204020204" pitchFamily="34" charset="-122"/>
                  <a:ea typeface="微软雅黑" panose="020B0503020204020204" pitchFamily="34" charset="-122"/>
                </a:rPr>
                <a:t>加载程序</a:t>
              </a:r>
            </a:p>
          </p:txBody>
        </p:sp>
        <p:sp>
          <p:nvSpPr>
            <p:cNvPr id="8208" name="TextBox 15">
              <a:extLst>
                <a:ext uri="{FF2B5EF4-FFF2-40B4-BE49-F238E27FC236}">
                  <a16:creationId xmlns:a16="http://schemas.microsoft.com/office/drawing/2014/main" id="{54AB837D-A70A-491A-9849-CB24360CFF26}"/>
                </a:ext>
              </a:extLst>
            </p:cNvPr>
            <p:cNvSpPr txBox="1">
              <a:spLocks noChangeArrowheads="1"/>
            </p:cNvSpPr>
            <p:nvPr/>
          </p:nvSpPr>
          <p:spPr bwMode="auto">
            <a:xfrm>
              <a:off x="3722518" y="3990985"/>
              <a:ext cx="11430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zh-CN" altLang="en-US" sz="1600" b="1">
                  <a:solidFill>
                    <a:srgbClr val="11576A"/>
                  </a:solidFill>
                  <a:latin typeface="微软雅黑" panose="020B0503020204020204" pitchFamily="34" charset="-122"/>
                  <a:ea typeface="微软雅黑" panose="020B0503020204020204" pitchFamily="34" charset="-122"/>
                </a:rPr>
                <a:t>操作系统</a:t>
              </a:r>
            </a:p>
          </p:txBody>
        </p:sp>
        <p:sp>
          <p:nvSpPr>
            <p:cNvPr id="8209" name="TextBox 16">
              <a:extLst>
                <a:ext uri="{FF2B5EF4-FFF2-40B4-BE49-F238E27FC236}">
                  <a16:creationId xmlns:a16="http://schemas.microsoft.com/office/drawing/2014/main" id="{CDBD040C-58A1-4A92-8C77-35D531CF1C58}"/>
                </a:ext>
              </a:extLst>
            </p:cNvPr>
            <p:cNvSpPr txBox="1">
              <a:spLocks noChangeArrowheads="1"/>
            </p:cNvSpPr>
            <p:nvPr/>
          </p:nvSpPr>
          <p:spPr bwMode="auto">
            <a:xfrm>
              <a:off x="3274835" y="4410088"/>
              <a:ext cx="64294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zh-CN" altLang="en-US" sz="1600" b="1">
                  <a:solidFill>
                    <a:schemeClr val="bg1"/>
                  </a:solidFill>
                  <a:latin typeface="微软雅黑" panose="020B0503020204020204" pitchFamily="34" charset="-122"/>
                  <a:ea typeface="微软雅黑" panose="020B0503020204020204" pitchFamily="34" charset="-122"/>
                </a:rPr>
                <a:t>磁盘</a:t>
              </a:r>
            </a:p>
          </p:txBody>
        </p:sp>
      </p:grpSp>
      <p:grpSp>
        <p:nvGrpSpPr>
          <p:cNvPr id="2" name="组合 1">
            <a:extLst>
              <a:ext uri="{FF2B5EF4-FFF2-40B4-BE49-F238E27FC236}">
                <a16:creationId xmlns:a16="http://schemas.microsoft.com/office/drawing/2014/main" id="{A2C8D8CF-6B71-4166-93D9-05F1595919CC}"/>
              </a:ext>
            </a:extLst>
          </p:cNvPr>
          <p:cNvGrpSpPr>
            <a:grpSpLocks/>
          </p:cNvGrpSpPr>
          <p:nvPr/>
        </p:nvGrpSpPr>
        <p:grpSpPr bwMode="auto">
          <a:xfrm>
            <a:off x="1146175" y="2073275"/>
            <a:ext cx="2036763" cy="2873375"/>
            <a:chOff x="1043608" y="912150"/>
            <a:chExt cx="2035967" cy="2872746"/>
          </a:xfrm>
        </p:grpSpPr>
        <p:pic>
          <p:nvPicPr>
            <p:cNvPr id="8202" name="图片 38">
              <a:extLst>
                <a:ext uri="{FF2B5EF4-FFF2-40B4-BE49-F238E27FC236}">
                  <a16:creationId xmlns:a16="http://schemas.microsoft.com/office/drawing/2014/main" id="{B25E6E91-B469-470C-8056-67CD59FC620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43608" y="912150"/>
              <a:ext cx="1740690" cy="28727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03" name="TextBox 11">
              <a:extLst>
                <a:ext uri="{FF2B5EF4-FFF2-40B4-BE49-F238E27FC236}">
                  <a16:creationId xmlns:a16="http://schemas.microsoft.com/office/drawing/2014/main" id="{96AF62FD-CFC8-40CB-AFEF-4C53B6880101}"/>
                </a:ext>
              </a:extLst>
            </p:cNvPr>
            <p:cNvSpPr txBox="1">
              <a:spLocks noChangeArrowheads="1"/>
            </p:cNvSpPr>
            <p:nvPr/>
          </p:nvSpPr>
          <p:spPr bwMode="auto">
            <a:xfrm>
              <a:off x="1698441" y="1590254"/>
              <a:ext cx="11430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zh-CN" altLang="en-US" sz="1600" b="1">
                  <a:solidFill>
                    <a:schemeClr val="bg1"/>
                  </a:solidFill>
                  <a:latin typeface="微软雅黑" panose="020B0503020204020204" pitchFamily="34" charset="-122"/>
                  <a:ea typeface="微软雅黑" panose="020B0503020204020204" pitchFamily="34" charset="-122"/>
                </a:rPr>
                <a:t>空闲空间</a:t>
              </a:r>
            </a:p>
          </p:txBody>
        </p:sp>
        <p:sp>
          <p:nvSpPr>
            <p:cNvPr id="8204" name="TextBox 13">
              <a:extLst>
                <a:ext uri="{FF2B5EF4-FFF2-40B4-BE49-F238E27FC236}">
                  <a16:creationId xmlns:a16="http://schemas.microsoft.com/office/drawing/2014/main" id="{9848899B-486F-47E6-ABEF-13C735924FA0}"/>
                </a:ext>
              </a:extLst>
            </p:cNvPr>
            <p:cNvSpPr txBox="1">
              <a:spLocks noChangeArrowheads="1"/>
            </p:cNvSpPr>
            <p:nvPr/>
          </p:nvSpPr>
          <p:spPr bwMode="auto">
            <a:xfrm>
              <a:off x="1698441" y="3324231"/>
              <a:ext cx="11430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zh-CN" altLang="en-US" sz="1600" b="1">
                  <a:solidFill>
                    <a:schemeClr val="bg1"/>
                  </a:solidFill>
                  <a:latin typeface="微软雅黑" panose="020B0503020204020204" pitchFamily="34" charset="-122"/>
                  <a:ea typeface="微软雅黑" panose="020B0503020204020204" pitchFamily="34" charset="-122"/>
                </a:rPr>
                <a:t>空闲空间</a:t>
              </a:r>
            </a:p>
          </p:txBody>
        </p:sp>
        <p:sp>
          <p:nvSpPr>
            <p:cNvPr id="8205" name="TextBox 19">
              <a:extLst>
                <a:ext uri="{FF2B5EF4-FFF2-40B4-BE49-F238E27FC236}">
                  <a16:creationId xmlns:a16="http://schemas.microsoft.com/office/drawing/2014/main" id="{4EEF65A4-F0F1-4396-8879-8C5A347CAF21}"/>
                </a:ext>
              </a:extLst>
            </p:cNvPr>
            <p:cNvSpPr txBox="1">
              <a:spLocks noChangeArrowheads="1"/>
            </p:cNvSpPr>
            <p:nvPr/>
          </p:nvSpPr>
          <p:spPr bwMode="auto">
            <a:xfrm>
              <a:off x="1579377" y="2822291"/>
              <a:ext cx="1500198"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en-US" altLang="zh-CN" sz="1300" b="1">
                  <a:solidFill>
                    <a:schemeClr val="bg1"/>
                  </a:solidFill>
                  <a:latin typeface="微软雅黑" panose="020B0503020204020204" pitchFamily="34" charset="-122"/>
                  <a:ea typeface="微软雅黑" panose="020B0503020204020204" pitchFamily="34" charset="-122"/>
                </a:rPr>
                <a:t>BIOS</a:t>
              </a:r>
              <a:r>
                <a:rPr lang="zh-CN" altLang="en-US" sz="1300" b="1">
                  <a:solidFill>
                    <a:schemeClr val="bg1"/>
                  </a:solidFill>
                  <a:latin typeface="微软雅黑" panose="020B0503020204020204" pitchFamily="34" charset="-122"/>
                  <a:ea typeface="微软雅黑" panose="020B0503020204020204" pitchFamily="34" charset="-122"/>
                </a:rPr>
                <a:t>启动固件</a:t>
              </a:r>
            </a:p>
          </p:txBody>
        </p:sp>
      </p:grpSp>
      <p:cxnSp>
        <p:nvCxnSpPr>
          <p:cNvPr id="22" name="直接箭头连接符 21">
            <a:extLst>
              <a:ext uri="{FF2B5EF4-FFF2-40B4-BE49-F238E27FC236}">
                <a16:creationId xmlns:a16="http://schemas.microsoft.com/office/drawing/2014/main" id="{F7147E44-2A61-44DE-A0E2-5277483E5440}"/>
              </a:ext>
            </a:extLst>
          </p:cNvPr>
          <p:cNvCxnSpPr/>
          <p:nvPr/>
        </p:nvCxnSpPr>
        <p:spPr>
          <a:xfrm flipV="1">
            <a:off x="2936875" y="2998788"/>
            <a:ext cx="322263" cy="854075"/>
          </a:xfrm>
          <a:prstGeom prst="straightConnector1">
            <a:avLst/>
          </a:prstGeom>
          <a:ln w="38100">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24" name="直接箭头连接符 23">
            <a:extLst>
              <a:ext uri="{FF2B5EF4-FFF2-40B4-BE49-F238E27FC236}">
                <a16:creationId xmlns:a16="http://schemas.microsoft.com/office/drawing/2014/main" id="{AFD5417D-7FD5-441F-B498-422A403ADA75}"/>
              </a:ext>
            </a:extLst>
          </p:cNvPr>
          <p:cNvCxnSpPr/>
          <p:nvPr/>
        </p:nvCxnSpPr>
        <p:spPr>
          <a:xfrm>
            <a:off x="2913063" y="4267200"/>
            <a:ext cx="446087" cy="249238"/>
          </a:xfrm>
          <a:prstGeom prst="straightConnector1">
            <a:avLst/>
          </a:prstGeom>
          <a:ln w="38100">
            <a:solidFill>
              <a:srgbClr val="C00000"/>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4104518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wipe(down)">
                                      <p:cBhvr>
                                        <p:cTn id="12" dur="500"/>
                                        <p:tgtEl>
                                          <p:spTgt spid="22"/>
                                        </p:tgtEl>
                                      </p:cBhvr>
                                    </p:animEffect>
                                  </p:childTnLst>
                                </p:cTn>
                              </p:par>
                            </p:childTnLst>
                          </p:cTn>
                        </p:par>
                        <p:par>
                          <p:cTn id="13" fill="hold" nodeType="afterGroup">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18435"/>
                                        </p:tgtEl>
                                        <p:attrNameLst>
                                          <p:attrName>style.visibility</p:attrName>
                                        </p:attrNameLst>
                                      </p:cBhvr>
                                      <p:to>
                                        <p:strVal val="visible"/>
                                      </p:to>
                                    </p:set>
                                    <p:animEffect transition="in" filter="wipe(left)">
                                      <p:cBhvr>
                                        <p:cTn id="16" dur="500"/>
                                        <p:tgtEl>
                                          <p:spTgt spid="18435"/>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wipe(left)">
                                      <p:cBhvr>
                                        <p:cTn id="21" dur="500"/>
                                        <p:tgtEl>
                                          <p:spTgt spid="3"/>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animEffect transition="in" filter="wipe(left)">
                                      <p:cBhvr>
                                        <p:cTn id="26" dur="500"/>
                                        <p:tgtEl>
                                          <p:spTgt spid="24"/>
                                        </p:tgtEl>
                                      </p:cBhvr>
                                    </p:animEffect>
                                  </p:childTnLst>
                                </p:cTn>
                              </p:par>
                            </p:childTnLst>
                          </p:cTn>
                        </p:par>
                        <p:par>
                          <p:cTn id="27" fill="hold" nodeType="afterGroup">
                            <p:stCondLst>
                              <p:cond delay="500"/>
                            </p:stCondLst>
                            <p:childTnLst>
                              <p:par>
                                <p:cTn id="28" presetID="22" presetClass="entr" presetSubtype="8" fill="hold" nodeType="afterEffect">
                                  <p:stCondLst>
                                    <p:cond delay="0"/>
                                  </p:stCondLst>
                                  <p:childTnLst>
                                    <p:set>
                                      <p:cBhvr>
                                        <p:cTn id="29" dur="1" fill="hold">
                                          <p:stCondLst>
                                            <p:cond delay="0"/>
                                          </p:stCondLst>
                                        </p:cTn>
                                        <p:tgtEl>
                                          <p:spTgt spid="4"/>
                                        </p:tgtEl>
                                        <p:attrNameLst>
                                          <p:attrName>style.visibility</p:attrName>
                                        </p:attrNameLst>
                                      </p:cBhvr>
                                      <p:to>
                                        <p:strVal val="visible"/>
                                      </p:to>
                                    </p:set>
                                    <p:animEffect transition="in" filter="wipe(left)">
                                      <p:cBhvr>
                                        <p:cTn id="30" dur="500"/>
                                        <p:tgtEl>
                                          <p:spTgt spid="4"/>
                                        </p:tgtEl>
                                      </p:cBhvr>
                                    </p:animEffect>
                                  </p:childTnLst>
                                </p:cTn>
                              </p:par>
                            </p:childTnLst>
                          </p:cTn>
                        </p:par>
                        <p:par>
                          <p:cTn id="31" fill="hold" nodeType="afterGroup">
                            <p:stCondLst>
                              <p:cond delay="1000"/>
                            </p:stCondLst>
                            <p:childTnLst>
                              <p:par>
                                <p:cTn id="32" presetID="22" presetClass="entr" presetSubtype="8" fill="hold" grpId="0" nodeType="afterEffect">
                                  <p:stCondLst>
                                    <p:cond delay="0"/>
                                  </p:stCondLst>
                                  <p:childTnLst>
                                    <p:set>
                                      <p:cBhvr>
                                        <p:cTn id="33" dur="1" fill="hold">
                                          <p:stCondLst>
                                            <p:cond delay="0"/>
                                          </p:stCondLst>
                                        </p:cTn>
                                        <p:tgtEl>
                                          <p:spTgt spid="18434"/>
                                        </p:tgtEl>
                                        <p:attrNameLst>
                                          <p:attrName>style.visibility</p:attrName>
                                        </p:attrNameLst>
                                      </p:cBhvr>
                                      <p:to>
                                        <p:strVal val="visible"/>
                                      </p:to>
                                    </p:set>
                                    <p:animEffect transition="in" filter="wipe(left)">
                                      <p:cBhvr>
                                        <p:cTn id="34" dur="500"/>
                                        <p:tgtEl>
                                          <p:spTgt spid="184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4" grpId="0"/>
      <p:bldP spid="18435"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图片 5">
            <a:extLst>
              <a:ext uri="{FF2B5EF4-FFF2-40B4-BE49-F238E27FC236}">
                <a16:creationId xmlns:a16="http://schemas.microsoft.com/office/drawing/2014/main" id="{DB5C9064-16F3-4E65-988B-77F777C1C72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900113" y="1974850"/>
            <a:ext cx="6080125" cy="339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4" name="组合 23">
            <a:extLst>
              <a:ext uri="{FF2B5EF4-FFF2-40B4-BE49-F238E27FC236}">
                <a16:creationId xmlns:a16="http://schemas.microsoft.com/office/drawing/2014/main" id="{F8335268-FC45-4639-9F57-53EF7A9457C6}"/>
              </a:ext>
            </a:extLst>
          </p:cNvPr>
          <p:cNvGrpSpPr>
            <a:grpSpLocks/>
          </p:cNvGrpSpPr>
          <p:nvPr/>
        </p:nvGrpSpPr>
        <p:grpSpPr bwMode="auto">
          <a:xfrm>
            <a:off x="898525" y="1974850"/>
            <a:ext cx="6080125" cy="3395663"/>
            <a:chOff x="899019" y="1120277"/>
            <a:chExt cx="6080143" cy="3396829"/>
          </a:xfrm>
        </p:grpSpPr>
        <p:pic>
          <p:nvPicPr>
            <p:cNvPr id="9247" name="图片 5">
              <a:extLst>
                <a:ext uri="{FF2B5EF4-FFF2-40B4-BE49-F238E27FC236}">
                  <a16:creationId xmlns:a16="http://schemas.microsoft.com/office/drawing/2014/main" id="{0940B7E8-ADDD-4676-B12B-6F94BCADE06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99019" y="1120277"/>
              <a:ext cx="6080143" cy="33968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48" name="TextBox 14">
              <a:extLst>
                <a:ext uri="{FF2B5EF4-FFF2-40B4-BE49-F238E27FC236}">
                  <a16:creationId xmlns:a16="http://schemas.microsoft.com/office/drawing/2014/main" id="{A48FD3FE-0EB6-4E88-A09B-6E7CEDDFF63E}"/>
                </a:ext>
              </a:extLst>
            </p:cNvPr>
            <p:cNvSpPr txBox="1">
              <a:spLocks noChangeArrowheads="1"/>
            </p:cNvSpPr>
            <p:nvPr/>
          </p:nvSpPr>
          <p:spPr bwMode="auto">
            <a:xfrm>
              <a:off x="1479011" y="4023528"/>
              <a:ext cx="11430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en-US" altLang="zh-CN" sz="1600" b="1">
                  <a:solidFill>
                    <a:schemeClr val="bg1"/>
                  </a:solidFill>
                  <a:latin typeface="微软雅黑" panose="020B0503020204020204" pitchFamily="34" charset="-122"/>
                  <a:ea typeface="微软雅黑" panose="020B0503020204020204" pitchFamily="34" charset="-122"/>
                </a:rPr>
                <a:t>BIOS</a:t>
              </a:r>
              <a:r>
                <a:rPr lang="zh-CN" altLang="en-US" sz="1600" b="1">
                  <a:solidFill>
                    <a:schemeClr val="bg1"/>
                  </a:solidFill>
                  <a:latin typeface="微软雅黑" panose="020B0503020204020204" pitchFamily="34" charset="-122"/>
                  <a:ea typeface="微软雅黑" panose="020B0503020204020204" pitchFamily="34" charset="-122"/>
                </a:rPr>
                <a:t>数据</a:t>
              </a:r>
            </a:p>
          </p:txBody>
        </p:sp>
        <p:sp>
          <p:nvSpPr>
            <p:cNvPr id="9249" name="TextBox 13">
              <a:extLst>
                <a:ext uri="{FF2B5EF4-FFF2-40B4-BE49-F238E27FC236}">
                  <a16:creationId xmlns:a16="http://schemas.microsoft.com/office/drawing/2014/main" id="{E7480472-181D-4CC5-B779-AA9A2F26277C}"/>
                </a:ext>
              </a:extLst>
            </p:cNvPr>
            <p:cNvSpPr txBox="1">
              <a:spLocks noChangeArrowheads="1"/>
            </p:cNvSpPr>
            <p:nvPr/>
          </p:nvSpPr>
          <p:spPr bwMode="auto">
            <a:xfrm>
              <a:off x="1512348" y="3624269"/>
              <a:ext cx="11430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zh-CN" altLang="en-US" sz="1600" b="1">
                  <a:solidFill>
                    <a:srgbClr val="11576A"/>
                  </a:solidFill>
                  <a:latin typeface="微软雅黑" panose="020B0503020204020204" pitchFamily="34" charset="-122"/>
                  <a:ea typeface="微软雅黑" panose="020B0503020204020204" pitchFamily="34" charset="-122"/>
                </a:rPr>
                <a:t>加载程序</a:t>
              </a:r>
            </a:p>
          </p:txBody>
        </p:sp>
      </p:grpSp>
      <p:sp>
        <p:nvSpPr>
          <p:cNvPr id="11" name="TextBox 10">
            <a:extLst>
              <a:ext uri="{FF2B5EF4-FFF2-40B4-BE49-F238E27FC236}">
                <a16:creationId xmlns:a16="http://schemas.microsoft.com/office/drawing/2014/main" id="{0F801AE9-3130-4F40-B41C-19DECE49033A}"/>
              </a:ext>
            </a:extLst>
          </p:cNvPr>
          <p:cNvSpPr txBox="1">
            <a:spLocks noChangeArrowheads="1"/>
          </p:cNvSpPr>
          <p:nvPr/>
        </p:nvSpPr>
        <p:spPr bwMode="auto">
          <a:xfrm>
            <a:off x="1531938" y="2417763"/>
            <a:ext cx="11430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zh-CN" altLang="en-US" sz="1600" b="1">
                <a:solidFill>
                  <a:schemeClr val="bg1"/>
                </a:solidFill>
                <a:latin typeface="微软雅黑" panose="020B0503020204020204" pitchFamily="34" charset="-122"/>
                <a:ea typeface="微软雅黑" panose="020B0503020204020204" pitchFamily="34" charset="-122"/>
              </a:rPr>
              <a:t>空闲空间</a:t>
            </a:r>
          </a:p>
        </p:txBody>
      </p:sp>
      <p:sp>
        <p:nvSpPr>
          <p:cNvPr id="12" name="TextBox 11">
            <a:extLst>
              <a:ext uri="{FF2B5EF4-FFF2-40B4-BE49-F238E27FC236}">
                <a16:creationId xmlns:a16="http://schemas.microsoft.com/office/drawing/2014/main" id="{B4B9E3B8-01A3-4A3D-B6A9-CBBF2945469B}"/>
              </a:ext>
            </a:extLst>
          </p:cNvPr>
          <p:cNvSpPr txBox="1">
            <a:spLocks noChangeArrowheads="1"/>
          </p:cNvSpPr>
          <p:nvPr/>
        </p:nvSpPr>
        <p:spPr bwMode="auto">
          <a:xfrm>
            <a:off x="1489075" y="3222625"/>
            <a:ext cx="114300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en-US" altLang="zh-CN" sz="1600" b="1">
                <a:solidFill>
                  <a:schemeClr val="bg1"/>
                </a:solidFill>
                <a:latin typeface="微软雅黑" panose="020B0503020204020204" pitchFamily="34" charset="-122"/>
                <a:ea typeface="微软雅黑" panose="020B0503020204020204" pitchFamily="34" charset="-122"/>
              </a:rPr>
              <a:t>BIOS</a:t>
            </a:r>
            <a:r>
              <a:rPr lang="zh-CN" altLang="en-US" sz="1600" b="1">
                <a:solidFill>
                  <a:schemeClr val="bg1"/>
                </a:solidFill>
                <a:latin typeface="微软雅黑" panose="020B0503020204020204" pitchFamily="34" charset="-122"/>
                <a:ea typeface="微软雅黑" panose="020B0503020204020204" pitchFamily="34" charset="-122"/>
              </a:rPr>
              <a:t>固件</a:t>
            </a:r>
          </a:p>
        </p:txBody>
      </p:sp>
      <p:sp>
        <p:nvSpPr>
          <p:cNvPr id="13" name="TextBox 12">
            <a:extLst>
              <a:ext uri="{FF2B5EF4-FFF2-40B4-BE49-F238E27FC236}">
                <a16:creationId xmlns:a16="http://schemas.microsoft.com/office/drawing/2014/main" id="{E1C7F1F5-A0E3-4F35-9479-4BD789E795A0}"/>
              </a:ext>
            </a:extLst>
          </p:cNvPr>
          <p:cNvSpPr txBox="1">
            <a:spLocks noChangeArrowheads="1"/>
          </p:cNvSpPr>
          <p:nvPr/>
        </p:nvSpPr>
        <p:spPr bwMode="auto">
          <a:xfrm>
            <a:off x="1536700" y="3852863"/>
            <a:ext cx="11430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zh-CN" altLang="en-US" sz="1600" b="1">
                <a:solidFill>
                  <a:schemeClr val="bg1"/>
                </a:solidFill>
                <a:latin typeface="微软雅黑" panose="020B0503020204020204" pitchFamily="34" charset="-122"/>
                <a:ea typeface="微软雅黑" panose="020B0503020204020204" pitchFamily="34" charset="-122"/>
              </a:rPr>
              <a:t>空闲空间</a:t>
            </a:r>
          </a:p>
        </p:txBody>
      </p:sp>
      <p:sp>
        <p:nvSpPr>
          <p:cNvPr id="9223" name="TextBox 80">
            <a:extLst>
              <a:ext uri="{FF2B5EF4-FFF2-40B4-BE49-F238E27FC236}">
                <a16:creationId xmlns:a16="http://schemas.microsoft.com/office/drawing/2014/main" id="{7A9FDCB0-029C-440A-BB23-BCC0A6C4A6AC}"/>
              </a:ext>
            </a:extLst>
          </p:cNvPr>
          <p:cNvSpPr txBox="1">
            <a:spLocks noChangeArrowheads="1"/>
          </p:cNvSpPr>
          <p:nvPr/>
        </p:nvSpPr>
        <p:spPr bwMode="auto">
          <a:xfrm>
            <a:off x="1331686" y="274154"/>
            <a:ext cx="5214938"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zh-CN" altLang="en-US" sz="3000" b="1" dirty="0">
                <a:solidFill>
                  <a:schemeClr val="accent3"/>
                </a:solidFill>
                <a:latin typeface="微软雅黑" panose="020B0503020204020204" pitchFamily="34" charset="-122"/>
                <a:ea typeface="微软雅黑" panose="020B0503020204020204" pitchFamily="34" charset="-122"/>
              </a:rPr>
              <a:t>加载程序的内存地址空间</a:t>
            </a:r>
          </a:p>
        </p:txBody>
      </p:sp>
      <p:sp>
        <p:nvSpPr>
          <p:cNvPr id="28" name="Rectangle 3">
            <a:extLst>
              <a:ext uri="{FF2B5EF4-FFF2-40B4-BE49-F238E27FC236}">
                <a16:creationId xmlns:a16="http://schemas.microsoft.com/office/drawing/2014/main" id="{F5E32804-FF34-432D-AAD8-7066D79240A3}"/>
              </a:ext>
            </a:extLst>
          </p:cNvPr>
          <p:cNvSpPr>
            <a:spLocks noGrp="1" noChangeArrowheads="1"/>
          </p:cNvSpPr>
          <p:nvPr/>
        </p:nvSpPr>
        <p:spPr bwMode="auto">
          <a:xfrm>
            <a:off x="2493963" y="3003550"/>
            <a:ext cx="3071812" cy="1074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7" tIns="44450" rIns="90487" bIns="44450"/>
          <a:lstStyle>
            <a:lvl1pPr marL="341313" indent="-341313">
              <a:defRPr kumimoji="1" sz="2400">
                <a:solidFill>
                  <a:schemeClr val="tx1"/>
                </a:solidFill>
                <a:latin typeface="Tahoma" panose="020B0604030504040204" pitchFamily="34" charset="0"/>
                <a:ea typeface="宋体" panose="02010600030101010101" pitchFamily="2" charset="-122"/>
              </a:defRPr>
            </a:lvl1pPr>
            <a:lvl2pPr marL="741363" indent="-284163">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spcBef>
                <a:spcPct val="20000"/>
              </a:spcBef>
              <a:buClr>
                <a:schemeClr val="folHlink"/>
              </a:buClr>
              <a:buSzPct val="75000"/>
            </a:pPr>
            <a:r>
              <a:rPr lang="en-US" altLang="zh-CN" sz="1500" b="1">
                <a:solidFill>
                  <a:srgbClr val="11576A"/>
                </a:solidFill>
                <a:latin typeface="微软雅黑" panose="020B0503020204020204" pitchFamily="34" charset="-122"/>
                <a:ea typeface="微软雅黑" panose="020B0503020204020204" pitchFamily="34" charset="-122"/>
              </a:rPr>
              <a:t>       </a:t>
            </a:r>
            <a:r>
              <a:rPr lang="zh-CN" altLang="en-US" sz="1500" b="1">
                <a:solidFill>
                  <a:srgbClr val="11576A"/>
                </a:solidFill>
                <a:latin typeface="微软雅黑" panose="020B0503020204020204" pitchFamily="34" charset="-122"/>
                <a:ea typeface="微软雅黑" panose="020B0503020204020204" pitchFamily="34" charset="-122"/>
              </a:rPr>
              <a:t>加载程序</a:t>
            </a:r>
            <a:endParaRPr lang="en-US" altLang="zh-CN" sz="1300" b="1">
              <a:solidFill>
                <a:srgbClr val="11576A"/>
              </a:solidFill>
              <a:latin typeface="微软雅黑" panose="020B0503020204020204" pitchFamily="34" charset="-122"/>
              <a:ea typeface="微软雅黑" panose="020B0503020204020204" pitchFamily="34" charset="-122"/>
            </a:endParaRPr>
          </a:p>
          <a:p>
            <a:pPr lvl="1">
              <a:spcBef>
                <a:spcPct val="20000"/>
              </a:spcBef>
              <a:buClr>
                <a:schemeClr val="folHlink"/>
              </a:buClr>
              <a:buSzPct val="75000"/>
            </a:pPr>
            <a:r>
              <a:rPr lang="zh-CN" altLang="en-US" sz="1500" b="1">
                <a:solidFill>
                  <a:srgbClr val="11576A"/>
                </a:solidFill>
                <a:latin typeface="微软雅黑" panose="020B0503020204020204" pitchFamily="34" charset="-122"/>
                <a:ea typeface="微软雅黑" panose="020B0503020204020204" pitchFamily="34" charset="-122"/>
              </a:rPr>
              <a:t>     </a:t>
            </a:r>
            <a:r>
              <a:rPr lang="zh-CN" altLang="en-US" sz="1300" b="1">
                <a:solidFill>
                  <a:srgbClr val="C00000"/>
                </a:solidFill>
                <a:latin typeface="微软雅黑" panose="020B0503020204020204" pitchFamily="34" charset="-122"/>
                <a:ea typeface="微软雅黑" panose="020B0503020204020204" pitchFamily="34" charset="-122"/>
              </a:rPr>
              <a:t>将操作系统的代码和数据从硬盘加载到内存中</a:t>
            </a:r>
          </a:p>
          <a:p>
            <a:pPr lvl="1">
              <a:spcBef>
                <a:spcPct val="20000"/>
              </a:spcBef>
              <a:buClr>
                <a:schemeClr val="folHlink"/>
              </a:buClr>
              <a:buSzPct val="75000"/>
            </a:pPr>
            <a:r>
              <a:rPr lang="zh-CN" altLang="en-US" sz="1300" b="1">
                <a:solidFill>
                  <a:srgbClr val="C00000"/>
                </a:solidFill>
                <a:latin typeface="微软雅黑" panose="020B0503020204020204" pitchFamily="34" charset="-122"/>
                <a:ea typeface="微软雅黑" panose="020B0503020204020204" pitchFamily="34" charset="-122"/>
              </a:rPr>
              <a:t>      跳转到操作系统的起始地址</a:t>
            </a:r>
            <a:br>
              <a:rPr lang="en-US" altLang="zh-CN" sz="1300" b="1">
                <a:solidFill>
                  <a:srgbClr val="C00000"/>
                </a:solidFill>
                <a:latin typeface="微软雅黑" panose="020B0503020204020204" pitchFamily="34" charset="-122"/>
                <a:ea typeface="微软雅黑" panose="020B0503020204020204" pitchFamily="34" charset="-122"/>
              </a:rPr>
            </a:br>
            <a:endParaRPr lang="en-US" altLang="zh-CN" sz="1300" b="1">
              <a:solidFill>
                <a:srgbClr val="C00000"/>
              </a:solidFill>
              <a:latin typeface="微软雅黑" panose="020B0503020204020204" pitchFamily="34" charset="-122"/>
              <a:ea typeface="微软雅黑" panose="020B0503020204020204" pitchFamily="34" charset="-122"/>
            </a:endParaRPr>
          </a:p>
        </p:txBody>
      </p:sp>
      <p:sp>
        <p:nvSpPr>
          <p:cNvPr id="19459" name="Rectangle 3">
            <a:extLst>
              <a:ext uri="{FF2B5EF4-FFF2-40B4-BE49-F238E27FC236}">
                <a16:creationId xmlns:a16="http://schemas.microsoft.com/office/drawing/2014/main" id="{6AEA9424-7B57-47C6-BC64-C208D40E1114}"/>
              </a:ext>
            </a:extLst>
          </p:cNvPr>
          <p:cNvSpPr>
            <a:spLocks noGrp="1" noChangeArrowheads="1"/>
          </p:cNvSpPr>
          <p:nvPr/>
        </p:nvSpPr>
        <p:spPr bwMode="auto">
          <a:xfrm>
            <a:off x="2479675" y="1808163"/>
            <a:ext cx="3071813" cy="1074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7" tIns="44450" rIns="90487" bIns="44450"/>
          <a:lstStyle>
            <a:lvl1pPr marL="341313" indent="-341313">
              <a:defRPr kumimoji="1" sz="2400">
                <a:solidFill>
                  <a:schemeClr val="tx1"/>
                </a:solidFill>
                <a:latin typeface="Tahoma" panose="020B0604030504040204" pitchFamily="34" charset="0"/>
                <a:ea typeface="宋体" panose="02010600030101010101" pitchFamily="2" charset="-122"/>
              </a:defRPr>
            </a:lvl1pPr>
            <a:lvl2pPr marL="741363" indent="-284163">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spcBef>
                <a:spcPct val="20000"/>
              </a:spcBef>
              <a:buClr>
                <a:schemeClr val="folHlink"/>
              </a:buClr>
              <a:buSzPct val="75000"/>
            </a:pPr>
            <a:r>
              <a:rPr lang="zh-CN" altLang="en-US" sz="1500" b="1">
                <a:solidFill>
                  <a:srgbClr val="11576A"/>
                </a:solidFill>
                <a:latin typeface="微软雅黑" panose="020B0503020204020204" pitchFamily="34" charset="-122"/>
                <a:ea typeface="微软雅黑" panose="020B0503020204020204" pitchFamily="34" charset="-122"/>
              </a:rPr>
              <a:t>       </a:t>
            </a:r>
            <a:r>
              <a:rPr lang="zh-CN" altLang="en-US" sz="1300" b="1">
                <a:solidFill>
                  <a:srgbClr val="11576A"/>
                </a:solidFill>
                <a:latin typeface="微软雅黑" panose="020B0503020204020204" pitchFamily="34" charset="-122"/>
                <a:ea typeface="微软雅黑" panose="020B0503020204020204" pitchFamily="34" charset="-122"/>
              </a:rPr>
              <a:t>BIOS</a:t>
            </a:r>
          </a:p>
          <a:p>
            <a:pPr lvl="1">
              <a:spcBef>
                <a:spcPct val="20000"/>
              </a:spcBef>
              <a:buClr>
                <a:schemeClr val="folHlink"/>
              </a:buClr>
              <a:buSzPct val="75000"/>
            </a:pPr>
            <a:r>
              <a:rPr lang="zh-CN" altLang="en-US" sz="1500" b="1">
                <a:solidFill>
                  <a:srgbClr val="11576A"/>
                </a:solidFill>
                <a:latin typeface="微软雅黑" panose="020B0503020204020204" pitchFamily="34" charset="-122"/>
                <a:ea typeface="微软雅黑" panose="020B0503020204020204" pitchFamily="34" charset="-122"/>
              </a:rPr>
              <a:t>     </a:t>
            </a:r>
            <a:r>
              <a:rPr lang="zh-CN" altLang="en-US" sz="1300" b="1">
                <a:solidFill>
                  <a:srgbClr val="C00000"/>
                </a:solidFill>
                <a:latin typeface="微软雅黑" panose="020B0503020204020204" pitchFamily="34" charset="-122"/>
                <a:ea typeface="微软雅黑" panose="020B0503020204020204" pitchFamily="34" charset="-122"/>
              </a:rPr>
              <a:t>将加载程序从磁盘的引导扇区（512字节）加载到0x7c00 .</a:t>
            </a:r>
          </a:p>
          <a:p>
            <a:pPr lvl="1">
              <a:spcBef>
                <a:spcPct val="20000"/>
              </a:spcBef>
              <a:buClr>
                <a:schemeClr val="folHlink"/>
              </a:buClr>
              <a:buSzPct val="75000"/>
            </a:pPr>
            <a:r>
              <a:rPr lang="zh-CN" altLang="en-US" sz="1200" b="1">
                <a:solidFill>
                  <a:srgbClr val="C00000"/>
                </a:solidFill>
                <a:latin typeface="微软雅黑" panose="020B0503020204020204" pitchFamily="34" charset="-122"/>
                <a:ea typeface="微软雅黑" panose="020B0503020204020204" pitchFamily="34" charset="-122"/>
              </a:rPr>
              <a:t>      </a:t>
            </a:r>
            <a:r>
              <a:rPr lang="zh-CN" altLang="en-US" sz="1300" b="1">
                <a:solidFill>
                  <a:srgbClr val="C00000"/>
                </a:solidFill>
                <a:latin typeface="微软雅黑" panose="020B0503020204020204" pitchFamily="34" charset="-122"/>
                <a:ea typeface="微软雅黑" panose="020B0503020204020204" pitchFamily="34" charset="-122"/>
              </a:rPr>
              <a:t>跳转到</a:t>
            </a:r>
            <a:r>
              <a:rPr lang="en-US" altLang="zh-CN" sz="1300" b="1">
                <a:solidFill>
                  <a:srgbClr val="C00000"/>
                </a:solidFill>
                <a:latin typeface="微软雅黑" panose="020B0503020204020204" pitchFamily="34" charset="-122"/>
                <a:ea typeface="微软雅黑" panose="020B0503020204020204" pitchFamily="34" charset="-122"/>
              </a:rPr>
              <a:t> CS:IP = 0000:7c00 </a:t>
            </a:r>
            <a:br>
              <a:rPr lang="en-US" altLang="zh-CN" sz="1500" b="1">
                <a:solidFill>
                  <a:srgbClr val="11576A"/>
                </a:solidFill>
                <a:latin typeface="微软雅黑" panose="020B0503020204020204" pitchFamily="34" charset="-122"/>
                <a:ea typeface="微软雅黑" panose="020B0503020204020204" pitchFamily="34" charset="-122"/>
              </a:rPr>
            </a:br>
            <a:endParaRPr lang="en-US" altLang="zh-CN" sz="1500" b="1">
              <a:solidFill>
                <a:srgbClr val="11576A"/>
              </a:solidFill>
              <a:latin typeface="微软雅黑" panose="020B0503020204020204" pitchFamily="34" charset="-122"/>
              <a:ea typeface="微软雅黑" panose="020B0503020204020204" pitchFamily="34" charset="-122"/>
            </a:endParaRPr>
          </a:p>
        </p:txBody>
      </p:sp>
      <p:sp>
        <p:nvSpPr>
          <p:cNvPr id="19460" name="矩形 6">
            <a:extLst>
              <a:ext uri="{FF2B5EF4-FFF2-40B4-BE49-F238E27FC236}">
                <a16:creationId xmlns:a16="http://schemas.microsoft.com/office/drawing/2014/main" id="{D8FBE164-14E5-4D5B-912D-23E29DE8A808}"/>
              </a:ext>
            </a:extLst>
          </p:cNvPr>
          <p:cNvSpPr>
            <a:spLocks noChangeArrowheads="1"/>
          </p:cNvSpPr>
          <p:nvPr/>
        </p:nvSpPr>
        <p:spPr bwMode="auto">
          <a:xfrm>
            <a:off x="2627313" y="1804988"/>
            <a:ext cx="392112"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zh-CN" altLang="en-US" sz="1600" b="1">
                <a:solidFill>
                  <a:srgbClr val="11576A"/>
                </a:solidFill>
                <a:latin typeface="张海山锐谐体2.0-授权联系：Samtype@QQ.com"/>
                <a:ea typeface="张海山锐谐体2.0-授权联系：Samtype@QQ.com"/>
                <a:cs typeface="张海山锐谐体2.0-授权联系：Samtype@QQ.com"/>
              </a:rPr>
              <a:t>■</a:t>
            </a:r>
            <a:endParaRPr lang="zh-CN" altLang="en-US" sz="1600" b="1">
              <a:latin typeface="Calibri" panose="020F0502020204030204" pitchFamily="34" charset="0"/>
            </a:endParaRPr>
          </a:p>
        </p:txBody>
      </p:sp>
      <p:pic>
        <p:nvPicPr>
          <p:cNvPr id="19461" name="图片 7" descr="小点1.png">
            <a:extLst>
              <a:ext uri="{FF2B5EF4-FFF2-40B4-BE49-F238E27FC236}">
                <a16:creationId xmlns:a16="http://schemas.microsoft.com/office/drawing/2014/main" id="{F6F69509-B0BD-4C18-AB2A-A54E44F4632A}"/>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070225" y="2197100"/>
            <a:ext cx="150813" cy="149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62" name="图片 9" descr="小点1.png">
            <a:extLst>
              <a:ext uri="{FF2B5EF4-FFF2-40B4-BE49-F238E27FC236}">
                <a16:creationId xmlns:a16="http://schemas.microsoft.com/office/drawing/2014/main" id="{5174360E-9B29-4AE4-AE39-043B9D46086B}"/>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073400" y="2636838"/>
            <a:ext cx="150813" cy="149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63" name="矩形 10">
            <a:extLst>
              <a:ext uri="{FF2B5EF4-FFF2-40B4-BE49-F238E27FC236}">
                <a16:creationId xmlns:a16="http://schemas.microsoft.com/office/drawing/2014/main" id="{4411C20B-A852-4DDA-A2E4-670F8D5102B9}"/>
              </a:ext>
            </a:extLst>
          </p:cNvPr>
          <p:cNvSpPr>
            <a:spLocks noChangeArrowheads="1"/>
          </p:cNvSpPr>
          <p:nvPr/>
        </p:nvSpPr>
        <p:spPr bwMode="auto">
          <a:xfrm>
            <a:off x="2627313" y="3003550"/>
            <a:ext cx="392112"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zh-CN" altLang="en-US" sz="1600" b="1">
                <a:solidFill>
                  <a:srgbClr val="11576A"/>
                </a:solidFill>
                <a:latin typeface="张海山锐谐体2.0-授权联系：Samtype@QQ.com"/>
                <a:ea typeface="张海山锐谐体2.0-授权联系：Samtype@QQ.com"/>
                <a:cs typeface="张海山锐谐体2.0-授权联系：Samtype@QQ.com"/>
              </a:rPr>
              <a:t>■</a:t>
            </a:r>
            <a:endParaRPr lang="zh-CN" altLang="en-US" sz="1600" b="1">
              <a:latin typeface="Calibri" panose="020F0502020204030204" pitchFamily="34" charset="0"/>
            </a:endParaRPr>
          </a:p>
        </p:txBody>
      </p:sp>
      <p:pic>
        <p:nvPicPr>
          <p:cNvPr id="19464" name="图片 11" descr="小点1.png">
            <a:extLst>
              <a:ext uri="{FF2B5EF4-FFF2-40B4-BE49-F238E27FC236}">
                <a16:creationId xmlns:a16="http://schemas.microsoft.com/office/drawing/2014/main" id="{1BE4B483-1746-42C7-A00B-F5F70D47F3EA}"/>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070225" y="3390900"/>
            <a:ext cx="150813" cy="149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65" name="图片 12" descr="小点1.png">
            <a:extLst>
              <a:ext uri="{FF2B5EF4-FFF2-40B4-BE49-F238E27FC236}">
                <a16:creationId xmlns:a16="http://schemas.microsoft.com/office/drawing/2014/main" id="{1CA1C69A-49BF-4DDD-B7B6-A11EA3D878A0}"/>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070225" y="3824288"/>
            <a:ext cx="150813" cy="149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7" name="组合 6">
            <a:extLst>
              <a:ext uri="{FF2B5EF4-FFF2-40B4-BE49-F238E27FC236}">
                <a16:creationId xmlns:a16="http://schemas.microsoft.com/office/drawing/2014/main" id="{445A0250-12FA-410E-986C-597A36DB6CD9}"/>
              </a:ext>
            </a:extLst>
          </p:cNvPr>
          <p:cNvGrpSpPr>
            <a:grpSpLocks/>
          </p:cNvGrpSpPr>
          <p:nvPr/>
        </p:nvGrpSpPr>
        <p:grpSpPr bwMode="auto">
          <a:xfrm>
            <a:off x="5316538" y="1951038"/>
            <a:ext cx="1801812" cy="3268662"/>
            <a:chOff x="5316734" y="1094343"/>
            <a:chExt cx="1801114" cy="3267739"/>
          </a:xfrm>
        </p:grpSpPr>
        <p:pic>
          <p:nvPicPr>
            <p:cNvPr id="9240" name="图片 5">
              <a:extLst>
                <a:ext uri="{FF2B5EF4-FFF2-40B4-BE49-F238E27FC236}">
                  <a16:creationId xmlns:a16="http://schemas.microsoft.com/office/drawing/2014/main" id="{1BCAC473-4762-42A0-BECE-F36C1DD5D630}"/>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5316734" y="1094343"/>
              <a:ext cx="1670449" cy="32677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41" name="TextBox 15">
              <a:extLst>
                <a:ext uri="{FF2B5EF4-FFF2-40B4-BE49-F238E27FC236}">
                  <a16:creationId xmlns:a16="http://schemas.microsoft.com/office/drawing/2014/main" id="{2692EBEB-8C9A-4DEA-A714-678551257AE8}"/>
                </a:ext>
              </a:extLst>
            </p:cNvPr>
            <p:cNvSpPr txBox="1">
              <a:spLocks noChangeArrowheads="1"/>
            </p:cNvSpPr>
            <p:nvPr/>
          </p:nvSpPr>
          <p:spPr bwMode="auto">
            <a:xfrm>
              <a:off x="5974840" y="1347779"/>
              <a:ext cx="11430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zh-CN" altLang="en-US" sz="1600" b="1">
                  <a:solidFill>
                    <a:schemeClr val="bg1"/>
                  </a:solidFill>
                  <a:latin typeface="微软雅黑" panose="020B0503020204020204" pitchFamily="34" charset="-122"/>
                  <a:ea typeface="微软雅黑" panose="020B0503020204020204" pitchFamily="34" charset="-122"/>
                </a:rPr>
                <a:t>空闲空间</a:t>
              </a:r>
            </a:p>
          </p:txBody>
        </p:sp>
        <p:sp>
          <p:nvSpPr>
            <p:cNvPr id="9242" name="TextBox 17">
              <a:extLst>
                <a:ext uri="{FF2B5EF4-FFF2-40B4-BE49-F238E27FC236}">
                  <a16:creationId xmlns:a16="http://schemas.microsoft.com/office/drawing/2014/main" id="{2CD51007-8258-4E8C-8553-D9275E68FBB6}"/>
                </a:ext>
              </a:extLst>
            </p:cNvPr>
            <p:cNvSpPr txBox="1">
              <a:spLocks noChangeArrowheads="1"/>
            </p:cNvSpPr>
            <p:nvPr/>
          </p:nvSpPr>
          <p:spPr bwMode="auto">
            <a:xfrm>
              <a:off x="5960553" y="1971671"/>
              <a:ext cx="11430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zh-CN" altLang="en-US" sz="1600" b="1">
                  <a:solidFill>
                    <a:srgbClr val="11576A"/>
                  </a:solidFill>
                  <a:latin typeface="微软雅黑" panose="020B0503020204020204" pitchFamily="34" charset="-122"/>
                  <a:ea typeface="微软雅黑" panose="020B0503020204020204" pitchFamily="34" charset="-122"/>
                </a:rPr>
                <a:t>操作系统</a:t>
              </a:r>
            </a:p>
          </p:txBody>
        </p:sp>
        <p:sp>
          <p:nvSpPr>
            <p:cNvPr id="9243" name="TextBox 18">
              <a:extLst>
                <a:ext uri="{FF2B5EF4-FFF2-40B4-BE49-F238E27FC236}">
                  <a16:creationId xmlns:a16="http://schemas.microsoft.com/office/drawing/2014/main" id="{F4A27FF9-8E7B-42B5-98FC-4180242D1EC2}"/>
                </a:ext>
              </a:extLst>
            </p:cNvPr>
            <p:cNvSpPr txBox="1">
              <a:spLocks noChangeArrowheads="1"/>
            </p:cNvSpPr>
            <p:nvPr/>
          </p:nvSpPr>
          <p:spPr bwMode="auto">
            <a:xfrm>
              <a:off x="5917691" y="2347911"/>
              <a:ext cx="11430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en-US" altLang="zh-CN" sz="1600" b="1">
                  <a:solidFill>
                    <a:schemeClr val="bg1"/>
                  </a:solidFill>
                  <a:latin typeface="微软雅黑" panose="020B0503020204020204" pitchFamily="34" charset="-122"/>
                  <a:ea typeface="微软雅黑" panose="020B0503020204020204" pitchFamily="34" charset="-122"/>
                </a:rPr>
                <a:t>BIOS</a:t>
              </a:r>
              <a:r>
                <a:rPr lang="zh-CN" altLang="en-US" sz="1600" b="1">
                  <a:solidFill>
                    <a:schemeClr val="bg1"/>
                  </a:solidFill>
                  <a:latin typeface="微软雅黑" panose="020B0503020204020204" pitchFamily="34" charset="-122"/>
                  <a:ea typeface="微软雅黑" panose="020B0503020204020204" pitchFamily="34" charset="-122"/>
                </a:rPr>
                <a:t>固件</a:t>
              </a:r>
            </a:p>
          </p:txBody>
        </p:sp>
        <p:sp>
          <p:nvSpPr>
            <p:cNvPr id="9244" name="TextBox 19">
              <a:extLst>
                <a:ext uri="{FF2B5EF4-FFF2-40B4-BE49-F238E27FC236}">
                  <a16:creationId xmlns:a16="http://schemas.microsoft.com/office/drawing/2014/main" id="{6117B094-304E-4A34-91D4-AA602DC01FE3}"/>
                </a:ext>
              </a:extLst>
            </p:cNvPr>
            <p:cNvSpPr txBox="1">
              <a:spLocks noChangeArrowheads="1"/>
            </p:cNvSpPr>
            <p:nvPr/>
          </p:nvSpPr>
          <p:spPr bwMode="auto">
            <a:xfrm>
              <a:off x="5965316" y="2967040"/>
              <a:ext cx="11430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zh-CN" altLang="en-US" sz="1600" b="1">
                  <a:solidFill>
                    <a:schemeClr val="bg1"/>
                  </a:solidFill>
                  <a:latin typeface="微软雅黑" panose="020B0503020204020204" pitchFamily="34" charset="-122"/>
                  <a:ea typeface="微软雅黑" panose="020B0503020204020204" pitchFamily="34" charset="-122"/>
                </a:rPr>
                <a:t>空闲空间</a:t>
              </a:r>
            </a:p>
          </p:txBody>
        </p:sp>
        <p:sp>
          <p:nvSpPr>
            <p:cNvPr id="9245" name="TextBox 20">
              <a:extLst>
                <a:ext uri="{FF2B5EF4-FFF2-40B4-BE49-F238E27FC236}">
                  <a16:creationId xmlns:a16="http://schemas.microsoft.com/office/drawing/2014/main" id="{E19E17A1-E122-4F27-93CA-96CACEF32BE5}"/>
                </a:ext>
              </a:extLst>
            </p:cNvPr>
            <p:cNvSpPr txBox="1">
              <a:spLocks noChangeArrowheads="1"/>
            </p:cNvSpPr>
            <p:nvPr/>
          </p:nvSpPr>
          <p:spPr bwMode="auto">
            <a:xfrm>
              <a:off x="5965316" y="3624270"/>
              <a:ext cx="11430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zh-CN" altLang="en-US" sz="1600" b="1">
                  <a:solidFill>
                    <a:srgbClr val="11576A"/>
                  </a:solidFill>
                  <a:latin typeface="微软雅黑" panose="020B0503020204020204" pitchFamily="34" charset="-122"/>
                  <a:ea typeface="微软雅黑" panose="020B0503020204020204" pitchFamily="34" charset="-122"/>
                </a:rPr>
                <a:t>加载程序</a:t>
              </a:r>
            </a:p>
          </p:txBody>
        </p:sp>
        <p:sp>
          <p:nvSpPr>
            <p:cNvPr id="9246" name="TextBox 21">
              <a:extLst>
                <a:ext uri="{FF2B5EF4-FFF2-40B4-BE49-F238E27FC236}">
                  <a16:creationId xmlns:a16="http://schemas.microsoft.com/office/drawing/2014/main" id="{A24B670F-C068-4EB4-9AC3-225740C7E870}"/>
                </a:ext>
              </a:extLst>
            </p:cNvPr>
            <p:cNvSpPr txBox="1">
              <a:spLocks noChangeArrowheads="1"/>
            </p:cNvSpPr>
            <p:nvPr/>
          </p:nvSpPr>
          <p:spPr bwMode="auto">
            <a:xfrm>
              <a:off x="5931979" y="4005274"/>
              <a:ext cx="11430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en-US" altLang="zh-CN" sz="1600" b="1">
                  <a:solidFill>
                    <a:schemeClr val="bg1"/>
                  </a:solidFill>
                  <a:latin typeface="微软雅黑" panose="020B0503020204020204" pitchFamily="34" charset="-122"/>
                  <a:ea typeface="微软雅黑" panose="020B0503020204020204" pitchFamily="34" charset="-122"/>
                </a:rPr>
                <a:t>BIOS</a:t>
              </a:r>
              <a:r>
                <a:rPr lang="zh-CN" altLang="en-US" sz="1600" b="1">
                  <a:solidFill>
                    <a:schemeClr val="bg1"/>
                  </a:solidFill>
                  <a:latin typeface="微软雅黑" panose="020B0503020204020204" pitchFamily="34" charset="-122"/>
                  <a:ea typeface="微软雅黑" panose="020B0503020204020204" pitchFamily="34" charset="-122"/>
                </a:rPr>
                <a:t>数据</a:t>
              </a:r>
            </a:p>
          </p:txBody>
        </p:sp>
      </p:grpSp>
      <p:grpSp>
        <p:nvGrpSpPr>
          <p:cNvPr id="5" name="组合 4">
            <a:extLst>
              <a:ext uri="{FF2B5EF4-FFF2-40B4-BE49-F238E27FC236}">
                <a16:creationId xmlns:a16="http://schemas.microsoft.com/office/drawing/2014/main" id="{998043EF-29A8-42F5-BEFC-AB4A83F9755B}"/>
              </a:ext>
            </a:extLst>
          </p:cNvPr>
          <p:cNvGrpSpPr>
            <a:grpSpLocks/>
          </p:cNvGrpSpPr>
          <p:nvPr/>
        </p:nvGrpSpPr>
        <p:grpSpPr bwMode="auto">
          <a:xfrm>
            <a:off x="3070225" y="4729163"/>
            <a:ext cx="2228850" cy="719137"/>
            <a:chOff x="2722046" y="3831991"/>
            <a:chExt cx="2229894" cy="719881"/>
          </a:xfrm>
        </p:grpSpPr>
        <p:pic>
          <p:nvPicPr>
            <p:cNvPr id="9236" name="图片 2">
              <a:extLst>
                <a:ext uri="{FF2B5EF4-FFF2-40B4-BE49-F238E27FC236}">
                  <a16:creationId xmlns:a16="http://schemas.microsoft.com/office/drawing/2014/main" id="{8469A83A-D568-4FA8-9EC6-6473C1E86AD4}"/>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2722046" y="3831991"/>
              <a:ext cx="2116880" cy="6989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37" name="TextBox 22">
              <a:extLst>
                <a:ext uri="{FF2B5EF4-FFF2-40B4-BE49-F238E27FC236}">
                  <a16:creationId xmlns:a16="http://schemas.microsoft.com/office/drawing/2014/main" id="{47E91F0F-E2A7-4F4F-9245-31DBB8909065}"/>
                </a:ext>
              </a:extLst>
            </p:cNvPr>
            <p:cNvSpPr txBox="1">
              <a:spLocks noChangeArrowheads="1"/>
            </p:cNvSpPr>
            <p:nvPr/>
          </p:nvSpPr>
          <p:spPr bwMode="auto">
            <a:xfrm>
              <a:off x="2762817" y="3920835"/>
              <a:ext cx="11430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zh-CN" altLang="en-US" sz="1600" b="1">
                  <a:solidFill>
                    <a:srgbClr val="11576A"/>
                  </a:solidFill>
                  <a:latin typeface="微软雅黑" panose="020B0503020204020204" pitchFamily="34" charset="-122"/>
                  <a:ea typeface="微软雅黑" panose="020B0503020204020204" pitchFamily="34" charset="-122"/>
                </a:rPr>
                <a:t>加载程序</a:t>
              </a:r>
            </a:p>
          </p:txBody>
        </p:sp>
        <p:sp>
          <p:nvSpPr>
            <p:cNvPr id="9238" name="TextBox 25">
              <a:extLst>
                <a:ext uri="{FF2B5EF4-FFF2-40B4-BE49-F238E27FC236}">
                  <a16:creationId xmlns:a16="http://schemas.microsoft.com/office/drawing/2014/main" id="{71C03937-3C78-4345-BE97-50F76E8FF4A1}"/>
                </a:ext>
              </a:extLst>
            </p:cNvPr>
            <p:cNvSpPr txBox="1">
              <a:spLocks noChangeArrowheads="1"/>
            </p:cNvSpPr>
            <p:nvPr/>
          </p:nvSpPr>
          <p:spPr bwMode="auto">
            <a:xfrm>
              <a:off x="3808932" y="3917119"/>
              <a:ext cx="11430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zh-CN" altLang="en-US" sz="1600" b="1">
                  <a:solidFill>
                    <a:srgbClr val="11576A"/>
                  </a:solidFill>
                  <a:latin typeface="微软雅黑" panose="020B0503020204020204" pitchFamily="34" charset="-122"/>
                  <a:ea typeface="微软雅黑" panose="020B0503020204020204" pitchFamily="34" charset="-122"/>
                </a:rPr>
                <a:t>操作系统</a:t>
              </a:r>
            </a:p>
          </p:txBody>
        </p:sp>
        <p:sp>
          <p:nvSpPr>
            <p:cNvPr id="9239" name="TextBox 26">
              <a:extLst>
                <a:ext uri="{FF2B5EF4-FFF2-40B4-BE49-F238E27FC236}">
                  <a16:creationId xmlns:a16="http://schemas.microsoft.com/office/drawing/2014/main" id="{042143CC-265B-4E6C-A651-8DC19F10F85D}"/>
                </a:ext>
              </a:extLst>
            </p:cNvPr>
            <p:cNvSpPr txBox="1">
              <a:spLocks noChangeArrowheads="1"/>
            </p:cNvSpPr>
            <p:nvPr/>
          </p:nvSpPr>
          <p:spPr bwMode="auto">
            <a:xfrm>
              <a:off x="3488688" y="4213318"/>
              <a:ext cx="64294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zh-CN" altLang="en-US" sz="1600" b="1">
                  <a:solidFill>
                    <a:schemeClr val="bg1"/>
                  </a:solidFill>
                  <a:latin typeface="微软雅黑" panose="020B0503020204020204" pitchFamily="34" charset="-122"/>
                  <a:ea typeface="微软雅黑" panose="020B0503020204020204" pitchFamily="34" charset="-122"/>
                </a:rPr>
                <a:t>磁盘</a:t>
              </a:r>
            </a:p>
          </p:txBody>
        </p:sp>
      </p:grpSp>
      <p:cxnSp>
        <p:nvCxnSpPr>
          <p:cNvPr id="9" name="直接箭头连接符 8">
            <a:extLst>
              <a:ext uri="{FF2B5EF4-FFF2-40B4-BE49-F238E27FC236}">
                <a16:creationId xmlns:a16="http://schemas.microsoft.com/office/drawing/2014/main" id="{66E71265-20CF-406D-89BE-4318AE95AFA6}"/>
              </a:ext>
            </a:extLst>
          </p:cNvPr>
          <p:cNvCxnSpPr/>
          <p:nvPr/>
        </p:nvCxnSpPr>
        <p:spPr>
          <a:xfrm flipH="1" flipV="1">
            <a:off x="2528888" y="4651375"/>
            <a:ext cx="523875" cy="230188"/>
          </a:xfrm>
          <a:prstGeom prst="straightConnector1">
            <a:avLst/>
          </a:prstGeom>
          <a:ln w="38100">
            <a:solidFill>
              <a:srgbClr val="11576A"/>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a:extLst>
              <a:ext uri="{FF2B5EF4-FFF2-40B4-BE49-F238E27FC236}">
                <a16:creationId xmlns:a16="http://schemas.microsoft.com/office/drawing/2014/main" id="{B32F951E-BE7F-41DA-AD70-74204E55D57D}"/>
              </a:ext>
            </a:extLst>
          </p:cNvPr>
          <p:cNvCxnSpPr/>
          <p:nvPr/>
        </p:nvCxnSpPr>
        <p:spPr>
          <a:xfrm flipV="1">
            <a:off x="4984750" y="2967038"/>
            <a:ext cx="973138" cy="1830387"/>
          </a:xfrm>
          <a:prstGeom prst="straightConnector1">
            <a:avLst/>
          </a:prstGeom>
          <a:ln w="38100">
            <a:solidFill>
              <a:srgbClr val="11576A"/>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2557547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withEffect">
                                  <p:stCondLst>
                                    <p:cond delay="0"/>
                                  </p:stCondLst>
                                  <p:childTnLst>
                                    <p:set>
                                      <p:cBhvr>
                                        <p:cTn id="6" dur="1" fill="hold">
                                          <p:stCondLst>
                                            <p:cond delay="0"/>
                                          </p:stCondLst>
                                        </p:cTn>
                                        <p:tgtEl>
                                          <p:spTgt spid="19458"/>
                                        </p:tgtEl>
                                        <p:attrNameLst>
                                          <p:attrName>style.visibility</p:attrName>
                                        </p:attrNameLst>
                                      </p:cBhvr>
                                      <p:to>
                                        <p:strVal val="visible"/>
                                      </p:to>
                                    </p:set>
                                    <p:animEffect transition="in" filter="wipe(left)">
                                      <p:cBhvr>
                                        <p:cTn id="7" dur="500"/>
                                        <p:tgtEl>
                                          <p:spTgt spid="19458"/>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wipe(left)">
                                      <p:cBhvr>
                                        <p:cTn id="10" dur="500"/>
                                        <p:tgtEl>
                                          <p:spTgt spid="11"/>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wipe(left)">
                                      <p:cBhvr>
                                        <p:cTn id="13" dur="500"/>
                                        <p:tgtEl>
                                          <p:spTgt spid="12"/>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wipe(left)">
                                      <p:cBhvr>
                                        <p:cTn id="16" dur="500"/>
                                        <p:tgtEl>
                                          <p:spTgt spid="13"/>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19459"/>
                                        </p:tgtEl>
                                        <p:attrNameLst>
                                          <p:attrName>style.visibility</p:attrName>
                                        </p:attrNameLst>
                                      </p:cBhvr>
                                      <p:to>
                                        <p:strVal val="visible"/>
                                      </p:to>
                                    </p:set>
                                    <p:animEffect transition="in" filter="wipe(left)">
                                      <p:cBhvr>
                                        <p:cTn id="19" dur="500"/>
                                        <p:tgtEl>
                                          <p:spTgt spid="19459"/>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19460"/>
                                        </p:tgtEl>
                                        <p:attrNameLst>
                                          <p:attrName>style.visibility</p:attrName>
                                        </p:attrNameLst>
                                      </p:cBhvr>
                                      <p:to>
                                        <p:strVal val="visible"/>
                                      </p:to>
                                    </p:set>
                                    <p:animEffect transition="in" filter="wipe(left)">
                                      <p:cBhvr>
                                        <p:cTn id="22" dur="500"/>
                                        <p:tgtEl>
                                          <p:spTgt spid="19460"/>
                                        </p:tgtEl>
                                      </p:cBhvr>
                                    </p:animEffect>
                                  </p:childTnLst>
                                </p:cTn>
                              </p:par>
                              <p:par>
                                <p:cTn id="23" presetID="22" presetClass="entr" presetSubtype="8" fill="hold" nodeType="withEffect">
                                  <p:stCondLst>
                                    <p:cond delay="0"/>
                                  </p:stCondLst>
                                  <p:childTnLst>
                                    <p:set>
                                      <p:cBhvr>
                                        <p:cTn id="24" dur="1" fill="hold">
                                          <p:stCondLst>
                                            <p:cond delay="0"/>
                                          </p:stCondLst>
                                        </p:cTn>
                                        <p:tgtEl>
                                          <p:spTgt spid="19461"/>
                                        </p:tgtEl>
                                        <p:attrNameLst>
                                          <p:attrName>style.visibility</p:attrName>
                                        </p:attrNameLst>
                                      </p:cBhvr>
                                      <p:to>
                                        <p:strVal val="visible"/>
                                      </p:to>
                                    </p:set>
                                    <p:animEffect transition="in" filter="wipe(left)">
                                      <p:cBhvr>
                                        <p:cTn id="25" dur="500"/>
                                        <p:tgtEl>
                                          <p:spTgt spid="19461"/>
                                        </p:tgtEl>
                                      </p:cBhvr>
                                    </p:animEffect>
                                  </p:childTnLst>
                                </p:cTn>
                              </p:par>
                              <p:par>
                                <p:cTn id="26" presetID="22" presetClass="entr" presetSubtype="8" fill="hold" nodeType="withEffect">
                                  <p:stCondLst>
                                    <p:cond delay="0"/>
                                  </p:stCondLst>
                                  <p:childTnLst>
                                    <p:set>
                                      <p:cBhvr>
                                        <p:cTn id="27" dur="1" fill="hold">
                                          <p:stCondLst>
                                            <p:cond delay="0"/>
                                          </p:stCondLst>
                                        </p:cTn>
                                        <p:tgtEl>
                                          <p:spTgt spid="19462"/>
                                        </p:tgtEl>
                                        <p:attrNameLst>
                                          <p:attrName>style.visibility</p:attrName>
                                        </p:attrNameLst>
                                      </p:cBhvr>
                                      <p:to>
                                        <p:strVal val="visible"/>
                                      </p:to>
                                    </p:set>
                                    <p:animEffect transition="in" filter="wipe(left)">
                                      <p:cBhvr>
                                        <p:cTn id="28" dur="500"/>
                                        <p:tgtEl>
                                          <p:spTgt spid="19462"/>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nodeType="clickEffect">
                                  <p:stCondLst>
                                    <p:cond delay="0"/>
                                  </p:stCondLst>
                                  <p:childTnLst>
                                    <p:set>
                                      <p:cBhvr>
                                        <p:cTn id="32" dur="1" fill="hold">
                                          <p:stCondLst>
                                            <p:cond delay="0"/>
                                          </p:stCondLst>
                                        </p:cTn>
                                        <p:tgtEl>
                                          <p:spTgt spid="5"/>
                                        </p:tgtEl>
                                        <p:attrNameLst>
                                          <p:attrName>style.visibility</p:attrName>
                                        </p:attrNameLst>
                                      </p:cBhvr>
                                      <p:to>
                                        <p:strVal val="visible"/>
                                      </p:to>
                                    </p:set>
                                    <p:animEffect transition="in" filter="wipe(left)">
                                      <p:cBhvr>
                                        <p:cTn id="33" dur="500"/>
                                        <p:tgtEl>
                                          <p:spTgt spid="5"/>
                                        </p:tgtEl>
                                      </p:cBhvr>
                                    </p:animEffect>
                                  </p:childTnLst>
                                </p:cTn>
                              </p:par>
                            </p:childTnLst>
                          </p:cTn>
                        </p:par>
                        <p:par>
                          <p:cTn id="34" fill="hold" nodeType="afterGroup">
                            <p:stCondLst>
                              <p:cond delay="500"/>
                            </p:stCondLst>
                            <p:childTnLst>
                              <p:par>
                                <p:cTn id="35" presetID="22" presetClass="entr" presetSubtype="2" fill="hold" nodeType="after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wipe(right)">
                                      <p:cBhvr>
                                        <p:cTn id="37" dur="500"/>
                                        <p:tgtEl>
                                          <p:spTgt spid="9"/>
                                        </p:tgtEl>
                                      </p:cBhvr>
                                    </p:animEffect>
                                  </p:childTnLst>
                                </p:cTn>
                              </p:par>
                              <p:par>
                                <p:cTn id="38" presetID="22" presetClass="entr" presetSubtype="1" fill="hold" nodeType="withEffect">
                                  <p:stCondLst>
                                    <p:cond delay="0"/>
                                  </p:stCondLst>
                                  <p:childTnLst>
                                    <p:set>
                                      <p:cBhvr>
                                        <p:cTn id="39" dur="1" fill="hold">
                                          <p:stCondLst>
                                            <p:cond delay="0"/>
                                          </p:stCondLst>
                                        </p:cTn>
                                        <p:tgtEl>
                                          <p:spTgt spid="24"/>
                                        </p:tgtEl>
                                        <p:attrNameLst>
                                          <p:attrName>style.visibility</p:attrName>
                                        </p:attrNameLst>
                                      </p:cBhvr>
                                      <p:to>
                                        <p:strVal val="visible"/>
                                      </p:to>
                                    </p:set>
                                    <p:animEffect transition="in" filter="wipe(up)">
                                      <p:cBhvr>
                                        <p:cTn id="40" dur="500"/>
                                        <p:tgtEl>
                                          <p:spTgt spid="24"/>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28"/>
                                        </p:tgtEl>
                                        <p:attrNameLst>
                                          <p:attrName>style.visibility</p:attrName>
                                        </p:attrNameLst>
                                      </p:cBhvr>
                                      <p:to>
                                        <p:strVal val="visible"/>
                                      </p:to>
                                    </p:set>
                                    <p:animEffect transition="in" filter="wipe(left)">
                                      <p:cBhvr>
                                        <p:cTn id="45" dur="500"/>
                                        <p:tgtEl>
                                          <p:spTgt spid="28"/>
                                        </p:tgtEl>
                                      </p:cBhvr>
                                    </p:animEffect>
                                  </p:childTnLst>
                                </p:cTn>
                              </p:par>
                              <p:par>
                                <p:cTn id="46" presetID="22" presetClass="entr" presetSubtype="8" fill="hold" grpId="0" nodeType="withEffect">
                                  <p:stCondLst>
                                    <p:cond delay="0"/>
                                  </p:stCondLst>
                                  <p:childTnLst>
                                    <p:set>
                                      <p:cBhvr>
                                        <p:cTn id="47" dur="1" fill="hold">
                                          <p:stCondLst>
                                            <p:cond delay="0"/>
                                          </p:stCondLst>
                                        </p:cTn>
                                        <p:tgtEl>
                                          <p:spTgt spid="19463"/>
                                        </p:tgtEl>
                                        <p:attrNameLst>
                                          <p:attrName>style.visibility</p:attrName>
                                        </p:attrNameLst>
                                      </p:cBhvr>
                                      <p:to>
                                        <p:strVal val="visible"/>
                                      </p:to>
                                    </p:set>
                                    <p:animEffect transition="in" filter="wipe(left)">
                                      <p:cBhvr>
                                        <p:cTn id="48" dur="500"/>
                                        <p:tgtEl>
                                          <p:spTgt spid="19463"/>
                                        </p:tgtEl>
                                      </p:cBhvr>
                                    </p:animEffect>
                                  </p:childTnLst>
                                </p:cTn>
                              </p:par>
                              <p:par>
                                <p:cTn id="49" presetID="22" presetClass="entr" presetSubtype="8" fill="hold" nodeType="withEffect">
                                  <p:stCondLst>
                                    <p:cond delay="0"/>
                                  </p:stCondLst>
                                  <p:childTnLst>
                                    <p:set>
                                      <p:cBhvr>
                                        <p:cTn id="50" dur="1" fill="hold">
                                          <p:stCondLst>
                                            <p:cond delay="0"/>
                                          </p:stCondLst>
                                        </p:cTn>
                                        <p:tgtEl>
                                          <p:spTgt spid="19464"/>
                                        </p:tgtEl>
                                        <p:attrNameLst>
                                          <p:attrName>style.visibility</p:attrName>
                                        </p:attrNameLst>
                                      </p:cBhvr>
                                      <p:to>
                                        <p:strVal val="visible"/>
                                      </p:to>
                                    </p:set>
                                    <p:animEffect transition="in" filter="wipe(left)">
                                      <p:cBhvr>
                                        <p:cTn id="51" dur="500"/>
                                        <p:tgtEl>
                                          <p:spTgt spid="19464"/>
                                        </p:tgtEl>
                                      </p:cBhvr>
                                    </p:animEffect>
                                  </p:childTnLst>
                                </p:cTn>
                              </p:par>
                              <p:par>
                                <p:cTn id="52" presetID="22" presetClass="entr" presetSubtype="8" fill="hold" nodeType="withEffect">
                                  <p:stCondLst>
                                    <p:cond delay="0"/>
                                  </p:stCondLst>
                                  <p:childTnLst>
                                    <p:set>
                                      <p:cBhvr>
                                        <p:cTn id="53" dur="1" fill="hold">
                                          <p:stCondLst>
                                            <p:cond delay="0"/>
                                          </p:stCondLst>
                                        </p:cTn>
                                        <p:tgtEl>
                                          <p:spTgt spid="19465"/>
                                        </p:tgtEl>
                                        <p:attrNameLst>
                                          <p:attrName>style.visibility</p:attrName>
                                        </p:attrNameLst>
                                      </p:cBhvr>
                                      <p:to>
                                        <p:strVal val="visible"/>
                                      </p:to>
                                    </p:set>
                                    <p:animEffect transition="in" filter="wipe(left)">
                                      <p:cBhvr>
                                        <p:cTn id="54" dur="500"/>
                                        <p:tgtEl>
                                          <p:spTgt spid="19465"/>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22" presetClass="entr" presetSubtype="4" fill="hold" nodeType="clickEffect">
                                  <p:stCondLst>
                                    <p:cond delay="0"/>
                                  </p:stCondLst>
                                  <p:childTnLst>
                                    <p:set>
                                      <p:cBhvr>
                                        <p:cTn id="58" dur="1" fill="hold">
                                          <p:stCondLst>
                                            <p:cond delay="0"/>
                                          </p:stCondLst>
                                        </p:cTn>
                                        <p:tgtEl>
                                          <p:spTgt spid="17"/>
                                        </p:tgtEl>
                                        <p:attrNameLst>
                                          <p:attrName>style.visibility</p:attrName>
                                        </p:attrNameLst>
                                      </p:cBhvr>
                                      <p:to>
                                        <p:strVal val="visible"/>
                                      </p:to>
                                    </p:set>
                                    <p:animEffect transition="in" filter="wipe(down)">
                                      <p:cBhvr>
                                        <p:cTn id="59" dur="500"/>
                                        <p:tgtEl>
                                          <p:spTgt spid="17"/>
                                        </p:tgtEl>
                                      </p:cBhvr>
                                    </p:animEffect>
                                  </p:childTnLst>
                                </p:cTn>
                              </p:par>
                            </p:childTnLst>
                          </p:cTn>
                        </p:par>
                        <p:par>
                          <p:cTn id="60" fill="hold" nodeType="afterGroup">
                            <p:stCondLst>
                              <p:cond delay="500"/>
                            </p:stCondLst>
                            <p:childTnLst>
                              <p:par>
                                <p:cTn id="61" presetID="22" presetClass="entr" presetSubtype="8" fill="hold" nodeType="afterEffect">
                                  <p:stCondLst>
                                    <p:cond delay="0"/>
                                  </p:stCondLst>
                                  <p:childTnLst>
                                    <p:set>
                                      <p:cBhvr>
                                        <p:cTn id="62" dur="1" fill="hold">
                                          <p:stCondLst>
                                            <p:cond delay="0"/>
                                          </p:stCondLst>
                                        </p:cTn>
                                        <p:tgtEl>
                                          <p:spTgt spid="7"/>
                                        </p:tgtEl>
                                        <p:attrNameLst>
                                          <p:attrName>style.visibility</p:attrName>
                                        </p:attrNameLst>
                                      </p:cBhvr>
                                      <p:to>
                                        <p:strVal val="visible"/>
                                      </p:to>
                                    </p:set>
                                    <p:animEffect transition="in" filter="wipe(left)">
                                      <p:cBhvr>
                                        <p:cTn id="6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P spid="28" grpId="0"/>
      <p:bldP spid="19459" grpId="0"/>
      <p:bldP spid="19460" grpId="0"/>
      <p:bldP spid="19463"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7DE97BC7-7D92-42DF-B981-B31D708E3D91}"/>
              </a:ext>
            </a:extLst>
          </p:cNvPr>
          <p:cNvSpPr txBox="1">
            <a:spLocks noChangeArrowheads="1"/>
          </p:cNvSpPr>
          <p:nvPr/>
        </p:nvSpPr>
        <p:spPr bwMode="auto">
          <a:xfrm>
            <a:off x="2590800" y="304800"/>
            <a:ext cx="28575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en-US" altLang="zh-CN" sz="3000" b="1" dirty="0">
                <a:solidFill>
                  <a:schemeClr val="accent3"/>
                </a:solidFill>
                <a:latin typeface="微软雅黑" panose="020B0503020204020204" pitchFamily="34" charset="-122"/>
                <a:ea typeface="微软雅黑" panose="020B0503020204020204" pitchFamily="34" charset="-122"/>
              </a:rPr>
              <a:t>BIOS</a:t>
            </a:r>
            <a:r>
              <a:rPr lang="zh-CN" altLang="en-US" sz="3000" b="1" dirty="0">
                <a:solidFill>
                  <a:schemeClr val="accent3"/>
                </a:solidFill>
                <a:latin typeface="微软雅黑" panose="020B0503020204020204" pitchFamily="34" charset="-122"/>
                <a:ea typeface="微软雅黑" panose="020B0503020204020204" pitchFamily="34" charset="-122"/>
              </a:rPr>
              <a:t>系统调用</a:t>
            </a:r>
          </a:p>
        </p:txBody>
      </p:sp>
      <p:sp>
        <p:nvSpPr>
          <p:cNvPr id="10243" name="TextBox 11">
            <a:extLst>
              <a:ext uri="{FF2B5EF4-FFF2-40B4-BE49-F238E27FC236}">
                <a16:creationId xmlns:a16="http://schemas.microsoft.com/office/drawing/2014/main" id="{38A3BB62-C719-42C5-AC98-4842791D7508}"/>
              </a:ext>
            </a:extLst>
          </p:cNvPr>
          <p:cNvSpPr txBox="1">
            <a:spLocks noChangeArrowheads="1"/>
          </p:cNvSpPr>
          <p:nvPr/>
        </p:nvSpPr>
        <p:spPr bwMode="auto">
          <a:xfrm>
            <a:off x="1091934" y="3500375"/>
            <a:ext cx="777716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kumimoji="1" sz="2400">
                <a:solidFill>
                  <a:schemeClr val="tx1"/>
                </a:solidFill>
                <a:latin typeface="Tahoma" panose="020B0604030504040204" pitchFamily="34" charset="0"/>
                <a:ea typeface="宋体" panose="02010600030101010101" pitchFamily="2" charset="-122"/>
              </a:defRPr>
            </a:lvl1pPr>
            <a:lvl2pPr>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lvl="1"/>
            <a:r>
              <a:rPr lang="en-US" altLang="zh-CN" sz="2000" b="1" dirty="0">
                <a:solidFill>
                  <a:srgbClr val="11576A"/>
                </a:solidFill>
                <a:latin typeface="微软雅黑" panose="020B0503020204020204" pitchFamily="34" charset="-122"/>
                <a:ea typeface="微软雅黑" panose="020B0503020204020204" pitchFamily="34" charset="-122"/>
                <a:cs typeface="宋体" panose="02010600030101010101" pitchFamily="2" charset="-122"/>
              </a:rPr>
              <a:t> INT 16h: </a:t>
            </a:r>
            <a:r>
              <a:rPr lang="zh-CN" altLang="en-US" sz="2000" b="1" dirty="0">
                <a:solidFill>
                  <a:srgbClr val="11576A"/>
                </a:solidFill>
                <a:latin typeface="微软雅黑" panose="020B0503020204020204" pitchFamily="34" charset="-122"/>
                <a:ea typeface="微软雅黑" panose="020B0503020204020204" pitchFamily="34" charset="-122"/>
                <a:cs typeface="宋体" panose="02010600030101010101" pitchFamily="2" charset="-122"/>
              </a:rPr>
              <a:t>键盘输入</a:t>
            </a:r>
            <a:endParaRPr lang="en-US" altLang="zh-CN" sz="2000" b="1" dirty="0">
              <a:solidFill>
                <a:srgbClr val="11576A"/>
              </a:solidFill>
              <a:latin typeface="微软雅黑" panose="020B0503020204020204" pitchFamily="34" charset="-122"/>
              <a:ea typeface="微软雅黑" panose="020B0503020204020204" pitchFamily="34" charset="-122"/>
              <a:cs typeface="宋体" panose="02010600030101010101" pitchFamily="2" charset="-122"/>
            </a:endParaRPr>
          </a:p>
        </p:txBody>
      </p:sp>
      <p:grpSp>
        <p:nvGrpSpPr>
          <p:cNvPr id="5" name="组合 4">
            <a:extLst>
              <a:ext uri="{FF2B5EF4-FFF2-40B4-BE49-F238E27FC236}">
                <a16:creationId xmlns:a16="http://schemas.microsoft.com/office/drawing/2014/main" id="{6DFA194C-6304-4772-BCC0-950ADC281B90}"/>
              </a:ext>
            </a:extLst>
          </p:cNvPr>
          <p:cNvGrpSpPr>
            <a:grpSpLocks/>
          </p:cNvGrpSpPr>
          <p:nvPr/>
        </p:nvGrpSpPr>
        <p:grpSpPr bwMode="auto">
          <a:xfrm>
            <a:off x="609600" y="4723226"/>
            <a:ext cx="7218950" cy="399080"/>
            <a:chOff x="758825" y="2461590"/>
            <a:chExt cx="7218951" cy="400109"/>
          </a:xfrm>
        </p:grpSpPr>
        <p:sp>
          <p:nvSpPr>
            <p:cNvPr id="10255" name="TextBox 4">
              <a:extLst>
                <a:ext uri="{FF2B5EF4-FFF2-40B4-BE49-F238E27FC236}">
                  <a16:creationId xmlns:a16="http://schemas.microsoft.com/office/drawing/2014/main" id="{69BFAB6E-7480-4CAC-96D7-39710D63AE3A}"/>
                </a:ext>
              </a:extLst>
            </p:cNvPr>
            <p:cNvSpPr txBox="1">
              <a:spLocks noChangeArrowheads="1"/>
            </p:cNvSpPr>
            <p:nvPr/>
          </p:nvSpPr>
          <p:spPr bwMode="auto">
            <a:xfrm>
              <a:off x="1119776" y="2461590"/>
              <a:ext cx="6858000" cy="400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zh-CN" altLang="en-US" sz="2000" b="1" dirty="0">
                  <a:solidFill>
                    <a:srgbClr val="11576A"/>
                  </a:solidFill>
                  <a:latin typeface="微软雅黑" panose="020B0503020204020204" pitchFamily="34" charset="-122"/>
                  <a:ea typeface="微软雅黑" panose="020B0503020204020204" pitchFamily="34" charset="-122"/>
                  <a:cs typeface="宋体" panose="02010600030101010101" pitchFamily="2" charset="-122"/>
                </a:rPr>
                <a:t>只能在</a:t>
              </a:r>
              <a:r>
                <a:rPr lang="en-US" altLang="zh-CN" sz="2000" b="1" dirty="0">
                  <a:solidFill>
                    <a:srgbClr val="11576A"/>
                  </a:solidFill>
                  <a:latin typeface="微软雅黑" panose="020B0503020204020204" pitchFamily="34" charset="-122"/>
                  <a:ea typeface="微软雅黑" panose="020B0503020204020204" pitchFamily="34" charset="-122"/>
                  <a:cs typeface="宋体" panose="02010600030101010101" pitchFamily="2" charset="-122"/>
                </a:rPr>
                <a:t>x86</a:t>
              </a:r>
              <a:r>
                <a:rPr lang="zh-CN" altLang="en-US" sz="2000" b="1" dirty="0">
                  <a:solidFill>
                    <a:srgbClr val="11576A"/>
                  </a:solidFill>
                  <a:latin typeface="微软雅黑" panose="020B0503020204020204" pitchFamily="34" charset="-122"/>
                  <a:ea typeface="微软雅黑" panose="020B0503020204020204" pitchFamily="34" charset="-122"/>
                  <a:cs typeface="宋体" panose="02010600030101010101" pitchFamily="2" charset="-122"/>
                </a:rPr>
                <a:t>的实模式下访问</a:t>
              </a:r>
              <a:endParaRPr lang="en-US" altLang="zh-CN" sz="2000" b="1" dirty="0">
                <a:solidFill>
                  <a:srgbClr val="11576A"/>
                </a:solidFill>
                <a:latin typeface="微软雅黑" panose="020B0503020204020204" pitchFamily="34" charset="-122"/>
                <a:ea typeface="微软雅黑" panose="020B0503020204020204" pitchFamily="34" charset="-122"/>
                <a:cs typeface="宋体" panose="02010600030101010101" pitchFamily="2" charset="-122"/>
              </a:endParaRPr>
            </a:p>
          </p:txBody>
        </p:sp>
        <p:sp>
          <p:nvSpPr>
            <p:cNvPr id="10256" name="矩形 6">
              <a:extLst>
                <a:ext uri="{FF2B5EF4-FFF2-40B4-BE49-F238E27FC236}">
                  <a16:creationId xmlns:a16="http://schemas.microsoft.com/office/drawing/2014/main" id="{5B32EE19-9283-4DCE-9158-6729D588805E}"/>
                </a:ext>
              </a:extLst>
            </p:cNvPr>
            <p:cNvSpPr>
              <a:spLocks noChangeArrowheads="1"/>
            </p:cNvSpPr>
            <p:nvPr/>
          </p:nvSpPr>
          <p:spPr bwMode="auto">
            <a:xfrm>
              <a:off x="758825" y="2492368"/>
              <a:ext cx="417102" cy="369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zh-CN" altLang="en-US" sz="1800" b="1">
                  <a:solidFill>
                    <a:srgbClr val="11576A"/>
                  </a:solidFill>
                  <a:latin typeface="张海山锐谐体2.0-授权联系：Samtype@QQ.com"/>
                  <a:ea typeface="张海山锐谐体2.0-授权联系：Samtype@QQ.com"/>
                  <a:cs typeface="张海山锐谐体2.0-授权联系：Samtype@QQ.com"/>
                </a:rPr>
                <a:t>■</a:t>
              </a:r>
              <a:endParaRPr lang="zh-CN" altLang="en-US" sz="1800" b="1">
                <a:latin typeface="Calibri" panose="020F0502020204030204" pitchFamily="34" charset="0"/>
              </a:endParaRPr>
            </a:p>
          </p:txBody>
        </p:sp>
      </p:grpSp>
      <p:grpSp>
        <p:nvGrpSpPr>
          <p:cNvPr id="4" name="组合 3">
            <a:extLst>
              <a:ext uri="{FF2B5EF4-FFF2-40B4-BE49-F238E27FC236}">
                <a16:creationId xmlns:a16="http://schemas.microsoft.com/office/drawing/2014/main" id="{DE8CA753-5B5A-4218-A004-BFFE3255A2A9}"/>
              </a:ext>
            </a:extLst>
          </p:cNvPr>
          <p:cNvGrpSpPr>
            <a:grpSpLocks/>
          </p:cNvGrpSpPr>
          <p:nvPr/>
        </p:nvGrpSpPr>
        <p:grpSpPr bwMode="auto">
          <a:xfrm>
            <a:off x="762000" y="1687553"/>
            <a:ext cx="8066087" cy="2212871"/>
            <a:chOff x="758825" y="771525"/>
            <a:chExt cx="8066088" cy="1638297"/>
          </a:xfrm>
        </p:grpSpPr>
        <p:sp>
          <p:nvSpPr>
            <p:cNvPr id="10246" name="TextBox 4">
              <a:extLst>
                <a:ext uri="{FF2B5EF4-FFF2-40B4-BE49-F238E27FC236}">
                  <a16:creationId xmlns:a16="http://schemas.microsoft.com/office/drawing/2014/main" id="{BCF55D14-1455-4AD3-80D7-5230A8A423F3}"/>
                </a:ext>
              </a:extLst>
            </p:cNvPr>
            <p:cNvSpPr txBox="1">
              <a:spLocks noChangeArrowheads="1"/>
            </p:cNvSpPr>
            <p:nvPr/>
          </p:nvSpPr>
          <p:spPr bwMode="auto">
            <a:xfrm>
              <a:off x="1116013" y="771525"/>
              <a:ext cx="6858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1313" indent="-341313">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spcBef>
                  <a:spcPct val="20000"/>
                </a:spcBef>
                <a:buClr>
                  <a:schemeClr val="folHlink"/>
                </a:buClr>
                <a:buSzPct val="75000"/>
              </a:pPr>
              <a:r>
                <a:rPr lang="en-US" altLang="zh-CN" sz="2000" b="1">
                  <a:solidFill>
                    <a:srgbClr val="11576A"/>
                  </a:solidFill>
                  <a:latin typeface="微软雅黑" panose="020B0503020204020204" pitchFamily="34" charset="-122"/>
                  <a:ea typeface="微软雅黑" panose="020B0503020204020204" pitchFamily="34" charset="-122"/>
                  <a:sym typeface="Times New Roman" panose="02020603050405020304" pitchFamily="18" charset="0"/>
                </a:rPr>
                <a:t>BIOS</a:t>
              </a:r>
              <a:r>
                <a:rPr lang="zh-CN" altLang="en-US" sz="2000" b="1">
                  <a:solidFill>
                    <a:srgbClr val="11576A"/>
                  </a:solidFill>
                  <a:latin typeface="微软雅黑" panose="020B0503020204020204" pitchFamily="34" charset="-122"/>
                  <a:ea typeface="微软雅黑" panose="020B0503020204020204" pitchFamily="34" charset="-122"/>
                  <a:sym typeface="Times New Roman" panose="02020603050405020304" pitchFamily="18" charset="0"/>
                </a:rPr>
                <a:t>以中断调用的方式 提供了基本的</a:t>
              </a:r>
              <a:r>
                <a:rPr lang="en-US" altLang="zh-CN" sz="2000" b="1">
                  <a:solidFill>
                    <a:srgbClr val="11576A"/>
                  </a:solidFill>
                  <a:latin typeface="微软雅黑" panose="020B0503020204020204" pitchFamily="34" charset="-122"/>
                  <a:ea typeface="微软雅黑" panose="020B0503020204020204" pitchFamily="34" charset="-122"/>
                  <a:sym typeface="Times New Roman" panose="02020603050405020304" pitchFamily="18" charset="0"/>
                </a:rPr>
                <a:t>I/O</a:t>
              </a:r>
              <a:r>
                <a:rPr lang="zh-CN" altLang="en-US" sz="2000" b="1">
                  <a:solidFill>
                    <a:srgbClr val="11576A"/>
                  </a:solidFill>
                  <a:latin typeface="微软雅黑" panose="020B0503020204020204" pitchFamily="34" charset="-122"/>
                  <a:ea typeface="微软雅黑" panose="020B0503020204020204" pitchFamily="34" charset="-122"/>
                  <a:sym typeface="Times New Roman" panose="02020603050405020304" pitchFamily="18" charset="0"/>
                </a:rPr>
                <a:t>功能</a:t>
              </a:r>
              <a:endParaRPr lang="en-US" altLang="zh-CN" sz="2000" b="1">
                <a:solidFill>
                  <a:srgbClr val="11576A"/>
                </a:solidFill>
                <a:latin typeface="微软雅黑" panose="020B0503020204020204" pitchFamily="34" charset="-122"/>
                <a:ea typeface="微软雅黑" panose="020B0503020204020204" pitchFamily="34" charset="-122"/>
                <a:sym typeface="Times New Roman" panose="02020603050405020304" pitchFamily="18" charset="0"/>
              </a:endParaRPr>
            </a:p>
          </p:txBody>
        </p:sp>
        <p:sp>
          <p:nvSpPr>
            <p:cNvPr id="10247" name="矩形 6">
              <a:extLst>
                <a:ext uri="{FF2B5EF4-FFF2-40B4-BE49-F238E27FC236}">
                  <a16:creationId xmlns:a16="http://schemas.microsoft.com/office/drawing/2014/main" id="{07A46BBD-028C-4333-820E-CCB224918ADF}"/>
                </a:ext>
              </a:extLst>
            </p:cNvPr>
            <p:cNvSpPr>
              <a:spLocks noChangeArrowheads="1"/>
            </p:cNvSpPr>
            <p:nvPr/>
          </p:nvSpPr>
          <p:spPr bwMode="auto">
            <a:xfrm>
              <a:off x="758825" y="793750"/>
              <a:ext cx="41710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zh-CN" altLang="en-US" sz="1800" b="1">
                  <a:solidFill>
                    <a:srgbClr val="11576A"/>
                  </a:solidFill>
                  <a:latin typeface="张海山锐谐体2.0-授权联系：Samtype@QQ.com"/>
                  <a:ea typeface="张海山锐谐体2.0-授权联系：Samtype@QQ.com"/>
                  <a:cs typeface="张海山锐谐体2.0-授权联系：Samtype@QQ.com"/>
                </a:rPr>
                <a:t>■</a:t>
              </a:r>
              <a:endParaRPr lang="zh-CN" altLang="en-US" sz="1800" b="1">
                <a:latin typeface="Calibri" panose="020F0502020204030204" pitchFamily="34" charset="0"/>
              </a:endParaRPr>
            </a:p>
          </p:txBody>
        </p:sp>
        <p:sp>
          <p:nvSpPr>
            <p:cNvPr id="10248" name="TextBox 7">
              <a:extLst>
                <a:ext uri="{FF2B5EF4-FFF2-40B4-BE49-F238E27FC236}">
                  <a16:creationId xmlns:a16="http://schemas.microsoft.com/office/drawing/2014/main" id="{F7F82A82-7D2B-440F-A06D-97640AF2DC25}"/>
                </a:ext>
              </a:extLst>
            </p:cNvPr>
            <p:cNvSpPr txBox="1">
              <a:spLocks noChangeArrowheads="1"/>
            </p:cNvSpPr>
            <p:nvPr/>
          </p:nvSpPr>
          <p:spPr bwMode="auto">
            <a:xfrm>
              <a:off x="1042988" y="1103313"/>
              <a:ext cx="777716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kumimoji="1" sz="2400">
                  <a:solidFill>
                    <a:schemeClr val="tx1"/>
                  </a:solidFill>
                  <a:latin typeface="Tahoma" panose="020B0604030504040204" pitchFamily="34" charset="0"/>
                  <a:ea typeface="宋体" panose="02010600030101010101" pitchFamily="2" charset="-122"/>
                </a:defRPr>
              </a:lvl1pPr>
              <a:lvl2pPr>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lvl="1"/>
              <a:r>
                <a:rPr lang="en-US" altLang="zh-CN" sz="2000" b="1">
                  <a:solidFill>
                    <a:srgbClr val="11576A"/>
                  </a:solidFill>
                  <a:latin typeface="微软雅黑" panose="020B0503020204020204" pitchFamily="34" charset="-122"/>
                  <a:ea typeface="微软雅黑" panose="020B0503020204020204" pitchFamily="34" charset="-122"/>
                  <a:cs typeface="宋体" panose="02010600030101010101" pitchFamily="2" charset="-122"/>
                </a:rPr>
                <a:t> INT 10h: </a:t>
              </a:r>
              <a:r>
                <a:rPr lang="zh-CN" altLang="en-US" sz="2000" b="1">
                  <a:solidFill>
                    <a:srgbClr val="11576A"/>
                  </a:solidFill>
                  <a:latin typeface="微软雅黑" panose="020B0503020204020204" pitchFamily="34" charset="-122"/>
                  <a:ea typeface="微软雅黑" panose="020B0503020204020204" pitchFamily="34" charset="-122"/>
                  <a:cs typeface="宋体" panose="02010600030101010101" pitchFamily="2" charset="-122"/>
                </a:rPr>
                <a:t>字符显示</a:t>
              </a:r>
              <a:endParaRPr lang="en-US" altLang="zh-CN" sz="2000" b="1">
                <a:solidFill>
                  <a:srgbClr val="11576A"/>
                </a:solidFill>
                <a:latin typeface="微软雅黑" panose="020B0503020204020204" pitchFamily="34" charset="-122"/>
                <a:ea typeface="微软雅黑" panose="020B0503020204020204" pitchFamily="34" charset="-122"/>
                <a:cs typeface="宋体" panose="02010600030101010101" pitchFamily="2" charset="-122"/>
              </a:endParaRPr>
            </a:p>
          </p:txBody>
        </p:sp>
        <p:pic>
          <p:nvPicPr>
            <p:cNvPr id="10249" name="图片 8" descr="小点1.png">
              <a:extLst>
                <a:ext uri="{FF2B5EF4-FFF2-40B4-BE49-F238E27FC236}">
                  <a16:creationId xmlns:a16="http://schemas.microsoft.com/office/drawing/2014/main" id="{D297089D-786C-4E6E-86B2-8027CB89CD5F}"/>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292225" y="1231900"/>
              <a:ext cx="149225" cy="149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50" name="TextBox 9">
              <a:extLst>
                <a:ext uri="{FF2B5EF4-FFF2-40B4-BE49-F238E27FC236}">
                  <a16:creationId xmlns:a16="http://schemas.microsoft.com/office/drawing/2014/main" id="{86C0F49B-895A-4F10-9D33-C0BDB3B81988}"/>
                </a:ext>
              </a:extLst>
            </p:cNvPr>
            <p:cNvSpPr txBox="1">
              <a:spLocks noChangeArrowheads="1"/>
            </p:cNvSpPr>
            <p:nvPr/>
          </p:nvSpPr>
          <p:spPr bwMode="auto">
            <a:xfrm>
              <a:off x="1047751" y="1445420"/>
              <a:ext cx="777716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kumimoji="1" sz="2400">
                  <a:solidFill>
                    <a:schemeClr val="tx1"/>
                  </a:solidFill>
                  <a:latin typeface="Tahoma" panose="020B0604030504040204" pitchFamily="34" charset="0"/>
                  <a:ea typeface="宋体" panose="02010600030101010101" pitchFamily="2" charset="-122"/>
                </a:defRPr>
              </a:lvl1pPr>
              <a:lvl2pPr>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lvl="1"/>
              <a:r>
                <a:rPr lang="en-US" altLang="zh-CN" sz="2000" b="1" dirty="0">
                  <a:solidFill>
                    <a:srgbClr val="11576A"/>
                  </a:solidFill>
                  <a:latin typeface="微软雅黑" panose="020B0503020204020204" pitchFamily="34" charset="-122"/>
                  <a:ea typeface="微软雅黑" panose="020B0503020204020204" pitchFamily="34" charset="-122"/>
                  <a:cs typeface="宋体" panose="02010600030101010101" pitchFamily="2" charset="-122"/>
                </a:rPr>
                <a:t> INT 13h: </a:t>
              </a:r>
              <a:r>
                <a:rPr lang="zh-CN" altLang="en-US" sz="2000" b="1" dirty="0">
                  <a:solidFill>
                    <a:srgbClr val="11576A"/>
                  </a:solidFill>
                  <a:latin typeface="微软雅黑" panose="020B0503020204020204" pitchFamily="34" charset="-122"/>
                  <a:ea typeface="微软雅黑" panose="020B0503020204020204" pitchFamily="34" charset="-122"/>
                  <a:cs typeface="宋体" panose="02010600030101010101" pitchFamily="2" charset="-122"/>
                </a:rPr>
                <a:t>磁盘扇区读写</a:t>
              </a:r>
              <a:endParaRPr lang="en-US" altLang="zh-CN" sz="2000" b="1" dirty="0">
                <a:solidFill>
                  <a:srgbClr val="11576A"/>
                </a:solidFill>
                <a:latin typeface="微软雅黑" panose="020B0503020204020204" pitchFamily="34" charset="-122"/>
                <a:ea typeface="微软雅黑" panose="020B0503020204020204" pitchFamily="34" charset="-122"/>
                <a:cs typeface="宋体" panose="02010600030101010101" pitchFamily="2" charset="-122"/>
              </a:endParaRPr>
            </a:p>
          </p:txBody>
        </p:sp>
        <p:pic>
          <p:nvPicPr>
            <p:cNvPr id="10251" name="图片 10" descr="小点1.png">
              <a:extLst>
                <a:ext uri="{FF2B5EF4-FFF2-40B4-BE49-F238E27FC236}">
                  <a16:creationId xmlns:a16="http://schemas.microsoft.com/office/drawing/2014/main" id="{05D2B914-BD73-43A6-A99B-F6B046A6C08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296988" y="1554959"/>
              <a:ext cx="149225" cy="149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52" name="图片 12" descr="小点1.png">
              <a:extLst>
                <a:ext uri="{FF2B5EF4-FFF2-40B4-BE49-F238E27FC236}">
                  <a16:creationId xmlns:a16="http://schemas.microsoft.com/office/drawing/2014/main" id="{6423C077-2671-4F57-951B-6B822886FE66}"/>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296988" y="2260597"/>
              <a:ext cx="149225" cy="149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53" name="TextBox 7">
              <a:extLst>
                <a:ext uri="{FF2B5EF4-FFF2-40B4-BE49-F238E27FC236}">
                  <a16:creationId xmlns:a16="http://schemas.microsoft.com/office/drawing/2014/main" id="{0143C702-C1C8-4AEA-A6BE-092ED29C2692}"/>
                </a:ext>
              </a:extLst>
            </p:cNvPr>
            <p:cNvSpPr txBox="1">
              <a:spLocks noChangeArrowheads="1"/>
            </p:cNvSpPr>
            <p:nvPr/>
          </p:nvSpPr>
          <p:spPr bwMode="auto">
            <a:xfrm>
              <a:off x="1042988" y="1789949"/>
              <a:ext cx="777716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kumimoji="1" sz="2400">
                  <a:solidFill>
                    <a:schemeClr val="tx1"/>
                  </a:solidFill>
                  <a:latin typeface="Tahoma" panose="020B0604030504040204" pitchFamily="34" charset="0"/>
                  <a:ea typeface="宋体" panose="02010600030101010101" pitchFamily="2" charset="-122"/>
                </a:defRPr>
              </a:lvl1pPr>
              <a:lvl2pPr>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lvl="1"/>
              <a:r>
                <a:rPr lang="en-US" altLang="zh-CN" sz="2000" b="1" dirty="0">
                  <a:solidFill>
                    <a:srgbClr val="11576A"/>
                  </a:solidFill>
                  <a:latin typeface="微软雅黑" panose="020B0503020204020204" pitchFamily="34" charset="-122"/>
                  <a:ea typeface="微软雅黑" panose="020B0503020204020204" pitchFamily="34" charset="-122"/>
                  <a:cs typeface="宋体" panose="02010600030101010101" pitchFamily="2" charset="-122"/>
                </a:rPr>
                <a:t> INT 15h: </a:t>
              </a:r>
              <a:r>
                <a:rPr lang="zh-CN" altLang="en-US" sz="2000" b="1" dirty="0">
                  <a:solidFill>
                    <a:srgbClr val="11576A"/>
                  </a:solidFill>
                  <a:latin typeface="微软雅黑" panose="020B0503020204020204" pitchFamily="34" charset="-122"/>
                  <a:ea typeface="微软雅黑" panose="020B0503020204020204" pitchFamily="34" charset="-122"/>
                  <a:cs typeface="宋体" panose="02010600030101010101" pitchFamily="2" charset="-122"/>
                </a:rPr>
                <a:t>检测内存大小</a:t>
              </a:r>
              <a:endParaRPr lang="en-US" altLang="zh-CN" sz="2000" b="1" dirty="0">
                <a:solidFill>
                  <a:srgbClr val="11576A"/>
                </a:solidFill>
                <a:latin typeface="微软雅黑" panose="020B0503020204020204" pitchFamily="34" charset="-122"/>
                <a:ea typeface="微软雅黑" panose="020B0503020204020204" pitchFamily="34" charset="-122"/>
                <a:cs typeface="宋体" panose="02010600030101010101" pitchFamily="2" charset="-122"/>
              </a:endParaRPr>
            </a:p>
          </p:txBody>
        </p:sp>
        <p:pic>
          <p:nvPicPr>
            <p:cNvPr id="10254" name="图片 8" descr="小点1.png">
              <a:extLst>
                <a:ext uri="{FF2B5EF4-FFF2-40B4-BE49-F238E27FC236}">
                  <a16:creationId xmlns:a16="http://schemas.microsoft.com/office/drawing/2014/main" id="{89EBEE4A-73B1-4252-80E7-E54E6B6F590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292225" y="1918535"/>
              <a:ext cx="149225" cy="149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3694928234"/>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a:extLst>
              <a:ext uri="{FF2B5EF4-FFF2-40B4-BE49-F238E27FC236}">
                <a16:creationId xmlns:a16="http://schemas.microsoft.com/office/drawing/2014/main" id="{03B15C9F-F19B-49E1-95E4-CD7D5DFE914F}"/>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529013" y="2139950"/>
            <a:ext cx="1597025" cy="528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7FA149F5-CA94-43D4-B89C-4F4819B0E892}"/>
              </a:ext>
            </a:extLst>
          </p:cNvPr>
          <p:cNvSpPr txBox="1">
            <a:spLocks noChangeArrowheads="1"/>
          </p:cNvSpPr>
          <p:nvPr/>
        </p:nvSpPr>
        <p:spPr bwMode="auto">
          <a:xfrm>
            <a:off x="1943514" y="304800"/>
            <a:ext cx="3929062"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zh-CN" altLang="en-US" sz="3000" b="1" dirty="0">
                <a:solidFill>
                  <a:schemeClr val="accent3"/>
                </a:solidFill>
                <a:latin typeface="微软雅黑" panose="020B0503020204020204" pitchFamily="34" charset="-122"/>
                <a:ea typeface="微软雅黑" panose="020B0503020204020204" pitchFamily="34" charset="-122"/>
              </a:rPr>
              <a:t>计算机启动流程</a:t>
            </a:r>
          </a:p>
        </p:txBody>
      </p:sp>
      <p:grpSp>
        <p:nvGrpSpPr>
          <p:cNvPr id="7" name="组合 6">
            <a:extLst>
              <a:ext uri="{FF2B5EF4-FFF2-40B4-BE49-F238E27FC236}">
                <a16:creationId xmlns:a16="http://schemas.microsoft.com/office/drawing/2014/main" id="{CCFF10AA-2C0C-491B-9CAD-B382B6669A0C}"/>
              </a:ext>
            </a:extLst>
          </p:cNvPr>
          <p:cNvGrpSpPr>
            <a:grpSpLocks/>
          </p:cNvGrpSpPr>
          <p:nvPr/>
        </p:nvGrpSpPr>
        <p:grpSpPr bwMode="auto">
          <a:xfrm>
            <a:off x="6307138" y="2609850"/>
            <a:ext cx="1595437" cy="1438275"/>
            <a:chOff x="6306979" y="1753283"/>
            <a:chExt cx="1596348" cy="1436958"/>
          </a:xfrm>
        </p:grpSpPr>
        <p:pic>
          <p:nvPicPr>
            <p:cNvPr id="11283" name="图片 14">
              <a:extLst>
                <a:ext uri="{FF2B5EF4-FFF2-40B4-BE49-F238E27FC236}">
                  <a16:creationId xmlns:a16="http://schemas.microsoft.com/office/drawing/2014/main" id="{5181AE37-DC69-4780-88BE-050F2088CB2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306979" y="1753283"/>
              <a:ext cx="1596348" cy="14369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84" name="文本框 3">
              <a:extLst>
                <a:ext uri="{FF2B5EF4-FFF2-40B4-BE49-F238E27FC236}">
                  <a16:creationId xmlns:a16="http://schemas.microsoft.com/office/drawing/2014/main" id="{5E3FBB68-A430-4566-9142-AAF833A3E34F}"/>
                </a:ext>
              </a:extLst>
            </p:cNvPr>
            <p:cNvSpPr txBox="1">
              <a:spLocks noChangeArrowheads="1"/>
            </p:cNvSpPr>
            <p:nvPr/>
          </p:nvSpPr>
          <p:spPr bwMode="auto">
            <a:xfrm>
              <a:off x="6743839" y="1818961"/>
              <a:ext cx="1056700" cy="3539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zh-CN" altLang="en-US" sz="1700" b="1">
                  <a:solidFill>
                    <a:schemeClr val="bg1"/>
                  </a:solidFill>
                  <a:latin typeface="微软雅黑" panose="020B0503020204020204" pitchFamily="34" charset="-122"/>
                  <a:ea typeface="微软雅黑" panose="020B0503020204020204" pitchFamily="34" charset="-122"/>
                </a:rPr>
                <a:t>加载程序</a:t>
              </a:r>
            </a:p>
          </p:txBody>
        </p:sp>
        <p:sp>
          <p:nvSpPr>
            <p:cNvPr id="11285" name="文本框 3">
              <a:extLst>
                <a:ext uri="{FF2B5EF4-FFF2-40B4-BE49-F238E27FC236}">
                  <a16:creationId xmlns:a16="http://schemas.microsoft.com/office/drawing/2014/main" id="{73A66562-310E-4DD9-9AF4-D70EDA77C82B}"/>
                </a:ext>
              </a:extLst>
            </p:cNvPr>
            <p:cNvSpPr txBox="1">
              <a:spLocks noChangeArrowheads="1"/>
            </p:cNvSpPr>
            <p:nvPr/>
          </p:nvSpPr>
          <p:spPr bwMode="auto">
            <a:xfrm>
              <a:off x="6331567" y="2259885"/>
              <a:ext cx="1379211"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zh-CN" altLang="en-US" sz="1400" b="1">
                  <a:solidFill>
                    <a:schemeClr val="bg1"/>
                  </a:solidFill>
                  <a:latin typeface="微软雅黑" panose="020B0503020204020204" pitchFamily="34" charset="-122"/>
                  <a:ea typeface="微软雅黑" panose="020B0503020204020204" pitchFamily="34" charset="-122"/>
                </a:rPr>
                <a:t>引导扇区代码读取文件系统的加载程序</a:t>
              </a:r>
            </a:p>
          </p:txBody>
        </p:sp>
      </p:grpSp>
      <p:grpSp>
        <p:nvGrpSpPr>
          <p:cNvPr id="4" name="组合 3">
            <a:extLst>
              <a:ext uri="{FF2B5EF4-FFF2-40B4-BE49-F238E27FC236}">
                <a16:creationId xmlns:a16="http://schemas.microsoft.com/office/drawing/2014/main" id="{C4527DAD-03AC-4C2C-B0E1-F8FE000459E0}"/>
              </a:ext>
            </a:extLst>
          </p:cNvPr>
          <p:cNvGrpSpPr>
            <a:grpSpLocks/>
          </p:cNvGrpSpPr>
          <p:nvPr/>
        </p:nvGrpSpPr>
        <p:grpSpPr bwMode="auto">
          <a:xfrm>
            <a:off x="2541588" y="2608263"/>
            <a:ext cx="1635125" cy="1436687"/>
            <a:chOff x="2542113" y="1751015"/>
            <a:chExt cx="1634365" cy="1436958"/>
          </a:xfrm>
        </p:grpSpPr>
        <p:pic>
          <p:nvPicPr>
            <p:cNvPr id="11280" name="图片 13">
              <a:extLst>
                <a:ext uri="{FF2B5EF4-FFF2-40B4-BE49-F238E27FC236}">
                  <a16:creationId xmlns:a16="http://schemas.microsoft.com/office/drawing/2014/main" id="{4E079791-2835-4C00-A1C6-695445FE41E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542113" y="1751015"/>
              <a:ext cx="1596348" cy="14369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81" name="文本框 3">
              <a:extLst>
                <a:ext uri="{FF2B5EF4-FFF2-40B4-BE49-F238E27FC236}">
                  <a16:creationId xmlns:a16="http://schemas.microsoft.com/office/drawing/2014/main" id="{23652DBE-7BD1-44E8-9F2A-410DC60D2488}"/>
                </a:ext>
              </a:extLst>
            </p:cNvPr>
            <p:cNvSpPr txBox="1">
              <a:spLocks noChangeArrowheads="1"/>
            </p:cNvSpPr>
            <p:nvPr/>
          </p:nvSpPr>
          <p:spPr bwMode="auto">
            <a:xfrm>
              <a:off x="2699792" y="1779662"/>
              <a:ext cx="147668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en-US" altLang="zh-CN" sz="1800" b="1">
                  <a:solidFill>
                    <a:schemeClr val="bg1"/>
                  </a:solidFill>
                  <a:latin typeface="微软雅黑" panose="020B0503020204020204" pitchFamily="34" charset="-122"/>
                  <a:ea typeface="微软雅黑" panose="020B0503020204020204" pitchFamily="34" charset="-122"/>
                </a:rPr>
                <a:t>  </a:t>
              </a:r>
              <a:r>
                <a:rPr lang="zh-CN" altLang="en-US" sz="1800" b="1">
                  <a:solidFill>
                    <a:schemeClr val="bg1"/>
                  </a:solidFill>
                  <a:latin typeface="微软雅黑" panose="020B0503020204020204" pitchFamily="34" charset="-122"/>
                  <a:ea typeface="微软雅黑" panose="020B0503020204020204" pitchFamily="34" charset="-122"/>
                </a:rPr>
                <a:t>主引导记录</a:t>
              </a:r>
            </a:p>
          </p:txBody>
        </p:sp>
        <p:sp>
          <p:nvSpPr>
            <p:cNvPr id="11282" name="文本框 3">
              <a:extLst>
                <a:ext uri="{FF2B5EF4-FFF2-40B4-BE49-F238E27FC236}">
                  <a16:creationId xmlns:a16="http://schemas.microsoft.com/office/drawing/2014/main" id="{AD719C69-89CE-4B87-98E6-AB6F95DB6B1B}"/>
                </a:ext>
              </a:extLst>
            </p:cNvPr>
            <p:cNvSpPr txBox="1">
              <a:spLocks noChangeArrowheads="1"/>
            </p:cNvSpPr>
            <p:nvPr/>
          </p:nvSpPr>
          <p:spPr bwMode="auto">
            <a:xfrm>
              <a:off x="2622442" y="2307329"/>
              <a:ext cx="128549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en-US" altLang="zh-CN" sz="1400" b="1">
                  <a:solidFill>
                    <a:schemeClr val="bg1"/>
                  </a:solidFill>
                  <a:latin typeface="微软雅黑" panose="020B0503020204020204" pitchFamily="34" charset="-122"/>
                  <a:ea typeface="微软雅黑" panose="020B0503020204020204" pitchFamily="34" charset="-122"/>
                </a:rPr>
                <a:t>BIOS</a:t>
              </a:r>
              <a:r>
                <a:rPr lang="zh-CN" altLang="en-US" sz="1400" b="1">
                  <a:solidFill>
                    <a:schemeClr val="bg1"/>
                  </a:solidFill>
                  <a:latin typeface="微软雅黑" panose="020B0503020204020204" pitchFamily="34" charset="-122"/>
                  <a:ea typeface="微软雅黑" panose="020B0503020204020204" pitchFamily="34" charset="-122"/>
                </a:rPr>
                <a:t>读取主引导扇区代码</a:t>
              </a:r>
            </a:p>
          </p:txBody>
        </p:sp>
      </p:grpSp>
      <p:grpSp>
        <p:nvGrpSpPr>
          <p:cNvPr id="3" name="组合 2">
            <a:extLst>
              <a:ext uri="{FF2B5EF4-FFF2-40B4-BE49-F238E27FC236}">
                <a16:creationId xmlns:a16="http://schemas.microsoft.com/office/drawing/2014/main" id="{A1AB6532-4C5D-493B-9E5F-1CC1DEBE0398}"/>
              </a:ext>
            </a:extLst>
          </p:cNvPr>
          <p:cNvGrpSpPr>
            <a:grpSpLocks/>
          </p:cNvGrpSpPr>
          <p:nvPr/>
        </p:nvGrpSpPr>
        <p:grpSpPr bwMode="auto">
          <a:xfrm>
            <a:off x="623888" y="2841625"/>
            <a:ext cx="1595437" cy="1436688"/>
            <a:chOff x="623197" y="1984415"/>
            <a:chExt cx="1596348" cy="1436960"/>
          </a:xfrm>
        </p:grpSpPr>
        <p:pic>
          <p:nvPicPr>
            <p:cNvPr id="11277" name="图片 16">
              <a:extLst>
                <a:ext uri="{FF2B5EF4-FFF2-40B4-BE49-F238E27FC236}">
                  <a16:creationId xmlns:a16="http://schemas.microsoft.com/office/drawing/2014/main" id="{1BAEA7A1-7318-4ACA-AE9A-2EEB820B1B5C}"/>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23197" y="1984415"/>
              <a:ext cx="1596348" cy="14369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78" name="文本框 3">
              <a:extLst>
                <a:ext uri="{FF2B5EF4-FFF2-40B4-BE49-F238E27FC236}">
                  <a16:creationId xmlns:a16="http://schemas.microsoft.com/office/drawing/2014/main" id="{651297EC-B9C5-4056-AD5B-7120BF9F011A}"/>
                </a:ext>
              </a:extLst>
            </p:cNvPr>
            <p:cNvSpPr txBox="1">
              <a:spLocks noChangeArrowheads="1"/>
            </p:cNvSpPr>
            <p:nvPr/>
          </p:nvSpPr>
          <p:spPr bwMode="auto">
            <a:xfrm>
              <a:off x="1139417" y="2964740"/>
              <a:ext cx="80983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en-US" altLang="zh-CN" sz="2000" b="1">
                  <a:solidFill>
                    <a:srgbClr val="11576A"/>
                  </a:solidFill>
                  <a:latin typeface="微软雅黑" panose="020B0503020204020204" pitchFamily="34" charset="-122"/>
                  <a:ea typeface="微软雅黑" panose="020B0503020204020204" pitchFamily="34" charset="-122"/>
                </a:rPr>
                <a:t>BIOS</a:t>
              </a:r>
              <a:endParaRPr lang="zh-CN" altLang="en-US" sz="2000" b="1">
                <a:solidFill>
                  <a:srgbClr val="11576A"/>
                </a:solidFill>
                <a:latin typeface="微软雅黑" panose="020B0503020204020204" pitchFamily="34" charset="-122"/>
                <a:ea typeface="微软雅黑" panose="020B0503020204020204" pitchFamily="34" charset="-122"/>
              </a:endParaRPr>
            </a:p>
          </p:txBody>
        </p:sp>
        <p:sp>
          <p:nvSpPr>
            <p:cNvPr id="11279" name="文本框 3">
              <a:extLst>
                <a:ext uri="{FF2B5EF4-FFF2-40B4-BE49-F238E27FC236}">
                  <a16:creationId xmlns:a16="http://schemas.microsoft.com/office/drawing/2014/main" id="{501D81B1-2481-43B3-8BF3-1DEB40DEE827}"/>
                </a:ext>
              </a:extLst>
            </p:cNvPr>
            <p:cNvSpPr txBox="1">
              <a:spLocks noChangeArrowheads="1"/>
            </p:cNvSpPr>
            <p:nvPr/>
          </p:nvSpPr>
          <p:spPr bwMode="auto">
            <a:xfrm>
              <a:off x="793456" y="2093853"/>
              <a:ext cx="1279928"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zh-CN" altLang="en-US" sz="1400" b="1">
                  <a:solidFill>
                    <a:schemeClr val="bg1"/>
                  </a:solidFill>
                  <a:latin typeface="微软雅黑" panose="020B0503020204020204" pitchFamily="34" charset="-122"/>
                  <a:ea typeface="微软雅黑" panose="020B0503020204020204" pitchFamily="34" charset="-122"/>
                </a:rPr>
                <a:t>系统加电</a:t>
              </a:r>
            </a:p>
            <a:p>
              <a:r>
                <a:rPr lang="en-US" altLang="zh-CN" sz="1400" b="1">
                  <a:solidFill>
                    <a:schemeClr val="bg1"/>
                  </a:solidFill>
                  <a:latin typeface="微软雅黑" panose="020B0503020204020204" pitchFamily="34" charset="-122"/>
                  <a:ea typeface="微软雅黑" panose="020B0503020204020204" pitchFamily="34" charset="-122"/>
                </a:rPr>
                <a:t>BIOS</a:t>
              </a:r>
              <a:r>
                <a:rPr lang="zh-CN" altLang="en-US" sz="1400" b="1">
                  <a:solidFill>
                    <a:schemeClr val="bg1"/>
                  </a:solidFill>
                  <a:latin typeface="微软雅黑" panose="020B0503020204020204" pitchFamily="34" charset="-122"/>
                  <a:ea typeface="微软雅黑" panose="020B0503020204020204" pitchFamily="34" charset="-122"/>
                </a:rPr>
                <a:t>初始化硬件</a:t>
              </a:r>
            </a:p>
          </p:txBody>
        </p:sp>
      </p:grpSp>
      <p:grpSp>
        <p:nvGrpSpPr>
          <p:cNvPr id="5" name="组合 4">
            <a:extLst>
              <a:ext uri="{FF2B5EF4-FFF2-40B4-BE49-F238E27FC236}">
                <a16:creationId xmlns:a16="http://schemas.microsoft.com/office/drawing/2014/main" id="{DD87D2D4-B183-4C8B-A914-19C9617D07BA}"/>
              </a:ext>
            </a:extLst>
          </p:cNvPr>
          <p:cNvGrpSpPr>
            <a:grpSpLocks/>
          </p:cNvGrpSpPr>
          <p:nvPr/>
        </p:nvGrpSpPr>
        <p:grpSpPr bwMode="auto">
          <a:xfrm>
            <a:off x="4470400" y="2886075"/>
            <a:ext cx="1597025" cy="1436688"/>
            <a:chOff x="4471045" y="2028315"/>
            <a:chExt cx="1596348" cy="1436960"/>
          </a:xfrm>
        </p:grpSpPr>
        <p:pic>
          <p:nvPicPr>
            <p:cNvPr id="11274" name="图片 12">
              <a:extLst>
                <a:ext uri="{FF2B5EF4-FFF2-40B4-BE49-F238E27FC236}">
                  <a16:creationId xmlns:a16="http://schemas.microsoft.com/office/drawing/2014/main" id="{3719F6DC-7134-4FDF-9323-E8199EB904B7}"/>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471045" y="2028315"/>
              <a:ext cx="1596348" cy="14369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75" name="文本框 3">
              <a:extLst>
                <a:ext uri="{FF2B5EF4-FFF2-40B4-BE49-F238E27FC236}">
                  <a16:creationId xmlns:a16="http://schemas.microsoft.com/office/drawing/2014/main" id="{5AE1EBAF-D656-4759-8338-366B8FEEADAA}"/>
                </a:ext>
              </a:extLst>
            </p:cNvPr>
            <p:cNvSpPr txBox="1">
              <a:spLocks noChangeArrowheads="1"/>
            </p:cNvSpPr>
            <p:nvPr/>
          </p:nvSpPr>
          <p:spPr bwMode="auto">
            <a:xfrm>
              <a:off x="4788024" y="3003798"/>
              <a:ext cx="1188146" cy="3539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en-US" altLang="zh-CN" sz="1700" b="1">
                  <a:solidFill>
                    <a:srgbClr val="11576A"/>
                  </a:solidFill>
                  <a:latin typeface="微软雅黑" panose="020B0503020204020204" pitchFamily="34" charset="-122"/>
                  <a:ea typeface="微软雅黑" panose="020B0503020204020204" pitchFamily="34" charset="-122"/>
                </a:rPr>
                <a:t>  </a:t>
              </a:r>
              <a:r>
                <a:rPr lang="zh-CN" altLang="en-US" sz="1700" b="1">
                  <a:solidFill>
                    <a:srgbClr val="11576A"/>
                  </a:solidFill>
                  <a:latin typeface="微软雅黑" panose="020B0503020204020204" pitchFamily="34" charset="-122"/>
                  <a:ea typeface="微软雅黑" panose="020B0503020204020204" pitchFamily="34" charset="-122"/>
                </a:rPr>
                <a:t>活动分区</a:t>
              </a:r>
            </a:p>
          </p:txBody>
        </p:sp>
        <p:sp>
          <p:nvSpPr>
            <p:cNvPr id="11276" name="文本框 3">
              <a:extLst>
                <a:ext uri="{FF2B5EF4-FFF2-40B4-BE49-F238E27FC236}">
                  <a16:creationId xmlns:a16="http://schemas.microsoft.com/office/drawing/2014/main" id="{4D620B4F-EF0B-4DAC-90B6-A95182D58C69}"/>
                </a:ext>
              </a:extLst>
            </p:cNvPr>
            <p:cNvSpPr txBox="1">
              <a:spLocks noChangeArrowheads="1"/>
            </p:cNvSpPr>
            <p:nvPr/>
          </p:nvSpPr>
          <p:spPr bwMode="auto">
            <a:xfrm>
              <a:off x="4498391" y="2134775"/>
              <a:ext cx="1428407"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zh-CN" altLang="en-US" sz="1400" b="1">
                  <a:solidFill>
                    <a:schemeClr val="bg1"/>
                  </a:solidFill>
                  <a:latin typeface="微软雅黑" panose="020B0503020204020204" pitchFamily="34" charset="-122"/>
                  <a:ea typeface="微软雅黑" panose="020B0503020204020204" pitchFamily="34" charset="-122"/>
                </a:rPr>
                <a:t>主引导扇区代码读取活动分区的引导扇区代码</a:t>
              </a:r>
            </a:p>
          </p:txBody>
        </p:sp>
      </p:grpSp>
      <p:pic>
        <p:nvPicPr>
          <p:cNvPr id="19" name="图片 18">
            <a:extLst>
              <a:ext uri="{FF2B5EF4-FFF2-40B4-BE49-F238E27FC236}">
                <a16:creationId xmlns:a16="http://schemas.microsoft.com/office/drawing/2014/main" id="{003198F6-39DE-47F4-AB23-951628B3FF14}"/>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582738" y="4205288"/>
            <a:ext cx="1597025" cy="528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 name="图片 19">
            <a:extLst>
              <a:ext uri="{FF2B5EF4-FFF2-40B4-BE49-F238E27FC236}">
                <a16:creationId xmlns:a16="http://schemas.microsoft.com/office/drawing/2014/main" id="{E47722C2-E19C-42B5-AE44-A19493EBF09D}"/>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5430838" y="4278313"/>
            <a:ext cx="1595437"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0161043"/>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par>
                                <p:cTn id="8" presetID="22" presetClass="entr" presetSubtype="8"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wipe(left)">
                                      <p:cBhvr>
                                        <p:cTn id="10" dur="500"/>
                                        <p:tgtEl>
                                          <p:spTgt spid="3"/>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8" fill="hold" nodeType="click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wipe(left)">
                                      <p:cBhvr>
                                        <p:cTn id="15" dur="500"/>
                                        <p:tgtEl>
                                          <p:spTgt spid="19"/>
                                        </p:tgtEl>
                                      </p:cBhvr>
                                    </p:animEffect>
                                  </p:childTnLst>
                                </p:cTn>
                              </p:par>
                            </p:childTnLst>
                          </p:cTn>
                        </p:par>
                        <p:par>
                          <p:cTn id="16" fill="hold" nodeType="afterGroup">
                            <p:stCondLst>
                              <p:cond delay="500"/>
                            </p:stCondLst>
                            <p:childTnLst>
                              <p:par>
                                <p:cTn id="17" presetID="22" presetClass="entr" presetSubtype="8" fill="hold" nodeType="after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wipe(left)">
                                      <p:cBhvr>
                                        <p:cTn id="19" dur="500"/>
                                        <p:tgtEl>
                                          <p:spTgt spid="4"/>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8" fill="hold" nodeType="clickEffect">
                                  <p:stCondLst>
                                    <p:cond delay="0"/>
                                  </p:stCondLst>
                                  <p:childTnLst>
                                    <p:set>
                                      <p:cBhvr>
                                        <p:cTn id="23" dur="1" fill="hold">
                                          <p:stCondLst>
                                            <p:cond delay="0"/>
                                          </p:stCondLst>
                                        </p:cTn>
                                        <p:tgtEl>
                                          <p:spTgt spid="21"/>
                                        </p:tgtEl>
                                        <p:attrNameLst>
                                          <p:attrName>style.visibility</p:attrName>
                                        </p:attrNameLst>
                                      </p:cBhvr>
                                      <p:to>
                                        <p:strVal val="visible"/>
                                      </p:to>
                                    </p:set>
                                    <p:animEffect transition="in" filter="wipe(left)">
                                      <p:cBhvr>
                                        <p:cTn id="24" dur="500"/>
                                        <p:tgtEl>
                                          <p:spTgt spid="21"/>
                                        </p:tgtEl>
                                      </p:cBhvr>
                                    </p:animEffect>
                                  </p:childTnLst>
                                </p:cTn>
                              </p:par>
                            </p:childTnLst>
                          </p:cTn>
                        </p:par>
                        <p:par>
                          <p:cTn id="25" fill="hold" nodeType="afterGroup">
                            <p:stCondLst>
                              <p:cond delay="500"/>
                            </p:stCondLst>
                            <p:childTnLst>
                              <p:par>
                                <p:cTn id="26" presetID="22" presetClass="entr" presetSubtype="8" fill="hold" nodeType="afterEffect">
                                  <p:stCondLst>
                                    <p:cond delay="0"/>
                                  </p:stCondLst>
                                  <p:childTnLst>
                                    <p:set>
                                      <p:cBhvr>
                                        <p:cTn id="27" dur="1" fill="hold">
                                          <p:stCondLst>
                                            <p:cond delay="0"/>
                                          </p:stCondLst>
                                        </p:cTn>
                                        <p:tgtEl>
                                          <p:spTgt spid="5"/>
                                        </p:tgtEl>
                                        <p:attrNameLst>
                                          <p:attrName>style.visibility</p:attrName>
                                        </p:attrNameLst>
                                      </p:cBhvr>
                                      <p:to>
                                        <p:strVal val="visible"/>
                                      </p:to>
                                    </p:set>
                                    <p:animEffect transition="in" filter="wipe(left)">
                                      <p:cBhvr>
                                        <p:cTn id="28" dur="500"/>
                                        <p:tgtEl>
                                          <p:spTgt spid="5"/>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nodeType="clickEffect">
                                  <p:stCondLst>
                                    <p:cond delay="0"/>
                                  </p:stCondLst>
                                  <p:childTnLst>
                                    <p:set>
                                      <p:cBhvr>
                                        <p:cTn id="32" dur="1" fill="hold">
                                          <p:stCondLst>
                                            <p:cond delay="0"/>
                                          </p:stCondLst>
                                        </p:cTn>
                                        <p:tgtEl>
                                          <p:spTgt spid="20"/>
                                        </p:tgtEl>
                                        <p:attrNameLst>
                                          <p:attrName>style.visibility</p:attrName>
                                        </p:attrNameLst>
                                      </p:cBhvr>
                                      <p:to>
                                        <p:strVal val="visible"/>
                                      </p:to>
                                    </p:set>
                                    <p:animEffect transition="in" filter="wipe(left)">
                                      <p:cBhvr>
                                        <p:cTn id="33" dur="500"/>
                                        <p:tgtEl>
                                          <p:spTgt spid="20"/>
                                        </p:tgtEl>
                                      </p:cBhvr>
                                    </p:animEffect>
                                  </p:childTnLst>
                                </p:cTn>
                              </p:par>
                            </p:childTnLst>
                          </p:cTn>
                        </p:par>
                        <p:par>
                          <p:cTn id="34" fill="hold" nodeType="afterGroup">
                            <p:stCondLst>
                              <p:cond delay="500"/>
                            </p:stCondLst>
                            <p:childTnLst>
                              <p:par>
                                <p:cTn id="35" presetID="22" presetClass="entr" presetSubtype="8" fill="hold" nodeType="afterEffect">
                                  <p:stCondLst>
                                    <p:cond delay="0"/>
                                  </p:stCondLst>
                                  <p:childTnLst>
                                    <p:set>
                                      <p:cBhvr>
                                        <p:cTn id="36" dur="1" fill="hold">
                                          <p:stCondLst>
                                            <p:cond delay="0"/>
                                          </p:stCondLst>
                                        </p:cTn>
                                        <p:tgtEl>
                                          <p:spTgt spid="7"/>
                                        </p:tgtEl>
                                        <p:attrNameLst>
                                          <p:attrName>style.visibility</p:attrName>
                                        </p:attrNameLst>
                                      </p:cBhvr>
                                      <p:to>
                                        <p:strVal val="visible"/>
                                      </p:to>
                                    </p:set>
                                    <p:animEffect transition="in" filter="wipe(left)">
                                      <p:cBhvr>
                                        <p:cTn id="3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E773F0-4A10-4853-9298-8010D3A0FE07}"/>
              </a:ext>
            </a:extLst>
          </p:cNvPr>
          <p:cNvSpPr txBox="1">
            <a:spLocks noChangeArrowheads="1"/>
          </p:cNvSpPr>
          <p:nvPr/>
        </p:nvSpPr>
        <p:spPr bwMode="auto">
          <a:xfrm>
            <a:off x="1828800" y="228600"/>
            <a:ext cx="4143375"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en-US" altLang="zh-CN" sz="3000" b="1" dirty="0">
                <a:solidFill>
                  <a:schemeClr val="accent3"/>
                </a:solidFill>
                <a:latin typeface="微软雅黑" panose="020B0503020204020204" pitchFamily="34" charset="-122"/>
                <a:ea typeface="微软雅黑" panose="020B0503020204020204" pitchFamily="34" charset="-122"/>
                <a:cs typeface="MS PGothic" panose="020B0600070205080204" pitchFamily="34" charset="-128"/>
              </a:rPr>
              <a:t>CPU</a:t>
            </a:r>
            <a:r>
              <a:rPr lang="zh-CN" altLang="en-US" sz="3000" b="1" dirty="0">
                <a:solidFill>
                  <a:schemeClr val="accent3"/>
                </a:solidFill>
                <a:latin typeface="微软雅黑" panose="020B0503020204020204" pitchFamily="34" charset="-122"/>
                <a:ea typeface="微软雅黑" panose="020B0503020204020204" pitchFamily="34" charset="-122"/>
                <a:cs typeface="MS PGothic" panose="020B0600070205080204" pitchFamily="34" charset="-128"/>
              </a:rPr>
              <a:t>初始化 </a:t>
            </a:r>
          </a:p>
        </p:txBody>
      </p:sp>
      <p:grpSp>
        <p:nvGrpSpPr>
          <p:cNvPr id="3" name="组合 2">
            <a:extLst>
              <a:ext uri="{FF2B5EF4-FFF2-40B4-BE49-F238E27FC236}">
                <a16:creationId xmlns:a16="http://schemas.microsoft.com/office/drawing/2014/main" id="{385D8DE3-BE5B-41A7-8C4D-6188D706E373}"/>
              </a:ext>
            </a:extLst>
          </p:cNvPr>
          <p:cNvGrpSpPr>
            <a:grpSpLocks/>
          </p:cNvGrpSpPr>
          <p:nvPr/>
        </p:nvGrpSpPr>
        <p:grpSpPr bwMode="auto">
          <a:xfrm>
            <a:off x="973138" y="2222500"/>
            <a:ext cx="7991475" cy="1092200"/>
            <a:chOff x="785836" y="933933"/>
            <a:chExt cx="7991430" cy="1092260"/>
          </a:xfrm>
        </p:grpSpPr>
        <p:sp>
          <p:nvSpPr>
            <p:cNvPr id="12301" name="TextBox 13">
              <a:extLst>
                <a:ext uri="{FF2B5EF4-FFF2-40B4-BE49-F238E27FC236}">
                  <a16:creationId xmlns:a16="http://schemas.microsoft.com/office/drawing/2014/main" id="{2856850F-D87B-4341-8AD2-3C5242DCF3B6}"/>
                </a:ext>
              </a:extLst>
            </p:cNvPr>
            <p:cNvSpPr txBox="1">
              <a:spLocks noChangeArrowheads="1"/>
            </p:cNvSpPr>
            <p:nvPr/>
          </p:nvSpPr>
          <p:spPr bwMode="auto">
            <a:xfrm>
              <a:off x="1143024" y="933933"/>
              <a:ext cx="6858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1313" indent="-341313">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spcBef>
                  <a:spcPct val="20000"/>
                </a:spcBef>
              </a:pPr>
              <a:r>
                <a:rPr lang="en-US" altLang="zh-CN" sz="2000" b="1">
                  <a:solidFill>
                    <a:srgbClr val="11576A"/>
                  </a:solidFill>
                  <a:latin typeface="微软雅黑" panose="020B0503020204020204" pitchFamily="34" charset="-122"/>
                  <a:ea typeface="微软雅黑" panose="020B0503020204020204" pitchFamily="34" charset="-122"/>
                  <a:cs typeface="宋体" panose="02010600030101010101" pitchFamily="2" charset="-122"/>
                </a:rPr>
                <a:t>CPU</a:t>
              </a:r>
              <a:r>
                <a:rPr lang="zh-CN" altLang="en-US" sz="2000" b="1">
                  <a:solidFill>
                    <a:srgbClr val="11576A"/>
                  </a:solidFill>
                  <a:latin typeface="微软雅黑" panose="020B0503020204020204" pitchFamily="34" charset="-122"/>
                  <a:ea typeface="微软雅黑" panose="020B0503020204020204" pitchFamily="34" charset="-122"/>
                  <a:cs typeface="宋体" panose="02010600030101010101" pitchFamily="2" charset="-122"/>
                </a:rPr>
                <a:t>加电稳定后从</a:t>
              </a:r>
              <a:r>
                <a:rPr lang="en-US" altLang="zh-CN" sz="2000" b="1">
                  <a:solidFill>
                    <a:srgbClr val="11576A"/>
                  </a:solidFill>
                  <a:latin typeface="微软雅黑" panose="020B0503020204020204" pitchFamily="34" charset="-122"/>
                  <a:ea typeface="微软雅黑" panose="020B0503020204020204" pitchFamily="34" charset="-122"/>
                  <a:cs typeface="宋体" panose="02010600030101010101" pitchFamily="2" charset="-122"/>
                </a:rPr>
                <a:t>0XFFFF0</a:t>
              </a:r>
              <a:r>
                <a:rPr lang="zh-CN" altLang="en-US" sz="2000" b="1">
                  <a:solidFill>
                    <a:srgbClr val="11576A"/>
                  </a:solidFill>
                  <a:latin typeface="微软雅黑" panose="020B0503020204020204" pitchFamily="34" charset="-122"/>
                  <a:ea typeface="微软雅黑" panose="020B0503020204020204" pitchFamily="34" charset="-122"/>
                  <a:cs typeface="宋体" panose="02010600030101010101" pitchFamily="2" charset="-122"/>
                </a:rPr>
                <a:t>读第一条指令</a:t>
              </a:r>
              <a:endParaRPr lang="en-US" altLang="zh-CN" sz="2000" b="1">
                <a:solidFill>
                  <a:srgbClr val="11576A"/>
                </a:solidFill>
                <a:latin typeface="微软雅黑" panose="020B0503020204020204" pitchFamily="34" charset="-122"/>
                <a:ea typeface="微软雅黑" panose="020B0503020204020204" pitchFamily="34" charset="-122"/>
                <a:cs typeface="宋体" panose="02010600030101010101" pitchFamily="2" charset="-122"/>
              </a:endParaRPr>
            </a:p>
          </p:txBody>
        </p:sp>
        <p:sp>
          <p:nvSpPr>
            <p:cNvPr id="12302" name="矩形 14">
              <a:extLst>
                <a:ext uri="{FF2B5EF4-FFF2-40B4-BE49-F238E27FC236}">
                  <a16:creationId xmlns:a16="http://schemas.microsoft.com/office/drawing/2014/main" id="{FD1AE701-3E96-42D1-BEB1-17669E6B00E5}"/>
                </a:ext>
              </a:extLst>
            </p:cNvPr>
            <p:cNvSpPr>
              <a:spLocks noChangeArrowheads="1"/>
            </p:cNvSpPr>
            <p:nvPr/>
          </p:nvSpPr>
          <p:spPr bwMode="auto">
            <a:xfrm>
              <a:off x="785836" y="970446"/>
              <a:ext cx="41710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zh-CN" altLang="en-US" sz="1800" b="1">
                  <a:solidFill>
                    <a:srgbClr val="11576A"/>
                  </a:solidFill>
                  <a:latin typeface="张海山锐谐体2.0-授权联系：Samtype@QQ.com"/>
                  <a:ea typeface="张海山锐谐体2.0-授权联系：Samtype@QQ.com"/>
                  <a:cs typeface="张海山锐谐体2.0-授权联系：Samtype@QQ.com"/>
                </a:rPr>
                <a:t>■</a:t>
              </a:r>
              <a:endParaRPr lang="zh-CN" altLang="en-US" sz="1800" b="1">
                <a:latin typeface="Calibri" panose="020F0502020204030204" pitchFamily="34" charset="0"/>
              </a:endParaRPr>
            </a:p>
          </p:txBody>
        </p:sp>
        <p:sp>
          <p:nvSpPr>
            <p:cNvPr id="12303" name="TextBox 15">
              <a:extLst>
                <a:ext uri="{FF2B5EF4-FFF2-40B4-BE49-F238E27FC236}">
                  <a16:creationId xmlns:a16="http://schemas.microsoft.com/office/drawing/2014/main" id="{8FFFB0B2-DF8A-40F4-B451-624273CBDA1E}"/>
                </a:ext>
              </a:extLst>
            </p:cNvPr>
            <p:cNvSpPr txBox="1">
              <a:spLocks noChangeArrowheads="1"/>
            </p:cNvSpPr>
            <p:nvPr/>
          </p:nvSpPr>
          <p:spPr bwMode="auto">
            <a:xfrm>
              <a:off x="1500166" y="1306996"/>
              <a:ext cx="72771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kumimoji="1" sz="2400">
                  <a:solidFill>
                    <a:schemeClr val="tx1"/>
                  </a:solidFill>
                  <a:latin typeface="Tahoma" panose="020B0604030504040204" pitchFamily="34" charset="0"/>
                  <a:ea typeface="宋体" panose="02010600030101010101" pitchFamily="2" charset="-122"/>
                </a:defRPr>
              </a:lvl1pPr>
              <a:lvl2pPr indent="-284163">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marL="0" lvl="1">
                <a:spcBef>
                  <a:spcPct val="20000"/>
                </a:spcBef>
              </a:pPr>
              <a:r>
                <a:rPr lang="en-US" altLang="zh-CN" sz="2000" b="1">
                  <a:solidFill>
                    <a:srgbClr val="11576A"/>
                  </a:solidFill>
                  <a:latin typeface="微软雅黑" panose="020B0503020204020204" pitchFamily="34" charset="-122"/>
                  <a:ea typeface="微软雅黑" panose="020B0503020204020204" pitchFamily="34" charset="-122"/>
                  <a:cs typeface="宋体" panose="02010600030101010101" pitchFamily="2" charset="-122"/>
                </a:rPr>
                <a:t>CS:IP = 0xf000:fff0</a:t>
              </a:r>
            </a:p>
          </p:txBody>
        </p:sp>
        <p:pic>
          <p:nvPicPr>
            <p:cNvPr id="12304" name="图片 16" descr="小点1.png">
              <a:extLst>
                <a:ext uri="{FF2B5EF4-FFF2-40B4-BE49-F238E27FC236}">
                  <a16:creationId xmlns:a16="http://schemas.microsoft.com/office/drawing/2014/main" id="{185AC372-5925-4CC7-9B61-8680C3E9D894}"/>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292249" y="1435583"/>
              <a:ext cx="149225" cy="149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305" name="TextBox 15">
              <a:extLst>
                <a:ext uri="{FF2B5EF4-FFF2-40B4-BE49-F238E27FC236}">
                  <a16:creationId xmlns:a16="http://schemas.microsoft.com/office/drawing/2014/main" id="{57B352BB-408C-409F-BC9F-50E99BCFB98D}"/>
                </a:ext>
              </a:extLst>
            </p:cNvPr>
            <p:cNvSpPr txBox="1">
              <a:spLocks noChangeArrowheads="1"/>
            </p:cNvSpPr>
            <p:nvPr/>
          </p:nvSpPr>
          <p:spPr bwMode="auto">
            <a:xfrm>
              <a:off x="1500166" y="1626083"/>
              <a:ext cx="72771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kumimoji="1" sz="2400">
                  <a:solidFill>
                    <a:schemeClr val="tx1"/>
                  </a:solidFill>
                  <a:latin typeface="Tahoma" panose="020B0604030504040204" pitchFamily="34" charset="0"/>
                  <a:ea typeface="宋体" panose="02010600030101010101" pitchFamily="2" charset="-122"/>
                </a:defRPr>
              </a:lvl1pPr>
              <a:lvl2pPr indent="-284163">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marL="0" lvl="1">
                <a:spcBef>
                  <a:spcPct val="20000"/>
                </a:spcBef>
              </a:pPr>
              <a:r>
                <a:rPr lang="zh-CN" altLang="en-US" sz="2000" b="1">
                  <a:solidFill>
                    <a:srgbClr val="11576A"/>
                  </a:solidFill>
                  <a:latin typeface="微软雅黑" panose="020B0503020204020204" pitchFamily="34" charset="-122"/>
                  <a:ea typeface="微软雅黑" panose="020B0503020204020204" pitchFamily="34" charset="-122"/>
                  <a:cs typeface="宋体" panose="02010600030101010101" pitchFamily="2" charset="-122"/>
                </a:rPr>
                <a:t>第一条指令是跳转指令</a:t>
              </a:r>
              <a:endParaRPr lang="en-US" altLang="zh-CN" sz="2000" b="1">
                <a:solidFill>
                  <a:srgbClr val="11576A"/>
                </a:solidFill>
                <a:latin typeface="微软雅黑" panose="020B0503020204020204" pitchFamily="34" charset="-122"/>
                <a:ea typeface="微软雅黑" panose="020B0503020204020204" pitchFamily="34" charset="-122"/>
                <a:cs typeface="宋体" panose="02010600030101010101" pitchFamily="2" charset="-122"/>
              </a:endParaRPr>
            </a:p>
          </p:txBody>
        </p:sp>
        <p:pic>
          <p:nvPicPr>
            <p:cNvPr id="12306" name="图片 16" descr="小点1.png">
              <a:extLst>
                <a:ext uri="{FF2B5EF4-FFF2-40B4-BE49-F238E27FC236}">
                  <a16:creationId xmlns:a16="http://schemas.microsoft.com/office/drawing/2014/main" id="{76B2300E-EB26-436E-9F42-FC5B0779DD04}"/>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292249" y="1754670"/>
              <a:ext cx="149225" cy="149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4" name="组合 3">
            <a:extLst>
              <a:ext uri="{FF2B5EF4-FFF2-40B4-BE49-F238E27FC236}">
                <a16:creationId xmlns:a16="http://schemas.microsoft.com/office/drawing/2014/main" id="{60554D91-2703-4B8F-B0C1-F399C27D0BBB}"/>
              </a:ext>
            </a:extLst>
          </p:cNvPr>
          <p:cNvGrpSpPr>
            <a:grpSpLocks/>
          </p:cNvGrpSpPr>
          <p:nvPr/>
        </p:nvGrpSpPr>
        <p:grpSpPr bwMode="auto">
          <a:xfrm>
            <a:off x="973138" y="3271838"/>
            <a:ext cx="7991475" cy="1452562"/>
            <a:chOff x="785836" y="1983273"/>
            <a:chExt cx="7991430" cy="1452633"/>
          </a:xfrm>
        </p:grpSpPr>
        <p:sp>
          <p:nvSpPr>
            <p:cNvPr id="12293" name="TextBox 13">
              <a:extLst>
                <a:ext uri="{FF2B5EF4-FFF2-40B4-BE49-F238E27FC236}">
                  <a16:creationId xmlns:a16="http://schemas.microsoft.com/office/drawing/2014/main" id="{66767079-650A-447B-B62B-2B81D36BC6DE}"/>
                </a:ext>
              </a:extLst>
            </p:cNvPr>
            <p:cNvSpPr txBox="1">
              <a:spLocks noChangeArrowheads="1"/>
            </p:cNvSpPr>
            <p:nvPr/>
          </p:nvSpPr>
          <p:spPr bwMode="auto">
            <a:xfrm>
              <a:off x="1143024" y="1983273"/>
              <a:ext cx="6858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1313" indent="-341313">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spcBef>
                  <a:spcPct val="20000"/>
                </a:spcBef>
              </a:pPr>
              <a:r>
                <a:rPr lang="en-US" altLang="zh-CN" sz="2000" b="1">
                  <a:solidFill>
                    <a:srgbClr val="11576A"/>
                  </a:solidFill>
                  <a:latin typeface="微软雅黑" panose="020B0503020204020204" pitchFamily="34" charset="-122"/>
                  <a:ea typeface="微软雅黑" panose="020B0503020204020204" pitchFamily="34" charset="-122"/>
                  <a:cs typeface="宋体" panose="02010600030101010101" pitchFamily="2" charset="-122"/>
                </a:rPr>
                <a:t>CPU</a:t>
              </a:r>
              <a:r>
                <a:rPr lang="zh-CN" altLang="en-US" sz="2000" b="1">
                  <a:solidFill>
                    <a:srgbClr val="11576A"/>
                  </a:solidFill>
                  <a:latin typeface="微软雅黑" panose="020B0503020204020204" pitchFamily="34" charset="-122"/>
                  <a:ea typeface="微软雅黑" panose="020B0503020204020204" pitchFamily="34" charset="-122"/>
                  <a:cs typeface="宋体" panose="02010600030101010101" pitchFamily="2" charset="-122"/>
                </a:rPr>
                <a:t>初始状态为</a:t>
              </a:r>
              <a:r>
                <a:rPr lang="en-US" altLang="zh-CN" sz="2000" b="1">
                  <a:solidFill>
                    <a:srgbClr val="11576A"/>
                  </a:solidFill>
                  <a:latin typeface="微软雅黑" panose="020B0503020204020204" pitchFamily="34" charset="-122"/>
                  <a:ea typeface="微软雅黑" panose="020B0503020204020204" pitchFamily="34" charset="-122"/>
                  <a:cs typeface="宋体" panose="02010600030101010101" pitchFamily="2" charset="-122"/>
                </a:rPr>
                <a:t>16</a:t>
              </a:r>
              <a:r>
                <a:rPr lang="zh-CN" altLang="en-US" sz="2000" b="1">
                  <a:solidFill>
                    <a:srgbClr val="11576A"/>
                  </a:solidFill>
                  <a:latin typeface="微软雅黑" panose="020B0503020204020204" pitchFamily="34" charset="-122"/>
                  <a:ea typeface="微软雅黑" panose="020B0503020204020204" pitchFamily="34" charset="-122"/>
                  <a:cs typeface="宋体" panose="02010600030101010101" pitchFamily="2" charset="-122"/>
                </a:rPr>
                <a:t>位实模式</a:t>
              </a:r>
              <a:endParaRPr lang="en-US" altLang="zh-CN" sz="2000" b="1">
                <a:solidFill>
                  <a:srgbClr val="11576A"/>
                </a:solidFill>
                <a:latin typeface="微软雅黑" panose="020B0503020204020204" pitchFamily="34" charset="-122"/>
                <a:ea typeface="微软雅黑" panose="020B0503020204020204" pitchFamily="34" charset="-122"/>
                <a:cs typeface="宋体" panose="02010600030101010101" pitchFamily="2" charset="-122"/>
              </a:endParaRPr>
            </a:p>
          </p:txBody>
        </p:sp>
        <p:sp>
          <p:nvSpPr>
            <p:cNvPr id="12294" name="矩形 14">
              <a:extLst>
                <a:ext uri="{FF2B5EF4-FFF2-40B4-BE49-F238E27FC236}">
                  <a16:creationId xmlns:a16="http://schemas.microsoft.com/office/drawing/2014/main" id="{4C003DA3-54B6-4951-B190-1BD418DBACBE}"/>
                </a:ext>
              </a:extLst>
            </p:cNvPr>
            <p:cNvSpPr>
              <a:spLocks noChangeArrowheads="1"/>
            </p:cNvSpPr>
            <p:nvPr/>
          </p:nvSpPr>
          <p:spPr bwMode="auto">
            <a:xfrm>
              <a:off x="785836" y="2019786"/>
              <a:ext cx="41710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zh-CN" altLang="en-US" sz="1800" b="1">
                  <a:solidFill>
                    <a:srgbClr val="11576A"/>
                  </a:solidFill>
                  <a:latin typeface="张海山锐谐体2.0-授权联系：Samtype@QQ.com"/>
                  <a:ea typeface="张海山锐谐体2.0-授权联系：Samtype@QQ.com"/>
                  <a:cs typeface="张海山锐谐体2.0-授权联系：Samtype@QQ.com"/>
                </a:rPr>
                <a:t>■</a:t>
              </a:r>
              <a:endParaRPr lang="zh-CN" altLang="en-US" sz="1800" b="1">
                <a:latin typeface="Calibri" panose="020F0502020204030204" pitchFamily="34" charset="0"/>
              </a:endParaRPr>
            </a:p>
          </p:txBody>
        </p:sp>
        <p:sp>
          <p:nvSpPr>
            <p:cNvPr id="12295" name="TextBox 15">
              <a:extLst>
                <a:ext uri="{FF2B5EF4-FFF2-40B4-BE49-F238E27FC236}">
                  <a16:creationId xmlns:a16="http://schemas.microsoft.com/office/drawing/2014/main" id="{87B4641E-6C2E-47D9-8F51-65BFD27696F7}"/>
                </a:ext>
              </a:extLst>
            </p:cNvPr>
            <p:cNvSpPr txBox="1">
              <a:spLocks noChangeArrowheads="1"/>
            </p:cNvSpPr>
            <p:nvPr/>
          </p:nvSpPr>
          <p:spPr bwMode="auto">
            <a:xfrm>
              <a:off x="1500166" y="2356336"/>
              <a:ext cx="72771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1313" indent="-341313">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spcBef>
                  <a:spcPct val="20000"/>
                </a:spcBef>
              </a:pPr>
              <a:r>
                <a:rPr lang="en-US" altLang="zh-CN" sz="2000" b="1">
                  <a:solidFill>
                    <a:srgbClr val="11576A"/>
                  </a:solidFill>
                  <a:latin typeface="微软雅黑" panose="020B0503020204020204" pitchFamily="34" charset="-122"/>
                  <a:ea typeface="微软雅黑" panose="020B0503020204020204" pitchFamily="34" charset="-122"/>
                  <a:cs typeface="宋体" panose="02010600030101010101" pitchFamily="2" charset="-122"/>
                </a:rPr>
                <a:t>CS:IP</a:t>
              </a:r>
              <a:r>
                <a:rPr lang="zh-CN" altLang="en-US" sz="2000" b="1">
                  <a:solidFill>
                    <a:srgbClr val="11576A"/>
                  </a:solidFill>
                  <a:latin typeface="微软雅黑" panose="020B0503020204020204" pitchFamily="34" charset="-122"/>
                  <a:ea typeface="微软雅黑" panose="020B0503020204020204" pitchFamily="34" charset="-122"/>
                  <a:cs typeface="宋体" panose="02010600030101010101" pitchFamily="2" charset="-122"/>
                </a:rPr>
                <a:t>是</a:t>
              </a:r>
              <a:r>
                <a:rPr lang="en-US" altLang="zh-CN" sz="2000" b="1">
                  <a:solidFill>
                    <a:srgbClr val="11576A"/>
                  </a:solidFill>
                  <a:latin typeface="微软雅黑" panose="020B0503020204020204" pitchFamily="34" charset="-122"/>
                  <a:ea typeface="微软雅黑" panose="020B0503020204020204" pitchFamily="34" charset="-122"/>
                  <a:cs typeface="宋体" panose="02010600030101010101" pitchFamily="2" charset="-122"/>
                </a:rPr>
                <a:t>16</a:t>
              </a:r>
              <a:r>
                <a:rPr lang="zh-CN" altLang="en-US" sz="2000" b="1">
                  <a:solidFill>
                    <a:srgbClr val="11576A"/>
                  </a:solidFill>
                  <a:latin typeface="微软雅黑" panose="020B0503020204020204" pitchFamily="34" charset="-122"/>
                  <a:ea typeface="微软雅黑" panose="020B0503020204020204" pitchFamily="34" charset="-122"/>
                  <a:cs typeface="宋体" panose="02010600030101010101" pitchFamily="2" charset="-122"/>
                </a:rPr>
                <a:t>位寄存器</a:t>
              </a:r>
              <a:endParaRPr lang="en-US" altLang="zh-CN" sz="2000" b="1">
                <a:solidFill>
                  <a:srgbClr val="11576A"/>
                </a:solidFill>
                <a:latin typeface="微软雅黑" panose="020B0503020204020204" pitchFamily="34" charset="-122"/>
                <a:ea typeface="微软雅黑" panose="020B0503020204020204" pitchFamily="34" charset="-122"/>
                <a:cs typeface="宋体" panose="02010600030101010101" pitchFamily="2" charset="-122"/>
              </a:endParaRPr>
            </a:p>
          </p:txBody>
        </p:sp>
        <p:pic>
          <p:nvPicPr>
            <p:cNvPr id="12296" name="图片 16" descr="小点1.png">
              <a:extLst>
                <a:ext uri="{FF2B5EF4-FFF2-40B4-BE49-F238E27FC236}">
                  <a16:creationId xmlns:a16="http://schemas.microsoft.com/office/drawing/2014/main" id="{DFEE449B-E4C5-467B-B4A4-D8A81AA6A9D1}"/>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292249" y="2484923"/>
              <a:ext cx="149225" cy="149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7" name="TextBox 15">
              <a:extLst>
                <a:ext uri="{FF2B5EF4-FFF2-40B4-BE49-F238E27FC236}">
                  <a16:creationId xmlns:a16="http://schemas.microsoft.com/office/drawing/2014/main" id="{0B78A741-7B5C-41A9-BB7C-B5CAD6601768}"/>
                </a:ext>
              </a:extLst>
            </p:cNvPr>
            <p:cNvSpPr txBox="1">
              <a:spLocks noChangeArrowheads="1"/>
            </p:cNvSpPr>
            <p:nvPr/>
          </p:nvSpPr>
          <p:spPr bwMode="auto">
            <a:xfrm>
              <a:off x="1500166" y="2675423"/>
              <a:ext cx="72771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kumimoji="1" sz="2400">
                  <a:solidFill>
                    <a:schemeClr val="tx1"/>
                  </a:solidFill>
                  <a:latin typeface="Tahoma" panose="020B0604030504040204" pitchFamily="34" charset="0"/>
                  <a:ea typeface="宋体" panose="02010600030101010101" pitchFamily="2" charset="-122"/>
                </a:defRPr>
              </a:lvl1pPr>
              <a:lvl2pPr marL="341313" indent="-341313">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lvl="1">
                <a:spcBef>
                  <a:spcPct val="20000"/>
                </a:spcBef>
              </a:pPr>
              <a:r>
                <a:rPr lang="zh-CN" altLang="en-US" sz="2000" b="1">
                  <a:solidFill>
                    <a:srgbClr val="11576A"/>
                  </a:solidFill>
                  <a:latin typeface="微软雅黑" panose="020B0503020204020204" pitchFamily="34" charset="-122"/>
                  <a:ea typeface="微软雅黑" panose="020B0503020204020204" pitchFamily="34" charset="-122"/>
                  <a:cs typeface="宋体" panose="02010600030101010101" pitchFamily="2" charset="-122"/>
                </a:rPr>
                <a:t>指令指针</a:t>
              </a:r>
              <a:r>
                <a:rPr lang="en-US" altLang="zh-CN" sz="2000" b="1">
                  <a:solidFill>
                    <a:srgbClr val="11576A"/>
                  </a:solidFill>
                  <a:latin typeface="微软雅黑" panose="020B0503020204020204" pitchFamily="34" charset="-122"/>
                  <a:ea typeface="微软雅黑" panose="020B0503020204020204" pitchFamily="34" charset="-122"/>
                  <a:cs typeface="宋体" panose="02010600030101010101" pitchFamily="2" charset="-122"/>
                </a:rPr>
                <a:t>PC = 16*CS+IP</a:t>
              </a:r>
            </a:p>
          </p:txBody>
        </p:sp>
        <p:pic>
          <p:nvPicPr>
            <p:cNvPr id="12298" name="图片 16" descr="小点1.png">
              <a:extLst>
                <a:ext uri="{FF2B5EF4-FFF2-40B4-BE49-F238E27FC236}">
                  <a16:creationId xmlns:a16="http://schemas.microsoft.com/office/drawing/2014/main" id="{E36739FB-2BD8-4E38-90D7-C3B8569F998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292249" y="2804010"/>
              <a:ext cx="149225" cy="149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9" name="TextBox 15">
              <a:extLst>
                <a:ext uri="{FF2B5EF4-FFF2-40B4-BE49-F238E27FC236}">
                  <a16:creationId xmlns:a16="http://schemas.microsoft.com/office/drawing/2014/main" id="{B52E7E10-9690-4407-9CD7-2B6BB09FDA86}"/>
                </a:ext>
              </a:extLst>
            </p:cNvPr>
            <p:cNvSpPr txBox="1">
              <a:spLocks noChangeArrowheads="1"/>
            </p:cNvSpPr>
            <p:nvPr/>
          </p:nvSpPr>
          <p:spPr bwMode="auto">
            <a:xfrm>
              <a:off x="1500166" y="3035796"/>
              <a:ext cx="72771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kumimoji="1" sz="2400">
                  <a:solidFill>
                    <a:schemeClr val="tx1"/>
                  </a:solidFill>
                  <a:latin typeface="Tahoma" panose="020B0604030504040204" pitchFamily="34" charset="0"/>
                  <a:ea typeface="宋体" panose="02010600030101010101" pitchFamily="2" charset="-122"/>
                </a:defRPr>
              </a:lvl1pPr>
              <a:lvl2pPr marL="341313" indent="-341313">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lvl="1">
                <a:spcBef>
                  <a:spcPct val="20000"/>
                </a:spcBef>
              </a:pPr>
              <a:r>
                <a:rPr lang="zh-CN" altLang="en-US" sz="2000" b="1">
                  <a:solidFill>
                    <a:srgbClr val="11576A"/>
                  </a:solidFill>
                  <a:latin typeface="微软雅黑" panose="020B0503020204020204" pitchFamily="34" charset="-122"/>
                  <a:ea typeface="微软雅黑" panose="020B0503020204020204" pitchFamily="34" charset="-122"/>
                  <a:cs typeface="宋体" panose="02010600030101010101" pitchFamily="2" charset="-122"/>
                </a:rPr>
                <a:t>最大地址空间是</a:t>
              </a:r>
              <a:r>
                <a:rPr lang="en-US" altLang="zh-CN" sz="2000" b="1">
                  <a:solidFill>
                    <a:srgbClr val="11576A"/>
                  </a:solidFill>
                  <a:latin typeface="微软雅黑" panose="020B0503020204020204" pitchFamily="34" charset="-122"/>
                  <a:ea typeface="微软雅黑" panose="020B0503020204020204" pitchFamily="34" charset="-122"/>
                  <a:cs typeface="宋体" panose="02010600030101010101" pitchFamily="2" charset="-122"/>
                </a:rPr>
                <a:t>1MB</a:t>
              </a:r>
            </a:p>
          </p:txBody>
        </p:sp>
        <p:pic>
          <p:nvPicPr>
            <p:cNvPr id="12300" name="图片 16" descr="小点1.png">
              <a:extLst>
                <a:ext uri="{FF2B5EF4-FFF2-40B4-BE49-F238E27FC236}">
                  <a16:creationId xmlns:a16="http://schemas.microsoft.com/office/drawing/2014/main" id="{D2B7C195-EEA5-4444-BCD8-F2CA4808B4C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292249" y="3164383"/>
              <a:ext cx="149225" cy="149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176579300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par>
                                <p:cTn id="8" presetID="22" presetClass="entr" presetSubtype="8"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wipe(left)">
                                      <p:cBhvr>
                                        <p:cTn id="10" dur="500"/>
                                        <p:tgtEl>
                                          <p:spTgt spid="3"/>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8"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wipe(left)">
                                      <p:cBhvr>
                                        <p:cTn id="15"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D4C1F31-D651-4639-96E3-450BA813D591}"/>
              </a:ext>
            </a:extLst>
          </p:cNvPr>
          <p:cNvSpPr txBox="1">
            <a:spLocks noChangeArrowheads="1"/>
          </p:cNvSpPr>
          <p:nvPr/>
        </p:nvSpPr>
        <p:spPr bwMode="auto">
          <a:xfrm>
            <a:off x="1905000" y="228600"/>
            <a:ext cx="4143375"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en-US" altLang="zh-CN" sz="3000" b="1" dirty="0">
                <a:solidFill>
                  <a:schemeClr val="accent3"/>
                </a:solidFill>
                <a:latin typeface="微软雅黑" panose="020B0503020204020204" pitchFamily="34" charset="-122"/>
                <a:ea typeface="微软雅黑" panose="020B0503020204020204" pitchFamily="34" charset="-122"/>
                <a:cs typeface="宋体" panose="02010600030101010101" pitchFamily="2" charset="-122"/>
              </a:rPr>
              <a:t>BIOS</a:t>
            </a:r>
            <a:r>
              <a:rPr lang="zh-CN" altLang="en-US" sz="3000" b="1" dirty="0">
                <a:solidFill>
                  <a:schemeClr val="accent3"/>
                </a:solidFill>
                <a:latin typeface="微软雅黑" panose="020B0503020204020204" pitchFamily="34" charset="-122"/>
                <a:ea typeface="微软雅黑" panose="020B0503020204020204" pitchFamily="34" charset="-122"/>
                <a:cs typeface="宋体" panose="02010600030101010101" pitchFamily="2" charset="-122"/>
              </a:rPr>
              <a:t>初始化过程</a:t>
            </a:r>
          </a:p>
        </p:txBody>
      </p:sp>
      <p:grpSp>
        <p:nvGrpSpPr>
          <p:cNvPr id="3" name="组合 2">
            <a:extLst>
              <a:ext uri="{FF2B5EF4-FFF2-40B4-BE49-F238E27FC236}">
                <a16:creationId xmlns:a16="http://schemas.microsoft.com/office/drawing/2014/main" id="{6597A9DB-7B7B-42EB-AC1A-77BBDBFA297E}"/>
              </a:ext>
            </a:extLst>
          </p:cNvPr>
          <p:cNvGrpSpPr>
            <a:grpSpLocks/>
          </p:cNvGrpSpPr>
          <p:nvPr/>
        </p:nvGrpSpPr>
        <p:grpSpPr bwMode="auto">
          <a:xfrm>
            <a:off x="1044575" y="2060575"/>
            <a:ext cx="7215188" cy="406400"/>
            <a:chOff x="785836" y="915456"/>
            <a:chExt cx="7215188" cy="405845"/>
          </a:xfrm>
        </p:grpSpPr>
        <p:sp>
          <p:nvSpPr>
            <p:cNvPr id="13331" name="TextBox 13">
              <a:extLst>
                <a:ext uri="{FF2B5EF4-FFF2-40B4-BE49-F238E27FC236}">
                  <a16:creationId xmlns:a16="http://schemas.microsoft.com/office/drawing/2014/main" id="{1C53CC12-92F0-475D-84BD-465474B9FF4B}"/>
                </a:ext>
              </a:extLst>
            </p:cNvPr>
            <p:cNvSpPr txBox="1">
              <a:spLocks noChangeArrowheads="1"/>
            </p:cNvSpPr>
            <p:nvPr/>
          </p:nvSpPr>
          <p:spPr bwMode="auto">
            <a:xfrm>
              <a:off x="1143024" y="915456"/>
              <a:ext cx="6858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1313" indent="-341313">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spcBef>
                  <a:spcPct val="20000"/>
                </a:spcBef>
              </a:pPr>
              <a:r>
                <a:rPr lang="zh-CN" altLang="en-US" sz="2000" b="1">
                  <a:solidFill>
                    <a:srgbClr val="11576A"/>
                  </a:solidFill>
                  <a:latin typeface="微软雅黑" panose="020B0503020204020204" pitchFamily="34" charset="-122"/>
                  <a:ea typeface="微软雅黑" panose="020B0503020204020204" pitchFamily="34" charset="-122"/>
                  <a:cs typeface="宋体" panose="02010600030101010101" pitchFamily="2" charset="-122"/>
                </a:rPr>
                <a:t>硬件自检</a:t>
              </a:r>
              <a:r>
                <a:rPr lang="en-US" altLang="zh-CN" sz="2000" b="1">
                  <a:solidFill>
                    <a:srgbClr val="11576A"/>
                  </a:solidFill>
                  <a:latin typeface="微软雅黑" panose="020B0503020204020204" pitchFamily="34" charset="-122"/>
                  <a:ea typeface="微软雅黑" panose="020B0503020204020204" pitchFamily="34" charset="-122"/>
                  <a:cs typeface="宋体" panose="02010600030101010101" pitchFamily="2" charset="-122"/>
                </a:rPr>
                <a:t>POST</a:t>
              </a:r>
            </a:p>
          </p:txBody>
        </p:sp>
        <p:sp>
          <p:nvSpPr>
            <p:cNvPr id="13332" name="矩形 14">
              <a:extLst>
                <a:ext uri="{FF2B5EF4-FFF2-40B4-BE49-F238E27FC236}">
                  <a16:creationId xmlns:a16="http://schemas.microsoft.com/office/drawing/2014/main" id="{0203DF11-BC48-4445-9F15-20AB19FEE918}"/>
                </a:ext>
              </a:extLst>
            </p:cNvPr>
            <p:cNvSpPr>
              <a:spLocks noChangeArrowheads="1"/>
            </p:cNvSpPr>
            <p:nvPr/>
          </p:nvSpPr>
          <p:spPr bwMode="auto">
            <a:xfrm>
              <a:off x="785836" y="951969"/>
              <a:ext cx="41710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zh-CN" altLang="en-US" sz="1800" b="1">
                  <a:solidFill>
                    <a:srgbClr val="11576A"/>
                  </a:solidFill>
                  <a:latin typeface="张海山锐谐体2.0-授权联系：Samtype@QQ.com"/>
                  <a:ea typeface="张海山锐谐体2.0-授权联系：Samtype@QQ.com"/>
                  <a:cs typeface="张海山锐谐体2.0-授权联系：Samtype@QQ.com"/>
                </a:rPr>
                <a:t>■</a:t>
              </a:r>
              <a:endParaRPr lang="zh-CN" altLang="en-US" sz="1800" b="1">
                <a:latin typeface="Calibri" panose="020F0502020204030204" pitchFamily="34" charset="0"/>
              </a:endParaRPr>
            </a:p>
          </p:txBody>
        </p:sp>
      </p:grpSp>
      <p:grpSp>
        <p:nvGrpSpPr>
          <p:cNvPr id="4" name="组合 3">
            <a:extLst>
              <a:ext uri="{FF2B5EF4-FFF2-40B4-BE49-F238E27FC236}">
                <a16:creationId xmlns:a16="http://schemas.microsoft.com/office/drawing/2014/main" id="{5647B112-BBC6-434D-960F-0A2FBEDD91DC}"/>
              </a:ext>
            </a:extLst>
          </p:cNvPr>
          <p:cNvGrpSpPr>
            <a:grpSpLocks/>
          </p:cNvGrpSpPr>
          <p:nvPr/>
        </p:nvGrpSpPr>
        <p:grpSpPr bwMode="auto">
          <a:xfrm>
            <a:off x="1044575" y="2438400"/>
            <a:ext cx="7215188" cy="762000"/>
            <a:chOff x="785788" y="1293279"/>
            <a:chExt cx="7215236" cy="762062"/>
          </a:xfrm>
        </p:grpSpPr>
        <p:sp>
          <p:nvSpPr>
            <p:cNvPr id="13327" name="TextBox 13">
              <a:extLst>
                <a:ext uri="{FF2B5EF4-FFF2-40B4-BE49-F238E27FC236}">
                  <a16:creationId xmlns:a16="http://schemas.microsoft.com/office/drawing/2014/main" id="{34F135D1-C954-4483-9481-31F2B48AF438}"/>
                </a:ext>
              </a:extLst>
            </p:cNvPr>
            <p:cNvSpPr txBox="1">
              <a:spLocks noChangeArrowheads="1"/>
            </p:cNvSpPr>
            <p:nvPr/>
          </p:nvSpPr>
          <p:spPr bwMode="auto">
            <a:xfrm>
              <a:off x="1143024" y="1293279"/>
              <a:ext cx="6858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1313" indent="-341313">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spcBef>
                  <a:spcPct val="20000"/>
                </a:spcBef>
              </a:pPr>
              <a:r>
                <a:rPr lang="zh-CN" altLang="en-US" sz="2000" b="1">
                  <a:solidFill>
                    <a:srgbClr val="11576A"/>
                  </a:solidFill>
                  <a:latin typeface="微软雅黑" panose="020B0503020204020204" pitchFamily="34" charset="-122"/>
                  <a:ea typeface="微软雅黑" panose="020B0503020204020204" pitchFamily="34" charset="-122"/>
                  <a:cs typeface="MS PGothic" panose="020B0600070205080204" pitchFamily="34" charset="-128"/>
                </a:rPr>
                <a:t>检测系统中内存和显卡等关键部件的存在和工作状态</a:t>
              </a:r>
            </a:p>
          </p:txBody>
        </p:sp>
        <p:sp>
          <p:nvSpPr>
            <p:cNvPr id="13328" name="矩形 14">
              <a:extLst>
                <a:ext uri="{FF2B5EF4-FFF2-40B4-BE49-F238E27FC236}">
                  <a16:creationId xmlns:a16="http://schemas.microsoft.com/office/drawing/2014/main" id="{3B1FE89D-5CDC-4C61-99AD-246CAE27FD54}"/>
                </a:ext>
              </a:extLst>
            </p:cNvPr>
            <p:cNvSpPr>
              <a:spLocks noChangeArrowheads="1"/>
            </p:cNvSpPr>
            <p:nvPr/>
          </p:nvSpPr>
          <p:spPr bwMode="auto">
            <a:xfrm>
              <a:off x="785836" y="1310742"/>
              <a:ext cx="41710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zh-CN" altLang="en-US" sz="1800" b="1">
                  <a:solidFill>
                    <a:srgbClr val="11576A"/>
                  </a:solidFill>
                  <a:latin typeface="张海山锐谐体2.0-授权联系：Samtype@QQ.com"/>
                  <a:ea typeface="张海山锐谐体2.0-授权联系：Samtype@QQ.com"/>
                  <a:cs typeface="张海山锐谐体2.0-授权联系：Samtype@QQ.com"/>
                </a:rPr>
                <a:t>■</a:t>
              </a:r>
              <a:endParaRPr lang="zh-CN" altLang="en-US" sz="1800" b="1">
                <a:latin typeface="Calibri" panose="020F0502020204030204" pitchFamily="34" charset="0"/>
              </a:endParaRPr>
            </a:p>
          </p:txBody>
        </p:sp>
        <p:sp>
          <p:nvSpPr>
            <p:cNvPr id="13329" name="TextBox 13">
              <a:extLst>
                <a:ext uri="{FF2B5EF4-FFF2-40B4-BE49-F238E27FC236}">
                  <a16:creationId xmlns:a16="http://schemas.microsoft.com/office/drawing/2014/main" id="{44489DB9-244F-418B-BCCD-8995F593F138}"/>
                </a:ext>
              </a:extLst>
            </p:cNvPr>
            <p:cNvSpPr txBox="1">
              <a:spLocks noChangeArrowheads="1"/>
            </p:cNvSpPr>
            <p:nvPr/>
          </p:nvSpPr>
          <p:spPr bwMode="auto">
            <a:xfrm>
              <a:off x="1142976" y="1655231"/>
              <a:ext cx="6858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1313" indent="-341313">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spcBef>
                  <a:spcPct val="20000"/>
                </a:spcBef>
              </a:pPr>
              <a:r>
                <a:rPr lang="zh-CN" altLang="en-US" sz="2000" b="1">
                  <a:solidFill>
                    <a:srgbClr val="11576A"/>
                  </a:solidFill>
                  <a:latin typeface="微软雅黑" panose="020B0503020204020204" pitchFamily="34" charset="-122"/>
                  <a:ea typeface="微软雅黑" panose="020B0503020204020204" pitchFamily="34" charset="-122"/>
                  <a:cs typeface="MS PGothic" panose="020B0600070205080204" pitchFamily="34" charset="-128"/>
                </a:rPr>
                <a:t>查找并执行显卡等接口卡</a:t>
              </a:r>
              <a:r>
                <a:rPr lang="en-US" altLang="zh-CN" sz="2000" b="1">
                  <a:solidFill>
                    <a:srgbClr val="11576A"/>
                  </a:solidFill>
                  <a:latin typeface="微软雅黑" panose="020B0503020204020204" pitchFamily="34" charset="-122"/>
                  <a:ea typeface="微软雅黑" panose="020B0503020204020204" pitchFamily="34" charset="-122"/>
                  <a:cs typeface="MS PGothic" panose="020B0600070205080204" pitchFamily="34" charset="-128"/>
                </a:rPr>
                <a:t>BIOS</a:t>
              </a:r>
              <a:r>
                <a:rPr lang="zh-CN" altLang="en-US" sz="2000" b="1">
                  <a:solidFill>
                    <a:srgbClr val="11576A"/>
                  </a:solidFill>
                  <a:latin typeface="微软雅黑" panose="020B0503020204020204" pitchFamily="34" charset="-122"/>
                  <a:ea typeface="微软雅黑" panose="020B0503020204020204" pitchFamily="34" charset="-122"/>
                  <a:cs typeface="MS PGothic" panose="020B0600070205080204" pitchFamily="34" charset="-128"/>
                </a:rPr>
                <a:t>，进行设备初始化；</a:t>
              </a:r>
            </a:p>
          </p:txBody>
        </p:sp>
        <p:sp>
          <p:nvSpPr>
            <p:cNvPr id="13330" name="矩形 14">
              <a:extLst>
                <a:ext uri="{FF2B5EF4-FFF2-40B4-BE49-F238E27FC236}">
                  <a16:creationId xmlns:a16="http://schemas.microsoft.com/office/drawing/2014/main" id="{95B5E922-2929-4E7A-B21D-94DD092C344E}"/>
                </a:ext>
              </a:extLst>
            </p:cNvPr>
            <p:cNvSpPr>
              <a:spLocks noChangeArrowheads="1"/>
            </p:cNvSpPr>
            <p:nvPr/>
          </p:nvSpPr>
          <p:spPr bwMode="auto">
            <a:xfrm>
              <a:off x="785788" y="1672694"/>
              <a:ext cx="41710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zh-CN" altLang="en-US" sz="1800" b="1">
                  <a:solidFill>
                    <a:srgbClr val="11576A"/>
                  </a:solidFill>
                  <a:latin typeface="张海山锐谐体2.0-授权联系：Samtype@QQ.com"/>
                  <a:ea typeface="张海山锐谐体2.0-授权联系：Samtype@QQ.com"/>
                  <a:cs typeface="张海山锐谐体2.0-授权联系：Samtype@QQ.com"/>
                </a:rPr>
                <a:t>■</a:t>
              </a:r>
              <a:endParaRPr lang="zh-CN" altLang="en-US" sz="1800" b="1">
                <a:latin typeface="Calibri" panose="020F0502020204030204" pitchFamily="34" charset="0"/>
              </a:endParaRPr>
            </a:p>
          </p:txBody>
        </p:sp>
      </p:grpSp>
      <p:grpSp>
        <p:nvGrpSpPr>
          <p:cNvPr id="5" name="组合 4">
            <a:extLst>
              <a:ext uri="{FF2B5EF4-FFF2-40B4-BE49-F238E27FC236}">
                <a16:creationId xmlns:a16="http://schemas.microsoft.com/office/drawing/2014/main" id="{E764EEA8-094A-427E-9321-C54441A502B4}"/>
              </a:ext>
            </a:extLst>
          </p:cNvPr>
          <p:cNvGrpSpPr>
            <a:grpSpLocks/>
          </p:cNvGrpSpPr>
          <p:nvPr/>
        </p:nvGrpSpPr>
        <p:grpSpPr bwMode="auto">
          <a:xfrm>
            <a:off x="1044575" y="3138488"/>
            <a:ext cx="7991475" cy="1143000"/>
            <a:chOff x="785788" y="1993371"/>
            <a:chExt cx="7991478" cy="1143065"/>
          </a:xfrm>
        </p:grpSpPr>
        <p:sp>
          <p:nvSpPr>
            <p:cNvPr id="13321" name="TextBox 13">
              <a:extLst>
                <a:ext uri="{FF2B5EF4-FFF2-40B4-BE49-F238E27FC236}">
                  <a16:creationId xmlns:a16="http://schemas.microsoft.com/office/drawing/2014/main" id="{EDD3037C-7B84-4534-ACD7-EC7F0AAFB9AE}"/>
                </a:ext>
              </a:extLst>
            </p:cNvPr>
            <p:cNvSpPr txBox="1">
              <a:spLocks noChangeArrowheads="1"/>
            </p:cNvSpPr>
            <p:nvPr/>
          </p:nvSpPr>
          <p:spPr bwMode="auto">
            <a:xfrm>
              <a:off x="1143024" y="1993371"/>
              <a:ext cx="6858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1313" indent="-341313">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spcBef>
                  <a:spcPct val="20000"/>
                </a:spcBef>
              </a:pPr>
              <a:r>
                <a:rPr lang="zh-CN" altLang="en-US" sz="2000" b="1" dirty="0">
                  <a:solidFill>
                    <a:srgbClr val="11576A"/>
                  </a:solidFill>
                  <a:latin typeface="微软雅黑" panose="020B0503020204020204" pitchFamily="34" charset="-122"/>
                  <a:ea typeface="微软雅黑" panose="020B0503020204020204" pitchFamily="34" charset="-122"/>
                  <a:cs typeface="MS PGothic" panose="020B0600070205080204" pitchFamily="34" charset="-128"/>
                </a:rPr>
                <a:t>执行系统</a:t>
              </a:r>
              <a:r>
                <a:rPr lang="en-US" altLang="zh-CN" sz="2000" b="1" dirty="0">
                  <a:solidFill>
                    <a:srgbClr val="11576A"/>
                  </a:solidFill>
                  <a:latin typeface="微软雅黑" panose="020B0503020204020204" pitchFamily="34" charset="-122"/>
                  <a:ea typeface="微软雅黑" panose="020B0503020204020204" pitchFamily="34" charset="-122"/>
                  <a:cs typeface="MS PGothic" panose="020B0600070205080204" pitchFamily="34" charset="-128"/>
                </a:rPr>
                <a:t>BIOS</a:t>
              </a:r>
              <a:r>
                <a:rPr lang="zh-CN" altLang="en-US" sz="2000" b="1" dirty="0">
                  <a:solidFill>
                    <a:srgbClr val="11576A"/>
                  </a:solidFill>
                  <a:latin typeface="微软雅黑" panose="020B0503020204020204" pitchFamily="34" charset="-122"/>
                  <a:ea typeface="微软雅黑" panose="020B0503020204020204" pitchFamily="34" charset="-122"/>
                  <a:cs typeface="MS PGothic" panose="020B0600070205080204" pitchFamily="34" charset="-128"/>
                </a:rPr>
                <a:t>，进行系统检测；</a:t>
              </a:r>
            </a:p>
          </p:txBody>
        </p:sp>
        <p:sp>
          <p:nvSpPr>
            <p:cNvPr id="13322" name="矩形 14">
              <a:extLst>
                <a:ext uri="{FF2B5EF4-FFF2-40B4-BE49-F238E27FC236}">
                  <a16:creationId xmlns:a16="http://schemas.microsoft.com/office/drawing/2014/main" id="{94709BB5-240A-48CD-BD62-51BE8DA3618D}"/>
                </a:ext>
              </a:extLst>
            </p:cNvPr>
            <p:cNvSpPr>
              <a:spLocks noChangeArrowheads="1"/>
            </p:cNvSpPr>
            <p:nvPr/>
          </p:nvSpPr>
          <p:spPr bwMode="auto">
            <a:xfrm>
              <a:off x="785836" y="2010834"/>
              <a:ext cx="41710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zh-CN" altLang="en-US" sz="1800" b="1">
                  <a:solidFill>
                    <a:srgbClr val="11576A"/>
                  </a:solidFill>
                  <a:latin typeface="张海山锐谐体2.0-授权联系：Samtype@QQ.com"/>
                  <a:ea typeface="张海山锐谐体2.0-授权联系：Samtype@QQ.com"/>
                  <a:cs typeface="张海山锐谐体2.0-授权联系：Samtype@QQ.com"/>
                </a:rPr>
                <a:t>■</a:t>
              </a:r>
              <a:endParaRPr lang="zh-CN" altLang="en-US" sz="1800" b="1">
                <a:latin typeface="Calibri" panose="020F0502020204030204" pitchFamily="34" charset="0"/>
              </a:endParaRPr>
            </a:p>
          </p:txBody>
        </p:sp>
        <p:sp>
          <p:nvSpPr>
            <p:cNvPr id="13323" name="TextBox 15">
              <a:extLst>
                <a:ext uri="{FF2B5EF4-FFF2-40B4-BE49-F238E27FC236}">
                  <a16:creationId xmlns:a16="http://schemas.microsoft.com/office/drawing/2014/main" id="{D8F696F9-6F62-4D17-9599-8B277B3DBFAB}"/>
                </a:ext>
              </a:extLst>
            </p:cNvPr>
            <p:cNvSpPr txBox="1">
              <a:spLocks noChangeArrowheads="1"/>
            </p:cNvSpPr>
            <p:nvPr/>
          </p:nvSpPr>
          <p:spPr bwMode="auto">
            <a:xfrm>
              <a:off x="1500166" y="2366434"/>
              <a:ext cx="72771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kumimoji="1" sz="2400">
                  <a:solidFill>
                    <a:schemeClr val="tx1"/>
                  </a:solidFill>
                  <a:latin typeface="Tahoma" panose="020B0604030504040204" pitchFamily="34" charset="0"/>
                  <a:ea typeface="宋体" panose="02010600030101010101" pitchFamily="2" charset="-122"/>
                </a:defRPr>
              </a:lvl1pPr>
              <a:lvl2pPr>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marL="0" lvl="1">
                <a:spcBef>
                  <a:spcPct val="20000"/>
                </a:spcBef>
              </a:pPr>
              <a:r>
                <a:rPr lang="zh-CN" altLang="en-US" sz="2000" b="1">
                  <a:solidFill>
                    <a:srgbClr val="11576A"/>
                  </a:solidFill>
                  <a:latin typeface="微软雅黑" panose="020B0503020204020204" pitchFamily="34" charset="-122"/>
                  <a:ea typeface="微软雅黑" panose="020B0503020204020204" pitchFamily="34" charset="-122"/>
                  <a:cs typeface="MS PGothic" panose="020B0600070205080204" pitchFamily="34" charset="-128"/>
                </a:rPr>
                <a:t>检测和配置系统中安装的即插即用设备；</a:t>
              </a:r>
            </a:p>
          </p:txBody>
        </p:sp>
        <p:pic>
          <p:nvPicPr>
            <p:cNvPr id="13324" name="图片 16" descr="小点1.png">
              <a:extLst>
                <a:ext uri="{FF2B5EF4-FFF2-40B4-BE49-F238E27FC236}">
                  <a16:creationId xmlns:a16="http://schemas.microsoft.com/office/drawing/2014/main" id="{D9C57A64-65C8-4FEE-B814-7C1981BB2B4A}"/>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292249" y="2495021"/>
              <a:ext cx="149225" cy="149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25" name="TextBox 13">
              <a:extLst>
                <a:ext uri="{FF2B5EF4-FFF2-40B4-BE49-F238E27FC236}">
                  <a16:creationId xmlns:a16="http://schemas.microsoft.com/office/drawing/2014/main" id="{BC9CA248-C7D9-4A3B-8552-FB112355C187}"/>
                </a:ext>
              </a:extLst>
            </p:cNvPr>
            <p:cNvSpPr txBox="1">
              <a:spLocks noChangeArrowheads="1"/>
            </p:cNvSpPr>
            <p:nvPr/>
          </p:nvSpPr>
          <p:spPr bwMode="auto">
            <a:xfrm>
              <a:off x="1142976" y="2736326"/>
              <a:ext cx="6858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1313" indent="-341313">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spcBef>
                  <a:spcPct val="20000"/>
                </a:spcBef>
              </a:pPr>
              <a:r>
                <a:rPr lang="zh-CN" altLang="en-US" sz="2000" b="1">
                  <a:solidFill>
                    <a:srgbClr val="11576A"/>
                  </a:solidFill>
                  <a:latin typeface="微软雅黑" panose="020B0503020204020204" pitchFamily="34" charset="-122"/>
                  <a:ea typeface="微软雅黑" panose="020B0503020204020204" pitchFamily="34" charset="-122"/>
                  <a:cs typeface="MS PGothic" panose="020B0600070205080204" pitchFamily="34" charset="-128"/>
                </a:rPr>
                <a:t>更新</a:t>
              </a:r>
              <a:r>
                <a:rPr lang="en-US" altLang="zh-CN" sz="2000" b="1">
                  <a:solidFill>
                    <a:srgbClr val="11576A"/>
                  </a:solidFill>
                  <a:latin typeface="微软雅黑" panose="020B0503020204020204" pitchFamily="34" charset="-122"/>
                  <a:ea typeface="微软雅黑" panose="020B0503020204020204" pitchFamily="34" charset="-122"/>
                  <a:cs typeface="MS PGothic" panose="020B0600070205080204" pitchFamily="34" charset="-128"/>
                </a:rPr>
                <a:t>CMOS</a:t>
              </a:r>
              <a:r>
                <a:rPr lang="zh-CN" altLang="en-US" sz="2000" b="1">
                  <a:solidFill>
                    <a:srgbClr val="11576A"/>
                  </a:solidFill>
                  <a:latin typeface="微软雅黑" panose="020B0503020204020204" pitchFamily="34" charset="-122"/>
                  <a:ea typeface="微软雅黑" panose="020B0503020204020204" pitchFamily="34" charset="-122"/>
                  <a:cs typeface="MS PGothic" panose="020B0600070205080204" pitchFamily="34" charset="-128"/>
                </a:rPr>
                <a:t>中的扩展系统配置数据</a:t>
              </a:r>
              <a:r>
                <a:rPr lang="en-US" altLang="zh-CN" sz="2000" b="1">
                  <a:solidFill>
                    <a:srgbClr val="11576A"/>
                  </a:solidFill>
                  <a:latin typeface="微软雅黑" panose="020B0503020204020204" pitchFamily="34" charset="-122"/>
                  <a:ea typeface="微软雅黑" panose="020B0503020204020204" pitchFamily="34" charset="-122"/>
                  <a:cs typeface="MS PGothic" panose="020B0600070205080204" pitchFamily="34" charset="-128"/>
                </a:rPr>
                <a:t>(ESCD)</a:t>
              </a:r>
            </a:p>
          </p:txBody>
        </p:sp>
        <p:sp>
          <p:nvSpPr>
            <p:cNvPr id="13326" name="矩形 14">
              <a:extLst>
                <a:ext uri="{FF2B5EF4-FFF2-40B4-BE49-F238E27FC236}">
                  <a16:creationId xmlns:a16="http://schemas.microsoft.com/office/drawing/2014/main" id="{004293BD-DFA9-4DB5-B891-DDA93E32F9C6}"/>
                </a:ext>
              </a:extLst>
            </p:cNvPr>
            <p:cNvSpPr>
              <a:spLocks noChangeArrowheads="1"/>
            </p:cNvSpPr>
            <p:nvPr/>
          </p:nvSpPr>
          <p:spPr bwMode="auto">
            <a:xfrm>
              <a:off x="785788" y="2753789"/>
              <a:ext cx="41710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zh-CN" altLang="en-US" sz="1800" b="1">
                  <a:solidFill>
                    <a:srgbClr val="11576A"/>
                  </a:solidFill>
                  <a:latin typeface="张海山锐谐体2.0-授权联系：Samtype@QQ.com"/>
                  <a:ea typeface="张海山锐谐体2.0-授权联系：Samtype@QQ.com"/>
                  <a:cs typeface="张海山锐谐体2.0-授权联系：Samtype@QQ.com"/>
                </a:rPr>
                <a:t>■</a:t>
              </a:r>
              <a:endParaRPr lang="zh-CN" altLang="en-US" sz="1800" b="1">
                <a:latin typeface="Calibri" panose="020F0502020204030204" pitchFamily="34" charset="0"/>
              </a:endParaRPr>
            </a:p>
          </p:txBody>
        </p:sp>
      </p:grpSp>
      <p:grpSp>
        <p:nvGrpSpPr>
          <p:cNvPr id="7" name="组合 6">
            <a:extLst>
              <a:ext uri="{FF2B5EF4-FFF2-40B4-BE49-F238E27FC236}">
                <a16:creationId xmlns:a16="http://schemas.microsoft.com/office/drawing/2014/main" id="{DD3129E4-A447-4370-BAD2-DCC3620447D1}"/>
              </a:ext>
            </a:extLst>
          </p:cNvPr>
          <p:cNvGrpSpPr>
            <a:grpSpLocks/>
          </p:cNvGrpSpPr>
          <p:nvPr/>
        </p:nvGrpSpPr>
        <p:grpSpPr bwMode="auto">
          <a:xfrm>
            <a:off x="1044575" y="4252913"/>
            <a:ext cx="7215188" cy="400050"/>
            <a:chOff x="785788" y="3107804"/>
            <a:chExt cx="7215188" cy="400109"/>
          </a:xfrm>
        </p:grpSpPr>
        <p:sp>
          <p:nvSpPr>
            <p:cNvPr id="13319" name="TextBox 13">
              <a:extLst>
                <a:ext uri="{FF2B5EF4-FFF2-40B4-BE49-F238E27FC236}">
                  <a16:creationId xmlns:a16="http://schemas.microsoft.com/office/drawing/2014/main" id="{5C7ABB1F-CF66-4F86-9F94-7E1C24FD6460}"/>
                </a:ext>
              </a:extLst>
            </p:cNvPr>
            <p:cNvSpPr txBox="1">
              <a:spLocks noChangeArrowheads="1"/>
            </p:cNvSpPr>
            <p:nvPr/>
          </p:nvSpPr>
          <p:spPr bwMode="auto">
            <a:xfrm>
              <a:off x="1142976" y="3107804"/>
              <a:ext cx="6858000" cy="400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1313" indent="-341313">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spcBef>
                  <a:spcPct val="20000"/>
                </a:spcBef>
              </a:pPr>
              <a:r>
                <a:rPr lang="zh-CN" altLang="en-US" sz="2000" b="1">
                  <a:solidFill>
                    <a:srgbClr val="11576A"/>
                  </a:solidFill>
                  <a:latin typeface="微软雅黑" panose="020B0503020204020204" pitchFamily="34" charset="-122"/>
                  <a:ea typeface="微软雅黑" panose="020B0503020204020204" pitchFamily="34" charset="-122"/>
                  <a:cs typeface="MS PGothic" panose="020B0600070205080204" pitchFamily="34" charset="-128"/>
                </a:rPr>
                <a:t>按指定启动顺序从软盘、硬盘或光驱启动</a:t>
              </a:r>
              <a:endParaRPr lang="en-US" altLang="zh-CN" sz="2000" b="1">
                <a:solidFill>
                  <a:srgbClr val="11576A"/>
                </a:solidFill>
                <a:latin typeface="微软雅黑" panose="020B0503020204020204" pitchFamily="34" charset="-122"/>
                <a:ea typeface="微软雅黑" panose="020B0503020204020204" pitchFamily="34" charset="-122"/>
                <a:cs typeface="MS PGothic" panose="020B0600070205080204" pitchFamily="34" charset="-128"/>
              </a:endParaRPr>
            </a:p>
          </p:txBody>
        </p:sp>
        <p:sp>
          <p:nvSpPr>
            <p:cNvPr id="13320" name="矩形 14">
              <a:extLst>
                <a:ext uri="{FF2B5EF4-FFF2-40B4-BE49-F238E27FC236}">
                  <a16:creationId xmlns:a16="http://schemas.microsoft.com/office/drawing/2014/main" id="{E896891A-AA65-422E-85D6-70EAEE2500F0}"/>
                </a:ext>
              </a:extLst>
            </p:cNvPr>
            <p:cNvSpPr>
              <a:spLocks noChangeArrowheads="1"/>
            </p:cNvSpPr>
            <p:nvPr/>
          </p:nvSpPr>
          <p:spPr bwMode="auto">
            <a:xfrm>
              <a:off x="785788" y="3125267"/>
              <a:ext cx="417102" cy="369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zh-CN" altLang="en-US" sz="1800" b="1">
                  <a:solidFill>
                    <a:srgbClr val="11576A"/>
                  </a:solidFill>
                  <a:latin typeface="张海山锐谐体2.0-授权联系：Samtype@QQ.com"/>
                  <a:ea typeface="张海山锐谐体2.0-授权联系：Samtype@QQ.com"/>
                  <a:cs typeface="张海山锐谐体2.0-授权联系：Samtype@QQ.com"/>
                </a:rPr>
                <a:t>■</a:t>
              </a:r>
              <a:endParaRPr lang="zh-CN" altLang="en-US" sz="1800" b="1">
                <a:latin typeface="Calibri" panose="020F0502020204030204" pitchFamily="34" charset="0"/>
              </a:endParaRPr>
            </a:p>
          </p:txBody>
        </p:sp>
      </p:grpSp>
    </p:spTree>
    <p:extLst>
      <p:ext uri="{BB962C8B-B14F-4D97-AF65-F5344CB8AC3E}">
        <p14:creationId xmlns:p14="http://schemas.microsoft.com/office/powerpoint/2010/main" val="221092225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par>
                                <p:cTn id="8" presetID="22" presetClass="entr" presetSubtype="8"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wipe(left)">
                                      <p:cBhvr>
                                        <p:cTn id="10" dur="500"/>
                                        <p:tgtEl>
                                          <p:spTgt spid="3"/>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8"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wipe(left)">
                                      <p:cBhvr>
                                        <p:cTn id="15" dur="500"/>
                                        <p:tgtEl>
                                          <p:spTgt spid="4"/>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nodeType="click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wipe(left)">
                                      <p:cBhvr>
                                        <p:cTn id="20" dur="500"/>
                                        <p:tgtEl>
                                          <p:spTgt spid="5"/>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wipe(left)">
                                      <p:cBhvr>
                                        <p:cTn id="2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1AA4CA88-2295-4E53-967F-9DF853EBF46F}"/>
              </a:ext>
            </a:extLst>
          </p:cNvPr>
          <p:cNvSpPr txBox="1">
            <a:spLocks noChangeArrowheads="1"/>
          </p:cNvSpPr>
          <p:nvPr/>
        </p:nvSpPr>
        <p:spPr bwMode="auto">
          <a:xfrm>
            <a:off x="1204604" y="302563"/>
            <a:ext cx="51435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zh-CN" altLang="en-US" sz="3000" b="1" dirty="0">
                <a:solidFill>
                  <a:schemeClr val="accent3"/>
                </a:solidFill>
                <a:latin typeface="微软雅黑" panose="020B0503020204020204" pitchFamily="34" charset="-122"/>
                <a:ea typeface="微软雅黑" panose="020B0503020204020204" pitchFamily="34" charset="-122"/>
                <a:cs typeface="MS PGothic" panose="020B0600070205080204" pitchFamily="34" charset="-128"/>
              </a:rPr>
              <a:t>主引导记录</a:t>
            </a:r>
            <a:r>
              <a:rPr lang="en-US" altLang="zh-CN" sz="3000" b="1" dirty="0">
                <a:solidFill>
                  <a:schemeClr val="accent3"/>
                </a:solidFill>
                <a:latin typeface="微软雅黑" panose="020B0503020204020204" pitchFamily="34" charset="-122"/>
                <a:ea typeface="微软雅黑" panose="020B0503020204020204" pitchFamily="34" charset="-122"/>
                <a:cs typeface="MS PGothic" panose="020B0600070205080204" pitchFamily="34" charset="-128"/>
              </a:rPr>
              <a:t>(MBR)</a:t>
            </a:r>
            <a:r>
              <a:rPr lang="zh-CN" altLang="en-US" sz="3000" b="1" dirty="0">
                <a:solidFill>
                  <a:schemeClr val="accent3"/>
                </a:solidFill>
                <a:latin typeface="微软雅黑" panose="020B0503020204020204" pitchFamily="34" charset="-122"/>
                <a:ea typeface="微软雅黑" panose="020B0503020204020204" pitchFamily="34" charset="-122"/>
                <a:cs typeface="MS PGothic" panose="020B0600070205080204" pitchFamily="34" charset="-128"/>
              </a:rPr>
              <a:t>格式</a:t>
            </a:r>
            <a:endParaRPr lang="zh-CN" altLang="en-US" sz="3000" b="1" dirty="0">
              <a:solidFill>
                <a:schemeClr val="accent3"/>
              </a:solidFill>
              <a:latin typeface="微软雅黑" panose="020B0503020204020204" pitchFamily="34" charset="-122"/>
              <a:ea typeface="微软雅黑" panose="020B0503020204020204" pitchFamily="34" charset="-122"/>
            </a:endParaRPr>
          </a:p>
        </p:txBody>
      </p:sp>
      <p:grpSp>
        <p:nvGrpSpPr>
          <p:cNvPr id="7" name="组合 6">
            <a:extLst>
              <a:ext uri="{FF2B5EF4-FFF2-40B4-BE49-F238E27FC236}">
                <a16:creationId xmlns:a16="http://schemas.microsoft.com/office/drawing/2014/main" id="{E6C98A73-3573-4538-B5A0-1707A9042D9A}"/>
              </a:ext>
            </a:extLst>
          </p:cNvPr>
          <p:cNvGrpSpPr>
            <a:grpSpLocks/>
          </p:cNvGrpSpPr>
          <p:nvPr/>
        </p:nvGrpSpPr>
        <p:grpSpPr bwMode="auto">
          <a:xfrm>
            <a:off x="931863" y="4124325"/>
            <a:ext cx="4572000" cy="1022350"/>
            <a:chOff x="500034" y="2928940"/>
            <a:chExt cx="4572032" cy="1023382"/>
          </a:xfrm>
        </p:grpSpPr>
        <p:sp>
          <p:nvSpPr>
            <p:cNvPr id="14372" name="TextBox 13">
              <a:extLst>
                <a:ext uri="{FF2B5EF4-FFF2-40B4-BE49-F238E27FC236}">
                  <a16:creationId xmlns:a16="http://schemas.microsoft.com/office/drawing/2014/main" id="{8B635F2B-E4A9-49B0-B41F-EFF59010AD86}"/>
                </a:ext>
              </a:extLst>
            </p:cNvPr>
            <p:cNvSpPr txBox="1">
              <a:spLocks noChangeArrowheads="1"/>
            </p:cNvSpPr>
            <p:nvPr/>
          </p:nvSpPr>
          <p:spPr bwMode="auto">
            <a:xfrm>
              <a:off x="857222" y="2928940"/>
              <a:ext cx="385765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1313" indent="-341313">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spcBef>
                  <a:spcPct val="20000"/>
                </a:spcBef>
              </a:pPr>
              <a:r>
                <a:rPr lang="zh-CN" altLang="en-US" sz="1800" b="1">
                  <a:solidFill>
                    <a:srgbClr val="11576A"/>
                  </a:solidFill>
                  <a:latin typeface="微软雅黑" panose="020B0503020204020204" pitchFamily="34" charset="-122"/>
                  <a:ea typeface="微软雅黑" panose="020B0503020204020204" pitchFamily="34" charset="-122"/>
                  <a:cs typeface="宋体" panose="02010600030101010101" pitchFamily="2" charset="-122"/>
                </a:rPr>
                <a:t>启动代码：</a:t>
              </a:r>
              <a:r>
                <a:rPr lang="en-US" altLang="zh-CN" sz="1800" b="1">
                  <a:solidFill>
                    <a:srgbClr val="11576A"/>
                  </a:solidFill>
                  <a:latin typeface="微软雅黑" panose="020B0503020204020204" pitchFamily="34" charset="-122"/>
                  <a:ea typeface="微软雅黑" panose="020B0503020204020204" pitchFamily="34" charset="-122"/>
                  <a:cs typeface="宋体" panose="02010600030101010101" pitchFamily="2" charset="-122"/>
                </a:rPr>
                <a:t>446</a:t>
              </a:r>
              <a:r>
                <a:rPr lang="zh-CN" altLang="en-US" sz="1800" b="1">
                  <a:solidFill>
                    <a:srgbClr val="11576A"/>
                  </a:solidFill>
                  <a:latin typeface="微软雅黑" panose="020B0503020204020204" pitchFamily="34" charset="-122"/>
                  <a:ea typeface="微软雅黑" panose="020B0503020204020204" pitchFamily="34" charset="-122"/>
                  <a:cs typeface="宋体" panose="02010600030101010101" pitchFamily="2" charset="-122"/>
                </a:rPr>
                <a:t>字节</a:t>
              </a:r>
            </a:p>
          </p:txBody>
        </p:sp>
        <p:sp>
          <p:nvSpPr>
            <p:cNvPr id="14373" name="矩形 14">
              <a:extLst>
                <a:ext uri="{FF2B5EF4-FFF2-40B4-BE49-F238E27FC236}">
                  <a16:creationId xmlns:a16="http://schemas.microsoft.com/office/drawing/2014/main" id="{EBED5C6C-DA2D-4754-B328-11111D6F40E6}"/>
                </a:ext>
              </a:extLst>
            </p:cNvPr>
            <p:cNvSpPr>
              <a:spLocks noChangeArrowheads="1"/>
            </p:cNvSpPr>
            <p:nvPr/>
          </p:nvSpPr>
          <p:spPr bwMode="auto">
            <a:xfrm>
              <a:off x="500034" y="2965453"/>
              <a:ext cx="41710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zh-CN" altLang="en-US" sz="1800" b="1">
                  <a:solidFill>
                    <a:srgbClr val="11576A"/>
                  </a:solidFill>
                  <a:latin typeface="张海山锐谐体2.0-授权联系：Samtype@QQ.com"/>
                  <a:ea typeface="张海山锐谐体2.0-授权联系：Samtype@QQ.com"/>
                  <a:cs typeface="张海山锐谐体2.0-授权联系：Samtype@QQ.com"/>
                </a:rPr>
                <a:t>■</a:t>
              </a:r>
              <a:endParaRPr lang="zh-CN" altLang="en-US" sz="1800" b="1">
                <a:latin typeface="Calibri" panose="020F0502020204030204" pitchFamily="34" charset="0"/>
              </a:endParaRPr>
            </a:p>
          </p:txBody>
        </p:sp>
        <p:sp>
          <p:nvSpPr>
            <p:cNvPr id="14374" name="TextBox 15">
              <a:extLst>
                <a:ext uri="{FF2B5EF4-FFF2-40B4-BE49-F238E27FC236}">
                  <a16:creationId xmlns:a16="http://schemas.microsoft.com/office/drawing/2014/main" id="{ABEAACD8-CF4F-4982-ABE9-D373E983DB17}"/>
                </a:ext>
              </a:extLst>
            </p:cNvPr>
            <p:cNvSpPr txBox="1">
              <a:spLocks noChangeArrowheads="1"/>
            </p:cNvSpPr>
            <p:nvPr/>
          </p:nvSpPr>
          <p:spPr bwMode="auto">
            <a:xfrm>
              <a:off x="1214364" y="3263903"/>
              <a:ext cx="364338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1313" indent="-341313">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spcBef>
                  <a:spcPct val="20000"/>
                </a:spcBef>
              </a:pPr>
              <a:r>
                <a:rPr lang="zh-CN" altLang="en-US" sz="1800" b="1">
                  <a:solidFill>
                    <a:srgbClr val="11576A"/>
                  </a:solidFill>
                  <a:latin typeface="微软雅黑" panose="020B0503020204020204" pitchFamily="34" charset="-122"/>
                  <a:ea typeface="微软雅黑" panose="020B0503020204020204" pitchFamily="34" charset="-122"/>
                  <a:cs typeface="宋体" panose="02010600030101010101" pitchFamily="2" charset="-122"/>
                </a:rPr>
                <a:t>检查分区表正确性</a:t>
              </a:r>
            </a:p>
          </p:txBody>
        </p:sp>
        <p:pic>
          <p:nvPicPr>
            <p:cNvPr id="14375" name="图片 16" descr="小点1.png">
              <a:extLst>
                <a:ext uri="{FF2B5EF4-FFF2-40B4-BE49-F238E27FC236}">
                  <a16:creationId xmlns:a16="http://schemas.microsoft.com/office/drawing/2014/main" id="{9C1E03F5-0B2E-4F5D-8E61-2CF03539FCD1}"/>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006447" y="3392490"/>
              <a:ext cx="149225" cy="149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76" name="TextBox 15">
              <a:extLst>
                <a:ext uri="{FF2B5EF4-FFF2-40B4-BE49-F238E27FC236}">
                  <a16:creationId xmlns:a16="http://schemas.microsoft.com/office/drawing/2014/main" id="{6B83E3A9-67EE-41E3-BD58-E4D7989B5931}"/>
                </a:ext>
              </a:extLst>
            </p:cNvPr>
            <p:cNvSpPr txBox="1">
              <a:spLocks noChangeArrowheads="1"/>
            </p:cNvSpPr>
            <p:nvPr/>
          </p:nvSpPr>
          <p:spPr bwMode="auto">
            <a:xfrm>
              <a:off x="1214364" y="3582990"/>
              <a:ext cx="385770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kumimoji="1" sz="2400">
                  <a:solidFill>
                    <a:schemeClr val="tx1"/>
                  </a:solidFill>
                  <a:latin typeface="Tahoma" panose="020B0604030504040204" pitchFamily="34" charset="0"/>
                  <a:ea typeface="宋体" panose="02010600030101010101" pitchFamily="2" charset="-122"/>
                </a:defRPr>
              </a:lvl1pPr>
              <a:lvl2pPr marL="341313" indent="-341313">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lvl="1">
                <a:spcBef>
                  <a:spcPct val="20000"/>
                </a:spcBef>
              </a:pPr>
              <a:r>
                <a:rPr lang="zh-CN" altLang="en-US" sz="1800" b="1">
                  <a:solidFill>
                    <a:srgbClr val="11576A"/>
                  </a:solidFill>
                  <a:latin typeface="微软雅黑" panose="020B0503020204020204" pitchFamily="34" charset="-122"/>
                  <a:ea typeface="微软雅黑" panose="020B0503020204020204" pitchFamily="34" charset="-122"/>
                  <a:cs typeface="宋体" panose="02010600030101010101" pitchFamily="2" charset="-122"/>
                </a:rPr>
                <a:t>加载并跳转到磁盘上的引导程序</a:t>
              </a:r>
            </a:p>
          </p:txBody>
        </p:sp>
        <p:pic>
          <p:nvPicPr>
            <p:cNvPr id="14377" name="图片 16" descr="小点1.png">
              <a:extLst>
                <a:ext uri="{FF2B5EF4-FFF2-40B4-BE49-F238E27FC236}">
                  <a16:creationId xmlns:a16="http://schemas.microsoft.com/office/drawing/2014/main" id="{3AB732B3-4ABF-41C7-8CAC-773EFA0B039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006447" y="3711577"/>
              <a:ext cx="149225" cy="149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8" name="组合 7">
            <a:extLst>
              <a:ext uri="{FF2B5EF4-FFF2-40B4-BE49-F238E27FC236}">
                <a16:creationId xmlns:a16="http://schemas.microsoft.com/office/drawing/2014/main" id="{F7F60B93-14F5-484B-BEE2-F251BB8C5DF6}"/>
              </a:ext>
            </a:extLst>
          </p:cNvPr>
          <p:cNvGrpSpPr>
            <a:grpSpLocks/>
          </p:cNvGrpSpPr>
          <p:nvPr/>
        </p:nvGrpSpPr>
        <p:grpSpPr bwMode="auto">
          <a:xfrm>
            <a:off x="931863" y="5097463"/>
            <a:ext cx="4429125" cy="995362"/>
            <a:chOff x="500034" y="3902080"/>
            <a:chExt cx="4429156" cy="996401"/>
          </a:xfrm>
        </p:grpSpPr>
        <p:sp>
          <p:nvSpPr>
            <p:cNvPr id="14366" name="TextBox 13">
              <a:extLst>
                <a:ext uri="{FF2B5EF4-FFF2-40B4-BE49-F238E27FC236}">
                  <a16:creationId xmlns:a16="http://schemas.microsoft.com/office/drawing/2014/main" id="{36ED3163-8CFA-4048-B728-314469FC4AB8}"/>
                </a:ext>
              </a:extLst>
            </p:cNvPr>
            <p:cNvSpPr txBox="1">
              <a:spLocks noChangeArrowheads="1"/>
            </p:cNvSpPr>
            <p:nvPr/>
          </p:nvSpPr>
          <p:spPr bwMode="auto">
            <a:xfrm>
              <a:off x="857222" y="3902080"/>
              <a:ext cx="292896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1313" indent="-341313">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spcBef>
                  <a:spcPct val="20000"/>
                </a:spcBef>
              </a:pPr>
              <a:r>
                <a:rPr lang="zh-CN" altLang="en-US" sz="1800" b="1">
                  <a:solidFill>
                    <a:srgbClr val="11576A"/>
                  </a:solidFill>
                  <a:latin typeface="微软雅黑" panose="020B0503020204020204" pitchFamily="34" charset="-122"/>
                  <a:ea typeface="微软雅黑" panose="020B0503020204020204" pitchFamily="34" charset="-122"/>
                  <a:cs typeface="宋体" panose="02010600030101010101" pitchFamily="2" charset="-122"/>
                </a:rPr>
                <a:t>硬盘分区表：</a:t>
              </a:r>
              <a:r>
                <a:rPr lang="en-US" altLang="zh-CN" sz="1800" b="1">
                  <a:solidFill>
                    <a:srgbClr val="11576A"/>
                  </a:solidFill>
                  <a:latin typeface="微软雅黑" panose="020B0503020204020204" pitchFamily="34" charset="-122"/>
                  <a:ea typeface="微软雅黑" panose="020B0503020204020204" pitchFamily="34" charset="-122"/>
                  <a:cs typeface="宋体" panose="02010600030101010101" pitchFamily="2" charset="-122"/>
                </a:rPr>
                <a:t>64</a:t>
              </a:r>
              <a:r>
                <a:rPr lang="zh-CN" altLang="en-US" sz="1800" b="1">
                  <a:solidFill>
                    <a:srgbClr val="11576A"/>
                  </a:solidFill>
                  <a:latin typeface="微软雅黑" panose="020B0503020204020204" pitchFamily="34" charset="-122"/>
                  <a:ea typeface="微软雅黑" panose="020B0503020204020204" pitchFamily="34" charset="-122"/>
                  <a:cs typeface="宋体" panose="02010600030101010101" pitchFamily="2" charset="-122"/>
                </a:rPr>
                <a:t>字节</a:t>
              </a:r>
            </a:p>
          </p:txBody>
        </p:sp>
        <p:sp>
          <p:nvSpPr>
            <p:cNvPr id="14367" name="矩形 14">
              <a:extLst>
                <a:ext uri="{FF2B5EF4-FFF2-40B4-BE49-F238E27FC236}">
                  <a16:creationId xmlns:a16="http://schemas.microsoft.com/office/drawing/2014/main" id="{E3630669-3CAF-40A9-A804-D125E0BD844E}"/>
                </a:ext>
              </a:extLst>
            </p:cNvPr>
            <p:cNvSpPr>
              <a:spLocks noChangeArrowheads="1"/>
            </p:cNvSpPr>
            <p:nvPr/>
          </p:nvSpPr>
          <p:spPr bwMode="auto">
            <a:xfrm>
              <a:off x="500034" y="3938593"/>
              <a:ext cx="41710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zh-CN" altLang="en-US" sz="1800" b="1">
                  <a:solidFill>
                    <a:srgbClr val="11576A"/>
                  </a:solidFill>
                  <a:latin typeface="张海山锐谐体2.0-授权联系：Samtype@QQ.com"/>
                  <a:ea typeface="张海山锐谐体2.0-授权联系：Samtype@QQ.com"/>
                  <a:cs typeface="张海山锐谐体2.0-授权联系：Samtype@QQ.com"/>
                </a:rPr>
                <a:t>■</a:t>
              </a:r>
              <a:endParaRPr lang="zh-CN" altLang="en-US" sz="1800" b="1">
                <a:latin typeface="Calibri" panose="020F0502020204030204" pitchFamily="34" charset="0"/>
              </a:endParaRPr>
            </a:p>
          </p:txBody>
        </p:sp>
        <p:sp>
          <p:nvSpPr>
            <p:cNvPr id="14368" name="TextBox 15">
              <a:extLst>
                <a:ext uri="{FF2B5EF4-FFF2-40B4-BE49-F238E27FC236}">
                  <a16:creationId xmlns:a16="http://schemas.microsoft.com/office/drawing/2014/main" id="{50D19797-1194-4AFA-B725-E37A0E7C4919}"/>
                </a:ext>
              </a:extLst>
            </p:cNvPr>
            <p:cNvSpPr txBox="1">
              <a:spLocks noChangeArrowheads="1"/>
            </p:cNvSpPr>
            <p:nvPr/>
          </p:nvSpPr>
          <p:spPr bwMode="auto">
            <a:xfrm>
              <a:off x="1214364" y="4210062"/>
              <a:ext cx="335763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1313" indent="-341313">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spcBef>
                  <a:spcPct val="20000"/>
                </a:spcBef>
              </a:pPr>
              <a:r>
                <a:rPr lang="zh-CN" altLang="en-US" sz="1800" b="1">
                  <a:solidFill>
                    <a:srgbClr val="11576A"/>
                  </a:solidFill>
                  <a:latin typeface="微软雅黑" panose="020B0503020204020204" pitchFamily="34" charset="-122"/>
                  <a:ea typeface="微软雅黑" panose="020B0503020204020204" pitchFamily="34" charset="-122"/>
                  <a:cs typeface="宋体" panose="02010600030101010101" pitchFamily="2" charset="-122"/>
                </a:rPr>
                <a:t>描述分区状态和位置</a:t>
              </a:r>
            </a:p>
          </p:txBody>
        </p:sp>
        <p:pic>
          <p:nvPicPr>
            <p:cNvPr id="14369" name="图片 16" descr="小点1.png">
              <a:extLst>
                <a:ext uri="{FF2B5EF4-FFF2-40B4-BE49-F238E27FC236}">
                  <a16:creationId xmlns:a16="http://schemas.microsoft.com/office/drawing/2014/main" id="{181196D9-A766-4FAC-B1BB-62C2ADAC3C6A}"/>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006447" y="4338649"/>
              <a:ext cx="149225" cy="149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70" name="TextBox 15">
              <a:extLst>
                <a:ext uri="{FF2B5EF4-FFF2-40B4-BE49-F238E27FC236}">
                  <a16:creationId xmlns:a16="http://schemas.microsoft.com/office/drawing/2014/main" id="{E58101FC-5CDD-493B-8DDF-1F26B4C8A290}"/>
                </a:ext>
              </a:extLst>
            </p:cNvPr>
            <p:cNvSpPr txBox="1">
              <a:spLocks noChangeArrowheads="1"/>
            </p:cNvSpPr>
            <p:nvPr/>
          </p:nvSpPr>
          <p:spPr bwMode="auto">
            <a:xfrm>
              <a:off x="1214364" y="4529149"/>
              <a:ext cx="371482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1313" indent="-341313">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spcBef>
                  <a:spcPct val="20000"/>
                </a:spcBef>
              </a:pPr>
              <a:r>
                <a:rPr lang="zh-CN" altLang="en-US" sz="1800" b="1">
                  <a:solidFill>
                    <a:srgbClr val="11576A"/>
                  </a:solidFill>
                  <a:latin typeface="微软雅黑" panose="020B0503020204020204" pitchFamily="34" charset="-122"/>
                  <a:ea typeface="微软雅黑" panose="020B0503020204020204" pitchFamily="34" charset="-122"/>
                  <a:cs typeface="宋体" panose="02010600030101010101" pitchFamily="2" charset="-122"/>
                </a:rPr>
                <a:t>每个分区描述信息占据</a:t>
              </a:r>
              <a:r>
                <a:rPr lang="en-US" altLang="zh-CN" sz="1800" b="1">
                  <a:solidFill>
                    <a:srgbClr val="11576A"/>
                  </a:solidFill>
                  <a:latin typeface="微软雅黑" panose="020B0503020204020204" pitchFamily="34" charset="-122"/>
                  <a:ea typeface="微软雅黑" panose="020B0503020204020204" pitchFamily="34" charset="-122"/>
                  <a:cs typeface="宋体" panose="02010600030101010101" pitchFamily="2" charset="-122"/>
                </a:rPr>
                <a:t>16</a:t>
              </a:r>
              <a:r>
                <a:rPr lang="zh-CN" altLang="en-US" sz="1800" b="1">
                  <a:solidFill>
                    <a:srgbClr val="11576A"/>
                  </a:solidFill>
                  <a:latin typeface="微软雅黑" panose="020B0503020204020204" pitchFamily="34" charset="-122"/>
                  <a:ea typeface="微软雅黑" panose="020B0503020204020204" pitchFamily="34" charset="-122"/>
                  <a:cs typeface="宋体" panose="02010600030101010101" pitchFamily="2" charset="-122"/>
                </a:rPr>
                <a:t>字节</a:t>
              </a:r>
            </a:p>
          </p:txBody>
        </p:sp>
        <p:pic>
          <p:nvPicPr>
            <p:cNvPr id="14371" name="图片 16" descr="小点1.png">
              <a:extLst>
                <a:ext uri="{FF2B5EF4-FFF2-40B4-BE49-F238E27FC236}">
                  <a16:creationId xmlns:a16="http://schemas.microsoft.com/office/drawing/2014/main" id="{484F0A18-847E-42C0-B645-F1E0506501C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006447" y="4657736"/>
              <a:ext cx="149225" cy="149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9" name="组合 8">
            <a:extLst>
              <a:ext uri="{FF2B5EF4-FFF2-40B4-BE49-F238E27FC236}">
                <a16:creationId xmlns:a16="http://schemas.microsoft.com/office/drawing/2014/main" id="{1B0BFCD0-1726-463D-993B-5EDA87961BAF}"/>
              </a:ext>
            </a:extLst>
          </p:cNvPr>
          <p:cNvGrpSpPr>
            <a:grpSpLocks/>
          </p:cNvGrpSpPr>
          <p:nvPr/>
        </p:nvGrpSpPr>
        <p:grpSpPr bwMode="auto">
          <a:xfrm>
            <a:off x="4964113" y="4090988"/>
            <a:ext cx="4071937" cy="741362"/>
            <a:chOff x="4532516" y="2895602"/>
            <a:chExt cx="4071932" cy="742394"/>
          </a:xfrm>
        </p:grpSpPr>
        <p:sp>
          <p:nvSpPr>
            <p:cNvPr id="14362" name="TextBox 13">
              <a:extLst>
                <a:ext uri="{FF2B5EF4-FFF2-40B4-BE49-F238E27FC236}">
                  <a16:creationId xmlns:a16="http://schemas.microsoft.com/office/drawing/2014/main" id="{3789167A-477D-4A7E-A734-F0B3FAF80B43}"/>
                </a:ext>
              </a:extLst>
            </p:cNvPr>
            <p:cNvSpPr txBox="1">
              <a:spLocks noChangeArrowheads="1"/>
            </p:cNvSpPr>
            <p:nvPr/>
          </p:nvSpPr>
          <p:spPr bwMode="auto">
            <a:xfrm>
              <a:off x="4889704" y="2895602"/>
              <a:ext cx="3714744" cy="369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1313" indent="-341313">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spcBef>
                  <a:spcPct val="20000"/>
                </a:spcBef>
              </a:pPr>
              <a:r>
                <a:rPr lang="zh-CN" altLang="en-US" sz="1800" b="1">
                  <a:solidFill>
                    <a:srgbClr val="11576A"/>
                  </a:solidFill>
                  <a:latin typeface="微软雅黑" panose="020B0503020204020204" pitchFamily="34" charset="-122"/>
                  <a:ea typeface="微软雅黑" panose="020B0503020204020204" pitchFamily="34" charset="-122"/>
                  <a:cs typeface="宋体" panose="02010600030101010101" pitchFamily="2" charset="-122"/>
                </a:rPr>
                <a:t>结束标志字：</a:t>
              </a:r>
              <a:r>
                <a:rPr lang="en-US" altLang="zh-CN" sz="1800" b="1">
                  <a:solidFill>
                    <a:srgbClr val="11576A"/>
                  </a:solidFill>
                  <a:latin typeface="微软雅黑" panose="020B0503020204020204" pitchFamily="34" charset="-122"/>
                  <a:ea typeface="微软雅黑" panose="020B0503020204020204" pitchFamily="34" charset="-122"/>
                  <a:cs typeface="宋体" panose="02010600030101010101" pitchFamily="2" charset="-122"/>
                </a:rPr>
                <a:t>2</a:t>
              </a:r>
              <a:r>
                <a:rPr lang="zh-CN" altLang="en-US" sz="1800" b="1">
                  <a:solidFill>
                    <a:srgbClr val="11576A"/>
                  </a:solidFill>
                  <a:latin typeface="微软雅黑" panose="020B0503020204020204" pitchFamily="34" charset="-122"/>
                  <a:ea typeface="微软雅黑" panose="020B0503020204020204" pitchFamily="34" charset="-122"/>
                  <a:cs typeface="宋体" panose="02010600030101010101" pitchFamily="2" charset="-122"/>
                </a:rPr>
                <a:t>字节</a:t>
              </a:r>
              <a:r>
                <a:rPr lang="en-US" altLang="zh-CN" sz="1800" b="1">
                  <a:solidFill>
                    <a:srgbClr val="11576A"/>
                  </a:solidFill>
                  <a:latin typeface="微软雅黑" panose="020B0503020204020204" pitchFamily="34" charset="-122"/>
                  <a:ea typeface="微软雅黑" panose="020B0503020204020204" pitchFamily="34" charset="-122"/>
                  <a:cs typeface="宋体" panose="02010600030101010101" pitchFamily="2" charset="-122"/>
                </a:rPr>
                <a:t>(55AA)</a:t>
              </a:r>
            </a:p>
          </p:txBody>
        </p:sp>
        <p:sp>
          <p:nvSpPr>
            <p:cNvPr id="14363" name="矩形 14">
              <a:extLst>
                <a:ext uri="{FF2B5EF4-FFF2-40B4-BE49-F238E27FC236}">
                  <a16:creationId xmlns:a16="http://schemas.microsoft.com/office/drawing/2014/main" id="{CE99D6F3-6061-40CE-9A63-187F1B722BCC}"/>
                </a:ext>
              </a:extLst>
            </p:cNvPr>
            <p:cNvSpPr>
              <a:spLocks noChangeArrowheads="1"/>
            </p:cNvSpPr>
            <p:nvPr/>
          </p:nvSpPr>
          <p:spPr bwMode="auto">
            <a:xfrm>
              <a:off x="4532516" y="2932115"/>
              <a:ext cx="417102" cy="369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zh-CN" altLang="en-US" sz="1800" b="1">
                  <a:solidFill>
                    <a:srgbClr val="11576A"/>
                  </a:solidFill>
                  <a:latin typeface="张海山锐谐体2.0-授权联系：Samtype@QQ.com"/>
                  <a:ea typeface="张海山锐谐体2.0-授权联系：Samtype@QQ.com"/>
                  <a:cs typeface="张海山锐谐体2.0-授权联系：Samtype@QQ.com"/>
                </a:rPr>
                <a:t>■</a:t>
              </a:r>
              <a:endParaRPr lang="zh-CN" altLang="en-US" sz="1800" b="1">
                <a:latin typeface="Calibri" panose="020F0502020204030204" pitchFamily="34" charset="0"/>
              </a:endParaRPr>
            </a:p>
          </p:txBody>
        </p:sp>
        <p:sp>
          <p:nvSpPr>
            <p:cNvPr id="14364" name="TextBox 15">
              <a:extLst>
                <a:ext uri="{FF2B5EF4-FFF2-40B4-BE49-F238E27FC236}">
                  <a16:creationId xmlns:a16="http://schemas.microsoft.com/office/drawing/2014/main" id="{D06A2741-9277-4E67-9A6F-8E9B4D6876E0}"/>
                </a:ext>
              </a:extLst>
            </p:cNvPr>
            <p:cNvSpPr txBox="1">
              <a:spLocks noChangeArrowheads="1"/>
            </p:cNvSpPr>
            <p:nvPr/>
          </p:nvSpPr>
          <p:spPr bwMode="auto">
            <a:xfrm>
              <a:off x="5246846" y="3268665"/>
              <a:ext cx="3357602" cy="369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1313" indent="-341313">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spcBef>
                  <a:spcPct val="20000"/>
                </a:spcBef>
              </a:pPr>
              <a:r>
                <a:rPr lang="zh-CN" altLang="en-US" sz="1800" b="1">
                  <a:solidFill>
                    <a:srgbClr val="11576A"/>
                  </a:solidFill>
                  <a:latin typeface="微软雅黑" panose="020B0503020204020204" pitchFamily="34" charset="-122"/>
                  <a:ea typeface="微软雅黑" panose="020B0503020204020204" pitchFamily="34" charset="-122"/>
                  <a:cs typeface="宋体" panose="02010600030101010101" pitchFamily="2" charset="-122"/>
                </a:rPr>
                <a:t>主引导记录的有效标志</a:t>
              </a:r>
              <a:endParaRPr lang="en-US" altLang="zh-CN" sz="1800" b="1">
                <a:solidFill>
                  <a:srgbClr val="11576A"/>
                </a:solidFill>
                <a:latin typeface="微软雅黑" panose="020B0503020204020204" pitchFamily="34" charset="-122"/>
                <a:ea typeface="微软雅黑" panose="020B0503020204020204" pitchFamily="34" charset="-122"/>
                <a:cs typeface="宋体" panose="02010600030101010101" pitchFamily="2" charset="-122"/>
              </a:endParaRPr>
            </a:p>
          </p:txBody>
        </p:sp>
        <p:pic>
          <p:nvPicPr>
            <p:cNvPr id="14365" name="图片 16" descr="小点1.png">
              <a:extLst>
                <a:ext uri="{FF2B5EF4-FFF2-40B4-BE49-F238E27FC236}">
                  <a16:creationId xmlns:a16="http://schemas.microsoft.com/office/drawing/2014/main" id="{513111DF-7A15-49F2-AAAC-B4F4BBEC6CD1}"/>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038929" y="3397252"/>
              <a:ext cx="149225" cy="149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3" name="组合 2">
            <a:extLst>
              <a:ext uri="{FF2B5EF4-FFF2-40B4-BE49-F238E27FC236}">
                <a16:creationId xmlns:a16="http://schemas.microsoft.com/office/drawing/2014/main" id="{4D9B04DE-48D2-4560-A111-2244805F0C62}"/>
              </a:ext>
            </a:extLst>
          </p:cNvPr>
          <p:cNvGrpSpPr>
            <a:grpSpLocks/>
          </p:cNvGrpSpPr>
          <p:nvPr/>
        </p:nvGrpSpPr>
        <p:grpSpPr bwMode="auto">
          <a:xfrm>
            <a:off x="1020763" y="2036763"/>
            <a:ext cx="1211262" cy="2001837"/>
            <a:chOff x="589252" y="841469"/>
            <a:chExt cx="1210766" cy="2002540"/>
          </a:xfrm>
        </p:grpSpPr>
        <p:pic>
          <p:nvPicPr>
            <p:cNvPr id="14360" name="图片 43">
              <a:extLst>
                <a:ext uri="{FF2B5EF4-FFF2-40B4-BE49-F238E27FC236}">
                  <a16:creationId xmlns:a16="http://schemas.microsoft.com/office/drawing/2014/main" id="{CE94E67B-F469-43ED-8713-C7102FF7051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89252" y="841469"/>
              <a:ext cx="1210766" cy="20025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61" name="TextBox 15">
              <a:extLst>
                <a:ext uri="{FF2B5EF4-FFF2-40B4-BE49-F238E27FC236}">
                  <a16:creationId xmlns:a16="http://schemas.microsoft.com/office/drawing/2014/main" id="{7ED6FAF2-7AFC-41F8-A5EF-E93C2AF7BE16}"/>
                </a:ext>
              </a:extLst>
            </p:cNvPr>
            <p:cNvSpPr txBox="1">
              <a:spLocks noChangeArrowheads="1"/>
            </p:cNvSpPr>
            <p:nvPr/>
          </p:nvSpPr>
          <p:spPr bwMode="auto">
            <a:xfrm>
              <a:off x="683568" y="1491630"/>
              <a:ext cx="1080120" cy="3539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1313" indent="-341313">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spcBef>
                  <a:spcPct val="20000"/>
                </a:spcBef>
              </a:pPr>
              <a:r>
                <a:rPr lang="zh-CN" altLang="en-US" sz="1700" b="1" dirty="0">
                  <a:solidFill>
                    <a:schemeClr val="bg1"/>
                  </a:solidFill>
                  <a:latin typeface="微软雅黑" panose="020B0503020204020204" pitchFamily="34" charset="-122"/>
                  <a:ea typeface="微软雅黑" panose="020B0503020204020204" pitchFamily="34" charset="-122"/>
                  <a:cs typeface="宋体" panose="02010600030101010101" pitchFamily="2" charset="-122"/>
                </a:rPr>
                <a:t>启动代码</a:t>
              </a:r>
              <a:endParaRPr lang="en-US" altLang="zh-CN" sz="1700" b="1" dirty="0">
                <a:solidFill>
                  <a:schemeClr val="bg1"/>
                </a:solidFill>
                <a:latin typeface="微软雅黑" panose="020B0503020204020204" pitchFamily="34" charset="-122"/>
                <a:ea typeface="微软雅黑" panose="020B0503020204020204" pitchFamily="34" charset="-122"/>
                <a:cs typeface="宋体" panose="02010600030101010101" pitchFamily="2" charset="-122"/>
              </a:endParaRPr>
            </a:p>
          </p:txBody>
        </p:sp>
      </p:grpSp>
      <p:grpSp>
        <p:nvGrpSpPr>
          <p:cNvPr id="10" name="组合 9">
            <a:extLst>
              <a:ext uri="{FF2B5EF4-FFF2-40B4-BE49-F238E27FC236}">
                <a16:creationId xmlns:a16="http://schemas.microsoft.com/office/drawing/2014/main" id="{6963EE8A-95DE-4615-B2ED-4EB50AE4529F}"/>
              </a:ext>
            </a:extLst>
          </p:cNvPr>
          <p:cNvGrpSpPr>
            <a:grpSpLocks/>
          </p:cNvGrpSpPr>
          <p:nvPr/>
        </p:nvGrpSpPr>
        <p:grpSpPr bwMode="auto">
          <a:xfrm>
            <a:off x="7178675" y="2047875"/>
            <a:ext cx="1512888" cy="2003425"/>
            <a:chOff x="6747351" y="853179"/>
            <a:chExt cx="1512264" cy="2002540"/>
          </a:xfrm>
        </p:grpSpPr>
        <p:grpSp>
          <p:nvGrpSpPr>
            <p:cNvPr id="14356" name="组合 3">
              <a:extLst>
                <a:ext uri="{FF2B5EF4-FFF2-40B4-BE49-F238E27FC236}">
                  <a16:creationId xmlns:a16="http://schemas.microsoft.com/office/drawing/2014/main" id="{1EC85C50-1143-4534-BB03-F4669A01BEFF}"/>
                </a:ext>
              </a:extLst>
            </p:cNvPr>
            <p:cNvGrpSpPr>
              <a:grpSpLocks/>
            </p:cNvGrpSpPr>
            <p:nvPr/>
          </p:nvGrpSpPr>
          <p:grpSpPr bwMode="auto">
            <a:xfrm>
              <a:off x="6864194" y="853179"/>
              <a:ext cx="1395421" cy="2002540"/>
              <a:chOff x="6864194" y="853179"/>
              <a:chExt cx="1395421" cy="2002540"/>
            </a:xfrm>
          </p:grpSpPr>
          <p:pic>
            <p:nvPicPr>
              <p:cNvPr id="14358" name="图片 44">
                <a:extLst>
                  <a:ext uri="{FF2B5EF4-FFF2-40B4-BE49-F238E27FC236}">
                    <a16:creationId xmlns:a16="http://schemas.microsoft.com/office/drawing/2014/main" id="{E74D50CC-61AC-4958-A8BB-D9F50C8A81C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898100" y="853179"/>
                <a:ext cx="1210766" cy="20025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59" name="TextBox 15">
                <a:extLst>
                  <a:ext uri="{FF2B5EF4-FFF2-40B4-BE49-F238E27FC236}">
                    <a16:creationId xmlns:a16="http://schemas.microsoft.com/office/drawing/2014/main" id="{6ED4386A-EE06-4C13-A4F1-636B81237CD7}"/>
                  </a:ext>
                </a:extLst>
              </p:cNvPr>
              <p:cNvSpPr txBox="1">
                <a:spLocks noChangeArrowheads="1"/>
              </p:cNvSpPr>
              <p:nvPr/>
            </p:nvSpPr>
            <p:spPr bwMode="auto">
              <a:xfrm>
                <a:off x="6864194" y="1147752"/>
                <a:ext cx="1395421" cy="66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1313" indent="-341313">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spcBef>
                    <a:spcPct val="20000"/>
                  </a:spcBef>
                </a:pPr>
                <a:r>
                  <a:rPr lang="en-US" altLang="zh-CN" sz="1700" b="1">
                    <a:solidFill>
                      <a:schemeClr val="bg1"/>
                    </a:solidFill>
                    <a:latin typeface="微软雅黑" panose="020B0503020204020204" pitchFamily="34" charset="-122"/>
                    <a:ea typeface="微软雅黑" panose="020B0503020204020204" pitchFamily="34" charset="-122"/>
                    <a:cs typeface="宋体" panose="02010600030101010101" pitchFamily="2" charset="-122"/>
                  </a:rPr>
                  <a:t>     MBR</a:t>
                </a:r>
              </a:p>
              <a:p>
                <a:pPr>
                  <a:spcBef>
                    <a:spcPct val="20000"/>
                  </a:spcBef>
                </a:pPr>
                <a:r>
                  <a:rPr lang="zh-CN" altLang="en-US" sz="1700" b="1">
                    <a:solidFill>
                      <a:schemeClr val="bg1"/>
                    </a:solidFill>
                    <a:latin typeface="微软雅黑" panose="020B0503020204020204" pitchFamily="34" charset="-122"/>
                    <a:ea typeface="微软雅黑" panose="020B0503020204020204" pitchFamily="34" charset="-122"/>
                    <a:cs typeface="宋体" panose="02010600030101010101" pitchFamily="2" charset="-122"/>
                  </a:rPr>
                  <a:t>结束标志字</a:t>
                </a:r>
                <a:endParaRPr lang="en-US" altLang="zh-CN" sz="1700" b="1">
                  <a:solidFill>
                    <a:schemeClr val="bg1"/>
                  </a:solidFill>
                  <a:latin typeface="微软雅黑" panose="020B0503020204020204" pitchFamily="34" charset="-122"/>
                  <a:ea typeface="微软雅黑" panose="020B0503020204020204" pitchFamily="34" charset="-122"/>
                  <a:cs typeface="宋体" panose="02010600030101010101" pitchFamily="2" charset="-122"/>
                </a:endParaRPr>
              </a:p>
            </p:txBody>
          </p:sp>
        </p:grpSp>
        <p:sp>
          <p:nvSpPr>
            <p:cNvPr id="14357" name="TextBox 15">
              <a:extLst>
                <a:ext uri="{FF2B5EF4-FFF2-40B4-BE49-F238E27FC236}">
                  <a16:creationId xmlns:a16="http://schemas.microsoft.com/office/drawing/2014/main" id="{D7351C43-B629-4A52-8593-37C3E409FC7B}"/>
                </a:ext>
              </a:extLst>
            </p:cNvPr>
            <p:cNvSpPr txBox="1">
              <a:spLocks noChangeArrowheads="1"/>
            </p:cNvSpPr>
            <p:nvPr/>
          </p:nvSpPr>
          <p:spPr bwMode="auto">
            <a:xfrm>
              <a:off x="6747351" y="1790694"/>
              <a:ext cx="1388439" cy="66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1313" indent="-341313">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spcBef>
                  <a:spcPct val="20000"/>
                </a:spcBef>
              </a:pPr>
              <a:r>
                <a:rPr lang="en-US" altLang="zh-CN" sz="1700" b="1">
                  <a:solidFill>
                    <a:schemeClr val="bg1"/>
                  </a:solidFill>
                  <a:latin typeface="微软雅黑" panose="020B0503020204020204" pitchFamily="34" charset="-122"/>
                  <a:ea typeface="微软雅黑" panose="020B0503020204020204" pitchFamily="34" charset="-122"/>
                  <a:cs typeface="宋体" panose="02010600030101010101" pitchFamily="2" charset="-122"/>
                </a:rPr>
                <a:t>     [0x55</a:t>
              </a:r>
            </a:p>
            <a:p>
              <a:pPr>
                <a:spcBef>
                  <a:spcPct val="20000"/>
                </a:spcBef>
              </a:pPr>
              <a:r>
                <a:rPr lang="en-US" altLang="zh-CN" sz="1700" b="1">
                  <a:solidFill>
                    <a:schemeClr val="bg1"/>
                  </a:solidFill>
                  <a:latin typeface="微软雅黑" panose="020B0503020204020204" pitchFamily="34" charset="-122"/>
                  <a:ea typeface="微软雅黑" panose="020B0503020204020204" pitchFamily="34" charset="-122"/>
                  <a:cs typeface="宋体" panose="02010600030101010101" pitchFamily="2" charset="-122"/>
                </a:rPr>
                <a:t>     0xAA]</a:t>
              </a:r>
            </a:p>
          </p:txBody>
        </p:sp>
      </p:grpSp>
      <p:grpSp>
        <p:nvGrpSpPr>
          <p:cNvPr id="11" name="组合 10">
            <a:extLst>
              <a:ext uri="{FF2B5EF4-FFF2-40B4-BE49-F238E27FC236}">
                <a16:creationId xmlns:a16="http://schemas.microsoft.com/office/drawing/2014/main" id="{A9C324B1-E3A5-4AD1-85F0-7E8DAD821297}"/>
              </a:ext>
            </a:extLst>
          </p:cNvPr>
          <p:cNvGrpSpPr>
            <a:grpSpLocks/>
          </p:cNvGrpSpPr>
          <p:nvPr/>
        </p:nvGrpSpPr>
        <p:grpSpPr bwMode="auto">
          <a:xfrm>
            <a:off x="2301875" y="2047875"/>
            <a:ext cx="4957763" cy="2022475"/>
            <a:chOff x="1870254" y="853179"/>
            <a:chExt cx="4957610" cy="2022482"/>
          </a:xfrm>
        </p:grpSpPr>
        <p:grpSp>
          <p:nvGrpSpPr>
            <p:cNvPr id="14345" name="组合 4">
              <a:extLst>
                <a:ext uri="{FF2B5EF4-FFF2-40B4-BE49-F238E27FC236}">
                  <a16:creationId xmlns:a16="http://schemas.microsoft.com/office/drawing/2014/main" id="{F16B9609-8AF8-4E01-9982-E07905D71582}"/>
                </a:ext>
              </a:extLst>
            </p:cNvPr>
            <p:cNvGrpSpPr>
              <a:grpSpLocks/>
            </p:cNvGrpSpPr>
            <p:nvPr/>
          </p:nvGrpSpPr>
          <p:grpSpPr bwMode="auto">
            <a:xfrm>
              <a:off x="1870254" y="853179"/>
              <a:ext cx="4957610" cy="2022482"/>
              <a:chOff x="1870254" y="853179"/>
              <a:chExt cx="4957610" cy="2022482"/>
            </a:xfrm>
          </p:grpSpPr>
          <p:pic>
            <p:nvPicPr>
              <p:cNvPr id="14347" name="图片 46">
                <a:extLst>
                  <a:ext uri="{FF2B5EF4-FFF2-40B4-BE49-F238E27FC236}">
                    <a16:creationId xmlns:a16="http://schemas.microsoft.com/office/drawing/2014/main" id="{6C1B4D1C-FF58-4448-A03C-A963824305E6}"/>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870254" y="1949437"/>
                <a:ext cx="1216493" cy="916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48" name="图片 52">
                <a:extLst>
                  <a:ext uri="{FF2B5EF4-FFF2-40B4-BE49-F238E27FC236}">
                    <a16:creationId xmlns:a16="http://schemas.microsoft.com/office/drawing/2014/main" id="{994974DD-A311-4C56-BC5D-2FAF6602FA5C}"/>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113630" y="1955628"/>
                <a:ext cx="1216493" cy="916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49" name="图片 51">
                <a:extLst>
                  <a:ext uri="{FF2B5EF4-FFF2-40B4-BE49-F238E27FC236}">
                    <a16:creationId xmlns:a16="http://schemas.microsoft.com/office/drawing/2014/main" id="{1B96FDF8-B5B2-4E65-B28E-9947E2EDF35A}"/>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358583" y="1959421"/>
                <a:ext cx="1216493" cy="916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50" name="图片 50">
                <a:extLst>
                  <a:ext uri="{FF2B5EF4-FFF2-40B4-BE49-F238E27FC236}">
                    <a16:creationId xmlns:a16="http://schemas.microsoft.com/office/drawing/2014/main" id="{C1A86816-CDDE-49C1-BB21-742B67F29118}"/>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5611371" y="1959421"/>
                <a:ext cx="1216493" cy="916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51" name="图片 45">
                <a:extLst>
                  <a:ext uri="{FF2B5EF4-FFF2-40B4-BE49-F238E27FC236}">
                    <a16:creationId xmlns:a16="http://schemas.microsoft.com/office/drawing/2014/main" id="{8FDA96F7-2419-4DF4-982C-227BB697E59B}"/>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875552" y="853179"/>
                <a:ext cx="4952312" cy="1003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52" name="TextBox 15">
                <a:extLst>
                  <a:ext uri="{FF2B5EF4-FFF2-40B4-BE49-F238E27FC236}">
                    <a16:creationId xmlns:a16="http://schemas.microsoft.com/office/drawing/2014/main" id="{BCEB5BFC-095B-4D84-861F-19FAFEBC4A4C}"/>
                  </a:ext>
                </a:extLst>
              </p:cNvPr>
              <p:cNvSpPr txBox="1">
                <a:spLocks noChangeArrowheads="1"/>
              </p:cNvSpPr>
              <p:nvPr/>
            </p:nvSpPr>
            <p:spPr bwMode="auto">
              <a:xfrm>
                <a:off x="3344687" y="1165287"/>
                <a:ext cx="1928826" cy="3539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1313" indent="-341313">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spcBef>
                    <a:spcPct val="20000"/>
                  </a:spcBef>
                </a:pPr>
                <a:r>
                  <a:rPr lang="zh-CN" altLang="en-US" sz="1700" b="1">
                    <a:solidFill>
                      <a:schemeClr val="bg1"/>
                    </a:solidFill>
                    <a:latin typeface="微软雅黑" panose="020B0503020204020204" pitchFamily="34" charset="-122"/>
                    <a:ea typeface="微软雅黑" panose="020B0503020204020204" pitchFamily="34" charset="-122"/>
                    <a:cs typeface="宋体" panose="02010600030101010101" pitchFamily="2" charset="-122"/>
                  </a:rPr>
                  <a:t>硬盘分区表</a:t>
                </a:r>
                <a:endParaRPr lang="en-US" altLang="zh-CN" sz="1700" b="1">
                  <a:solidFill>
                    <a:schemeClr val="bg1"/>
                  </a:solidFill>
                  <a:latin typeface="微软雅黑" panose="020B0503020204020204" pitchFamily="34" charset="-122"/>
                  <a:ea typeface="微软雅黑" panose="020B0503020204020204" pitchFamily="34" charset="-122"/>
                  <a:cs typeface="宋体" panose="02010600030101010101" pitchFamily="2" charset="-122"/>
                </a:endParaRPr>
              </a:p>
            </p:txBody>
          </p:sp>
          <p:sp>
            <p:nvSpPr>
              <p:cNvPr id="14353" name="TextBox 15">
                <a:extLst>
                  <a:ext uri="{FF2B5EF4-FFF2-40B4-BE49-F238E27FC236}">
                    <a16:creationId xmlns:a16="http://schemas.microsoft.com/office/drawing/2014/main" id="{A49C4F07-1FF8-4517-B2C1-A1D0AA6A4400}"/>
                  </a:ext>
                </a:extLst>
              </p:cNvPr>
              <p:cNvSpPr txBox="1">
                <a:spLocks noChangeArrowheads="1"/>
              </p:cNvSpPr>
              <p:nvPr/>
            </p:nvSpPr>
            <p:spPr bwMode="auto">
              <a:xfrm>
                <a:off x="2135625" y="2200271"/>
                <a:ext cx="1357322" cy="3539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1313" indent="-341313">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spcBef>
                    <a:spcPct val="20000"/>
                  </a:spcBef>
                </a:pPr>
                <a:r>
                  <a:rPr lang="zh-CN" altLang="en-US" sz="1700" b="1">
                    <a:solidFill>
                      <a:schemeClr val="bg1"/>
                    </a:solidFill>
                    <a:latin typeface="微软雅黑" panose="020B0503020204020204" pitchFamily="34" charset="-122"/>
                    <a:ea typeface="微软雅黑" panose="020B0503020204020204" pitchFamily="34" charset="-122"/>
                    <a:cs typeface="宋体" panose="02010600030101010101" pitchFamily="2" charset="-122"/>
                  </a:rPr>
                  <a:t>分区</a:t>
                </a:r>
                <a:r>
                  <a:rPr lang="en-US" altLang="zh-CN" sz="1700" b="1">
                    <a:solidFill>
                      <a:schemeClr val="bg1"/>
                    </a:solidFill>
                    <a:latin typeface="微软雅黑" panose="020B0503020204020204" pitchFamily="34" charset="-122"/>
                    <a:ea typeface="微软雅黑" panose="020B0503020204020204" pitchFamily="34" charset="-122"/>
                    <a:cs typeface="宋体" panose="02010600030101010101" pitchFamily="2" charset="-122"/>
                  </a:rPr>
                  <a:t>1</a:t>
                </a:r>
              </a:p>
            </p:txBody>
          </p:sp>
          <p:sp>
            <p:nvSpPr>
              <p:cNvPr id="14354" name="TextBox 15">
                <a:extLst>
                  <a:ext uri="{FF2B5EF4-FFF2-40B4-BE49-F238E27FC236}">
                    <a16:creationId xmlns:a16="http://schemas.microsoft.com/office/drawing/2014/main" id="{691DB97D-7DF1-40F4-B3DC-0CE958A69B27}"/>
                  </a:ext>
                </a:extLst>
              </p:cNvPr>
              <p:cNvSpPr txBox="1">
                <a:spLocks noChangeArrowheads="1"/>
              </p:cNvSpPr>
              <p:nvPr/>
            </p:nvSpPr>
            <p:spPr bwMode="auto">
              <a:xfrm>
                <a:off x="3373882" y="2200271"/>
                <a:ext cx="1357322" cy="3539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1313" indent="-341313">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spcBef>
                    <a:spcPct val="20000"/>
                  </a:spcBef>
                </a:pPr>
                <a:r>
                  <a:rPr lang="zh-CN" altLang="en-US" sz="1700" b="1">
                    <a:solidFill>
                      <a:schemeClr val="bg1"/>
                    </a:solidFill>
                    <a:latin typeface="微软雅黑" panose="020B0503020204020204" pitchFamily="34" charset="-122"/>
                    <a:ea typeface="微软雅黑" panose="020B0503020204020204" pitchFamily="34" charset="-122"/>
                    <a:cs typeface="宋体" panose="02010600030101010101" pitchFamily="2" charset="-122"/>
                  </a:rPr>
                  <a:t>分区</a:t>
                </a:r>
                <a:r>
                  <a:rPr lang="en-US" altLang="zh-CN" sz="1700" b="1">
                    <a:solidFill>
                      <a:schemeClr val="bg1"/>
                    </a:solidFill>
                    <a:latin typeface="微软雅黑" panose="020B0503020204020204" pitchFamily="34" charset="-122"/>
                    <a:ea typeface="微软雅黑" panose="020B0503020204020204" pitchFamily="34" charset="-122"/>
                    <a:cs typeface="宋体" panose="02010600030101010101" pitchFamily="2" charset="-122"/>
                  </a:rPr>
                  <a:t>2</a:t>
                </a:r>
              </a:p>
            </p:txBody>
          </p:sp>
          <p:sp>
            <p:nvSpPr>
              <p:cNvPr id="14355" name="TextBox 15">
                <a:extLst>
                  <a:ext uri="{FF2B5EF4-FFF2-40B4-BE49-F238E27FC236}">
                    <a16:creationId xmlns:a16="http://schemas.microsoft.com/office/drawing/2014/main" id="{9612333B-D238-41FF-99C0-05C46D7F8DB2}"/>
                  </a:ext>
                </a:extLst>
              </p:cNvPr>
              <p:cNvSpPr txBox="1">
                <a:spLocks noChangeArrowheads="1"/>
              </p:cNvSpPr>
              <p:nvPr/>
            </p:nvSpPr>
            <p:spPr bwMode="auto">
              <a:xfrm>
                <a:off x="4631190" y="2200271"/>
                <a:ext cx="1357322" cy="3539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1313" indent="-341313">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spcBef>
                    <a:spcPct val="20000"/>
                  </a:spcBef>
                </a:pPr>
                <a:r>
                  <a:rPr lang="zh-CN" altLang="en-US" sz="1700" b="1">
                    <a:solidFill>
                      <a:schemeClr val="bg1"/>
                    </a:solidFill>
                    <a:latin typeface="微软雅黑" panose="020B0503020204020204" pitchFamily="34" charset="-122"/>
                    <a:ea typeface="微软雅黑" panose="020B0503020204020204" pitchFamily="34" charset="-122"/>
                    <a:cs typeface="宋体" panose="02010600030101010101" pitchFamily="2" charset="-122"/>
                  </a:rPr>
                  <a:t>分区</a:t>
                </a:r>
                <a:r>
                  <a:rPr lang="en-US" altLang="zh-CN" sz="1700" b="1">
                    <a:solidFill>
                      <a:schemeClr val="bg1"/>
                    </a:solidFill>
                    <a:latin typeface="微软雅黑" panose="020B0503020204020204" pitchFamily="34" charset="-122"/>
                    <a:ea typeface="微软雅黑" panose="020B0503020204020204" pitchFamily="34" charset="-122"/>
                    <a:cs typeface="宋体" panose="02010600030101010101" pitchFamily="2" charset="-122"/>
                  </a:rPr>
                  <a:t>3</a:t>
                </a:r>
              </a:p>
            </p:txBody>
          </p:sp>
        </p:grpSp>
        <p:sp>
          <p:nvSpPr>
            <p:cNvPr id="14346" name="TextBox 15">
              <a:extLst>
                <a:ext uri="{FF2B5EF4-FFF2-40B4-BE49-F238E27FC236}">
                  <a16:creationId xmlns:a16="http://schemas.microsoft.com/office/drawing/2014/main" id="{B7729287-71AE-4C06-9BC9-FFA90A676C41}"/>
                </a:ext>
              </a:extLst>
            </p:cNvPr>
            <p:cNvSpPr txBox="1">
              <a:spLocks noChangeArrowheads="1"/>
            </p:cNvSpPr>
            <p:nvPr/>
          </p:nvSpPr>
          <p:spPr bwMode="auto">
            <a:xfrm>
              <a:off x="5878974" y="2200271"/>
              <a:ext cx="868377" cy="3539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1313" indent="-341313">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spcBef>
                  <a:spcPct val="20000"/>
                </a:spcBef>
              </a:pPr>
              <a:r>
                <a:rPr lang="zh-CN" altLang="en-US" sz="1700" b="1">
                  <a:solidFill>
                    <a:schemeClr val="bg1"/>
                  </a:solidFill>
                  <a:latin typeface="微软雅黑" panose="020B0503020204020204" pitchFamily="34" charset="-122"/>
                  <a:ea typeface="微软雅黑" panose="020B0503020204020204" pitchFamily="34" charset="-122"/>
                  <a:cs typeface="宋体" panose="02010600030101010101" pitchFamily="2" charset="-122"/>
                </a:rPr>
                <a:t>分区</a:t>
              </a:r>
              <a:r>
                <a:rPr lang="en-US" altLang="zh-CN" sz="1700" b="1">
                  <a:solidFill>
                    <a:schemeClr val="bg1"/>
                  </a:solidFill>
                  <a:latin typeface="微软雅黑" panose="020B0503020204020204" pitchFamily="34" charset="-122"/>
                  <a:ea typeface="微软雅黑" panose="020B0503020204020204" pitchFamily="34" charset="-122"/>
                  <a:cs typeface="宋体" panose="02010600030101010101" pitchFamily="2" charset="-122"/>
                </a:rPr>
                <a:t>4</a:t>
              </a:r>
            </a:p>
          </p:txBody>
        </p:sp>
      </p:grpSp>
    </p:spTree>
    <p:extLst>
      <p:ext uri="{BB962C8B-B14F-4D97-AF65-F5344CB8AC3E}">
        <p14:creationId xmlns:p14="http://schemas.microsoft.com/office/powerpoint/2010/main" val="265033047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par>
                                <p:cTn id="8" presetID="22" presetClass="entr" presetSubtype="8"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wipe(left)">
                                      <p:cBhvr>
                                        <p:cTn id="10" dur="500"/>
                                        <p:tgtEl>
                                          <p:spTgt spid="3"/>
                                        </p:tgtEl>
                                      </p:cBhvr>
                                    </p:animEffect>
                                  </p:childTnLst>
                                </p:cTn>
                              </p:par>
                              <p:par>
                                <p:cTn id="11" presetID="22" presetClass="entr" presetSubtype="8"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left)">
                                      <p:cBhvr>
                                        <p:cTn id="13" dur="500"/>
                                        <p:tgtEl>
                                          <p:spTgt spid="7"/>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nodeType="click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wipe(left)">
                                      <p:cBhvr>
                                        <p:cTn id="18" dur="500"/>
                                        <p:tgtEl>
                                          <p:spTgt spid="11"/>
                                        </p:tgtEl>
                                      </p:cBhvr>
                                    </p:animEffect>
                                  </p:childTnLst>
                                </p:cTn>
                              </p:par>
                              <p:par>
                                <p:cTn id="19" presetID="22" presetClass="entr" presetSubtype="8" fill="hold"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wipe(left)">
                                      <p:cBhvr>
                                        <p:cTn id="21" dur="500"/>
                                        <p:tgtEl>
                                          <p:spTgt spid="8"/>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wipe(left)">
                                      <p:cBhvr>
                                        <p:cTn id="26" dur="500"/>
                                        <p:tgtEl>
                                          <p:spTgt spid="10"/>
                                        </p:tgtEl>
                                      </p:cBhvr>
                                    </p:animEffect>
                                  </p:childTnLst>
                                </p:cTn>
                              </p:par>
                              <p:par>
                                <p:cTn id="27" presetID="22" presetClass="entr" presetSubtype="8" fill="hold" nodeType="with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wipe(left)">
                                      <p:cBhvr>
                                        <p:cTn id="2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6F949E70-4F1B-48C8-9225-A946186C20CC}"/>
              </a:ext>
            </a:extLst>
          </p:cNvPr>
          <p:cNvSpPr txBox="1">
            <a:spLocks noChangeArrowheads="1"/>
          </p:cNvSpPr>
          <p:nvPr/>
        </p:nvSpPr>
        <p:spPr bwMode="auto">
          <a:xfrm>
            <a:off x="1524000" y="304800"/>
            <a:ext cx="3783013"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zh-CN" altLang="en-US" sz="3000" b="1" dirty="0">
                <a:solidFill>
                  <a:schemeClr val="accent3"/>
                </a:solidFill>
                <a:latin typeface="微软雅黑" panose="020B0503020204020204" pitchFamily="34" charset="-122"/>
                <a:ea typeface="微软雅黑" panose="020B0503020204020204" pitchFamily="34" charset="-122"/>
              </a:rPr>
              <a:t>分区引导扇区格式</a:t>
            </a:r>
          </a:p>
        </p:txBody>
      </p:sp>
      <p:grpSp>
        <p:nvGrpSpPr>
          <p:cNvPr id="10" name="组合 9">
            <a:extLst>
              <a:ext uri="{FF2B5EF4-FFF2-40B4-BE49-F238E27FC236}">
                <a16:creationId xmlns:a16="http://schemas.microsoft.com/office/drawing/2014/main" id="{C9699996-0630-4A91-B8B4-47D735A56014}"/>
              </a:ext>
            </a:extLst>
          </p:cNvPr>
          <p:cNvGrpSpPr>
            <a:grpSpLocks/>
          </p:cNvGrpSpPr>
          <p:nvPr/>
        </p:nvGrpSpPr>
        <p:grpSpPr bwMode="auto">
          <a:xfrm>
            <a:off x="1217613" y="3898900"/>
            <a:ext cx="4357687" cy="735013"/>
            <a:chOff x="1115616" y="2714626"/>
            <a:chExt cx="4357718" cy="735073"/>
          </a:xfrm>
        </p:grpSpPr>
        <p:sp>
          <p:nvSpPr>
            <p:cNvPr id="15386" name="TextBox 13">
              <a:extLst>
                <a:ext uri="{FF2B5EF4-FFF2-40B4-BE49-F238E27FC236}">
                  <a16:creationId xmlns:a16="http://schemas.microsoft.com/office/drawing/2014/main" id="{B203EC7F-2B03-4717-B3B8-862723A62C8B}"/>
                </a:ext>
              </a:extLst>
            </p:cNvPr>
            <p:cNvSpPr txBox="1">
              <a:spLocks noChangeArrowheads="1"/>
            </p:cNvSpPr>
            <p:nvPr/>
          </p:nvSpPr>
          <p:spPr bwMode="auto">
            <a:xfrm>
              <a:off x="1472804" y="2714626"/>
              <a:ext cx="385765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zh-CN" altLang="en-US" sz="2000" b="1">
                  <a:solidFill>
                    <a:srgbClr val="11576A"/>
                  </a:solidFill>
                  <a:latin typeface="微软雅黑" panose="020B0503020204020204" pitchFamily="34" charset="-122"/>
                  <a:ea typeface="微软雅黑" panose="020B0503020204020204" pitchFamily="34" charset="-122"/>
                </a:rPr>
                <a:t>跳转指令：跳转到启动代码</a:t>
              </a:r>
            </a:p>
          </p:txBody>
        </p:sp>
        <p:sp>
          <p:nvSpPr>
            <p:cNvPr id="15387" name="矩形 14">
              <a:extLst>
                <a:ext uri="{FF2B5EF4-FFF2-40B4-BE49-F238E27FC236}">
                  <a16:creationId xmlns:a16="http://schemas.microsoft.com/office/drawing/2014/main" id="{2D06F50A-92CD-4951-B5C7-B6A066828CB7}"/>
                </a:ext>
              </a:extLst>
            </p:cNvPr>
            <p:cNvSpPr>
              <a:spLocks noChangeArrowheads="1"/>
            </p:cNvSpPr>
            <p:nvPr/>
          </p:nvSpPr>
          <p:spPr bwMode="auto">
            <a:xfrm>
              <a:off x="1115616" y="2751139"/>
              <a:ext cx="41710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zh-CN" altLang="en-US" sz="1800" b="1">
                  <a:solidFill>
                    <a:srgbClr val="11576A"/>
                  </a:solidFill>
                  <a:latin typeface="张海山锐谐体2.0-授权联系：Samtype@QQ.com"/>
                  <a:ea typeface="张海山锐谐体2.0-授权联系：Samtype@QQ.com"/>
                  <a:cs typeface="张海山锐谐体2.0-授权联系：Samtype@QQ.com"/>
                </a:rPr>
                <a:t>■</a:t>
              </a:r>
              <a:endParaRPr lang="zh-CN" altLang="en-US" sz="1800" b="1">
                <a:latin typeface="Calibri" panose="020F0502020204030204" pitchFamily="34" charset="0"/>
              </a:endParaRPr>
            </a:p>
          </p:txBody>
        </p:sp>
        <p:sp>
          <p:nvSpPr>
            <p:cNvPr id="15388" name="TextBox 15">
              <a:extLst>
                <a:ext uri="{FF2B5EF4-FFF2-40B4-BE49-F238E27FC236}">
                  <a16:creationId xmlns:a16="http://schemas.microsoft.com/office/drawing/2014/main" id="{DA407114-9609-4411-A11B-D9FB237B2BDD}"/>
                </a:ext>
              </a:extLst>
            </p:cNvPr>
            <p:cNvSpPr txBox="1">
              <a:spLocks noChangeArrowheads="1"/>
            </p:cNvSpPr>
            <p:nvPr/>
          </p:nvSpPr>
          <p:spPr bwMode="auto">
            <a:xfrm>
              <a:off x="1829946" y="3049589"/>
              <a:ext cx="364338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kumimoji="1" sz="2400">
                  <a:solidFill>
                    <a:schemeClr val="tx1"/>
                  </a:solidFill>
                  <a:latin typeface="Tahoma" panose="020B0604030504040204" pitchFamily="34" charset="0"/>
                  <a:ea typeface="宋体" panose="02010600030101010101" pitchFamily="2" charset="-122"/>
                </a:defRPr>
              </a:lvl1pPr>
              <a:lvl2pPr>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marL="0" lvl="1"/>
              <a:r>
                <a:rPr lang="zh-CN" altLang="en-US" sz="2000" b="1">
                  <a:solidFill>
                    <a:srgbClr val="11576A"/>
                  </a:solidFill>
                  <a:latin typeface="微软雅黑" panose="020B0503020204020204" pitchFamily="34" charset="-122"/>
                  <a:ea typeface="微软雅黑" panose="020B0503020204020204" pitchFamily="34" charset="-122"/>
                </a:rPr>
                <a:t>与平台相关代码</a:t>
              </a:r>
            </a:p>
          </p:txBody>
        </p:sp>
        <p:pic>
          <p:nvPicPr>
            <p:cNvPr id="15389" name="图片 16" descr="小点1.png">
              <a:extLst>
                <a:ext uri="{FF2B5EF4-FFF2-40B4-BE49-F238E27FC236}">
                  <a16:creationId xmlns:a16="http://schemas.microsoft.com/office/drawing/2014/main" id="{3518B043-585E-4EE8-ACBF-4446871509F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622029" y="3178176"/>
              <a:ext cx="149225" cy="149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4" name="组合 3">
            <a:extLst>
              <a:ext uri="{FF2B5EF4-FFF2-40B4-BE49-F238E27FC236}">
                <a16:creationId xmlns:a16="http://schemas.microsoft.com/office/drawing/2014/main" id="{856BF033-B8FD-4A69-8EB0-792FCAF29C34}"/>
              </a:ext>
            </a:extLst>
          </p:cNvPr>
          <p:cNvGrpSpPr>
            <a:grpSpLocks/>
          </p:cNvGrpSpPr>
          <p:nvPr/>
        </p:nvGrpSpPr>
        <p:grpSpPr bwMode="auto">
          <a:xfrm>
            <a:off x="1304925" y="2097088"/>
            <a:ext cx="1465263" cy="1574800"/>
            <a:chOff x="1202391" y="912295"/>
            <a:chExt cx="1465878" cy="1575819"/>
          </a:xfrm>
        </p:grpSpPr>
        <p:pic>
          <p:nvPicPr>
            <p:cNvPr id="15384" name="图片 24">
              <a:extLst>
                <a:ext uri="{FF2B5EF4-FFF2-40B4-BE49-F238E27FC236}">
                  <a16:creationId xmlns:a16="http://schemas.microsoft.com/office/drawing/2014/main" id="{77BA9B0C-5713-4639-AA53-4944B970FCE7}"/>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202391" y="912295"/>
              <a:ext cx="1465878" cy="15758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85" name="TextBox 13">
              <a:extLst>
                <a:ext uri="{FF2B5EF4-FFF2-40B4-BE49-F238E27FC236}">
                  <a16:creationId xmlns:a16="http://schemas.microsoft.com/office/drawing/2014/main" id="{7CC1AC18-34AB-448A-93BB-4A10FF66EC6B}"/>
                </a:ext>
              </a:extLst>
            </p:cNvPr>
            <p:cNvSpPr txBox="1">
              <a:spLocks noChangeArrowheads="1"/>
            </p:cNvSpPr>
            <p:nvPr/>
          </p:nvSpPr>
          <p:spPr bwMode="auto">
            <a:xfrm>
              <a:off x="1544244" y="1500180"/>
              <a:ext cx="78581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1313" indent="-341313">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spcBef>
                  <a:spcPct val="20000"/>
                </a:spcBef>
              </a:pPr>
              <a:r>
                <a:rPr lang="en-US" altLang="zh-CN" sz="2000" b="1">
                  <a:solidFill>
                    <a:schemeClr val="bg1"/>
                  </a:solidFill>
                  <a:latin typeface="微软雅黑" panose="020B0503020204020204" pitchFamily="34" charset="-122"/>
                  <a:ea typeface="微软雅黑" panose="020B0503020204020204" pitchFamily="34" charset="-122"/>
                  <a:cs typeface="宋体" panose="02010600030101010101" pitchFamily="2" charset="-122"/>
                </a:rPr>
                <a:t>JMP</a:t>
              </a:r>
              <a:endParaRPr lang="zh-CN" altLang="en-US" sz="2000" b="1">
                <a:solidFill>
                  <a:schemeClr val="bg1"/>
                </a:solidFill>
                <a:latin typeface="微软雅黑" panose="020B0503020204020204" pitchFamily="34" charset="-122"/>
                <a:ea typeface="微软雅黑" panose="020B0503020204020204" pitchFamily="34" charset="-122"/>
                <a:cs typeface="宋体" panose="02010600030101010101" pitchFamily="2" charset="-122"/>
              </a:endParaRPr>
            </a:p>
          </p:txBody>
        </p:sp>
      </p:grpSp>
      <p:grpSp>
        <p:nvGrpSpPr>
          <p:cNvPr id="7" name="组合 6">
            <a:extLst>
              <a:ext uri="{FF2B5EF4-FFF2-40B4-BE49-F238E27FC236}">
                <a16:creationId xmlns:a16="http://schemas.microsoft.com/office/drawing/2014/main" id="{3691F2CE-46D5-4950-AF0C-4F7658F48089}"/>
              </a:ext>
            </a:extLst>
          </p:cNvPr>
          <p:cNvGrpSpPr>
            <a:grpSpLocks/>
          </p:cNvGrpSpPr>
          <p:nvPr/>
        </p:nvGrpSpPr>
        <p:grpSpPr bwMode="auto">
          <a:xfrm>
            <a:off x="4457700" y="2097088"/>
            <a:ext cx="1631950" cy="1576387"/>
            <a:chOff x="4354632" y="912794"/>
            <a:chExt cx="1632716" cy="1575819"/>
          </a:xfrm>
        </p:grpSpPr>
        <p:pic>
          <p:nvPicPr>
            <p:cNvPr id="15382" name="图片 21">
              <a:extLst>
                <a:ext uri="{FF2B5EF4-FFF2-40B4-BE49-F238E27FC236}">
                  <a16:creationId xmlns:a16="http://schemas.microsoft.com/office/drawing/2014/main" id="{AEBD8639-BAB8-41B9-9AA4-336DA024D6FC}"/>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354632" y="912794"/>
              <a:ext cx="1465878" cy="15758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83" name="TextBox 13">
              <a:extLst>
                <a:ext uri="{FF2B5EF4-FFF2-40B4-BE49-F238E27FC236}">
                  <a16:creationId xmlns:a16="http://schemas.microsoft.com/office/drawing/2014/main" id="{305714A3-CAA5-44DC-8CBE-8278A47A9809}"/>
                </a:ext>
              </a:extLst>
            </p:cNvPr>
            <p:cNvSpPr txBox="1">
              <a:spLocks noChangeArrowheads="1"/>
            </p:cNvSpPr>
            <p:nvPr/>
          </p:nvSpPr>
          <p:spPr bwMode="auto">
            <a:xfrm>
              <a:off x="4510962" y="1506433"/>
              <a:ext cx="147638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1313" indent="-341313">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spcBef>
                  <a:spcPct val="20000"/>
                </a:spcBef>
              </a:pPr>
              <a:r>
                <a:rPr lang="zh-CN" altLang="en-US" sz="2000" b="1">
                  <a:solidFill>
                    <a:schemeClr val="bg1"/>
                  </a:solidFill>
                  <a:latin typeface="微软雅黑" panose="020B0503020204020204" pitchFamily="34" charset="-122"/>
                  <a:ea typeface="微软雅黑" panose="020B0503020204020204" pitchFamily="34" charset="-122"/>
                  <a:cs typeface="宋体" panose="02010600030101010101" pitchFamily="2" charset="-122"/>
                </a:rPr>
                <a:t>启动代码</a:t>
              </a:r>
            </a:p>
          </p:txBody>
        </p:sp>
      </p:grpSp>
      <p:grpSp>
        <p:nvGrpSpPr>
          <p:cNvPr id="9" name="组合 8">
            <a:extLst>
              <a:ext uri="{FF2B5EF4-FFF2-40B4-BE49-F238E27FC236}">
                <a16:creationId xmlns:a16="http://schemas.microsoft.com/office/drawing/2014/main" id="{35394A02-A24E-4727-AE7C-598A611FBAD4}"/>
              </a:ext>
            </a:extLst>
          </p:cNvPr>
          <p:cNvGrpSpPr>
            <a:grpSpLocks/>
          </p:cNvGrpSpPr>
          <p:nvPr/>
        </p:nvGrpSpPr>
        <p:grpSpPr bwMode="auto">
          <a:xfrm>
            <a:off x="2868613" y="2097088"/>
            <a:ext cx="4656137" cy="1655762"/>
            <a:chOff x="2766324" y="912794"/>
            <a:chExt cx="4655556" cy="1656054"/>
          </a:xfrm>
        </p:grpSpPr>
        <p:grpSp>
          <p:nvGrpSpPr>
            <p:cNvPr id="15375" name="组合 4">
              <a:extLst>
                <a:ext uri="{FF2B5EF4-FFF2-40B4-BE49-F238E27FC236}">
                  <a16:creationId xmlns:a16="http://schemas.microsoft.com/office/drawing/2014/main" id="{269F6845-985C-45EC-A147-5FEB7905C9FF}"/>
                </a:ext>
              </a:extLst>
            </p:cNvPr>
            <p:cNvGrpSpPr>
              <a:grpSpLocks/>
            </p:cNvGrpSpPr>
            <p:nvPr/>
          </p:nvGrpSpPr>
          <p:grpSpPr bwMode="auto">
            <a:xfrm>
              <a:off x="2766324" y="912794"/>
              <a:ext cx="1883226" cy="1575819"/>
              <a:chOff x="2766324" y="912794"/>
              <a:chExt cx="1883226" cy="1575819"/>
            </a:xfrm>
          </p:grpSpPr>
          <p:pic>
            <p:nvPicPr>
              <p:cNvPr id="15380" name="图片 20">
                <a:extLst>
                  <a:ext uri="{FF2B5EF4-FFF2-40B4-BE49-F238E27FC236}">
                    <a16:creationId xmlns:a16="http://schemas.microsoft.com/office/drawing/2014/main" id="{64E0EBCD-56F6-41B9-BB24-84A6473A1E3E}"/>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766324" y="912794"/>
                <a:ext cx="1465878" cy="15758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81" name="TextBox 13">
                <a:extLst>
                  <a:ext uri="{FF2B5EF4-FFF2-40B4-BE49-F238E27FC236}">
                    <a16:creationId xmlns:a16="http://schemas.microsoft.com/office/drawing/2014/main" id="{2535FE8D-6BD1-4101-98BE-EDF20376055A}"/>
                  </a:ext>
                </a:extLst>
              </p:cNvPr>
              <p:cNvSpPr txBox="1">
                <a:spLocks noChangeArrowheads="1"/>
              </p:cNvSpPr>
              <p:nvPr/>
            </p:nvSpPr>
            <p:spPr bwMode="auto">
              <a:xfrm>
                <a:off x="3006476" y="1321028"/>
                <a:ext cx="1643074"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1313" indent="-341313">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spcBef>
                    <a:spcPct val="20000"/>
                  </a:spcBef>
                </a:pPr>
                <a:r>
                  <a:rPr lang="zh-CN" altLang="en-US" sz="2000" b="1">
                    <a:solidFill>
                      <a:schemeClr val="bg1"/>
                    </a:solidFill>
                    <a:latin typeface="微软雅黑" panose="020B0503020204020204" pitchFamily="34" charset="-122"/>
                    <a:ea typeface="微软雅黑" panose="020B0503020204020204" pitchFamily="34" charset="-122"/>
                    <a:cs typeface="宋体" panose="02010600030101010101" pitchFamily="2" charset="-122"/>
                  </a:rPr>
                  <a:t>文件卷</a:t>
                </a:r>
                <a:endParaRPr lang="en-US" altLang="zh-CN" sz="2000" b="1">
                  <a:solidFill>
                    <a:schemeClr val="bg1"/>
                  </a:solidFill>
                  <a:latin typeface="微软雅黑" panose="020B0503020204020204" pitchFamily="34" charset="-122"/>
                  <a:ea typeface="微软雅黑" panose="020B0503020204020204" pitchFamily="34" charset="-122"/>
                  <a:cs typeface="宋体" panose="02010600030101010101" pitchFamily="2" charset="-122"/>
                </a:endParaRPr>
              </a:p>
              <a:p>
                <a:pPr>
                  <a:spcBef>
                    <a:spcPct val="20000"/>
                  </a:spcBef>
                </a:pPr>
                <a:r>
                  <a:rPr lang="zh-CN" altLang="en-US" sz="2000" b="1">
                    <a:solidFill>
                      <a:schemeClr val="bg1"/>
                    </a:solidFill>
                    <a:latin typeface="微软雅黑" panose="020B0503020204020204" pitchFamily="34" charset="-122"/>
                    <a:ea typeface="微软雅黑" panose="020B0503020204020204" pitchFamily="34" charset="-122"/>
                    <a:cs typeface="宋体" panose="02010600030101010101" pitchFamily="2" charset="-122"/>
                  </a:rPr>
                  <a:t>头结构</a:t>
                </a:r>
              </a:p>
            </p:txBody>
          </p:sp>
        </p:grpSp>
        <p:grpSp>
          <p:nvGrpSpPr>
            <p:cNvPr id="15376" name="组合 7">
              <a:extLst>
                <a:ext uri="{FF2B5EF4-FFF2-40B4-BE49-F238E27FC236}">
                  <a16:creationId xmlns:a16="http://schemas.microsoft.com/office/drawing/2014/main" id="{01492330-D55E-4612-8D2D-B1465EC2606B}"/>
                </a:ext>
              </a:extLst>
            </p:cNvPr>
            <p:cNvGrpSpPr>
              <a:grpSpLocks/>
            </p:cNvGrpSpPr>
            <p:nvPr/>
          </p:nvGrpSpPr>
          <p:grpSpPr bwMode="auto">
            <a:xfrm>
              <a:off x="5796136" y="912794"/>
              <a:ext cx="1625744" cy="1656054"/>
              <a:chOff x="5796136" y="912794"/>
              <a:chExt cx="1625744" cy="1656054"/>
            </a:xfrm>
          </p:grpSpPr>
          <p:pic>
            <p:nvPicPr>
              <p:cNvPr id="15377" name="图片 22">
                <a:extLst>
                  <a:ext uri="{FF2B5EF4-FFF2-40B4-BE49-F238E27FC236}">
                    <a16:creationId xmlns:a16="http://schemas.microsoft.com/office/drawing/2014/main" id="{BC79A416-C4F6-4182-AC39-969A5884A882}"/>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5956002" y="912794"/>
                <a:ext cx="1465878" cy="15758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78" name="TextBox 15">
                <a:extLst>
                  <a:ext uri="{FF2B5EF4-FFF2-40B4-BE49-F238E27FC236}">
                    <a16:creationId xmlns:a16="http://schemas.microsoft.com/office/drawing/2014/main" id="{7FD5B717-C356-4FF0-8D1D-3636CB1D7238}"/>
                  </a:ext>
                </a:extLst>
              </p:cNvPr>
              <p:cNvSpPr txBox="1">
                <a:spLocks noChangeArrowheads="1"/>
              </p:cNvSpPr>
              <p:nvPr/>
            </p:nvSpPr>
            <p:spPr bwMode="auto">
              <a:xfrm>
                <a:off x="5796136" y="1491630"/>
                <a:ext cx="1323413"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1313" indent="-341313">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spcBef>
                    <a:spcPct val="20000"/>
                  </a:spcBef>
                </a:pPr>
                <a:r>
                  <a:rPr lang="en-US" altLang="zh-CN" sz="2000" b="1">
                    <a:solidFill>
                      <a:schemeClr val="bg1"/>
                    </a:solidFill>
                    <a:latin typeface="微软雅黑" panose="020B0503020204020204" pitchFamily="34" charset="-122"/>
                    <a:ea typeface="微软雅黑" panose="020B0503020204020204" pitchFamily="34" charset="-122"/>
                    <a:cs typeface="宋体" panose="02010600030101010101" pitchFamily="2" charset="-122"/>
                  </a:rPr>
                  <a:t>     [0x55</a:t>
                </a:r>
              </a:p>
              <a:p>
                <a:pPr>
                  <a:spcBef>
                    <a:spcPct val="20000"/>
                  </a:spcBef>
                </a:pPr>
                <a:r>
                  <a:rPr lang="en-US" altLang="zh-CN" sz="2000" b="1">
                    <a:solidFill>
                      <a:schemeClr val="bg1"/>
                    </a:solidFill>
                    <a:latin typeface="微软雅黑" panose="020B0503020204020204" pitchFamily="34" charset="-122"/>
                    <a:ea typeface="微软雅黑" panose="020B0503020204020204" pitchFamily="34" charset="-122"/>
                    <a:cs typeface="宋体" panose="02010600030101010101" pitchFamily="2" charset="-122"/>
                  </a:rPr>
                  <a:t>     0xAA]</a:t>
                </a:r>
              </a:p>
            </p:txBody>
          </p:sp>
          <p:sp>
            <p:nvSpPr>
              <p:cNvPr id="15379" name="TextBox 15">
                <a:extLst>
                  <a:ext uri="{FF2B5EF4-FFF2-40B4-BE49-F238E27FC236}">
                    <a16:creationId xmlns:a16="http://schemas.microsoft.com/office/drawing/2014/main" id="{064AD1E7-9937-4BDE-AF0C-8A11D7272DE7}"/>
                  </a:ext>
                </a:extLst>
              </p:cNvPr>
              <p:cNvSpPr txBox="1">
                <a:spLocks noChangeArrowheads="1"/>
              </p:cNvSpPr>
              <p:nvPr/>
            </p:nvSpPr>
            <p:spPr bwMode="auto">
              <a:xfrm>
                <a:off x="6078355" y="1120973"/>
                <a:ext cx="122117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1313" indent="-341313">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spcBef>
                    <a:spcPct val="20000"/>
                  </a:spcBef>
                </a:pPr>
                <a:r>
                  <a:rPr lang="zh-CN" altLang="en-US" sz="2000" b="1">
                    <a:solidFill>
                      <a:schemeClr val="bg1"/>
                    </a:solidFill>
                    <a:latin typeface="微软雅黑" panose="020B0503020204020204" pitchFamily="34" charset="-122"/>
                    <a:ea typeface="微软雅黑" panose="020B0503020204020204" pitchFamily="34" charset="-122"/>
                    <a:cs typeface="宋体" panose="02010600030101010101" pitchFamily="2" charset="-122"/>
                  </a:rPr>
                  <a:t>结束标志</a:t>
                </a:r>
                <a:endParaRPr lang="en-US" altLang="zh-CN" sz="2000" b="1">
                  <a:solidFill>
                    <a:schemeClr val="bg1"/>
                  </a:solidFill>
                  <a:latin typeface="微软雅黑" panose="020B0503020204020204" pitchFamily="34" charset="-122"/>
                  <a:ea typeface="微软雅黑" panose="020B0503020204020204" pitchFamily="34" charset="-122"/>
                  <a:cs typeface="宋体" panose="02010600030101010101" pitchFamily="2" charset="-122"/>
                </a:endParaRPr>
              </a:p>
            </p:txBody>
          </p:sp>
        </p:grpSp>
      </p:grpSp>
      <p:grpSp>
        <p:nvGrpSpPr>
          <p:cNvPr id="11" name="组合 10">
            <a:extLst>
              <a:ext uri="{FF2B5EF4-FFF2-40B4-BE49-F238E27FC236}">
                <a16:creationId xmlns:a16="http://schemas.microsoft.com/office/drawing/2014/main" id="{0EF6056D-9A11-4C1D-8ADF-88510A5E904D}"/>
              </a:ext>
            </a:extLst>
          </p:cNvPr>
          <p:cNvGrpSpPr>
            <a:grpSpLocks/>
          </p:cNvGrpSpPr>
          <p:nvPr/>
        </p:nvGrpSpPr>
        <p:grpSpPr bwMode="auto">
          <a:xfrm>
            <a:off x="1217613" y="4927600"/>
            <a:ext cx="4214812" cy="406400"/>
            <a:chOff x="1115616" y="3743334"/>
            <a:chExt cx="4214842" cy="405845"/>
          </a:xfrm>
        </p:grpSpPr>
        <p:sp>
          <p:nvSpPr>
            <p:cNvPr id="15373" name="TextBox 13">
              <a:extLst>
                <a:ext uri="{FF2B5EF4-FFF2-40B4-BE49-F238E27FC236}">
                  <a16:creationId xmlns:a16="http://schemas.microsoft.com/office/drawing/2014/main" id="{9EE5F6B6-17BE-4C2D-BE40-51DA11146D25}"/>
                </a:ext>
              </a:extLst>
            </p:cNvPr>
            <p:cNvSpPr txBox="1">
              <a:spLocks noChangeArrowheads="1"/>
            </p:cNvSpPr>
            <p:nvPr/>
          </p:nvSpPr>
          <p:spPr bwMode="auto">
            <a:xfrm>
              <a:off x="1472804" y="3743334"/>
              <a:ext cx="385765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zh-CN" altLang="en-US" sz="2000" b="1">
                  <a:solidFill>
                    <a:srgbClr val="11576A"/>
                  </a:solidFill>
                  <a:latin typeface="微软雅黑" panose="020B0503020204020204" pitchFamily="34" charset="-122"/>
                  <a:ea typeface="微软雅黑" panose="020B0503020204020204" pitchFamily="34" charset="-122"/>
                </a:rPr>
                <a:t>启动代码：跳转到加载程序</a:t>
              </a:r>
            </a:p>
          </p:txBody>
        </p:sp>
        <p:sp>
          <p:nvSpPr>
            <p:cNvPr id="15374" name="矩形 14">
              <a:extLst>
                <a:ext uri="{FF2B5EF4-FFF2-40B4-BE49-F238E27FC236}">
                  <a16:creationId xmlns:a16="http://schemas.microsoft.com/office/drawing/2014/main" id="{1FC07AAE-BB23-474C-A7A1-0DC31BC445D4}"/>
                </a:ext>
              </a:extLst>
            </p:cNvPr>
            <p:cNvSpPr>
              <a:spLocks noChangeArrowheads="1"/>
            </p:cNvSpPr>
            <p:nvPr/>
          </p:nvSpPr>
          <p:spPr bwMode="auto">
            <a:xfrm>
              <a:off x="1115616" y="3779847"/>
              <a:ext cx="41710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zh-CN" altLang="en-US" sz="1800" b="1">
                  <a:solidFill>
                    <a:srgbClr val="11576A"/>
                  </a:solidFill>
                  <a:latin typeface="张海山锐谐体2.0-授权联系：Samtype@QQ.com"/>
                  <a:ea typeface="张海山锐谐体2.0-授权联系：Samtype@QQ.com"/>
                  <a:cs typeface="张海山锐谐体2.0-授权联系：Samtype@QQ.com"/>
                </a:rPr>
                <a:t>■</a:t>
              </a:r>
              <a:endParaRPr lang="zh-CN" altLang="en-US" sz="1800" b="1">
                <a:latin typeface="Calibri" panose="020F0502020204030204" pitchFamily="34" charset="0"/>
              </a:endParaRPr>
            </a:p>
          </p:txBody>
        </p:sp>
      </p:grpSp>
      <p:grpSp>
        <p:nvGrpSpPr>
          <p:cNvPr id="3" name="组合 2">
            <a:extLst>
              <a:ext uri="{FF2B5EF4-FFF2-40B4-BE49-F238E27FC236}">
                <a16:creationId xmlns:a16="http://schemas.microsoft.com/office/drawing/2014/main" id="{989A47C4-547C-4E62-B5A2-6006C3FF9A57}"/>
              </a:ext>
            </a:extLst>
          </p:cNvPr>
          <p:cNvGrpSpPr>
            <a:grpSpLocks/>
          </p:cNvGrpSpPr>
          <p:nvPr/>
        </p:nvGrpSpPr>
        <p:grpSpPr bwMode="auto">
          <a:xfrm>
            <a:off x="1217613" y="4598988"/>
            <a:ext cx="4214812" cy="1133475"/>
            <a:chOff x="1115616" y="3414548"/>
            <a:chExt cx="4214842" cy="1134511"/>
          </a:xfrm>
        </p:grpSpPr>
        <p:sp>
          <p:nvSpPr>
            <p:cNvPr id="15369" name="TextBox 13">
              <a:extLst>
                <a:ext uri="{FF2B5EF4-FFF2-40B4-BE49-F238E27FC236}">
                  <a16:creationId xmlns:a16="http://schemas.microsoft.com/office/drawing/2014/main" id="{81DEFB99-3454-4056-BFBC-35149A1285D9}"/>
                </a:ext>
              </a:extLst>
            </p:cNvPr>
            <p:cNvSpPr txBox="1">
              <a:spLocks noChangeArrowheads="1"/>
            </p:cNvSpPr>
            <p:nvPr/>
          </p:nvSpPr>
          <p:spPr bwMode="auto">
            <a:xfrm>
              <a:off x="1472804" y="3414548"/>
              <a:ext cx="385765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zh-CN" altLang="en-US" sz="2000" b="1">
                  <a:solidFill>
                    <a:srgbClr val="11576A"/>
                  </a:solidFill>
                  <a:latin typeface="微软雅黑" panose="020B0503020204020204" pitchFamily="34" charset="-122"/>
                  <a:ea typeface="微软雅黑" panose="020B0503020204020204" pitchFamily="34" charset="-122"/>
                </a:rPr>
                <a:t>文件卷头：文件系统描述信息</a:t>
              </a:r>
            </a:p>
          </p:txBody>
        </p:sp>
        <p:sp>
          <p:nvSpPr>
            <p:cNvPr id="15370" name="矩形 14">
              <a:extLst>
                <a:ext uri="{FF2B5EF4-FFF2-40B4-BE49-F238E27FC236}">
                  <a16:creationId xmlns:a16="http://schemas.microsoft.com/office/drawing/2014/main" id="{67788F55-A93B-480E-AD52-73E7DB42F704}"/>
                </a:ext>
              </a:extLst>
            </p:cNvPr>
            <p:cNvSpPr>
              <a:spLocks noChangeArrowheads="1"/>
            </p:cNvSpPr>
            <p:nvPr/>
          </p:nvSpPr>
          <p:spPr bwMode="auto">
            <a:xfrm>
              <a:off x="1115616" y="3451061"/>
              <a:ext cx="41710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zh-CN" altLang="en-US" sz="1800" b="1">
                  <a:solidFill>
                    <a:srgbClr val="11576A"/>
                  </a:solidFill>
                  <a:latin typeface="张海山锐谐体2.0-授权联系：Samtype@QQ.com"/>
                  <a:ea typeface="张海山锐谐体2.0-授权联系：Samtype@QQ.com"/>
                  <a:cs typeface="张海山锐谐体2.0-授权联系：Samtype@QQ.com"/>
                </a:rPr>
                <a:t>■</a:t>
              </a:r>
              <a:endParaRPr lang="zh-CN" altLang="en-US" sz="1800" b="1">
                <a:latin typeface="Calibri" panose="020F0502020204030204" pitchFamily="34" charset="0"/>
              </a:endParaRPr>
            </a:p>
          </p:txBody>
        </p:sp>
        <p:sp>
          <p:nvSpPr>
            <p:cNvPr id="15371" name="TextBox 13">
              <a:extLst>
                <a:ext uri="{FF2B5EF4-FFF2-40B4-BE49-F238E27FC236}">
                  <a16:creationId xmlns:a16="http://schemas.microsoft.com/office/drawing/2014/main" id="{A0EF51F8-387D-42CA-B1B3-18FE9AD60EFD}"/>
                </a:ext>
              </a:extLst>
            </p:cNvPr>
            <p:cNvSpPr txBox="1">
              <a:spLocks noChangeArrowheads="1"/>
            </p:cNvSpPr>
            <p:nvPr/>
          </p:nvSpPr>
          <p:spPr bwMode="auto">
            <a:xfrm>
              <a:off x="1472804" y="4143214"/>
              <a:ext cx="385765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zh-CN" altLang="en-US" sz="2000" b="1">
                  <a:solidFill>
                    <a:srgbClr val="11576A"/>
                  </a:solidFill>
                  <a:latin typeface="微软雅黑" panose="020B0503020204020204" pitchFamily="34" charset="-122"/>
                  <a:ea typeface="微软雅黑" panose="020B0503020204020204" pitchFamily="34" charset="-122"/>
                </a:rPr>
                <a:t>结束标志：</a:t>
              </a:r>
              <a:r>
                <a:rPr lang="en-US" altLang="zh-CN" sz="2000" b="1">
                  <a:solidFill>
                    <a:srgbClr val="11576A"/>
                  </a:solidFill>
                  <a:latin typeface="微软雅黑" panose="020B0503020204020204" pitchFamily="34" charset="-122"/>
                  <a:ea typeface="微软雅黑" panose="020B0503020204020204" pitchFamily="34" charset="-122"/>
                </a:rPr>
                <a:t>55AA</a:t>
              </a:r>
              <a:endParaRPr lang="zh-CN" altLang="en-US" sz="2000" b="1">
                <a:solidFill>
                  <a:srgbClr val="11576A"/>
                </a:solidFill>
                <a:latin typeface="微软雅黑" panose="020B0503020204020204" pitchFamily="34" charset="-122"/>
                <a:ea typeface="微软雅黑" panose="020B0503020204020204" pitchFamily="34" charset="-122"/>
              </a:endParaRPr>
            </a:p>
          </p:txBody>
        </p:sp>
        <p:sp>
          <p:nvSpPr>
            <p:cNvPr id="15372" name="矩形 14">
              <a:extLst>
                <a:ext uri="{FF2B5EF4-FFF2-40B4-BE49-F238E27FC236}">
                  <a16:creationId xmlns:a16="http://schemas.microsoft.com/office/drawing/2014/main" id="{AC81D2BC-36DE-42E5-8252-362A785179A1}"/>
                </a:ext>
              </a:extLst>
            </p:cNvPr>
            <p:cNvSpPr>
              <a:spLocks noChangeArrowheads="1"/>
            </p:cNvSpPr>
            <p:nvPr/>
          </p:nvSpPr>
          <p:spPr bwMode="auto">
            <a:xfrm>
              <a:off x="1115616" y="4179727"/>
              <a:ext cx="41710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zh-CN" altLang="en-US" sz="1800" b="1">
                  <a:solidFill>
                    <a:srgbClr val="11576A"/>
                  </a:solidFill>
                  <a:latin typeface="张海山锐谐体2.0-授权联系：Samtype@QQ.com"/>
                  <a:ea typeface="张海山锐谐体2.0-授权联系：Samtype@QQ.com"/>
                  <a:cs typeface="张海山锐谐体2.0-授权联系：Samtype@QQ.com"/>
                </a:rPr>
                <a:t>■</a:t>
              </a:r>
              <a:endParaRPr lang="zh-CN" altLang="en-US" sz="1800" b="1">
                <a:latin typeface="Calibri" panose="020F0502020204030204" pitchFamily="34" charset="0"/>
              </a:endParaRPr>
            </a:p>
          </p:txBody>
        </p:sp>
      </p:grpSp>
    </p:spTree>
    <p:extLst>
      <p:ext uri="{BB962C8B-B14F-4D97-AF65-F5344CB8AC3E}">
        <p14:creationId xmlns:p14="http://schemas.microsoft.com/office/powerpoint/2010/main" val="361750638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par>
                                <p:cTn id="8" presetID="22" presetClass="entr" presetSubtype="8"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wipe(left)">
                                      <p:cBhvr>
                                        <p:cTn id="10" dur="500"/>
                                        <p:tgtEl>
                                          <p:spTgt spid="3"/>
                                        </p:tgtEl>
                                      </p:cBhvr>
                                    </p:animEffect>
                                  </p:childTnLst>
                                </p:cTn>
                              </p:par>
                              <p:par>
                                <p:cTn id="11" presetID="22" presetClass="entr" presetSubtype="8" fill="hold"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wipe(left)">
                                      <p:cBhvr>
                                        <p:cTn id="13" dur="500"/>
                                        <p:tgtEl>
                                          <p:spTgt spid="9"/>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nodeType="click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wipe(left)">
                                      <p:cBhvr>
                                        <p:cTn id="18" dur="500"/>
                                        <p:tgtEl>
                                          <p:spTgt spid="4"/>
                                        </p:tgtEl>
                                      </p:cBhvr>
                                    </p:animEffect>
                                  </p:childTnLst>
                                </p:cTn>
                              </p:par>
                              <p:par>
                                <p:cTn id="19" presetID="22" presetClass="entr" presetSubtype="8" fill="hold" nodeType="with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wipe(left)">
                                      <p:cBhvr>
                                        <p:cTn id="21" dur="500"/>
                                        <p:tgtEl>
                                          <p:spTgt spid="10"/>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nodeType="click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wipe(left)">
                                      <p:cBhvr>
                                        <p:cTn id="26" dur="500"/>
                                        <p:tgtEl>
                                          <p:spTgt spid="7"/>
                                        </p:tgtEl>
                                      </p:cBhvr>
                                    </p:animEffect>
                                  </p:childTnLst>
                                </p:cTn>
                              </p:par>
                              <p:par>
                                <p:cTn id="27" presetID="22" presetClass="entr" presetSubtype="8" fill="hold" nodeType="with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wipe(left)">
                                      <p:cBhvr>
                                        <p:cTn id="29"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图片 13">
            <a:extLst>
              <a:ext uri="{FF2B5EF4-FFF2-40B4-BE49-F238E27FC236}">
                <a16:creationId xmlns:a16="http://schemas.microsoft.com/office/drawing/2014/main" id="{A9B233A3-6C31-4D8B-B7D9-9EDC9BD21BC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408488" y="1841500"/>
            <a:ext cx="2159000" cy="71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39CA68C5-79DE-4F09-9CC7-8A9694B93D4A}"/>
              </a:ext>
            </a:extLst>
          </p:cNvPr>
          <p:cNvSpPr txBox="1">
            <a:spLocks noChangeArrowheads="1"/>
          </p:cNvSpPr>
          <p:nvPr/>
        </p:nvSpPr>
        <p:spPr bwMode="auto">
          <a:xfrm>
            <a:off x="1371600" y="276000"/>
            <a:ext cx="428625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zh-CN" altLang="en-US" sz="3000" b="1" dirty="0">
                <a:solidFill>
                  <a:schemeClr val="accent3"/>
                </a:solidFill>
                <a:latin typeface="微软雅黑" panose="020B0503020204020204" pitchFamily="34" charset="-122"/>
                <a:ea typeface="微软雅黑" panose="020B0503020204020204" pitchFamily="34" charset="-122"/>
              </a:rPr>
              <a:t>加载程序</a:t>
            </a:r>
            <a:r>
              <a:rPr lang="en-US" altLang="zh-CN" sz="3000" b="1" dirty="0">
                <a:solidFill>
                  <a:schemeClr val="accent3"/>
                </a:solidFill>
                <a:latin typeface="微软雅黑" panose="020B0503020204020204" pitchFamily="34" charset="-122"/>
                <a:ea typeface="微软雅黑" panose="020B0503020204020204" pitchFamily="34" charset="-122"/>
              </a:rPr>
              <a:t>(bootloader)</a:t>
            </a:r>
            <a:endParaRPr lang="zh-CN" altLang="en-US" sz="3000" b="1" dirty="0">
              <a:solidFill>
                <a:schemeClr val="accent3"/>
              </a:solidFill>
              <a:latin typeface="微软雅黑" panose="020B0503020204020204" pitchFamily="34" charset="-122"/>
              <a:ea typeface="微软雅黑" panose="020B0503020204020204" pitchFamily="34" charset="-122"/>
            </a:endParaRPr>
          </a:p>
        </p:txBody>
      </p:sp>
      <p:grpSp>
        <p:nvGrpSpPr>
          <p:cNvPr id="3" name="组合 2">
            <a:extLst>
              <a:ext uri="{FF2B5EF4-FFF2-40B4-BE49-F238E27FC236}">
                <a16:creationId xmlns:a16="http://schemas.microsoft.com/office/drawing/2014/main" id="{70377DE3-2C8C-4E55-82FC-56CB7EB135C9}"/>
              </a:ext>
            </a:extLst>
          </p:cNvPr>
          <p:cNvGrpSpPr>
            <a:grpSpLocks/>
          </p:cNvGrpSpPr>
          <p:nvPr/>
        </p:nvGrpSpPr>
        <p:grpSpPr bwMode="auto">
          <a:xfrm>
            <a:off x="538163" y="2725738"/>
            <a:ext cx="2160587" cy="1944687"/>
            <a:chOff x="827584" y="1711837"/>
            <a:chExt cx="2160240" cy="1944548"/>
          </a:xfrm>
        </p:grpSpPr>
        <p:pic>
          <p:nvPicPr>
            <p:cNvPr id="17422" name="图片 24">
              <a:extLst>
                <a:ext uri="{FF2B5EF4-FFF2-40B4-BE49-F238E27FC236}">
                  <a16:creationId xmlns:a16="http://schemas.microsoft.com/office/drawing/2014/main" id="{06EB9D9D-30A6-4EB7-A17D-05977307710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27584" y="1711837"/>
              <a:ext cx="2160240" cy="19445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23" name="文本框 3">
              <a:extLst>
                <a:ext uri="{FF2B5EF4-FFF2-40B4-BE49-F238E27FC236}">
                  <a16:creationId xmlns:a16="http://schemas.microsoft.com/office/drawing/2014/main" id="{F29CDAA5-1DFC-40D4-A62E-EC2EBBF7AF4A}"/>
                </a:ext>
              </a:extLst>
            </p:cNvPr>
            <p:cNvSpPr txBox="1">
              <a:spLocks noChangeArrowheads="1"/>
            </p:cNvSpPr>
            <p:nvPr/>
          </p:nvSpPr>
          <p:spPr bwMode="auto">
            <a:xfrm>
              <a:off x="1475656" y="3075806"/>
              <a:ext cx="121058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zh-CN" altLang="en-US" sz="2000" b="1">
                  <a:solidFill>
                    <a:srgbClr val="11576A"/>
                  </a:solidFill>
                  <a:latin typeface="微软雅黑" panose="020B0503020204020204" pitchFamily="34" charset="-122"/>
                  <a:ea typeface="微软雅黑" panose="020B0503020204020204" pitchFamily="34" charset="-122"/>
                </a:rPr>
                <a:t>加载程序</a:t>
              </a:r>
            </a:p>
          </p:txBody>
        </p:sp>
        <p:sp>
          <p:nvSpPr>
            <p:cNvPr id="17424" name="文本框 3">
              <a:extLst>
                <a:ext uri="{FF2B5EF4-FFF2-40B4-BE49-F238E27FC236}">
                  <a16:creationId xmlns:a16="http://schemas.microsoft.com/office/drawing/2014/main" id="{DC46CC13-7094-43EA-910E-0BCCCA14AA88}"/>
                </a:ext>
              </a:extLst>
            </p:cNvPr>
            <p:cNvSpPr txBox="1">
              <a:spLocks noChangeArrowheads="1"/>
            </p:cNvSpPr>
            <p:nvPr/>
          </p:nvSpPr>
          <p:spPr bwMode="auto">
            <a:xfrm>
              <a:off x="885870" y="2099336"/>
              <a:ext cx="1826141"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zh-CN" altLang="en-US" sz="1600" b="1">
                  <a:solidFill>
                    <a:schemeClr val="bg1"/>
                  </a:solidFill>
                  <a:latin typeface="微软雅黑" panose="020B0503020204020204" pitchFamily="34" charset="-122"/>
                  <a:ea typeface="微软雅黑" panose="020B0503020204020204" pitchFamily="34" charset="-122"/>
                </a:rPr>
                <a:t>从文件系统中读取</a:t>
              </a:r>
            </a:p>
            <a:p>
              <a:r>
                <a:rPr lang="zh-CN" altLang="en-US" sz="1600" b="1">
                  <a:solidFill>
                    <a:schemeClr val="bg1"/>
                  </a:solidFill>
                  <a:latin typeface="微软雅黑" panose="020B0503020204020204" pitchFamily="34" charset="-122"/>
                  <a:ea typeface="微软雅黑" panose="020B0503020204020204" pitchFamily="34" charset="-122"/>
                </a:rPr>
                <a:t>启动配置信息</a:t>
              </a:r>
            </a:p>
          </p:txBody>
        </p:sp>
      </p:grpSp>
      <p:grpSp>
        <p:nvGrpSpPr>
          <p:cNvPr id="5" name="组合 4">
            <a:extLst>
              <a:ext uri="{FF2B5EF4-FFF2-40B4-BE49-F238E27FC236}">
                <a16:creationId xmlns:a16="http://schemas.microsoft.com/office/drawing/2014/main" id="{2BFB8CCB-E646-4150-879A-E8E0C95673F1}"/>
              </a:ext>
            </a:extLst>
          </p:cNvPr>
          <p:cNvGrpSpPr>
            <a:grpSpLocks/>
          </p:cNvGrpSpPr>
          <p:nvPr/>
        </p:nvGrpSpPr>
        <p:grpSpPr bwMode="auto">
          <a:xfrm>
            <a:off x="5487988" y="2725738"/>
            <a:ext cx="2160587" cy="1944687"/>
            <a:chOff x="5777677" y="1711837"/>
            <a:chExt cx="2160240" cy="1944548"/>
          </a:xfrm>
        </p:grpSpPr>
        <p:pic>
          <p:nvPicPr>
            <p:cNvPr id="17419" name="图片 10">
              <a:extLst>
                <a:ext uri="{FF2B5EF4-FFF2-40B4-BE49-F238E27FC236}">
                  <a16:creationId xmlns:a16="http://schemas.microsoft.com/office/drawing/2014/main" id="{4FB2D3AB-7D8F-4DF1-869D-85C8BF0B33B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777677" y="1711837"/>
              <a:ext cx="2160240" cy="19445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20" name="文本框 3">
              <a:extLst>
                <a:ext uri="{FF2B5EF4-FFF2-40B4-BE49-F238E27FC236}">
                  <a16:creationId xmlns:a16="http://schemas.microsoft.com/office/drawing/2014/main" id="{7D3964C4-F061-4F7B-9C4F-FA3FCFEA4FAD}"/>
                </a:ext>
              </a:extLst>
            </p:cNvPr>
            <p:cNvSpPr txBox="1">
              <a:spLocks noChangeArrowheads="1"/>
            </p:cNvSpPr>
            <p:nvPr/>
          </p:nvSpPr>
          <p:spPr bwMode="auto">
            <a:xfrm>
              <a:off x="6291312" y="3167783"/>
              <a:ext cx="1646605" cy="384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zh-CN" altLang="en-US" sz="1900" b="1">
                  <a:solidFill>
                    <a:srgbClr val="11576A"/>
                  </a:solidFill>
                  <a:latin typeface="微软雅黑" panose="020B0503020204020204" pitchFamily="34" charset="-122"/>
                  <a:ea typeface="微软雅黑" panose="020B0503020204020204" pitchFamily="34" charset="-122"/>
                </a:rPr>
                <a:t>操作系统内核</a:t>
              </a:r>
            </a:p>
          </p:txBody>
        </p:sp>
        <p:sp>
          <p:nvSpPr>
            <p:cNvPr id="17421" name="文本框 3">
              <a:extLst>
                <a:ext uri="{FF2B5EF4-FFF2-40B4-BE49-F238E27FC236}">
                  <a16:creationId xmlns:a16="http://schemas.microsoft.com/office/drawing/2014/main" id="{83F03AEB-DED9-4E80-B5ED-E3897571079E}"/>
                </a:ext>
              </a:extLst>
            </p:cNvPr>
            <p:cNvSpPr txBox="1">
              <a:spLocks noChangeArrowheads="1"/>
            </p:cNvSpPr>
            <p:nvPr/>
          </p:nvSpPr>
          <p:spPr bwMode="auto">
            <a:xfrm>
              <a:off x="6044567" y="1964163"/>
              <a:ext cx="1415772"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zh-CN" altLang="en-US" sz="1600" b="1">
                  <a:solidFill>
                    <a:schemeClr val="bg1"/>
                  </a:solidFill>
                  <a:latin typeface="微软雅黑" panose="020B0503020204020204" pitchFamily="34" charset="-122"/>
                  <a:ea typeface="微软雅黑" panose="020B0503020204020204" pitchFamily="34" charset="-122"/>
                </a:rPr>
                <a:t>依据配置加载</a:t>
              </a:r>
            </a:p>
            <a:p>
              <a:r>
                <a:rPr lang="zh-CN" altLang="en-US" sz="1600" b="1">
                  <a:solidFill>
                    <a:schemeClr val="bg1"/>
                  </a:solidFill>
                  <a:latin typeface="微软雅黑" panose="020B0503020204020204" pitchFamily="34" charset="-122"/>
                  <a:ea typeface="微软雅黑" panose="020B0503020204020204" pitchFamily="34" charset="-122"/>
                </a:rPr>
                <a:t>指定内核并跳</a:t>
              </a:r>
            </a:p>
            <a:p>
              <a:r>
                <a:rPr lang="zh-CN" altLang="en-US" sz="1600" b="1">
                  <a:solidFill>
                    <a:schemeClr val="bg1"/>
                  </a:solidFill>
                  <a:latin typeface="微软雅黑" panose="020B0503020204020204" pitchFamily="34" charset="-122"/>
                  <a:ea typeface="微软雅黑" panose="020B0503020204020204" pitchFamily="34" charset="-122"/>
                </a:rPr>
                <a:t>转到内核执行</a:t>
              </a:r>
            </a:p>
          </p:txBody>
        </p:sp>
      </p:grpSp>
      <p:grpSp>
        <p:nvGrpSpPr>
          <p:cNvPr id="4" name="组合 3">
            <a:extLst>
              <a:ext uri="{FF2B5EF4-FFF2-40B4-BE49-F238E27FC236}">
                <a16:creationId xmlns:a16="http://schemas.microsoft.com/office/drawing/2014/main" id="{DB07E92A-2E31-40B4-B920-7E1DF4C42B37}"/>
              </a:ext>
            </a:extLst>
          </p:cNvPr>
          <p:cNvGrpSpPr>
            <a:grpSpLocks/>
          </p:cNvGrpSpPr>
          <p:nvPr/>
        </p:nvGrpSpPr>
        <p:grpSpPr bwMode="auto">
          <a:xfrm>
            <a:off x="2987675" y="2420938"/>
            <a:ext cx="2189163" cy="1944687"/>
            <a:chOff x="3277457" y="1407110"/>
            <a:chExt cx="2188228" cy="1944548"/>
          </a:xfrm>
        </p:grpSpPr>
        <p:pic>
          <p:nvPicPr>
            <p:cNvPr id="17416" name="图片 11">
              <a:extLst>
                <a:ext uri="{FF2B5EF4-FFF2-40B4-BE49-F238E27FC236}">
                  <a16:creationId xmlns:a16="http://schemas.microsoft.com/office/drawing/2014/main" id="{741FA7C6-FCAB-4F7C-8F9F-EB09548A4F95}"/>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305446" y="1407110"/>
              <a:ext cx="2160239" cy="19445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7" name="文本框 3">
              <a:extLst>
                <a:ext uri="{FF2B5EF4-FFF2-40B4-BE49-F238E27FC236}">
                  <a16:creationId xmlns:a16="http://schemas.microsoft.com/office/drawing/2014/main" id="{B22BE81C-DA2C-4463-AFB2-ABF6FBD01C34}"/>
                </a:ext>
              </a:extLst>
            </p:cNvPr>
            <p:cNvSpPr txBox="1">
              <a:spLocks noChangeArrowheads="1"/>
            </p:cNvSpPr>
            <p:nvPr/>
          </p:nvSpPr>
          <p:spPr bwMode="auto">
            <a:xfrm>
              <a:off x="3943105" y="1564116"/>
              <a:ext cx="121058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zh-CN" altLang="en-US" sz="2000" b="1">
                  <a:solidFill>
                    <a:schemeClr val="bg1"/>
                  </a:solidFill>
                  <a:latin typeface="微软雅黑" panose="020B0503020204020204" pitchFamily="34" charset="-122"/>
                  <a:ea typeface="微软雅黑" panose="020B0503020204020204" pitchFamily="34" charset="-122"/>
                </a:rPr>
                <a:t>启动菜单</a:t>
              </a:r>
            </a:p>
          </p:txBody>
        </p:sp>
        <p:sp>
          <p:nvSpPr>
            <p:cNvPr id="17418" name="文本框 3">
              <a:extLst>
                <a:ext uri="{FF2B5EF4-FFF2-40B4-BE49-F238E27FC236}">
                  <a16:creationId xmlns:a16="http://schemas.microsoft.com/office/drawing/2014/main" id="{F05E2411-4771-4C2A-9048-D9CE97B1DB22}"/>
                </a:ext>
              </a:extLst>
            </p:cNvPr>
            <p:cNvSpPr txBox="1">
              <a:spLocks noChangeArrowheads="1"/>
            </p:cNvSpPr>
            <p:nvPr/>
          </p:nvSpPr>
          <p:spPr bwMode="auto">
            <a:xfrm>
              <a:off x="3277457" y="2263943"/>
              <a:ext cx="203132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zh-CN" altLang="en-US" sz="1600" b="1">
                  <a:solidFill>
                    <a:schemeClr val="bg1"/>
                  </a:solidFill>
                  <a:latin typeface="微软雅黑" panose="020B0503020204020204" pitchFamily="34" charset="-122"/>
                  <a:ea typeface="微软雅黑" panose="020B0503020204020204" pitchFamily="34" charset="-122"/>
                </a:rPr>
                <a:t>可选的操作系统内核</a:t>
              </a:r>
            </a:p>
            <a:p>
              <a:r>
                <a:rPr lang="zh-CN" altLang="en-US" sz="1600" b="1">
                  <a:solidFill>
                    <a:schemeClr val="bg1"/>
                  </a:solidFill>
                  <a:latin typeface="微软雅黑" panose="020B0503020204020204" pitchFamily="34" charset="-122"/>
                  <a:ea typeface="微软雅黑" panose="020B0503020204020204" pitchFamily="34" charset="-122"/>
                </a:rPr>
                <a:t>列表和加载参数</a:t>
              </a:r>
            </a:p>
          </p:txBody>
        </p:sp>
      </p:grpSp>
      <p:pic>
        <p:nvPicPr>
          <p:cNvPr id="13" name="图片 12">
            <a:extLst>
              <a:ext uri="{FF2B5EF4-FFF2-40B4-BE49-F238E27FC236}">
                <a16:creationId xmlns:a16="http://schemas.microsoft.com/office/drawing/2014/main" id="{7C3317CC-C02F-4777-A7EB-535810A660C6}"/>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698625" y="4592638"/>
            <a:ext cx="2160588" cy="71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4277227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par>
                                <p:cTn id="8" presetID="22" presetClass="entr" presetSubtype="8"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wipe(left)">
                                      <p:cBhvr>
                                        <p:cTn id="10" dur="500"/>
                                        <p:tgtEl>
                                          <p:spTgt spid="3"/>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8"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wipe(left)">
                                      <p:cBhvr>
                                        <p:cTn id="15" dur="500"/>
                                        <p:tgtEl>
                                          <p:spTgt spid="13"/>
                                        </p:tgtEl>
                                      </p:cBhvr>
                                    </p:animEffect>
                                  </p:childTnLst>
                                </p:cTn>
                              </p:par>
                            </p:childTnLst>
                          </p:cTn>
                        </p:par>
                        <p:par>
                          <p:cTn id="16" fill="hold" nodeType="afterGroup">
                            <p:stCondLst>
                              <p:cond delay="500"/>
                            </p:stCondLst>
                            <p:childTnLst>
                              <p:par>
                                <p:cTn id="17" presetID="22" presetClass="entr" presetSubtype="8" fill="hold" nodeType="after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wipe(left)">
                                      <p:cBhvr>
                                        <p:cTn id="19" dur="500"/>
                                        <p:tgtEl>
                                          <p:spTgt spid="4"/>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8" fill="hold" nodeType="click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wipe(left)">
                                      <p:cBhvr>
                                        <p:cTn id="24" dur="500"/>
                                        <p:tgtEl>
                                          <p:spTgt spid="14"/>
                                        </p:tgtEl>
                                      </p:cBhvr>
                                    </p:animEffect>
                                  </p:childTnLst>
                                </p:cTn>
                              </p:par>
                            </p:childTnLst>
                          </p:cTn>
                        </p:par>
                        <p:par>
                          <p:cTn id="25" fill="hold" nodeType="afterGroup">
                            <p:stCondLst>
                              <p:cond delay="500"/>
                            </p:stCondLst>
                            <p:childTnLst>
                              <p:par>
                                <p:cTn id="26" presetID="22" presetClass="entr" presetSubtype="8" fill="hold" nodeType="afterEffect">
                                  <p:stCondLst>
                                    <p:cond delay="0"/>
                                  </p:stCondLst>
                                  <p:childTnLst>
                                    <p:set>
                                      <p:cBhvr>
                                        <p:cTn id="27" dur="1" fill="hold">
                                          <p:stCondLst>
                                            <p:cond delay="0"/>
                                          </p:stCondLst>
                                        </p:cTn>
                                        <p:tgtEl>
                                          <p:spTgt spid="5"/>
                                        </p:tgtEl>
                                        <p:attrNameLst>
                                          <p:attrName>style.visibility</p:attrName>
                                        </p:attrNameLst>
                                      </p:cBhvr>
                                      <p:to>
                                        <p:strVal val="visible"/>
                                      </p:to>
                                    </p:set>
                                    <p:animEffect transition="in" filter="wipe(left)">
                                      <p:cBhvr>
                                        <p:cTn id="28"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148C4780-0619-412C-9303-63DCB7762EC4}"/>
              </a:ext>
            </a:extLst>
          </p:cNvPr>
          <p:cNvSpPr txBox="1">
            <a:spLocks noChangeArrowheads="1"/>
          </p:cNvSpPr>
          <p:nvPr/>
        </p:nvSpPr>
        <p:spPr bwMode="auto">
          <a:xfrm>
            <a:off x="2397131" y="304800"/>
            <a:ext cx="2714625"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zh-CN" altLang="en-US" sz="3000" b="1" dirty="0">
                <a:solidFill>
                  <a:schemeClr val="accent3"/>
                </a:solidFill>
                <a:latin typeface="微软雅黑" panose="020B0503020204020204" pitchFamily="34" charset="-122"/>
                <a:ea typeface="微软雅黑" panose="020B0503020204020204" pitchFamily="34" charset="-122"/>
              </a:rPr>
              <a:t>系统启动规范</a:t>
            </a:r>
          </a:p>
        </p:txBody>
      </p:sp>
      <p:grpSp>
        <p:nvGrpSpPr>
          <p:cNvPr id="3" name="组合 2">
            <a:extLst>
              <a:ext uri="{FF2B5EF4-FFF2-40B4-BE49-F238E27FC236}">
                <a16:creationId xmlns:a16="http://schemas.microsoft.com/office/drawing/2014/main" id="{BB429F2F-2062-44C4-98AF-01C97D21E97F}"/>
              </a:ext>
            </a:extLst>
          </p:cNvPr>
          <p:cNvGrpSpPr>
            <a:grpSpLocks/>
          </p:cNvGrpSpPr>
          <p:nvPr/>
        </p:nvGrpSpPr>
        <p:grpSpPr bwMode="auto">
          <a:xfrm>
            <a:off x="892175" y="2109788"/>
            <a:ext cx="8001000" cy="1090612"/>
            <a:chOff x="785813" y="804863"/>
            <a:chExt cx="8001000" cy="1090672"/>
          </a:xfrm>
        </p:grpSpPr>
        <p:sp>
          <p:nvSpPr>
            <p:cNvPr id="18447" name="TextBox 10">
              <a:extLst>
                <a:ext uri="{FF2B5EF4-FFF2-40B4-BE49-F238E27FC236}">
                  <a16:creationId xmlns:a16="http://schemas.microsoft.com/office/drawing/2014/main" id="{FF9D504A-63C9-427D-A939-FC3D748FEF21}"/>
                </a:ext>
              </a:extLst>
            </p:cNvPr>
            <p:cNvSpPr txBox="1">
              <a:spLocks noChangeArrowheads="1"/>
            </p:cNvSpPr>
            <p:nvPr/>
          </p:nvSpPr>
          <p:spPr bwMode="auto">
            <a:xfrm>
              <a:off x="1143000" y="804863"/>
              <a:ext cx="6858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en-US" altLang="zh-CN" sz="2000" b="1">
                  <a:solidFill>
                    <a:srgbClr val="11576A"/>
                  </a:solidFill>
                  <a:latin typeface="微软雅黑" panose="020B0503020204020204" pitchFamily="34" charset="-122"/>
                  <a:ea typeface="微软雅黑" panose="020B0503020204020204" pitchFamily="34" charset="-122"/>
                </a:rPr>
                <a:t>BIOS</a:t>
              </a:r>
            </a:p>
          </p:txBody>
        </p:sp>
        <p:sp>
          <p:nvSpPr>
            <p:cNvPr id="18448" name="矩形 8">
              <a:extLst>
                <a:ext uri="{FF2B5EF4-FFF2-40B4-BE49-F238E27FC236}">
                  <a16:creationId xmlns:a16="http://schemas.microsoft.com/office/drawing/2014/main" id="{EDE0429A-2C54-4103-9047-9A759FFA3BBD}"/>
                </a:ext>
              </a:extLst>
            </p:cNvPr>
            <p:cNvSpPr>
              <a:spLocks noChangeArrowheads="1"/>
            </p:cNvSpPr>
            <p:nvPr/>
          </p:nvSpPr>
          <p:spPr bwMode="auto">
            <a:xfrm>
              <a:off x="785813" y="822325"/>
              <a:ext cx="41710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zh-CN" altLang="en-US" sz="1800" b="1">
                  <a:solidFill>
                    <a:srgbClr val="11576A"/>
                  </a:solidFill>
                  <a:latin typeface="张海山锐谐体2.0-授权联系：Samtype@QQ.com"/>
                  <a:ea typeface="张海山锐谐体2.0-授权联系：Samtype@QQ.com"/>
                  <a:cs typeface="张海山锐谐体2.0-授权联系：Samtype@QQ.com"/>
                </a:rPr>
                <a:t>■</a:t>
              </a:r>
              <a:endParaRPr lang="zh-CN" altLang="en-US" sz="1800" b="1">
                <a:solidFill>
                  <a:srgbClr val="11576A"/>
                </a:solidFill>
                <a:latin typeface="Calibri" panose="020F0502020204030204" pitchFamily="34" charset="0"/>
              </a:endParaRPr>
            </a:p>
          </p:txBody>
        </p:sp>
        <p:sp>
          <p:nvSpPr>
            <p:cNvPr id="18449" name="TextBox 16">
              <a:extLst>
                <a:ext uri="{FF2B5EF4-FFF2-40B4-BE49-F238E27FC236}">
                  <a16:creationId xmlns:a16="http://schemas.microsoft.com/office/drawing/2014/main" id="{27417364-8108-44B5-878D-2CD5ED38B3E8}"/>
                </a:ext>
              </a:extLst>
            </p:cNvPr>
            <p:cNvSpPr txBox="1">
              <a:spLocks noChangeArrowheads="1"/>
            </p:cNvSpPr>
            <p:nvPr/>
          </p:nvSpPr>
          <p:spPr bwMode="auto">
            <a:xfrm>
              <a:off x="1009650" y="1157288"/>
              <a:ext cx="777716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kumimoji="1" sz="2400">
                  <a:solidFill>
                    <a:schemeClr val="tx1"/>
                  </a:solidFill>
                  <a:latin typeface="Tahoma" panose="020B0604030504040204" pitchFamily="34" charset="0"/>
                  <a:ea typeface="宋体" panose="02010600030101010101" pitchFamily="2" charset="-122"/>
                </a:defRPr>
              </a:lvl1pPr>
              <a:lvl2pPr>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lvl="1"/>
              <a:r>
                <a:rPr lang="zh-CN" altLang="en-US" sz="2000" b="1" dirty="0">
                  <a:solidFill>
                    <a:srgbClr val="11576A"/>
                  </a:solidFill>
                  <a:latin typeface="微软雅黑" panose="020B0503020204020204" pitchFamily="34" charset="-122"/>
                  <a:ea typeface="微软雅黑" panose="020B0503020204020204" pitchFamily="34" charset="-122"/>
                </a:rPr>
                <a:t>  固化到计算机主板上的程序</a:t>
              </a:r>
              <a:endParaRPr lang="en-US" altLang="zh-CN" sz="2000" b="1" dirty="0">
                <a:solidFill>
                  <a:srgbClr val="11576A"/>
                </a:solidFill>
                <a:latin typeface="微软雅黑" panose="020B0503020204020204" pitchFamily="34" charset="-122"/>
                <a:ea typeface="微软雅黑" panose="020B0503020204020204" pitchFamily="34" charset="-122"/>
              </a:endParaRPr>
            </a:p>
          </p:txBody>
        </p:sp>
        <p:pic>
          <p:nvPicPr>
            <p:cNvPr id="18450" name="图片 17" descr="小点1.png">
              <a:extLst>
                <a:ext uri="{FF2B5EF4-FFF2-40B4-BE49-F238E27FC236}">
                  <a16:creationId xmlns:a16="http://schemas.microsoft.com/office/drawing/2014/main" id="{2487596B-6717-4E06-99E9-04981CBAA1C0}"/>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292225" y="1282700"/>
              <a:ext cx="149225" cy="149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51" name="TextBox 19">
              <a:extLst>
                <a:ext uri="{FF2B5EF4-FFF2-40B4-BE49-F238E27FC236}">
                  <a16:creationId xmlns:a16="http://schemas.microsoft.com/office/drawing/2014/main" id="{ECD9D451-8482-4EF7-8C7D-8593EED92F40}"/>
                </a:ext>
              </a:extLst>
            </p:cNvPr>
            <p:cNvSpPr txBox="1">
              <a:spLocks noChangeArrowheads="1"/>
            </p:cNvSpPr>
            <p:nvPr/>
          </p:nvSpPr>
          <p:spPr bwMode="auto">
            <a:xfrm>
              <a:off x="1009650" y="1495425"/>
              <a:ext cx="777716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kumimoji="1" sz="2400">
                  <a:solidFill>
                    <a:schemeClr val="tx1"/>
                  </a:solidFill>
                  <a:latin typeface="Tahoma" panose="020B0604030504040204" pitchFamily="34" charset="0"/>
                  <a:ea typeface="宋体" panose="02010600030101010101" pitchFamily="2" charset="-122"/>
                </a:defRPr>
              </a:lvl1pPr>
              <a:lvl2pPr>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lvl="1"/>
              <a:r>
                <a:rPr lang="zh-CN" altLang="en-US" sz="2000" b="1">
                  <a:solidFill>
                    <a:srgbClr val="11576A"/>
                  </a:solidFill>
                  <a:latin typeface="微软雅黑" panose="020B0503020204020204" pitchFamily="34" charset="-122"/>
                  <a:ea typeface="微软雅黑" panose="020B0503020204020204" pitchFamily="34" charset="-122"/>
                </a:rPr>
                <a:t>  包括系统设置、自检程序和系统自启动程序</a:t>
              </a:r>
              <a:endParaRPr lang="en-US" altLang="zh-CN" sz="2000" b="1">
                <a:solidFill>
                  <a:srgbClr val="11576A"/>
                </a:solidFill>
                <a:latin typeface="微软雅黑" panose="020B0503020204020204" pitchFamily="34" charset="-122"/>
                <a:ea typeface="微软雅黑" panose="020B0503020204020204" pitchFamily="34" charset="-122"/>
              </a:endParaRPr>
            </a:p>
          </p:txBody>
        </p:sp>
        <p:pic>
          <p:nvPicPr>
            <p:cNvPr id="18452" name="图片 20" descr="小点1.png">
              <a:extLst>
                <a:ext uri="{FF2B5EF4-FFF2-40B4-BE49-F238E27FC236}">
                  <a16:creationId xmlns:a16="http://schemas.microsoft.com/office/drawing/2014/main" id="{327C9E20-7948-4DF5-B7A5-9CE61422CB61}"/>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292225" y="1619250"/>
              <a:ext cx="149225" cy="149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4" name="组合 3">
            <a:extLst>
              <a:ext uri="{FF2B5EF4-FFF2-40B4-BE49-F238E27FC236}">
                <a16:creationId xmlns:a16="http://schemas.microsoft.com/office/drawing/2014/main" id="{57D833A3-89CC-4E41-B7FA-C7A55496CA57}"/>
              </a:ext>
            </a:extLst>
          </p:cNvPr>
          <p:cNvGrpSpPr>
            <a:grpSpLocks/>
          </p:cNvGrpSpPr>
          <p:nvPr/>
        </p:nvGrpSpPr>
        <p:grpSpPr bwMode="auto">
          <a:xfrm>
            <a:off x="1116013" y="3167063"/>
            <a:ext cx="7777162" cy="400050"/>
            <a:chOff x="1009650" y="1862138"/>
            <a:chExt cx="7777163" cy="400109"/>
          </a:xfrm>
        </p:grpSpPr>
        <p:sp>
          <p:nvSpPr>
            <p:cNvPr id="18445" name="TextBox 21">
              <a:extLst>
                <a:ext uri="{FF2B5EF4-FFF2-40B4-BE49-F238E27FC236}">
                  <a16:creationId xmlns:a16="http://schemas.microsoft.com/office/drawing/2014/main" id="{67EF0E31-65B9-4CF0-A59E-127F446C5C3E}"/>
                </a:ext>
              </a:extLst>
            </p:cNvPr>
            <p:cNvSpPr txBox="1">
              <a:spLocks noChangeArrowheads="1"/>
            </p:cNvSpPr>
            <p:nvPr/>
          </p:nvSpPr>
          <p:spPr bwMode="auto">
            <a:xfrm>
              <a:off x="1009650" y="1862138"/>
              <a:ext cx="7777163" cy="400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kumimoji="1" sz="2400">
                  <a:solidFill>
                    <a:schemeClr val="tx1"/>
                  </a:solidFill>
                  <a:latin typeface="Tahoma" panose="020B0604030504040204" pitchFamily="34" charset="0"/>
                  <a:ea typeface="宋体" panose="02010600030101010101" pitchFamily="2" charset="-122"/>
                </a:defRPr>
              </a:lvl1pPr>
              <a:lvl2pPr>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lvl="1"/>
              <a:r>
                <a:rPr lang="en-US" altLang="zh-CN" sz="2000" b="1">
                  <a:solidFill>
                    <a:srgbClr val="11576A"/>
                  </a:solidFill>
                  <a:latin typeface="微软雅黑" panose="020B0503020204020204" pitchFamily="34" charset="-122"/>
                  <a:ea typeface="微软雅黑" panose="020B0503020204020204" pitchFamily="34" charset="-122"/>
                </a:rPr>
                <a:t>  BIOS-MBR</a:t>
              </a:r>
              <a:r>
                <a:rPr lang="zh-CN" altLang="en-US" sz="2000" b="1">
                  <a:solidFill>
                    <a:srgbClr val="11576A"/>
                  </a:solidFill>
                  <a:latin typeface="微软雅黑" panose="020B0503020204020204" pitchFamily="34" charset="-122"/>
                  <a:ea typeface="微软雅黑" panose="020B0503020204020204" pitchFamily="34" charset="-122"/>
                </a:rPr>
                <a:t>、</a:t>
              </a:r>
              <a:r>
                <a:rPr lang="en-US" altLang="zh-CN" sz="2000" b="1">
                  <a:solidFill>
                    <a:srgbClr val="11576A"/>
                  </a:solidFill>
                  <a:latin typeface="微软雅黑" panose="020B0503020204020204" pitchFamily="34" charset="-122"/>
                  <a:ea typeface="微软雅黑" panose="020B0503020204020204" pitchFamily="34" charset="-122"/>
                </a:rPr>
                <a:t>BIOS-GPT</a:t>
              </a:r>
              <a:r>
                <a:rPr lang="zh-CN" altLang="en-US" sz="2000" b="1">
                  <a:solidFill>
                    <a:srgbClr val="11576A"/>
                  </a:solidFill>
                  <a:latin typeface="微软雅黑" panose="020B0503020204020204" pitchFamily="34" charset="-122"/>
                  <a:ea typeface="微软雅黑" panose="020B0503020204020204" pitchFamily="34" charset="-122"/>
                </a:rPr>
                <a:t>、</a:t>
              </a:r>
              <a:r>
                <a:rPr lang="en-US" altLang="zh-CN" sz="2000" b="1">
                  <a:solidFill>
                    <a:srgbClr val="11576A"/>
                  </a:solidFill>
                  <a:latin typeface="微软雅黑" panose="020B0503020204020204" pitchFamily="34" charset="-122"/>
                  <a:ea typeface="微软雅黑" panose="020B0503020204020204" pitchFamily="34" charset="-122"/>
                </a:rPr>
                <a:t>PXE</a:t>
              </a:r>
            </a:p>
          </p:txBody>
        </p:sp>
        <p:pic>
          <p:nvPicPr>
            <p:cNvPr id="18446" name="图片 22" descr="小点1.png">
              <a:extLst>
                <a:ext uri="{FF2B5EF4-FFF2-40B4-BE49-F238E27FC236}">
                  <a16:creationId xmlns:a16="http://schemas.microsoft.com/office/drawing/2014/main" id="{CDCA5127-B00B-4C68-AAD4-CD9A0ECB9E5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292225" y="1976438"/>
              <a:ext cx="149225" cy="149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7" name="组合 6">
            <a:extLst>
              <a:ext uri="{FF2B5EF4-FFF2-40B4-BE49-F238E27FC236}">
                <a16:creationId xmlns:a16="http://schemas.microsoft.com/office/drawing/2014/main" id="{71A8884A-D185-4B52-82F1-F456C0830F1D}"/>
              </a:ext>
            </a:extLst>
          </p:cNvPr>
          <p:cNvGrpSpPr>
            <a:grpSpLocks/>
          </p:cNvGrpSpPr>
          <p:nvPr/>
        </p:nvGrpSpPr>
        <p:grpSpPr bwMode="auto">
          <a:xfrm>
            <a:off x="892175" y="3519488"/>
            <a:ext cx="8001000" cy="989012"/>
            <a:chOff x="785813" y="2214560"/>
            <a:chExt cx="8001000" cy="1133535"/>
          </a:xfrm>
        </p:grpSpPr>
        <p:sp>
          <p:nvSpPr>
            <p:cNvPr id="18438" name="TextBox 27">
              <a:extLst>
                <a:ext uri="{FF2B5EF4-FFF2-40B4-BE49-F238E27FC236}">
                  <a16:creationId xmlns:a16="http://schemas.microsoft.com/office/drawing/2014/main" id="{162D0CEC-CCE2-4682-946C-429075D70BA9}"/>
                </a:ext>
              </a:extLst>
            </p:cNvPr>
            <p:cNvSpPr txBox="1">
              <a:spLocks noChangeArrowheads="1"/>
            </p:cNvSpPr>
            <p:nvPr/>
          </p:nvSpPr>
          <p:spPr bwMode="auto">
            <a:xfrm>
              <a:off x="1009650" y="2590798"/>
              <a:ext cx="777716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kumimoji="1" sz="2400">
                  <a:solidFill>
                    <a:schemeClr val="tx1"/>
                  </a:solidFill>
                  <a:latin typeface="Tahoma" panose="020B0604030504040204" pitchFamily="34" charset="0"/>
                  <a:ea typeface="宋体" panose="02010600030101010101" pitchFamily="2" charset="-122"/>
                </a:defRPr>
              </a:lvl1pPr>
              <a:lvl2pPr>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lvl="1"/>
              <a:r>
                <a:rPr lang="zh-CN" altLang="en-US" sz="2000" b="1">
                  <a:solidFill>
                    <a:srgbClr val="11576A"/>
                  </a:solidFill>
                  <a:latin typeface="微软雅黑" panose="020B0503020204020204" pitchFamily="34" charset="-122"/>
                  <a:ea typeface="微软雅黑" panose="020B0503020204020204" pitchFamily="34" charset="-122"/>
                </a:rPr>
                <a:t>  接口标准</a:t>
              </a:r>
              <a:endParaRPr lang="en-US" altLang="zh-CN" sz="2000" b="1">
                <a:solidFill>
                  <a:srgbClr val="11576A"/>
                </a:solidFill>
                <a:latin typeface="微软雅黑" panose="020B0503020204020204" pitchFamily="34" charset="-122"/>
                <a:ea typeface="微软雅黑" panose="020B0503020204020204" pitchFamily="34" charset="-122"/>
              </a:endParaRPr>
            </a:p>
          </p:txBody>
        </p:sp>
        <p:grpSp>
          <p:nvGrpSpPr>
            <p:cNvPr id="18439" name="组合 4">
              <a:extLst>
                <a:ext uri="{FF2B5EF4-FFF2-40B4-BE49-F238E27FC236}">
                  <a16:creationId xmlns:a16="http://schemas.microsoft.com/office/drawing/2014/main" id="{39A4C1A3-B651-4FE1-9FDD-70BEBD4F66BE}"/>
                </a:ext>
              </a:extLst>
            </p:cNvPr>
            <p:cNvGrpSpPr>
              <a:grpSpLocks/>
            </p:cNvGrpSpPr>
            <p:nvPr/>
          </p:nvGrpSpPr>
          <p:grpSpPr bwMode="auto">
            <a:xfrm>
              <a:off x="785813" y="2214560"/>
              <a:ext cx="7215187" cy="1133535"/>
              <a:chOff x="785813" y="2214560"/>
              <a:chExt cx="7215187" cy="1133535"/>
            </a:xfrm>
          </p:grpSpPr>
          <p:sp>
            <p:nvSpPr>
              <p:cNvPr id="18440" name="TextBox 25">
                <a:extLst>
                  <a:ext uri="{FF2B5EF4-FFF2-40B4-BE49-F238E27FC236}">
                    <a16:creationId xmlns:a16="http://schemas.microsoft.com/office/drawing/2014/main" id="{A72BF320-493A-481A-B0D1-29AE382775EE}"/>
                  </a:ext>
                </a:extLst>
              </p:cNvPr>
              <p:cNvSpPr txBox="1">
                <a:spLocks noChangeArrowheads="1"/>
              </p:cNvSpPr>
              <p:nvPr/>
            </p:nvSpPr>
            <p:spPr bwMode="auto">
              <a:xfrm>
                <a:off x="1143000" y="2214560"/>
                <a:ext cx="6858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en-US" altLang="zh-CN" sz="2000" b="1">
                    <a:solidFill>
                      <a:srgbClr val="11576A"/>
                    </a:solidFill>
                    <a:latin typeface="微软雅黑" panose="020B0503020204020204" pitchFamily="34" charset="-122"/>
                    <a:ea typeface="微软雅黑" panose="020B0503020204020204" pitchFamily="34" charset="-122"/>
                  </a:rPr>
                  <a:t>UEFI</a:t>
                </a:r>
              </a:p>
            </p:txBody>
          </p:sp>
          <p:sp>
            <p:nvSpPr>
              <p:cNvPr id="18441" name="矩形 26">
                <a:extLst>
                  <a:ext uri="{FF2B5EF4-FFF2-40B4-BE49-F238E27FC236}">
                    <a16:creationId xmlns:a16="http://schemas.microsoft.com/office/drawing/2014/main" id="{D4BB953E-406A-4CB3-A877-94D23E582B21}"/>
                  </a:ext>
                </a:extLst>
              </p:cNvPr>
              <p:cNvSpPr>
                <a:spLocks noChangeArrowheads="1"/>
              </p:cNvSpPr>
              <p:nvPr/>
            </p:nvSpPr>
            <p:spPr bwMode="auto">
              <a:xfrm>
                <a:off x="785813" y="2238373"/>
                <a:ext cx="41710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zh-CN" altLang="en-US" sz="1800" b="1">
                    <a:solidFill>
                      <a:srgbClr val="11576A"/>
                    </a:solidFill>
                    <a:latin typeface="张海山锐谐体2.0-授权联系：Samtype@QQ.com"/>
                    <a:ea typeface="张海山锐谐体2.0-授权联系：Samtype@QQ.com"/>
                    <a:cs typeface="张海山锐谐体2.0-授权联系：Samtype@QQ.com"/>
                  </a:rPr>
                  <a:t>■</a:t>
                </a:r>
                <a:endParaRPr lang="zh-CN" altLang="en-US" sz="1800" b="1">
                  <a:latin typeface="Calibri" panose="020F0502020204030204" pitchFamily="34" charset="0"/>
                </a:endParaRPr>
              </a:p>
            </p:txBody>
          </p:sp>
          <p:pic>
            <p:nvPicPr>
              <p:cNvPr id="18442" name="图片 28" descr="小点1.png">
                <a:extLst>
                  <a:ext uri="{FF2B5EF4-FFF2-40B4-BE49-F238E27FC236}">
                    <a16:creationId xmlns:a16="http://schemas.microsoft.com/office/drawing/2014/main" id="{31BAE2B3-674D-4540-9996-E938AE663B5A}"/>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292225" y="2732085"/>
                <a:ext cx="149225" cy="149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43" name="TextBox 29">
                <a:extLst>
                  <a:ext uri="{FF2B5EF4-FFF2-40B4-BE49-F238E27FC236}">
                    <a16:creationId xmlns:a16="http://schemas.microsoft.com/office/drawing/2014/main" id="{AB1A2225-2F42-4D43-9C21-A1060AA6D8E9}"/>
                  </a:ext>
                </a:extLst>
              </p:cNvPr>
              <p:cNvSpPr txBox="1">
                <a:spLocks noChangeArrowheads="1"/>
              </p:cNvSpPr>
              <p:nvPr/>
            </p:nvSpPr>
            <p:spPr bwMode="auto">
              <a:xfrm>
                <a:off x="1009651" y="2947985"/>
                <a:ext cx="527686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kumimoji="1" sz="2400">
                    <a:solidFill>
                      <a:schemeClr val="tx1"/>
                    </a:solidFill>
                    <a:latin typeface="Tahoma" panose="020B0604030504040204" pitchFamily="34" charset="0"/>
                    <a:ea typeface="宋体" panose="02010600030101010101" pitchFamily="2" charset="-122"/>
                  </a:defRPr>
                </a:lvl1pPr>
                <a:lvl2pPr>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lvl="1"/>
                <a:r>
                  <a:rPr lang="zh-CN" altLang="en-US" sz="2000" b="1">
                    <a:solidFill>
                      <a:srgbClr val="11576A"/>
                    </a:solidFill>
                    <a:latin typeface="微软雅黑" panose="020B0503020204020204" pitchFamily="34" charset="-122"/>
                    <a:ea typeface="微软雅黑" panose="020B0503020204020204" pitchFamily="34" charset="-122"/>
                  </a:rPr>
                  <a:t>  在所有平台上一致的操作系统启动服务</a:t>
                </a:r>
                <a:endParaRPr lang="en-US" altLang="zh-CN" sz="2000" b="1">
                  <a:solidFill>
                    <a:srgbClr val="11576A"/>
                  </a:solidFill>
                  <a:latin typeface="微软雅黑" panose="020B0503020204020204" pitchFamily="34" charset="-122"/>
                  <a:ea typeface="微软雅黑" panose="020B0503020204020204" pitchFamily="34" charset="-122"/>
                </a:endParaRPr>
              </a:p>
            </p:txBody>
          </p:sp>
          <p:pic>
            <p:nvPicPr>
              <p:cNvPr id="18444" name="图片 30" descr="小点1.png">
                <a:extLst>
                  <a:ext uri="{FF2B5EF4-FFF2-40B4-BE49-F238E27FC236}">
                    <a16:creationId xmlns:a16="http://schemas.microsoft.com/office/drawing/2014/main" id="{2B635D0D-B4C0-4351-AD9F-1AA486C565C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292225" y="3081335"/>
                <a:ext cx="149225" cy="149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spTree>
    <p:extLst>
      <p:ext uri="{BB962C8B-B14F-4D97-AF65-F5344CB8AC3E}">
        <p14:creationId xmlns:p14="http://schemas.microsoft.com/office/powerpoint/2010/main" val="4275776638"/>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par>
                                <p:cTn id="8" presetID="22" presetClass="entr" presetSubtype="8"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wipe(left)">
                                      <p:cBhvr>
                                        <p:cTn id="10" dur="500"/>
                                        <p:tgtEl>
                                          <p:spTgt spid="3"/>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8"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wipe(left)">
                                      <p:cBhvr>
                                        <p:cTn id="15" dur="500"/>
                                        <p:tgtEl>
                                          <p:spTgt spid="4"/>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wipe(left)">
                                      <p:cBhvr>
                                        <p:cTn id="2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F24995-F2E4-45CF-B9A1-7465FFDE7D58}"/>
              </a:ext>
            </a:extLst>
          </p:cNvPr>
          <p:cNvSpPr>
            <a:spLocks noGrp="1"/>
          </p:cNvSpPr>
          <p:nvPr>
            <p:ph type="title"/>
          </p:nvPr>
        </p:nvSpPr>
        <p:spPr/>
        <p:txBody>
          <a:bodyPr/>
          <a:lstStyle/>
          <a:p>
            <a:r>
              <a:rPr lang="zh-CN" altLang="en-US" dirty="0"/>
              <a:t>计算机系统可信启动过程</a:t>
            </a:r>
          </a:p>
        </p:txBody>
      </p:sp>
      <p:sp>
        <p:nvSpPr>
          <p:cNvPr id="3" name="内容占位符 2">
            <a:extLst>
              <a:ext uri="{FF2B5EF4-FFF2-40B4-BE49-F238E27FC236}">
                <a16:creationId xmlns:a16="http://schemas.microsoft.com/office/drawing/2014/main" id="{FAF57157-E5B7-4D27-BA59-7340011A18B0}"/>
              </a:ext>
            </a:extLst>
          </p:cNvPr>
          <p:cNvSpPr>
            <a:spLocks noGrp="1"/>
          </p:cNvSpPr>
          <p:nvPr>
            <p:ph idx="1"/>
          </p:nvPr>
        </p:nvSpPr>
        <p:spPr>
          <a:xfrm>
            <a:off x="304800" y="1676400"/>
            <a:ext cx="8296656" cy="3200400"/>
          </a:xfrm>
        </p:spPr>
        <p:txBody>
          <a:bodyPr/>
          <a:lstStyle/>
          <a:p>
            <a:pPr>
              <a:lnSpc>
                <a:spcPct val="150000"/>
              </a:lnSpc>
            </a:pPr>
            <a:r>
              <a:rPr lang="zh-CN" altLang="en-US" dirty="0"/>
              <a:t>常见的计算机系统启动部分有</a:t>
            </a:r>
            <a:r>
              <a:rPr lang="en-US" altLang="zh-CN" dirty="0"/>
              <a:t>BIOS</a:t>
            </a:r>
            <a:r>
              <a:rPr lang="zh-CN" altLang="en-US" dirty="0"/>
              <a:t>和</a:t>
            </a:r>
            <a:r>
              <a:rPr lang="en-US" altLang="zh-CN" dirty="0"/>
              <a:t>UEFI</a:t>
            </a:r>
            <a:r>
              <a:rPr lang="zh-CN" altLang="en-US" dirty="0"/>
              <a:t>两类。</a:t>
            </a:r>
            <a:r>
              <a:rPr lang="en-US" altLang="zh-CN" dirty="0"/>
              <a:t>BIOS</a:t>
            </a:r>
            <a:r>
              <a:rPr lang="zh-CN" altLang="en-US" dirty="0"/>
              <a:t>是英文</a:t>
            </a:r>
            <a:r>
              <a:rPr lang="en-US" altLang="zh-CN" dirty="0"/>
              <a:t>"Basic Input Output System"</a:t>
            </a:r>
            <a:r>
              <a:rPr lang="zh-CN" altLang="en-US" dirty="0"/>
              <a:t>的缩略词，直译过来后中文名称就是</a:t>
            </a:r>
            <a:r>
              <a:rPr lang="en-US" altLang="zh-CN" dirty="0"/>
              <a:t>"</a:t>
            </a:r>
            <a:r>
              <a:rPr lang="zh-CN" altLang="en-US" dirty="0"/>
              <a:t>基本输入输出系统</a:t>
            </a:r>
            <a:r>
              <a:rPr lang="en-US" altLang="zh-CN" dirty="0"/>
              <a:t>"</a:t>
            </a:r>
            <a:r>
              <a:rPr lang="zh-CN" altLang="en-US" dirty="0"/>
              <a:t>。</a:t>
            </a:r>
            <a:r>
              <a:rPr lang="en-US" altLang="zh-CN" dirty="0"/>
              <a:t>UEFI</a:t>
            </a:r>
            <a:r>
              <a:rPr lang="zh-CN" altLang="en-US" dirty="0"/>
              <a:t>全称</a:t>
            </a:r>
            <a:r>
              <a:rPr lang="en-US" altLang="zh-CN" dirty="0"/>
              <a:t>Unified Extensible Firmware Interface</a:t>
            </a:r>
            <a:r>
              <a:rPr lang="zh-CN" altLang="en-US" dirty="0"/>
              <a:t>，即“统一的可扩展固件接口”，是一种详细描述全新类型接口的标准，是适用于电脑的标准固件接口，旨在代替</a:t>
            </a:r>
            <a:r>
              <a:rPr lang="en-US" altLang="zh-CN" dirty="0"/>
              <a:t>BIOS</a:t>
            </a:r>
            <a:r>
              <a:rPr lang="zh-CN" altLang="en-US" dirty="0"/>
              <a:t>（基本输入</a:t>
            </a:r>
            <a:r>
              <a:rPr lang="en-US" altLang="zh-CN" dirty="0"/>
              <a:t>/</a:t>
            </a:r>
            <a:r>
              <a:rPr lang="zh-CN" altLang="en-US" dirty="0"/>
              <a:t>输出系统），</a:t>
            </a:r>
            <a:r>
              <a:rPr lang="en-US" altLang="zh-CN" dirty="0"/>
              <a:t>UEFI</a:t>
            </a:r>
            <a:r>
              <a:rPr lang="zh-CN" altLang="en-US" dirty="0"/>
              <a:t>旨在提高软件互操作性和解决</a:t>
            </a:r>
            <a:r>
              <a:rPr lang="en-US" altLang="zh-CN" dirty="0"/>
              <a:t>BIOS</a:t>
            </a:r>
            <a:r>
              <a:rPr lang="zh-CN" altLang="en-US" dirty="0"/>
              <a:t>的局限性。</a:t>
            </a:r>
          </a:p>
        </p:txBody>
      </p:sp>
      <p:sp>
        <p:nvSpPr>
          <p:cNvPr id="4" name="灯片编号占位符 3">
            <a:extLst>
              <a:ext uri="{FF2B5EF4-FFF2-40B4-BE49-F238E27FC236}">
                <a16:creationId xmlns:a16="http://schemas.microsoft.com/office/drawing/2014/main" id="{290FBD4C-BD5E-4CE8-B8CB-2333A4E565DE}"/>
              </a:ext>
            </a:extLst>
          </p:cNvPr>
          <p:cNvSpPr>
            <a:spLocks noGrp="1"/>
          </p:cNvSpPr>
          <p:nvPr>
            <p:ph type="sldNum" sz="quarter" idx="10"/>
          </p:nvPr>
        </p:nvSpPr>
        <p:spPr/>
        <p:txBody>
          <a:bodyPr/>
          <a:lstStyle/>
          <a:p>
            <a:r>
              <a:rPr lang="en-US" altLang="zh-CN"/>
              <a:t>Page </a:t>
            </a:r>
            <a:fld id="{AF655B59-12D5-4828-87B1-F838F673600E}" type="slidenum">
              <a:rPr lang="en-US" altLang="zh-CN" smtClean="0"/>
              <a:pPr/>
              <a:t>27</a:t>
            </a:fld>
            <a:endParaRPr lang="en-US" altLang="zh-CN"/>
          </a:p>
        </p:txBody>
      </p:sp>
    </p:spTree>
    <p:extLst>
      <p:ext uri="{BB962C8B-B14F-4D97-AF65-F5344CB8AC3E}">
        <p14:creationId xmlns:p14="http://schemas.microsoft.com/office/powerpoint/2010/main" val="55400183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F24995-F2E4-45CF-B9A1-7465FFDE7D58}"/>
              </a:ext>
            </a:extLst>
          </p:cNvPr>
          <p:cNvSpPr>
            <a:spLocks noGrp="1"/>
          </p:cNvSpPr>
          <p:nvPr>
            <p:ph type="title"/>
          </p:nvPr>
        </p:nvSpPr>
        <p:spPr/>
        <p:txBody>
          <a:bodyPr/>
          <a:lstStyle/>
          <a:p>
            <a:r>
              <a:rPr lang="zh-CN" altLang="en-US" dirty="0"/>
              <a:t>计算机系统可信启动过程</a:t>
            </a:r>
          </a:p>
        </p:txBody>
      </p:sp>
      <p:sp>
        <p:nvSpPr>
          <p:cNvPr id="3" name="内容占位符 2">
            <a:extLst>
              <a:ext uri="{FF2B5EF4-FFF2-40B4-BE49-F238E27FC236}">
                <a16:creationId xmlns:a16="http://schemas.microsoft.com/office/drawing/2014/main" id="{FAF57157-E5B7-4D27-BA59-7340011A18B0}"/>
              </a:ext>
            </a:extLst>
          </p:cNvPr>
          <p:cNvSpPr>
            <a:spLocks noGrp="1"/>
          </p:cNvSpPr>
          <p:nvPr>
            <p:ph idx="1"/>
          </p:nvPr>
        </p:nvSpPr>
        <p:spPr>
          <a:xfrm>
            <a:off x="304800" y="1676400"/>
            <a:ext cx="8296656" cy="4419600"/>
          </a:xfrm>
        </p:spPr>
        <p:txBody>
          <a:bodyPr/>
          <a:lstStyle/>
          <a:p>
            <a:pPr marL="0" indent="0">
              <a:lnSpc>
                <a:spcPct val="150000"/>
              </a:lnSpc>
              <a:buNone/>
            </a:pPr>
            <a:r>
              <a:rPr lang="zh-CN" altLang="en-US" dirty="0"/>
              <a:t>注：</a:t>
            </a:r>
            <a:r>
              <a:rPr lang="en-US" altLang="zh-CN" dirty="0"/>
              <a:t>UEFI</a:t>
            </a:r>
            <a:r>
              <a:rPr lang="zh-CN" altLang="en-US" dirty="0"/>
              <a:t>相比</a:t>
            </a:r>
            <a:r>
              <a:rPr lang="en-US" altLang="zh-CN" dirty="0"/>
              <a:t>BIOS</a:t>
            </a:r>
            <a:r>
              <a:rPr lang="zh-CN" altLang="en-US" dirty="0"/>
              <a:t>的优势</a:t>
            </a:r>
          </a:p>
          <a:p>
            <a:pPr>
              <a:lnSpc>
                <a:spcPct val="150000"/>
              </a:lnSpc>
            </a:pPr>
            <a:r>
              <a:rPr lang="en-US" altLang="zh-CN" dirty="0"/>
              <a:t>1</a:t>
            </a:r>
            <a:r>
              <a:rPr lang="zh-CN" altLang="en-US" dirty="0"/>
              <a:t>、通过保护预启动或预引导进程，抵御</a:t>
            </a:r>
            <a:r>
              <a:rPr lang="en-US" altLang="zh-CN" dirty="0" err="1"/>
              <a:t>bootkit</a:t>
            </a:r>
            <a:r>
              <a:rPr lang="zh-CN" altLang="en-US" dirty="0"/>
              <a:t>攻击，从而提高安全。</a:t>
            </a:r>
          </a:p>
          <a:p>
            <a:pPr>
              <a:lnSpc>
                <a:spcPct val="150000"/>
              </a:lnSpc>
            </a:pPr>
            <a:r>
              <a:rPr lang="en-US" altLang="zh-CN" dirty="0"/>
              <a:t>2</a:t>
            </a:r>
            <a:r>
              <a:rPr lang="zh-CN" altLang="en-US" dirty="0"/>
              <a:t>、缩短了启动时间和从休眠状态恢复的时间。</a:t>
            </a:r>
          </a:p>
          <a:p>
            <a:pPr>
              <a:lnSpc>
                <a:spcPct val="150000"/>
              </a:lnSpc>
            </a:pPr>
            <a:r>
              <a:rPr lang="en-US" altLang="zh-CN" dirty="0"/>
              <a:t>3</a:t>
            </a:r>
            <a:r>
              <a:rPr lang="zh-CN" altLang="en-US" dirty="0"/>
              <a:t>、支持容量超过</a:t>
            </a:r>
            <a:r>
              <a:rPr lang="en-US" altLang="zh-CN" dirty="0"/>
              <a:t>2.2 TB</a:t>
            </a:r>
            <a:r>
              <a:rPr lang="zh-CN" altLang="en-US" dirty="0"/>
              <a:t>的驱动器。</a:t>
            </a:r>
          </a:p>
          <a:p>
            <a:pPr>
              <a:lnSpc>
                <a:spcPct val="150000"/>
              </a:lnSpc>
            </a:pPr>
            <a:r>
              <a:rPr lang="en-US" altLang="zh-CN" dirty="0"/>
              <a:t>4</a:t>
            </a:r>
            <a:r>
              <a:rPr lang="zh-CN" altLang="en-US" dirty="0"/>
              <a:t>、支持</a:t>
            </a:r>
            <a:r>
              <a:rPr lang="en-US" altLang="zh-CN" dirty="0"/>
              <a:t>64</a:t>
            </a:r>
            <a:r>
              <a:rPr lang="zh-CN" altLang="en-US" dirty="0"/>
              <a:t>位的现代固件设备驱动程序，系统在启动过程中可以使用它们来对超过</a:t>
            </a:r>
            <a:r>
              <a:rPr lang="en-US" altLang="zh-CN" dirty="0"/>
              <a:t>172</a:t>
            </a:r>
            <a:r>
              <a:rPr lang="zh-CN" altLang="en-US" dirty="0"/>
              <a:t>亿</a:t>
            </a:r>
            <a:r>
              <a:rPr lang="en-US" altLang="zh-CN" dirty="0"/>
              <a:t>GB</a:t>
            </a:r>
            <a:r>
              <a:rPr lang="zh-CN" altLang="en-US" dirty="0"/>
              <a:t>的内存进行寻址。</a:t>
            </a:r>
          </a:p>
          <a:p>
            <a:pPr>
              <a:lnSpc>
                <a:spcPct val="150000"/>
              </a:lnSpc>
            </a:pPr>
            <a:r>
              <a:rPr lang="en-US" altLang="zh-CN" dirty="0"/>
              <a:t>5</a:t>
            </a:r>
            <a:r>
              <a:rPr lang="zh-CN" altLang="en-US" dirty="0"/>
              <a:t>、</a:t>
            </a:r>
            <a:r>
              <a:rPr lang="en-US" altLang="zh-CN" dirty="0"/>
              <a:t>UEFI</a:t>
            </a:r>
            <a:r>
              <a:rPr lang="zh-CN" altLang="en-US" dirty="0"/>
              <a:t>硬件可与</a:t>
            </a:r>
            <a:r>
              <a:rPr lang="en-US" altLang="zh-CN" dirty="0"/>
              <a:t>BIOS</a:t>
            </a:r>
            <a:r>
              <a:rPr lang="zh-CN" altLang="en-US" dirty="0"/>
              <a:t>结合使用。</a:t>
            </a:r>
          </a:p>
        </p:txBody>
      </p:sp>
      <p:sp>
        <p:nvSpPr>
          <p:cNvPr id="4" name="灯片编号占位符 3">
            <a:extLst>
              <a:ext uri="{FF2B5EF4-FFF2-40B4-BE49-F238E27FC236}">
                <a16:creationId xmlns:a16="http://schemas.microsoft.com/office/drawing/2014/main" id="{290FBD4C-BD5E-4CE8-B8CB-2333A4E565DE}"/>
              </a:ext>
            </a:extLst>
          </p:cNvPr>
          <p:cNvSpPr>
            <a:spLocks noGrp="1"/>
          </p:cNvSpPr>
          <p:nvPr>
            <p:ph type="sldNum" sz="quarter" idx="10"/>
          </p:nvPr>
        </p:nvSpPr>
        <p:spPr/>
        <p:txBody>
          <a:bodyPr/>
          <a:lstStyle/>
          <a:p>
            <a:r>
              <a:rPr lang="en-US" altLang="zh-CN"/>
              <a:t>Page </a:t>
            </a:r>
            <a:fld id="{AF655B59-12D5-4828-87B1-F838F673600E}" type="slidenum">
              <a:rPr lang="en-US" altLang="zh-CN" smtClean="0"/>
              <a:pPr/>
              <a:t>28</a:t>
            </a:fld>
            <a:endParaRPr lang="en-US" altLang="zh-CN"/>
          </a:p>
        </p:txBody>
      </p:sp>
    </p:spTree>
    <p:extLst>
      <p:ext uri="{BB962C8B-B14F-4D97-AF65-F5344CB8AC3E}">
        <p14:creationId xmlns:p14="http://schemas.microsoft.com/office/powerpoint/2010/main" val="51558154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F24995-F2E4-45CF-B9A1-7465FFDE7D58}"/>
              </a:ext>
            </a:extLst>
          </p:cNvPr>
          <p:cNvSpPr>
            <a:spLocks noGrp="1"/>
          </p:cNvSpPr>
          <p:nvPr>
            <p:ph type="title"/>
          </p:nvPr>
        </p:nvSpPr>
        <p:spPr/>
        <p:txBody>
          <a:bodyPr/>
          <a:lstStyle/>
          <a:p>
            <a:r>
              <a:rPr lang="zh-CN" altLang="en-US" dirty="0"/>
              <a:t>计算机系统可信启动过程</a:t>
            </a:r>
          </a:p>
        </p:txBody>
      </p:sp>
      <p:sp>
        <p:nvSpPr>
          <p:cNvPr id="3" name="内容占位符 2">
            <a:extLst>
              <a:ext uri="{FF2B5EF4-FFF2-40B4-BE49-F238E27FC236}">
                <a16:creationId xmlns:a16="http://schemas.microsoft.com/office/drawing/2014/main" id="{FAF57157-E5B7-4D27-BA59-7340011A18B0}"/>
              </a:ext>
            </a:extLst>
          </p:cNvPr>
          <p:cNvSpPr>
            <a:spLocks noGrp="1"/>
          </p:cNvSpPr>
          <p:nvPr>
            <p:ph idx="1"/>
          </p:nvPr>
        </p:nvSpPr>
        <p:spPr>
          <a:xfrm>
            <a:off x="304800" y="1447800"/>
            <a:ext cx="8296656" cy="4648200"/>
          </a:xfrm>
        </p:spPr>
        <p:txBody>
          <a:bodyPr/>
          <a:lstStyle/>
          <a:p>
            <a:pPr algn="just">
              <a:lnSpc>
                <a:spcPct val="150000"/>
              </a:lnSpc>
            </a:pPr>
            <a:r>
              <a:rPr lang="zh-CN" altLang="en-US" dirty="0"/>
              <a:t>所有的电脑都会有一个</a:t>
            </a:r>
            <a:r>
              <a:rPr lang="en-US" altLang="zh-CN" dirty="0"/>
              <a:t>BIOS</a:t>
            </a:r>
            <a:r>
              <a:rPr lang="zh-CN" altLang="en-US" dirty="0"/>
              <a:t>，用于加载电脑最基本的程序代码，担负着初始化硬件，检测硬件功能以及引导操作系统的任务。而</a:t>
            </a:r>
            <a:r>
              <a:rPr lang="en-US" altLang="zh-CN" dirty="0"/>
              <a:t>UEFI</a:t>
            </a:r>
            <a:r>
              <a:rPr lang="zh-CN" altLang="en-US" dirty="0"/>
              <a:t>就是与</a:t>
            </a:r>
            <a:r>
              <a:rPr lang="en-US" altLang="zh-CN" dirty="0"/>
              <a:t>BIOS</a:t>
            </a:r>
            <a:r>
              <a:rPr lang="zh-CN" altLang="en-US" dirty="0"/>
              <a:t>相对的概念，这种接口用于操作系统自动从预启动的操作环境，加载到一种操作系统上，从而达到开机程序化繁为简节省时间的目的。传统</a:t>
            </a:r>
            <a:r>
              <a:rPr lang="en-US" altLang="zh-CN" dirty="0"/>
              <a:t>BIOS</a:t>
            </a:r>
            <a:r>
              <a:rPr lang="zh-CN" altLang="en-US" dirty="0"/>
              <a:t>技术正在逐步被</a:t>
            </a:r>
            <a:r>
              <a:rPr lang="en-US" altLang="zh-CN" dirty="0"/>
              <a:t>UEFI</a:t>
            </a:r>
            <a:r>
              <a:rPr lang="zh-CN" altLang="en-US" dirty="0"/>
              <a:t>取而代之，在最近新出厂的电脑中，很多已经使用</a:t>
            </a:r>
            <a:r>
              <a:rPr lang="en-US" altLang="zh-CN" dirty="0"/>
              <a:t>UEFI</a:t>
            </a:r>
            <a:r>
              <a:rPr lang="zh-CN" altLang="en-US" dirty="0"/>
              <a:t>，使用</a:t>
            </a:r>
            <a:r>
              <a:rPr lang="en-US" altLang="zh-CN" dirty="0"/>
              <a:t>UEFI</a:t>
            </a:r>
            <a:r>
              <a:rPr lang="zh-CN" altLang="en-US" dirty="0"/>
              <a:t>模式安装操作系统是趋势所在。</a:t>
            </a:r>
            <a:endParaRPr lang="en-US" altLang="zh-CN" dirty="0"/>
          </a:p>
          <a:p>
            <a:pPr algn="just">
              <a:lnSpc>
                <a:spcPct val="150000"/>
              </a:lnSpc>
            </a:pPr>
            <a:r>
              <a:rPr lang="zh-CN" altLang="en-US" dirty="0"/>
              <a:t>本质上，</a:t>
            </a:r>
            <a:r>
              <a:rPr lang="en-US" altLang="zh-CN" dirty="0"/>
              <a:t>UEFI</a:t>
            </a:r>
            <a:r>
              <a:rPr lang="zh-CN" altLang="en-US" dirty="0"/>
              <a:t>就是为了替代</a:t>
            </a:r>
            <a:r>
              <a:rPr lang="en-US" altLang="zh-CN" dirty="0"/>
              <a:t>BIOS</a:t>
            </a:r>
            <a:r>
              <a:rPr lang="zh-CN" altLang="en-US" dirty="0"/>
              <a:t>而生的，在功能上，</a:t>
            </a:r>
            <a:r>
              <a:rPr lang="en-US" altLang="zh-CN" dirty="0"/>
              <a:t>UEFI</a:t>
            </a:r>
            <a:r>
              <a:rPr lang="zh-CN" altLang="en-US" dirty="0"/>
              <a:t>的扩展性和执行能力，远比简陋的</a:t>
            </a:r>
            <a:r>
              <a:rPr lang="en-US" altLang="zh-CN" dirty="0"/>
              <a:t>BIOS</a:t>
            </a:r>
            <a:r>
              <a:rPr lang="zh-CN" altLang="en-US" dirty="0"/>
              <a:t>高级，最直观的是你可以在</a:t>
            </a:r>
            <a:r>
              <a:rPr lang="en-US" altLang="zh-CN" dirty="0"/>
              <a:t>UEFI</a:t>
            </a:r>
            <a:r>
              <a:rPr lang="zh-CN" altLang="en-US" dirty="0"/>
              <a:t>界面下看到图形界面，可以使用鼠标操作，可以让启动时自检过程大为简化，这就是最基本的区别。</a:t>
            </a:r>
          </a:p>
        </p:txBody>
      </p:sp>
      <p:sp>
        <p:nvSpPr>
          <p:cNvPr id="4" name="灯片编号占位符 3">
            <a:extLst>
              <a:ext uri="{FF2B5EF4-FFF2-40B4-BE49-F238E27FC236}">
                <a16:creationId xmlns:a16="http://schemas.microsoft.com/office/drawing/2014/main" id="{290FBD4C-BD5E-4CE8-B8CB-2333A4E565DE}"/>
              </a:ext>
            </a:extLst>
          </p:cNvPr>
          <p:cNvSpPr>
            <a:spLocks noGrp="1"/>
          </p:cNvSpPr>
          <p:nvPr>
            <p:ph type="sldNum" sz="quarter" idx="10"/>
          </p:nvPr>
        </p:nvSpPr>
        <p:spPr/>
        <p:txBody>
          <a:bodyPr/>
          <a:lstStyle/>
          <a:p>
            <a:r>
              <a:rPr lang="en-US" altLang="zh-CN"/>
              <a:t>Page </a:t>
            </a:r>
            <a:fld id="{AF655B59-12D5-4828-87B1-F838F673600E}" type="slidenum">
              <a:rPr lang="en-US" altLang="zh-CN" smtClean="0"/>
              <a:pPr/>
              <a:t>29</a:t>
            </a:fld>
            <a:endParaRPr lang="en-US" altLang="zh-CN"/>
          </a:p>
        </p:txBody>
      </p:sp>
    </p:spTree>
    <p:extLst>
      <p:ext uri="{BB962C8B-B14F-4D97-AF65-F5344CB8AC3E}">
        <p14:creationId xmlns:p14="http://schemas.microsoft.com/office/powerpoint/2010/main" val="343309658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56A268-3197-4A64-944B-FD7BBF65CF4C}"/>
              </a:ext>
            </a:extLst>
          </p:cNvPr>
          <p:cNvSpPr>
            <a:spLocks noGrp="1"/>
          </p:cNvSpPr>
          <p:nvPr>
            <p:ph type="title"/>
          </p:nvPr>
        </p:nvSpPr>
        <p:spPr/>
        <p:txBody>
          <a:bodyPr/>
          <a:lstStyle/>
          <a:p>
            <a:endParaRPr lang="zh-CN" altLang="en-US"/>
          </a:p>
        </p:txBody>
      </p:sp>
      <p:pic>
        <p:nvPicPr>
          <p:cNvPr id="5" name="内容占位符 4">
            <a:extLst>
              <a:ext uri="{FF2B5EF4-FFF2-40B4-BE49-F238E27FC236}">
                <a16:creationId xmlns:a16="http://schemas.microsoft.com/office/drawing/2014/main" id="{D17B7FD4-D58E-444B-99CA-BFEB849F0C49}"/>
              </a:ext>
            </a:extLst>
          </p:cNvPr>
          <p:cNvPicPr>
            <a:picLocks noGrp="1" noChangeAspect="1"/>
          </p:cNvPicPr>
          <p:nvPr>
            <p:ph idx="1"/>
          </p:nvPr>
        </p:nvPicPr>
        <p:blipFill>
          <a:blip r:embed="rId2"/>
          <a:stretch>
            <a:fillRect/>
          </a:stretch>
        </p:blipFill>
        <p:spPr>
          <a:xfrm>
            <a:off x="1828800" y="1295400"/>
            <a:ext cx="5217707" cy="4910137"/>
          </a:xfrm>
          <a:prstGeom prst="rect">
            <a:avLst/>
          </a:prstGeom>
        </p:spPr>
      </p:pic>
      <p:sp>
        <p:nvSpPr>
          <p:cNvPr id="4" name="灯片编号占位符 3">
            <a:extLst>
              <a:ext uri="{FF2B5EF4-FFF2-40B4-BE49-F238E27FC236}">
                <a16:creationId xmlns:a16="http://schemas.microsoft.com/office/drawing/2014/main" id="{A71EEB7B-919A-4468-B10E-A6876C9F7869}"/>
              </a:ext>
            </a:extLst>
          </p:cNvPr>
          <p:cNvSpPr>
            <a:spLocks noGrp="1"/>
          </p:cNvSpPr>
          <p:nvPr>
            <p:ph type="sldNum" sz="quarter" idx="10"/>
          </p:nvPr>
        </p:nvSpPr>
        <p:spPr/>
        <p:txBody>
          <a:bodyPr/>
          <a:lstStyle/>
          <a:p>
            <a:r>
              <a:rPr lang="en-US" altLang="zh-CN"/>
              <a:t>Page </a:t>
            </a:r>
            <a:fld id="{AF655B59-12D5-4828-87B1-F838F673600E}" type="slidenum">
              <a:rPr lang="en-US" altLang="zh-CN" smtClean="0"/>
              <a:pPr/>
              <a:t>30</a:t>
            </a:fld>
            <a:endParaRPr lang="en-US" altLang="zh-CN"/>
          </a:p>
        </p:txBody>
      </p:sp>
    </p:spTree>
    <p:extLst>
      <p:ext uri="{BB962C8B-B14F-4D97-AF65-F5344CB8AC3E}">
        <p14:creationId xmlns:p14="http://schemas.microsoft.com/office/powerpoint/2010/main" val="263066001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63777CE-F9D9-4D6E-8375-08F1175E4818}"/>
              </a:ext>
            </a:extLst>
          </p:cNvPr>
          <p:cNvSpPr>
            <a:spLocks noGrp="1"/>
          </p:cNvSpPr>
          <p:nvPr>
            <p:ph type="title"/>
          </p:nvPr>
        </p:nvSpPr>
        <p:spPr/>
        <p:txBody>
          <a:bodyPr/>
          <a:lstStyle/>
          <a:p>
            <a:endParaRPr lang="zh-CN" altLang="en-US"/>
          </a:p>
        </p:txBody>
      </p:sp>
      <p:pic>
        <p:nvPicPr>
          <p:cNvPr id="5" name="内容占位符 4">
            <a:extLst>
              <a:ext uri="{FF2B5EF4-FFF2-40B4-BE49-F238E27FC236}">
                <a16:creationId xmlns:a16="http://schemas.microsoft.com/office/drawing/2014/main" id="{D5520417-8BBA-4704-9737-00FB6E0EE586}"/>
              </a:ext>
            </a:extLst>
          </p:cNvPr>
          <p:cNvPicPr>
            <a:picLocks noGrp="1" noChangeAspect="1"/>
          </p:cNvPicPr>
          <p:nvPr>
            <p:ph idx="1"/>
          </p:nvPr>
        </p:nvPicPr>
        <p:blipFill>
          <a:blip r:embed="rId2"/>
          <a:stretch>
            <a:fillRect/>
          </a:stretch>
        </p:blipFill>
        <p:spPr>
          <a:xfrm>
            <a:off x="1269902" y="1371600"/>
            <a:ext cx="6417915" cy="4800600"/>
          </a:xfrm>
          <a:prstGeom prst="rect">
            <a:avLst/>
          </a:prstGeom>
        </p:spPr>
      </p:pic>
      <p:sp>
        <p:nvSpPr>
          <p:cNvPr id="4" name="灯片编号占位符 3">
            <a:extLst>
              <a:ext uri="{FF2B5EF4-FFF2-40B4-BE49-F238E27FC236}">
                <a16:creationId xmlns:a16="http://schemas.microsoft.com/office/drawing/2014/main" id="{D356AB58-0A76-4E0A-BF83-4E8B65871A53}"/>
              </a:ext>
            </a:extLst>
          </p:cNvPr>
          <p:cNvSpPr>
            <a:spLocks noGrp="1"/>
          </p:cNvSpPr>
          <p:nvPr>
            <p:ph type="sldNum" sz="quarter" idx="10"/>
          </p:nvPr>
        </p:nvSpPr>
        <p:spPr/>
        <p:txBody>
          <a:bodyPr/>
          <a:lstStyle/>
          <a:p>
            <a:r>
              <a:rPr lang="en-US" altLang="zh-CN"/>
              <a:t>Page </a:t>
            </a:r>
            <a:fld id="{AF655B59-12D5-4828-87B1-F838F673600E}" type="slidenum">
              <a:rPr lang="en-US" altLang="zh-CN" smtClean="0"/>
              <a:pPr/>
              <a:t>31</a:t>
            </a:fld>
            <a:endParaRPr lang="en-US" altLang="zh-CN"/>
          </a:p>
        </p:txBody>
      </p:sp>
    </p:spTree>
    <p:extLst>
      <p:ext uri="{BB962C8B-B14F-4D97-AF65-F5344CB8AC3E}">
        <p14:creationId xmlns:p14="http://schemas.microsoft.com/office/powerpoint/2010/main" val="262767177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EA77FC4-62F3-4EA5-8EDE-993004A2678D}"/>
              </a:ext>
            </a:extLst>
          </p:cNvPr>
          <p:cNvSpPr>
            <a:spLocks noGrp="1"/>
          </p:cNvSpPr>
          <p:nvPr>
            <p:ph type="title"/>
          </p:nvPr>
        </p:nvSpPr>
        <p:spPr/>
        <p:txBody>
          <a:bodyPr/>
          <a:lstStyle/>
          <a:p>
            <a:r>
              <a:rPr lang="zh-CN" altLang="en-US" dirty="0"/>
              <a:t>可信平台主板功能</a:t>
            </a:r>
          </a:p>
        </p:txBody>
      </p:sp>
      <p:sp>
        <p:nvSpPr>
          <p:cNvPr id="3" name="内容占位符 2">
            <a:extLst>
              <a:ext uri="{FF2B5EF4-FFF2-40B4-BE49-F238E27FC236}">
                <a16:creationId xmlns:a16="http://schemas.microsoft.com/office/drawing/2014/main" id="{708FD26A-4895-4199-85EF-DE42FB6698CD}"/>
              </a:ext>
            </a:extLst>
          </p:cNvPr>
          <p:cNvSpPr>
            <a:spLocks noGrp="1"/>
          </p:cNvSpPr>
          <p:nvPr>
            <p:ph idx="1"/>
          </p:nvPr>
        </p:nvSpPr>
        <p:spPr/>
        <p:txBody>
          <a:bodyPr/>
          <a:lstStyle/>
          <a:p>
            <a:endParaRPr lang="en-US" altLang="zh-CN" dirty="0"/>
          </a:p>
          <a:p>
            <a:endParaRPr lang="en-US" altLang="zh-CN" dirty="0"/>
          </a:p>
          <a:p>
            <a:r>
              <a:rPr lang="zh-CN" altLang="en-US" dirty="0"/>
              <a:t>当我们构建了可信平台控制模块后，还需要一个能够承载</a:t>
            </a:r>
            <a:r>
              <a:rPr lang="en-US" altLang="zh-CN" dirty="0"/>
              <a:t>TPCM</a:t>
            </a:r>
            <a:r>
              <a:rPr lang="zh-CN" altLang="en-US" dirty="0"/>
              <a:t>模块的物理部件，这就是可信平台主板。可信平台主板功能规范适用于基于可信平台控制模块的可信平台主板的设计、 生产和使用方法。</a:t>
            </a:r>
            <a:endParaRPr lang="en-US" altLang="zh-CN" dirty="0"/>
          </a:p>
          <a:p>
            <a:endParaRPr lang="en-US" altLang="zh-CN" dirty="0"/>
          </a:p>
          <a:p>
            <a:r>
              <a:rPr lang="zh-CN" altLang="en-US" dirty="0"/>
              <a:t>可信平台主板是由可信平台控制模块和其他通用部件组成</a:t>
            </a:r>
            <a:r>
              <a:rPr lang="en-US" altLang="zh-CN" dirty="0"/>
              <a:t>, </a:t>
            </a:r>
            <a:r>
              <a:rPr lang="zh-CN" altLang="en-US" dirty="0"/>
              <a:t>实现从开机到操作系统内核加载前的平台可信引导功能。 通用部件主要包括</a:t>
            </a:r>
            <a:r>
              <a:rPr lang="en-US" altLang="zh-CN" dirty="0"/>
              <a:t>: </a:t>
            </a:r>
            <a:r>
              <a:rPr lang="zh-CN" altLang="en-US" dirty="0"/>
              <a:t>中央处理器、 随机存取存储器</a:t>
            </a:r>
            <a:r>
              <a:rPr lang="en-US" altLang="zh-CN" dirty="0"/>
              <a:t>(RAM) </a:t>
            </a:r>
            <a:r>
              <a:rPr lang="zh-CN" altLang="en-US" dirty="0"/>
              <a:t>、 输入输出接口、</a:t>
            </a:r>
            <a:r>
              <a:rPr lang="en-US" altLang="zh-CN" dirty="0"/>
              <a:t>Boot ROM </a:t>
            </a:r>
            <a:r>
              <a:rPr lang="zh-CN" altLang="en-US" dirty="0"/>
              <a:t>固件等。</a:t>
            </a:r>
          </a:p>
          <a:p>
            <a:endParaRPr lang="zh-CN" altLang="en-US" dirty="0"/>
          </a:p>
        </p:txBody>
      </p:sp>
      <p:sp>
        <p:nvSpPr>
          <p:cNvPr id="4" name="灯片编号占位符 3">
            <a:extLst>
              <a:ext uri="{FF2B5EF4-FFF2-40B4-BE49-F238E27FC236}">
                <a16:creationId xmlns:a16="http://schemas.microsoft.com/office/drawing/2014/main" id="{B3F59C0B-1AB6-4739-8521-4BC6D2857CB6}"/>
              </a:ext>
            </a:extLst>
          </p:cNvPr>
          <p:cNvSpPr>
            <a:spLocks noGrp="1"/>
          </p:cNvSpPr>
          <p:nvPr>
            <p:ph type="sldNum" sz="quarter" idx="10"/>
          </p:nvPr>
        </p:nvSpPr>
        <p:spPr/>
        <p:txBody>
          <a:bodyPr/>
          <a:lstStyle/>
          <a:p>
            <a:r>
              <a:rPr lang="en-US" altLang="zh-CN"/>
              <a:t>Page </a:t>
            </a:r>
            <a:fld id="{AF655B59-12D5-4828-87B1-F838F673600E}" type="slidenum">
              <a:rPr lang="en-US" altLang="zh-CN" smtClean="0"/>
              <a:pPr/>
              <a:t>32</a:t>
            </a:fld>
            <a:endParaRPr lang="en-US" altLang="zh-CN"/>
          </a:p>
        </p:txBody>
      </p:sp>
    </p:spTree>
    <p:extLst>
      <p:ext uri="{BB962C8B-B14F-4D97-AF65-F5344CB8AC3E}">
        <p14:creationId xmlns:p14="http://schemas.microsoft.com/office/powerpoint/2010/main" val="371863445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07B8269-6D1C-43D7-B762-C3F4D6C529ED}"/>
              </a:ext>
            </a:extLst>
          </p:cNvPr>
          <p:cNvSpPr>
            <a:spLocks noGrp="1"/>
          </p:cNvSpPr>
          <p:nvPr>
            <p:ph type="title"/>
          </p:nvPr>
        </p:nvSpPr>
        <p:spPr>
          <a:xfrm>
            <a:off x="1676400" y="228600"/>
            <a:ext cx="6248400" cy="639763"/>
          </a:xfrm>
        </p:spPr>
        <p:txBody>
          <a:bodyPr/>
          <a:lstStyle/>
          <a:p>
            <a:r>
              <a:rPr lang="zh-CN" altLang="en-US" dirty="0"/>
              <a:t>可信平台主板组成结构</a:t>
            </a:r>
          </a:p>
        </p:txBody>
      </p:sp>
      <p:sp>
        <p:nvSpPr>
          <p:cNvPr id="3" name="内容占位符 2">
            <a:extLst>
              <a:ext uri="{FF2B5EF4-FFF2-40B4-BE49-F238E27FC236}">
                <a16:creationId xmlns:a16="http://schemas.microsoft.com/office/drawing/2014/main" id="{7F2EDC6D-614A-4053-9276-FC4B3C307DA6}"/>
              </a:ext>
            </a:extLst>
          </p:cNvPr>
          <p:cNvSpPr>
            <a:spLocks noGrp="1"/>
          </p:cNvSpPr>
          <p:nvPr>
            <p:ph idx="1"/>
          </p:nvPr>
        </p:nvSpPr>
        <p:spPr/>
        <p:txBody>
          <a:bodyPr/>
          <a:lstStyle/>
          <a:p>
            <a:pPr algn="just"/>
            <a:endParaRPr lang="zh-CN" altLang="en-US" dirty="0"/>
          </a:p>
        </p:txBody>
      </p:sp>
      <p:sp>
        <p:nvSpPr>
          <p:cNvPr id="4" name="灯片编号占位符 3">
            <a:extLst>
              <a:ext uri="{FF2B5EF4-FFF2-40B4-BE49-F238E27FC236}">
                <a16:creationId xmlns:a16="http://schemas.microsoft.com/office/drawing/2014/main" id="{7E1A62FC-A96F-46E8-98F3-C91F46902872}"/>
              </a:ext>
            </a:extLst>
          </p:cNvPr>
          <p:cNvSpPr>
            <a:spLocks noGrp="1"/>
          </p:cNvSpPr>
          <p:nvPr>
            <p:ph type="sldNum" sz="quarter" idx="10"/>
          </p:nvPr>
        </p:nvSpPr>
        <p:spPr/>
        <p:txBody>
          <a:bodyPr/>
          <a:lstStyle/>
          <a:p>
            <a:r>
              <a:rPr lang="en-US" altLang="zh-CN"/>
              <a:t>Page </a:t>
            </a:r>
            <a:fld id="{AF655B59-12D5-4828-87B1-F838F673600E}" type="slidenum">
              <a:rPr lang="en-US" altLang="zh-CN" smtClean="0"/>
              <a:pPr/>
              <a:t>33</a:t>
            </a:fld>
            <a:endParaRPr lang="en-US" altLang="zh-CN"/>
          </a:p>
        </p:txBody>
      </p:sp>
      <p:pic>
        <p:nvPicPr>
          <p:cNvPr id="6" name="图片 5">
            <a:extLst>
              <a:ext uri="{FF2B5EF4-FFF2-40B4-BE49-F238E27FC236}">
                <a16:creationId xmlns:a16="http://schemas.microsoft.com/office/drawing/2014/main" id="{4007BEB9-1CD1-4CC9-8780-A1E1508A1A02}"/>
              </a:ext>
            </a:extLst>
          </p:cNvPr>
          <p:cNvPicPr>
            <a:picLocks noChangeAspect="1"/>
          </p:cNvPicPr>
          <p:nvPr/>
        </p:nvPicPr>
        <p:blipFill>
          <a:blip r:embed="rId2"/>
          <a:stretch>
            <a:fillRect/>
          </a:stretch>
        </p:blipFill>
        <p:spPr>
          <a:xfrm>
            <a:off x="1066800" y="1143000"/>
            <a:ext cx="6934200" cy="5410200"/>
          </a:xfrm>
          <a:prstGeom prst="rect">
            <a:avLst/>
          </a:prstGeom>
        </p:spPr>
      </p:pic>
    </p:spTree>
    <p:extLst>
      <p:ext uri="{BB962C8B-B14F-4D97-AF65-F5344CB8AC3E}">
        <p14:creationId xmlns:p14="http://schemas.microsoft.com/office/powerpoint/2010/main" val="126820844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82CCA74-04C3-43E2-B4A0-4868B9FF4827}"/>
              </a:ext>
            </a:extLst>
          </p:cNvPr>
          <p:cNvSpPr>
            <a:spLocks noGrp="1"/>
          </p:cNvSpPr>
          <p:nvPr>
            <p:ph type="title"/>
          </p:nvPr>
        </p:nvSpPr>
        <p:spPr/>
        <p:txBody>
          <a:bodyPr/>
          <a:lstStyle/>
          <a:p>
            <a:r>
              <a:rPr lang="zh-CN" altLang="en-US" dirty="0"/>
              <a:t>可信平台控制模块功能组成</a:t>
            </a:r>
          </a:p>
        </p:txBody>
      </p:sp>
      <p:pic>
        <p:nvPicPr>
          <p:cNvPr id="6" name="内容占位符 5">
            <a:extLst>
              <a:ext uri="{FF2B5EF4-FFF2-40B4-BE49-F238E27FC236}">
                <a16:creationId xmlns:a16="http://schemas.microsoft.com/office/drawing/2014/main" id="{7D2265B5-E26A-4F7F-A3EF-4351BB370086}"/>
              </a:ext>
            </a:extLst>
          </p:cNvPr>
          <p:cNvPicPr>
            <a:picLocks noGrp="1" noChangeAspect="1"/>
          </p:cNvPicPr>
          <p:nvPr>
            <p:ph idx="1"/>
          </p:nvPr>
        </p:nvPicPr>
        <p:blipFill>
          <a:blip r:embed="rId2"/>
          <a:stretch>
            <a:fillRect/>
          </a:stretch>
        </p:blipFill>
        <p:spPr>
          <a:xfrm>
            <a:off x="2438400" y="1127982"/>
            <a:ext cx="6706156" cy="5410200"/>
          </a:xfrm>
        </p:spPr>
      </p:pic>
      <p:sp>
        <p:nvSpPr>
          <p:cNvPr id="4" name="灯片编号占位符 3">
            <a:extLst>
              <a:ext uri="{FF2B5EF4-FFF2-40B4-BE49-F238E27FC236}">
                <a16:creationId xmlns:a16="http://schemas.microsoft.com/office/drawing/2014/main" id="{B06FD4A4-1A43-4792-8729-55373A8E409E}"/>
              </a:ext>
            </a:extLst>
          </p:cNvPr>
          <p:cNvSpPr>
            <a:spLocks noGrp="1"/>
          </p:cNvSpPr>
          <p:nvPr>
            <p:ph type="sldNum" sz="quarter" idx="10"/>
          </p:nvPr>
        </p:nvSpPr>
        <p:spPr/>
        <p:txBody>
          <a:bodyPr/>
          <a:lstStyle/>
          <a:p>
            <a:r>
              <a:rPr lang="en-US" altLang="zh-CN"/>
              <a:t>Page </a:t>
            </a:r>
            <a:fld id="{AF655B59-12D5-4828-87B1-F838F673600E}" type="slidenum">
              <a:rPr lang="en-US" altLang="zh-CN" smtClean="0"/>
              <a:pPr/>
              <a:t>34</a:t>
            </a:fld>
            <a:endParaRPr lang="en-US" altLang="zh-CN"/>
          </a:p>
        </p:txBody>
      </p:sp>
      <p:sp>
        <p:nvSpPr>
          <p:cNvPr id="7" name="文本框 6">
            <a:extLst>
              <a:ext uri="{FF2B5EF4-FFF2-40B4-BE49-F238E27FC236}">
                <a16:creationId xmlns:a16="http://schemas.microsoft.com/office/drawing/2014/main" id="{AFF0ED65-7411-426D-927A-B3E3EA77E9E1}"/>
              </a:ext>
            </a:extLst>
          </p:cNvPr>
          <p:cNvSpPr txBox="1"/>
          <p:nvPr/>
        </p:nvSpPr>
        <p:spPr>
          <a:xfrm>
            <a:off x="228600" y="1981200"/>
            <a:ext cx="1974526" cy="2677656"/>
          </a:xfrm>
          <a:prstGeom prst="rect">
            <a:avLst/>
          </a:prstGeom>
          <a:noFill/>
        </p:spPr>
        <p:txBody>
          <a:bodyPr wrap="square" rtlCol="0">
            <a:spAutoFit/>
          </a:bodyPr>
          <a:lstStyle/>
          <a:p>
            <a:pPr algn="just"/>
            <a:r>
              <a:rPr lang="en-US" altLang="zh-CN" sz="2800" b="1" dirty="0">
                <a:solidFill>
                  <a:srgbClr val="FF0000"/>
                </a:solidFill>
              </a:rPr>
              <a:t>TPCM</a:t>
            </a:r>
            <a:r>
              <a:rPr lang="zh-CN" altLang="en-US" sz="2800" b="1" dirty="0">
                <a:solidFill>
                  <a:srgbClr val="FF0000"/>
                </a:solidFill>
              </a:rPr>
              <a:t>模块是一个逻辑概念，由功能组件、基础软件和硬件组成</a:t>
            </a:r>
            <a:r>
              <a:rPr lang="zh-CN" altLang="en-US" sz="2800" dirty="0">
                <a:solidFill>
                  <a:srgbClr val="FF0000"/>
                </a:solidFill>
              </a:rPr>
              <a:t>。</a:t>
            </a:r>
          </a:p>
        </p:txBody>
      </p:sp>
    </p:spTree>
    <p:extLst>
      <p:ext uri="{BB962C8B-B14F-4D97-AF65-F5344CB8AC3E}">
        <p14:creationId xmlns:p14="http://schemas.microsoft.com/office/powerpoint/2010/main" val="153906714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8B03DB9-F686-492B-9018-0D65458D3E32}"/>
              </a:ext>
            </a:extLst>
          </p:cNvPr>
          <p:cNvSpPr>
            <a:spLocks noGrp="1"/>
          </p:cNvSpPr>
          <p:nvPr>
            <p:ph type="title"/>
          </p:nvPr>
        </p:nvSpPr>
        <p:spPr/>
        <p:txBody>
          <a:bodyPr/>
          <a:lstStyle/>
          <a:p>
            <a:r>
              <a:rPr lang="zh-CN" altLang="en-US" dirty="0"/>
              <a:t>可信平台主板组成结构</a:t>
            </a:r>
          </a:p>
        </p:txBody>
      </p:sp>
      <p:pic>
        <p:nvPicPr>
          <p:cNvPr id="6" name="内容占位符 5">
            <a:extLst>
              <a:ext uri="{FF2B5EF4-FFF2-40B4-BE49-F238E27FC236}">
                <a16:creationId xmlns:a16="http://schemas.microsoft.com/office/drawing/2014/main" id="{44A6E1E1-0A4E-4C4F-9182-F90B988406BF}"/>
              </a:ext>
            </a:extLst>
          </p:cNvPr>
          <p:cNvPicPr>
            <a:picLocks noGrp="1" noChangeAspect="1"/>
          </p:cNvPicPr>
          <p:nvPr>
            <p:ph idx="1"/>
          </p:nvPr>
        </p:nvPicPr>
        <p:blipFill>
          <a:blip r:embed="rId2"/>
          <a:stretch>
            <a:fillRect/>
          </a:stretch>
        </p:blipFill>
        <p:spPr>
          <a:xfrm>
            <a:off x="379888" y="1143000"/>
            <a:ext cx="8297863" cy="3174880"/>
          </a:xfrm>
        </p:spPr>
      </p:pic>
      <p:sp>
        <p:nvSpPr>
          <p:cNvPr id="4" name="灯片编号占位符 3">
            <a:extLst>
              <a:ext uri="{FF2B5EF4-FFF2-40B4-BE49-F238E27FC236}">
                <a16:creationId xmlns:a16="http://schemas.microsoft.com/office/drawing/2014/main" id="{B0382744-04A8-4B92-9BE9-527D311362EE}"/>
              </a:ext>
            </a:extLst>
          </p:cNvPr>
          <p:cNvSpPr>
            <a:spLocks noGrp="1"/>
          </p:cNvSpPr>
          <p:nvPr>
            <p:ph type="sldNum" sz="quarter" idx="10"/>
          </p:nvPr>
        </p:nvSpPr>
        <p:spPr/>
        <p:txBody>
          <a:bodyPr/>
          <a:lstStyle/>
          <a:p>
            <a:r>
              <a:rPr lang="en-US" altLang="zh-CN"/>
              <a:t>Page </a:t>
            </a:r>
            <a:fld id="{AF655B59-12D5-4828-87B1-F838F673600E}" type="slidenum">
              <a:rPr lang="en-US" altLang="zh-CN" smtClean="0"/>
              <a:pPr/>
              <a:t>35</a:t>
            </a:fld>
            <a:endParaRPr lang="en-US" altLang="zh-CN"/>
          </a:p>
        </p:txBody>
      </p:sp>
      <p:pic>
        <p:nvPicPr>
          <p:cNvPr id="8" name="图片 7">
            <a:extLst>
              <a:ext uri="{FF2B5EF4-FFF2-40B4-BE49-F238E27FC236}">
                <a16:creationId xmlns:a16="http://schemas.microsoft.com/office/drawing/2014/main" id="{8693A87B-1CB6-4E89-A29A-0CD1A28BAD76}"/>
              </a:ext>
            </a:extLst>
          </p:cNvPr>
          <p:cNvPicPr>
            <a:picLocks noChangeAspect="1"/>
          </p:cNvPicPr>
          <p:nvPr/>
        </p:nvPicPr>
        <p:blipFill>
          <a:blip r:embed="rId3"/>
          <a:stretch>
            <a:fillRect/>
          </a:stretch>
        </p:blipFill>
        <p:spPr>
          <a:xfrm>
            <a:off x="379888" y="4592517"/>
            <a:ext cx="8297863" cy="1884483"/>
          </a:xfrm>
          <a:prstGeom prst="rect">
            <a:avLst/>
          </a:prstGeom>
        </p:spPr>
      </p:pic>
    </p:spTree>
    <p:extLst>
      <p:ext uri="{BB962C8B-B14F-4D97-AF65-F5344CB8AC3E}">
        <p14:creationId xmlns:p14="http://schemas.microsoft.com/office/powerpoint/2010/main" val="41540484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20D3DEA-D4EF-43D9-A7BC-9F95C51B9DCF}"/>
              </a:ext>
            </a:extLst>
          </p:cNvPr>
          <p:cNvSpPr>
            <a:spLocks noGrp="1"/>
          </p:cNvSpPr>
          <p:nvPr>
            <p:ph type="title"/>
          </p:nvPr>
        </p:nvSpPr>
        <p:spPr/>
        <p:txBody>
          <a:bodyPr/>
          <a:lstStyle/>
          <a:p>
            <a:r>
              <a:rPr lang="zh-CN" altLang="en-US" dirty="0"/>
              <a:t>可信平台主板组成结构</a:t>
            </a:r>
          </a:p>
        </p:txBody>
      </p:sp>
      <p:pic>
        <p:nvPicPr>
          <p:cNvPr id="6" name="内容占位符 5">
            <a:extLst>
              <a:ext uri="{FF2B5EF4-FFF2-40B4-BE49-F238E27FC236}">
                <a16:creationId xmlns:a16="http://schemas.microsoft.com/office/drawing/2014/main" id="{7E0D7D26-4D39-471F-A3CE-7928E5B2831E}"/>
              </a:ext>
            </a:extLst>
          </p:cNvPr>
          <p:cNvPicPr>
            <a:picLocks noGrp="1" noChangeAspect="1"/>
          </p:cNvPicPr>
          <p:nvPr>
            <p:ph idx="1"/>
          </p:nvPr>
        </p:nvPicPr>
        <p:blipFill>
          <a:blip r:embed="rId2"/>
          <a:stretch>
            <a:fillRect/>
          </a:stretch>
        </p:blipFill>
        <p:spPr>
          <a:xfrm>
            <a:off x="211388" y="1600200"/>
            <a:ext cx="8721223" cy="3924300"/>
          </a:xfrm>
        </p:spPr>
      </p:pic>
      <p:sp>
        <p:nvSpPr>
          <p:cNvPr id="4" name="灯片编号占位符 3">
            <a:extLst>
              <a:ext uri="{FF2B5EF4-FFF2-40B4-BE49-F238E27FC236}">
                <a16:creationId xmlns:a16="http://schemas.microsoft.com/office/drawing/2014/main" id="{171EBD4F-A4ED-4FCB-85BD-AD367E2A9268}"/>
              </a:ext>
            </a:extLst>
          </p:cNvPr>
          <p:cNvSpPr>
            <a:spLocks noGrp="1"/>
          </p:cNvSpPr>
          <p:nvPr>
            <p:ph type="sldNum" sz="quarter" idx="10"/>
          </p:nvPr>
        </p:nvSpPr>
        <p:spPr/>
        <p:txBody>
          <a:bodyPr/>
          <a:lstStyle/>
          <a:p>
            <a:r>
              <a:rPr lang="en-US" altLang="zh-CN"/>
              <a:t>Page </a:t>
            </a:r>
            <a:fld id="{AF655B59-12D5-4828-87B1-F838F673600E}" type="slidenum">
              <a:rPr lang="en-US" altLang="zh-CN" smtClean="0"/>
              <a:pPr/>
              <a:t>36</a:t>
            </a:fld>
            <a:endParaRPr lang="en-US" altLang="zh-CN"/>
          </a:p>
        </p:txBody>
      </p:sp>
    </p:spTree>
    <p:extLst>
      <p:ext uri="{BB962C8B-B14F-4D97-AF65-F5344CB8AC3E}">
        <p14:creationId xmlns:p14="http://schemas.microsoft.com/office/powerpoint/2010/main" val="84545762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D94BF12-666F-4419-A2DE-42A3E6918AE9}"/>
              </a:ext>
            </a:extLst>
          </p:cNvPr>
          <p:cNvSpPr>
            <a:spLocks noGrp="1"/>
          </p:cNvSpPr>
          <p:nvPr>
            <p:ph type="title"/>
          </p:nvPr>
        </p:nvSpPr>
        <p:spPr/>
        <p:txBody>
          <a:bodyPr/>
          <a:lstStyle/>
          <a:p>
            <a:r>
              <a:rPr lang="zh-CN" altLang="en-US" dirty="0"/>
              <a:t>信任链传递</a:t>
            </a:r>
          </a:p>
        </p:txBody>
      </p:sp>
      <p:sp>
        <p:nvSpPr>
          <p:cNvPr id="3" name="内容占位符 2">
            <a:extLst>
              <a:ext uri="{FF2B5EF4-FFF2-40B4-BE49-F238E27FC236}">
                <a16:creationId xmlns:a16="http://schemas.microsoft.com/office/drawing/2014/main" id="{CACEB6AB-FEDD-4A43-8E5F-3A4F7D2F8057}"/>
              </a:ext>
            </a:extLst>
          </p:cNvPr>
          <p:cNvSpPr>
            <a:spLocks noGrp="1"/>
          </p:cNvSpPr>
          <p:nvPr>
            <p:ph idx="1"/>
          </p:nvPr>
        </p:nvSpPr>
        <p:spPr>
          <a:xfrm>
            <a:off x="152400" y="1669447"/>
            <a:ext cx="8839200" cy="4343400"/>
          </a:xfrm>
        </p:spPr>
        <p:txBody>
          <a:bodyPr/>
          <a:lstStyle/>
          <a:p>
            <a:pPr algn="just"/>
            <a:r>
              <a:rPr lang="en-US" altLang="zh-CN" dirty="0"/>
              <a:t>a) TPCM </a:t>
            </a:r>
            <a:r>
              <a:rPr lang="zh-CN" altLang="en-US" dirty="0"/>
              <a:t>先于</a:t>
            </a:r>
            <a:r>
              <a:rPr lang="en-US" altLang="zh-CN" dirty="0"/>
              <a:t>Boot ROM </a:t>
            </a:r>
            <a:r>
              <a:rPr lang="zh-CN" altLang="en-US" dirty="0"/>
              <a:t>被执行前启动</a:t>
            </a:r>
            <a:r>
              <a:rPr lang="en-US" altLang="zh-CN" dirty="0"/>
              <a:t>, </a:t>
            </a:r>
            <a:r>
              <a:rPr lang="zh-CN" altLang="en-US" dirty="0"/>
              <a:t>由 </a:t>
            </a:r>
            <a:r>
              <a:rPr lang="en-US" altLang="zh-CN" dirty="0"/>
              <a:t>TPCM </a:t>
            </a:r>
            <a:r>
              <a:rPr lang="zh-CN" altLang="en-US" dirty="0"/>
              <a:t>中的 </a:t>
            </a:r>
            <a:r>
              <a:rPr lang="en-US" altLang="zh-CN" dirty="0"/>
              <a:t>RTM </a:t>
            </a:r>
            <a:r>
              <a:rPr lang="zh-CN" altLang="en-US" dirty="0"/>
              <a:t>度量</a:t>
            </a:r>
            <a:r>
              <a:rPr lang="en-US" altLang="zh-CN" dirty="0"/>
              <a:t>Boot ROM </a:t>
            </a:r>
            <a:r>
              <a:rPr lang="zh-CN" altLang="en-US" dirty="0"/>
              <a:t>中的初始引导模块</a:t>
            </a:r>
            <a:r>
              <a:rPr lang="en-US" altLang="zh-CN" dirty="0"/>
              <a:t>(Boot Block) , </a:t>
            </a:r>
            <a:r>
              <a:rPr lang="zh-CN" altLang="en-US" dirty="0"/>
              <a:t>生成度量结果和日志</a:t>
            </a:r>
            <a:r>
              <a:rPr lang="en-US" altLang="zh-CN" dirty="0"/>
              <a:t>, </a:t>
            </a:r>
            <a:r>
              <a:rPr lang="zh-CN" altLang="en-US" dirty="0"/>
              <a:t>并存储于 </a:t>
            </a:r>
            <a:r>
              <a:rPr lang="en-US" altLang="zh-CN" dirty="0"/>
              <a:t>TPCM </a:t>
            </a:r>
            <a:r>
              <a:rPr lang="zh-CN" altLang="en-US" dirty="0"/>
              <a:t>中</a:t>
            </a:r>
            <a:r>
              <a:rPr lang="en-US" altLang="zh-CN" dirty="0"/>
              <a:t>;</a:t>
            </a:r>
          </a:p>
          <a:p>
            <a:pPr algn="just"/>
            <a:r>
              <a:rPr lang="en-US" altLang="zh-CN" dirty="0"/>
              <a:t>b) </a:t>
            </a:r>
            <a:r>
              <a:rPr lang="zh-CN" altLang="en-US" dirty="0">
                <a:solidFill>
                  <a:srgbClr val="FF0000"/>
                </a:solidFill>
              </a:rPr>
              <a:t>如果度量通过，</a:t>
            </a:r>
            <a:r>
              <a:rPr lang="en-US" altLang="zh-CN" dirty="0"/>
              <a:t>TPCM </a:t>
            </a:r>
            <a:r>
              <a:rPr lang="zh-CN" altLang="en-US" dirty="0"/>
              <a:t>发送控制信号</a:t>
            </a:r>
            <a:r>
              <a:rPr lang="en-US" altLang="zh-CN" dirty="0"/>
              <a:t>, </a:t>
            </a:r>
            <a:r>
              <a:rPr lang="zh-CN" altLang="en-US" dirty="0"/>
              <a:t>使 </a:t>
            </a:r>
            <a:r>
              <a:rPr lang="en-US" altLang="zh-CN" dirty="0"/>
              <a:t>CPU</a:t>
            </a:r>
            <a:r>
              <a:rPr lang="zh-CN" altLang="en-US" dirty="0"/>
              <a:t>、 控制器和动态存储器等复位</a:t>
            </a:r>
            <a:r>
              <a:rPr lang="en-US" altLang="zh-CN" dirty="0"/>
              <a:t>; </a:t>
            </a:r>
            <a:r>
              <a:rPr lang="zh-CN" altLang="en-US" dirty="0"/>
              <a:t>平台加载并执行 </a:t>
            </a:r>
            <a:r>
              <a:rPr lang="en-US" altLang="zh-CN" dirty="0"/>
              <a:t>Boot ROM </a:t>
            </a:r>
            <a:r>
              <a:rPr lang="zh-CN" altLang="en-US" dirty="0"/>
              <a:t>中的 </a:t>
            </a:r>
            <a:r>
              <a:rPr lang="en-US" altLang="zh-CN" dirty="0"/>
              <a:t>Boot Block </a:t>
            </a:r>
            <a:r>
              <a:rPr lang="zh-CN" altLang="en-US" dirty="0"/>
              <a:t>代码</a:t>
            </a:r>
            <a:r>
              <a:rPr lang="en-US" altLang="zh-CN" dirty="0"/>
              <a:t>;</a:t>
            </a:r>
          </a:p>
          <a:p>
            <a:pPr algn="just"/>
            <a:r>
              <a:rPr lang="en-US" altLang="zh-CN" dirty="0"/>
              <a:t>c) Boot Block </a:t>
            </a:r>
            <a:r>
              <a:rPr lang="zh-CN" altLang="en-US" dirty="0"/>
              <a:t>中的 </a:t>
            </a:r>
            <a:r>
              <a:rPr lang="en-US" altLang="zh-CN" dirty="0"/>
              <a:t>EMM1 </a:t>
            </a:r>
            <a:r>
              <a:rPr lang="zh-CN" altLang="en-US" dirty="0"/>
              <a:t>获得系统执行控制权</a:t>
            </a:r>
            <a:r>
              <a:rPr lang="en-US" altLang="zh-CN" dirty="0"/>
              <a:t>, </a:t>
            </a:r>
            <a:r>
              <a:rPr lang="zh-CN" altLang="en-US" dirty="0"/>
              <a:t>信任从 </a:t>
            </a:r>
            <a:r>
              <a:rPr lang="en-US" altLang="zh-CN" dirty="0"/>
              <a:t>RTM </a:t>
            </a:r>
            <a:r>
              <a:rPr lang="zh-CN" altLang="en-US" dirty="0"/>
              <a:t>传递到 </a:t>
            </a:r>
            <a:r>
              <a:rPr lang="en-US" altLang="zh-CN" dirty="0"/>
              <a:t>EMM1;</a:t>
            </a:r>
          </a:p>
          <a:p>
            <a:pPr algn="just"/>
            <a:r>
              <a:rPr lang="en-US" altLang="zh-CN" dirty="0"/>
              <a:t>d) EMM1 </a:t>
            </a:r>
            <a:r>
              <a:rPr lang="zh-CN" altLang="en-US" dirty="0"/>
              <a:t>度量 </a:t>
            </a:r>
            <a:r>
              <a:rPr lang="en-US" altLang="zh-CN" dirty="0"/>
              <a:t>Boot ROM </a:t>
            </a:r>
            <a:r>
              <a:rPr lang="zh-CN" altLang="en-US" dirty="0"/>
              <a:t>版本信息和 主引导模块（</a:t>
            </a:r>
            <a:r>
              <a:rPr lang="en-US" altLang="zh-CN" dirty="0"/>
              <a:t>Main Block</a:t>
            </a:r>
            <a:r>
              <a:rPr lang="zh-CN" altLang="en-US" dirty="0"/>
              <a:t>）中的 </a:t>
            </a:r>
            <a:r>
              <a:rPr lang="en-US" altLang="zh-CN" dirty="0"/>
              <a:t>EMM2 </a:t>
            </a:r>
            <a:r>
              <a:rPr lang="zh-CN" altLang="en-US" dirty="0"/>
              <a:t>代码</a:t>
            </a:r>
            <a:r>
              <a:rPr lang="en-US" altLang="zh-CN" dirty="0"/>
              <a:t>;EMM1 </a:t>
            </a:r>
            <a:r>
              <a:rPr lang="zh-CN" altLang="en-US" dirty="0"/>
              <a:t>存储度量结果到</a:t>
            </a:r>
            <a:r>
              <a:rPr lang="en-US" altLang="zh-CN" dirty="0"/>
              <a:t>TPCM </a:t>
            </a:r>
            <a:r>
              <a:rPr lang="zh-CN" altLang="en-US" dirty="0"/>
              <a:t>中的 </a:t>
            </a:r>
            <a:r>
              <a:rPr lang="en-US" altLang="zh-CN" dirty="0"/>
              <a:t>PCR </a:t>
            </a:r>
            <a:r>
              <a:rPr lang="zh-CN" altLang="en-US" dirty="0"/>
              <a:t>并存储度量日志</a:t>
            </a:r>
            <a:r>
              <a:rPr lang="en-US" altLang="zh-CN" dirty="0"/>
              <a:t>;</a:t>
            </a:r>
          </a:p>
          <a:p>
            <a:pPr algn="just"/>
            <a:r>
              <a:rPr lang="en-US" altLang="zh-CN" dirty="0"/>
              <a:t>e</a:t>
            </a:r>
            <a:r>
              <a:rPr lang="en-US" altLang="zh-CN" dirty="0">
                <a:solidFill>
                  <a:srgbClr val="FF0000"/>
                </a:solidFill>
              </a:rPr>
              <a:t>) </a:t>
            </a:r>
            <a:r>
              <a:rPr lang="zh-CN" altLang="en-US" dirty="0">
                <a:solidFill>
                  <a:srgbClr val="FF0000"/>
                </a:solidFill>
              </a:rPr>
              <a:t>如果度量通过，</a:t>
            </a:r>
            <a:r>
              <a:rPr lang="zh-CN" altLang="en-US" dirty="0"/>
              <a:t>平台加载并执行 </a:t>
            </a:r>
            <a:r>
              <a:rPr lang="en-US" altLang="zh-CN" dirty="0"/>
              <a:t>Main Block </a:t>
            </a:r>
            <a:r>
              <a:rPr lang="zh-CN" altLang="en-US" dirty="0"/>
              <a:t>中 </a:t>
            </a:r>
            <a:r>
              <a:rPr lang="en-US" altLang="zh-CN" dirty="0"/>
              <a:t>EMM2 </a:t>
            </a:r>
            <a:r>
              <a:rPr lang="zh-CN" altLang="en-US" dirty="0"/>
              <a:t>的代码</a:t>
            </a:r>
            <a:r>
              <a:rPr lang="en-US" altLang="zh-CN" dirty="0"/>
              <a:t>;</a:t>
            </a:r>
          </a:p>
          <a:p>
            <a:pPr algn="just"/>
            <a:r>
              <a:rPr lang="en-US" altLang="zh-CN" dirty="0"/>
              <a:t>f) Main Block </a:t>
            </a:r>
            <a:r>
              <a:rPr lang="zh-CN" altLang="en-US" dirty="0"/>
              <a:t>中的 </a:t>
            </a:r>
            <a:r>
              <a:rPr lang="en-US" altLang="zh-CN" dirty="0"/>
              <a:t>EMM2 </a:t>
            </a:r>
            <a:r>
              <a:rPr lang="zh-CN" altLang="en-US" dirty="0"/>
              <a:t>获得系统执行控制权</a:t>
            </a:r>
            <a:r>
              <a:rPr lang="en-US" altLang="zh-CN" dirty="0"/>
              <a:t>, </a:t>
            </a:r>
            <a:r>
              <a:rPr lang="zh-CN" altLang="en-US" dirty="0"/>
              <a:t>信任从 </a:t>
            </a:r>
            <a:r>
              <a:rPr lang="en-US" altLang="zh-CN" dirty="0"/>
              <a:t>EMM1 </a:t>
            </a:r>
            <a:r>
              <a:rPr lang="zh-CN" altLang="en-US" dirty="0"/>
              <a:t>传递到 </a:t>
            </a:r>
            <a:r>
              <a:rPr lang="en-US" altLang="zh-CN" dirty="0"/>
              <a:t>EMM2;</a:t>
            </a:r>
          </a:p>
        </p:txBody>
      </p:sp>
      <p:sp>
        <p:nvSpPr>
          <p:cNvPr id="4" name="灯片编号占位符 3">
            <a:extLst>
              <a:ext uri="{FF2B5EF4-FFF2-40B4-BE49-F238E27FC236}">
                <a16:creationId xmlns:a16="http://schemas.microsoft.com/office/drawing/2014/main" id="{143BCBAB-92B3-4721-A306-3CDF565412A2}"/>
              </a:ext>
            </a:extLst>
          </p:cNvPr>
          <p:cNvSpPr>
            <a:spLocks noGrp="1"/>
          </p:cNvSpPr>
          <p:nvPr>
            <p:ph type="sldNum" sz="quarter" idx="10"/>
          </p:nvPr>
        </p:nvSpPr>
        <p:spPr/>
        <p:txBody>
          <a:bodyPr/>
          <a:lstStyle/>
          <a:p>
            <a:r>
              <a:rPr lang="en-US" altLang="zh-CN"/>
              <a:t>Page </a:t>
            </a:r>
            <a:fld id="{AF655B59-12D5-4828-87B1-F838F673600E}" type="slidenum">
              <a:rPr lang="en-US" altLang="zh-CN" smtClean="0"/>
              <a:pPr/>
              <a:t>37</a:t>
            </a:fld>
            <a:endParaRPr lang="en-US" altLang="zh-CN"/>
          </a:p>
        </p:txBody>
      </p:sp>
      <p:sp>
        <p:nvSpPr>
          <p:cNvPr id="7" name="对话气泡: 椭圆形 6">
            <a:extLst>
              <a:ext uri="{FF2B5EF4-FFF2-40B4-BE49-F238E27FC236}">
                <a16:creationId xmlns:a16="http://schemas.microsoft.com/office/drawing/2014/main" id="{A3089F2A-3E12-4A65-BE47-FB27E3D0D327}"/>
              </a:ext>
            </a:extLst>
          </p:cNvPr>
          <p:cNvSpPr/>
          <p:nvPr/>
        </p:nvSpPr>
        <p:spPr>
          <a:xfrm>
            <a:off x="1676400" y="1442088"/>
            <a:ext cx="6781800" cy="2583847"/>
          </a:xfrm>
          <a:prstGeom prst="wedgeEllipse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914400" rtl="0" eaLnBrk="1" fontAlgn="base" latinLnBrk="0" hangingPunct="1">
              <a:lnSpc>
                <a:spcPct val="100000"/>
              </a:lnSpc>
              <a:spcBef>
                <a:spcPct val="0"/>
              </a:spcBef>
              <a:spcAft>
                <a:spcPct val="0"/>
              </a:spcAft>
              <a:buClrTx/>
              <a:buSzTx/>
              <a:buFontTx/>
              <a:buNone/>
              <a:tabLst/>
              <a:defRPr/>
            </a:pPr>
            <a:r>
              <a:rPr kumimoji="0" lang="en-US" altLang="zh-CN" sz="1800" b="0" i="0" u="none" strike="noStrike" kern="1200" cap="none" spc="0" normalizeH="0" baseline="0" noProof="0" dirty="0">
                <a:ln>
                  <a:noFill/>
                </a:ln>
                <a:solidFill>
                  <a:srgbClr val="FF0000"/>
                </a:solidFill>
                <a:effectLst/>
                <a:uLnTx/>
                <a:uFillTx/>
                <a:latin typeface="Arial"/>
                <a:ea typeface="华文细黑"/>
              </a:rPr>
              <a:t>Boot Rom</a:t>
            </a:r>
            <a:r>
              <a:rPr kumimoji="0" lang="zh-CN" altLang="en-US" sz="1800" b="0" i="0" u="none" strike="noStrike" kern="1200" cap="none" spc="0" normalizeH="0" baseline="0" noProof="0" dirty="0">
                <a:ln>
                  <a:noFill/>
                </a:ln>
                <a:solidFill>
                  <a:srgbClr val="FF0000"/>
                </a:solidFill>
                <a:effectLst/>
                <a:uLnTx/>
                <a:uFillTx/>
                <a:latin typeface="Arial"/>
                <a:ea typeface="华文细黑"/>
              </a:rPr>
              <a:t>包含处理器在上电或复位时执行的第一个代码。它可以决定从哪里加载要执行的下一部分代码以及如何或是否验证其正确性或有效性。由初始引导模块（</a:t>
            </a:r>
            <a:r>
              <a:rPr kumimoji="0" lang="en-US" altLang="zh-CN" sz="1800" b="0" i="0" u="none" strike="noStrike" kern="1200" cap="none" spc="0" normalizeH="0" baseline="0" noProof="0" dirty="0">
                <a:ln>
                  <a:noFill/>
                </a:ln>
                <a:solidFill>
                  <a:srgbClr val="FF0000"/>
                </a:solidFill>
                <a:effectLst/>
                <a:uLnTx/>
                <a:uFillTx/>
                <a:latin typeface="Arial"/>
                <a:ea typeface="华文细黑"/>
              </a:rPr>
              <a:t>Boot Block</a:t>
            </a:r>
            <a:r>
              <a:rPr kumimoji="0" lang="zh-CN" altLang="en-US" sz="1800" b="0" i="0" u="none" strike="noStrike" kern="1200" cap="none" spc="0" normalizeH="0" baseline="0" noProof="0" dirty="0">
                <a:ln>
                  <a:noFill/>
                </a:ln>
                <a:solidFill>
                  <a:srgbClr val="FF0000"/>
                </a:solidFill>
                <a:effectLst/>
                <a:uLnTx/>
                <a:uFillTx/>
                <a:latin typeface="Arial"/>
                <a:ea typeface="华文细黑"/>
              </a:rPr>
              <a:t>）和主引导模块（</a:t>
            </a:r>
            <a:r>
              <a:rPr kumimoji="0" lang="en-US" altLang="zh-CN" sz="1800" b="0" i="0" u="none" strike="noStrike" kern="1200" cap="none" spc="0" normalizeH="0" baseline="0" noProof="0" dirty="0">
                <a:ln>
                  <a:noFill/>
                </a:ln>
                <a:solidFill>
                  <a:srgbClr val="FF0000"/>
                </a:solidFill>
                <a:effectLst/>
                <a:uLnTx/>
                <a:uFillTx/>
                <a:latin typeface="Arial"/>
                <a:ea typeface="华文细黑"/>
              </a:rPr>
              <a:t>Main Block</a:t>
            </a:r>
            <a:r>
              <a:rPr kumimoji="0" lang="zh-CN" altLang="en-US" sz="1800" b="0" i="0" u="none" strike="noStrike" kern="1200" cap="none" spc="0" normalizeH="0" baseline="0" noProof="0" dirty="0">
                <a:ln>
                  <a:noFill/>
                </a:ln>
                <a:solidFill>
                  <a:srgbClr val="FF0000"/>
                </a:solidFill>
                <a:effectLst/>
                <a:uLnTx/>
                <a:uFillTx/>
                <a:latin typeface="Arial"/>
                <a:ea typeface="华文细黑"/>
              </a:rPr>
              <a:t>）组成。常见的</a:t>
            </a:r>
            <a:r>
              <a:rPr kumimoji="0" lang="en-US" altLang="zh-CN" sz="1800" b="0" i="0" u="none" strike="noStrike" kern="1200" cap="none" spc="0" normalizeH="0" baseline="0" noProof="0" dirty="0">
                <a:ln>
                  <a:noFill/>
                </a:ln>
                <a:solidFill>
                  <a:srgbClr val="FF0000"/>
                </a:solidFill>
                <a:effectLst/>
                <a:uLnTx/>
                <a:uFillTx/>
                <a:latin typeface="Arial"/>
                <a:ea typeface="华文细黑"/>
              </a:rPr>
              <a:t>BIOS</a:t>
            </a:r>
            <a:r>
              <a:rPr kumimoji="0" lang="zh-CN" altLang="en-US" sz="1800" b="0" i="0" u="none" strike="noStrike" kern="1200" cap="none" spc="0" normalizeH="0" baseline="0" noProof="0" dirty="0">
                <a:ln>
                  <a:noFill/>
                </a:ln>
                <a:solidFill>
                  <a:srgbClr val="FF0000"/>
                </a:solidFill>
                <a:effectLst/>
                <a:uLnTx/>
                <a:uFillTx/>
                <a:latin typeface="Arial"/>
                <a:ea typeface="华文细黑"/>
              </a:rPr>
              <a:t>可以看作是一种简化固定的</a:t>
            </a:r>
            <a:r>
              <a:rPr lang="en-US" altLang="zh-CN" sz="1800" dirty="0">
                <a:solidFill>
                  <a:srgbClr val="FF0000"/>
                </a:solidFill>
                <a:latin typeface="Arial"/>
                <a:ea typeface="华文细黑"/>
              </a:rPr>
              <a:t>Boot Rom.</a:t>
            </a:r>
            <a:endParaRPr kumimoji="0" lang="zh-CN" altLang="en-US" sz="1800" b="0" i="0" u="none" strike="noStrike" kern="1200" cap="none" spc="0" normalizeH="0" baseline="0" noProof="0" dirty="0">
              <a:ln>
                <a:noFill/>
              </a:ln>
              <a:solidFill>
                <a:srgbClr val="FF0000"/>
              </a:solidFill>
              <a:effectLst/>
              <a:uLnTx/>
              <a:uFillTx/>
              <a:latin typeface="Arial"/>
              <a:ea typeface="华文细黑"/>
            </a:endParaRPr>
          </a:p>
        </p:txBody>
      </p:sp>
    </p:spTree>
    <p:extLst>
      <p:ext uri="{BB962C8B-B14F-4D97-AF65-F5344CB8AC3E}">
        <p14:creationId xmlns:p14="http://schemas.microsoft.com/office/powerpoint/2010/main" val="195087807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9206A11-EF5D-48D3-A794-27546948383A}"/>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1C34018E-1368-4BB2-84AC-A5EF70555C6E}"/>
              </a:ext>
            </a:extLst>
          </p:cNvPr>
          <p:cNvSpPr>
            <a:spLocks noGrp="1"/>
          </p:cNvSpPr>
          <p:nvPr>
            <p:ph idx="1"/>
          </p:nvPr>
        </p:nvSpPr>
        <p:spPr/>
        <p:txBody>
          <a:bodyPr/>
          <a:lstStyle/>
          <a:p>
            <a:pPr algn="just"/>
            <a:r>
              <a:rPr lang="en-US" altLang="zh-CN" sz="2400" dirty="0"/>
              <a:t>h) </a:t>
            </a:r>
            <a:r>
              <a:rPr lang="zh-CN" altLang="en-US" sz="2400" dirty="0"/>
              <a:t>平台加载并执行 </a:t>
            </a:r>
            <a:r>
              <a:rPr lang="en-US" altLang="zh-CN" sz="2400" dirty="0"/>
              <a:t>OS Loader </a:t>
            </a:r>
            <a:r>
              <a:rPr lang="zh-CN" altLang="en-US" sz="2400" dirty="0"/>
              <a:t>的代码</a:t>
            </a:r>
            <a:r>
              <a:rPr lang="en-US" altLang="zh-CN" sz="2400" dirty="0"/>
              <a:t>;</a:t>
            </a:r>
          </a:p>
          <a:p>
            <a:pPr algn="just"/>
            <a:r>
              <a:rPr lang="en-US" altLang="zh-CN" sz="2400" dirty="0" err="1"/>
              <a:t>i</a:t>
            </a:r>
            <a:r>
              <a:rPr lang="en-US" altLang="zh-CN" sz="2400" dirty="0"/>
              <a:t>) OS Loader </a:t>
            </a:r>
            <a:r>
              <a:rPr lang="zh-CN" altLang="en-US" sz="2400" dirty="0"/>
              <a:t>中的 </a:t>
            </a:r>
            <a:r>
              <a:rPr lang="en-US" altLang="zh-CN" sz="2400" dirty="0"/>
              <a:t>EMM3 </a:t>
            </a:r>
            <a:r>
              <a:rPr lang="zh-CN" altLang="en-US" sz="2400" dirty="0"/>
              <a:t>获得系统执行控制权</a:t>
            </a:r>
            <a:r>
              <a:rPr lang="en-US" altLang="zh-CN" sz="2400" dirty="0"/>
              <a:t>, </a:t>
            </a:r>
            <a:r>
              <a:rPr lang="zh-CN" altLang="en-US" sz="2400" dirty="0"/>
              <a:t>信任从 </a:t>
            </a:r>
            <a:r>
              <a:rPr lang="en-US" altLang="zh-CN" sz="2400" dirty="0"/>
              <a:t>EMM2 </a:t>
            </a:r>
            <a:r>
              <a:rPr lang="zh-CN" altLang="en-US" sz="2400" dirty="0"/>
              <a:t>传递到 </a:t>
            </a:r>
            <a:r>
              <a:rPr lang="en-US" altLang="zh-CN" sz="2400" dirty="0"/>
              <a:t>EMM3;</a:t>
            </a:r>
          </a:p>
          <a:p>
            <a:pPr algn="just"/>
            <a:r>
              <a:rPr lang="en-US" altLang="zh-CN" sz="2400" dirty="0"/>
              <a:t>j) EMM3 </a:t>
            </a:r>
            <a:r>
              <a:rPr lang="zh-CN" altLang="en-US" sz="2400" dirty="0"/>
              <a:t>度量操作系统内核</a:t>
            </a:r>
            <a:r>
              <a:rPr lang="en-US" altLang="zh-CN" sz="2400" dirty="0"/>
              <a:t>, </a:t>
            </a:r>
            <a:r>
              <a:rPr lang="zh-CN" altLang="en-US" sz="2400" dirty="0"/>
              <a:t>生成度量结果和日志</a:t>
            </a:r>
            <a:r>
              <a:rPr lang="en-US" altLang="zh-CN" sz="2400" dirty="0"/>
              <a:t>, </a:t>
            </a:r>
            <a:r>
              <a:rPr lang="zh-CN" altLang="en-US" sz="2400" dirty="0"/>
              <a:t>度量结果存储到 </a:t>
            </a:r>
            <a:r>
              <a:rPr lang="en-US" altLang="zh-CN" sz="2400" dirty="0"/>
              <a:t>TPCM </a:t>
            </a:r>
            <a:r>
              <a:rPr lang="zh-CN" altLang="en-US" sz="2400" dirty="0"/>
              <a:t>的 </a:t>
            </a:r>
            <a:r>
              <a:rPr lang="en-US" altLang="zh-CN" sz="2400" dirty="0"/>
              <a:t>PCR </a:t>
            </a:r>
            <a:r>
              <a:rPr lang="zh-CN" altLang="en-US" sz="2400" dirty="0"/>
              <a:t>中</a:t>
            </a:r>
            <a:r>
              <a:rPr lang="en-US" altLang="zh-CN" sz="2400" dirty="0"/>
              <a:t>, </a:t>
            </a:r>
            <a:r>
              <a:rPr lang="zh-CN" altLang="en-US" sz="2400" dirty="0"/>
              <a:t>度量事件日志保存到 </a:t>
            </a:r>
            <a:r>
              <a:rPr lang="en-US" altLang="zh-CN" sz="2400" dirty="0"/>
              <a:t>LSA </a:t>
            </a:r>
            <a:r>
              <a:rPr lang="zh-CN" altLang="en-US" sz="2400" dirty="0"/>
              <a:t>中</a:t>
            </a:r>
            <a:r>
              <a:rPr lang="en-US" altLang="zh-CN" sz="2400" dirty="0"/>
              <a:t>;</a:t>
            </a:r>
          </a:p>
          <a:p>
            <a:pPr algn="just"/>
            <a:r>
              <a:rPr lang="en-US" altLang="zh-CN" sz="2400" dirty="0"/>
              <a:t>k) </a:t>
            </a:r>
            <a:r>
              <a:rPr lang="zh-CN" altLang="en-US" sz="2400" dirty="0"/>
              <a:t>平台加载并执行 </a:t>
            </a:r>
            <a:r>
              <a:rPr lang="en-US" altLang="zh-CN" sz="2400" dirty="0"/>
              <a:t>OS Kernel </a:t>
            </a:r>
            <a:r>
              <a:rPr lang="zh-CN" altLang="en-US" sz="2400" dirty="0"/>
              <a:t>的代码</a:t>
            </a:r>
            <a:r>
              <a:rPr lang="en-US" altLang="zh-CN" sz="2400" dirty="0"/>
              <a:t>;</a:t>
            </a:r>
          </a:p>
          <a:p>
            <a:pPr algn="just"/>
            <a:r>
              <a:rPr lang="en-US" altLang="zh-CN" sz="2400" dirty="0"/>
              <a:t>l) OS Kernel </a:t>
            </a:r>
            <a:r>
              <a:rPr lang="zh-CN" altLang="en-US" sz="2400" dirty="0"/>
              <a:t>中的 </a:t>
            </a:r>
            <a:r>
              <a:rPr lang="en-US" altLang="zh-CN" sz="2400" dirty="0"/>
              <a:t>EMM4 </a:t>
            </a:r>
            <a:r>
              <a:rPr lang="zh-CN" altLang="en-US" sz="2400" dirty="0"/>
              <a:t>获得系统执行控制权</a:t>
            </a:r>
            <a:r>
              <a:rPr lang="en-US" altLang="zh-CN" sz="2400" dirty="0"/>
              <a:t>, </a:t>
            </a:r>
            <a:r>
              <a:rPr lang="zh-CN" altLang="en-US" sz="2400" dirty="0"/>
              <a:t>信任从 </a:t>
            </a:r>
            <a:r>
              <a:rPr lang="en-US" altLang="zh-CN" sz="2400" dirty="0"/>
              <a:t>EMM3 </a:t>
            </a:r>
            <a:r>
              <a:rPr lang="zh-CN" altLang="en-US" sz="2400" dirty="0"/>
              <a:t>传递到 </a:t>
            </a:r>
            <a:r>
              <a:rPr lang="en-US" altLang="zh-CN" sz="2400" dirty="0"/>
              <a:t>EMM4</a:t>
            </a:r>
            <a:r>
              <a:rPr lang="zh-CN" altLang="en-US" sz="2400" dirty="0"/>
              <a:t>。</a:t>
            </a:r>
          </a:p>
        </p:txBody>
      </p:sp>
      <p:sp>
        <p:nvSpPr>
          <p:cNvPr id="4" name="灯片编号占位符 3">
            <a:extLst>
              <a:ext uri="{FF2B5EF4-FFF2-40B4-BE49-F238E27FC236}">
                <a16:creationId xmlns:a16="http://schemas.microsoft.com/office/drawing/2014/main" id="{7DC9AF76-B834-47B8-80C9-BD23A21405C4}"/>
              </a:ext>
            </a:extLst>
          </p:cNvPr>
          <p:cNvSpPr>
            <a:spLocks noGrp="1"/>
          </p:cNvSpPr>
          <p:nvPr>
            <p:ph type="sldNum" sz="quarter" idx="10"/>
          </p:nvPr>
        </p:nvSpPr>
        <p:spPr/>
        <p:txBody>
          <a:bodyPr/>
          <a:lstStyle/>
          <a:p>
            <a:r>
              <a:rPr lang="en-US" altLang="zh-CN"/>
              <a:t>Page </a:t>
            </a:r>
            <a:fld id="{AF655B59-12D5-4828-87B1-F838F673600E}" type="slidenum">
              <a:rPr lang="en-US" altLang="zh-CN" smtClean="0"/>
              <a:pPr/>
              <a:t>38</a:t>
            </a:fld>
            <a:endParaRPr lang="en-US" altLang="zh-CN"/>
          </a:p>
        </p:txBody>
      </p:sp>
    </p:spTree>
    <p:extLst>
      <p:ext uri="{BB962C8B-B14F-4D97-AF65-F5344CB8AC3E}">
        <p14:creationId xmlns:p14="http://schemas.microsoft.com/office/powerpoint/2010/main" val="143526805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906377C-D25C-4F24-B55C-213F17E2A3EB}"/>
              </a:ext>
            </a:extLst>
          </p:cNvPr>
          <p:cNvSpPr>
            <a:spLocks noGrp="1"/>
          </p:cNvSpPr>
          <p:nvPr>
            <p:ph type="title"/>
          </p:nvPr>
        </p:nvSpPr>
        <p:spPr/>
        <p:txBody>
          <a:bodyPr/>
          <a:lstStyle/>
          <a:p>
            <a:endParaRPr lang="zh-CN" altLang="en-US"/>
          </a:p>
        </p:txBody>
      </p:sp>
      <p:pic>
        <p:nvPicPr>
          <p:cNvPr id="6" name="内容占位符 5">
            <a:extLst>
              <a:ext uri="{FF2B5EF4-FFF2-40B4-BE49-F238E27FC236}">
                <a16:creationId xmlns:a16="http://schemas.microsoft.com/office/drawing/2014/main" id="{60677913-F8E8-4151-9BF8-CF4FC8DE2F45}"/>
              </a:ext>
            </a:extLst>
          </p:cNvPr>
          <p:cNvPicPr>
            <a:picLocks noGrp="1" noChangeAspect="1"/>
          </p:cNvPicPr>
          <p:nvPr>
            <p:ph idx="1"/>
          </p:nvPr>
        </p:nvPicPr>
        <p:blipFill>
          <a:blip r:embed="rId2"/>
          <a:stretch>
            <a:fillRect/>
          </a:stretch>
        </p:blipFill>
        <p:spPr>
          <a:xfrm>
            <a:off x="2057400" y="1143000"/>
            <a:ext cx="5181600" cy="5334000"/>
          </a:xfrm>
        </p:spPr>
      </p:pic>
      <p:sp>
        <p:nvSpPr>
          <p:cNvPr id="4" name="灯片编号占位符 3">
            <a:extLst>
              <a:ext uri="{FF2B5EF4-FFF2-40B4-BE49-F238E27FC236}">
                <a16:creationId xmlns:a16="http://schemas.microsoft.com/office/drawing/2014/main" id="{2BA46C21-4866-48AA-9D97-4462536720EA}"/>
              </a:ext>
            </a:extLst>
          </p:cNvPr>
          <p:cNvSpPr>
            <a:spLocks noGrp="1"/>
          </p:cNvSpPr>
          <p:nvPr>
            <p:ph type="sldNum" sz="quarter" idx="10"/>
          </p:nvPr>
        </p:nvSpPr>
        <p:spPr/>
        <p:txBody>
          <a:bodyPr/>
          <a:lstStyle/>
          <a:p>
            <a:r>
              <a:rPr lang="en-US" altLang="zh-CN"/>
              <a:t>Page </a:t>
            </a:r>
            <a:fld id="{AF655B59-12D5-4828-87B1-F838F673600E}" type="slidenum">
              <a:rPr lang="en-US" altLang="zh-CN" smtClean="0"/>
              <a:pPr/>
              <a:t>39</a:t>
            </a:fld>
            <a:endParaRPr lang="en-US" altLang="zh-CN"/>
          </a:p>
        </p:txBody>
      </p:sp>
      <p:pic>
        <p:nvPicPr>
          <p:cNvPr id="10" name="图片 9">
            <a:extLst>
              <a:ext uri="{FF2B5EF4-FFF2-40B4-BE49-F238E27FC236}">
                <a16:creationId xmlns:a16="http://schemas.microsoft.com/office/drawing/2014/main" id="{3DDBE199-DA50-4D1C-8CD4-7A72548DB163}"/>
              </a:ext>
            </a:extLst>
          </p:cNvPr>
          <p:cNvPicPr>
            <a:picLocks noChangeAspect="1"/>
          </p:cNvPicPr>
          <p:nvPr/>
        </p:nvPicPr>
        <p:blipFill>
          <a:blip r:embed="rId3"/>
          <a:stretch>
            <a:fillRect/>
          </a:stretch>
        </p:blipFill>
        <p:spPr>
          <a:xfrm>
            <a:off x="308967" y="344415"/>
            <a:ext cx="8526065" cy="523948"/>
          </a:xfrm>
          <a:prstGeom prst="rect">
            <a:avLst/>
          </a:prstGeom>
        </p:spPr>
      </p:pic>
    </p:spTree>
    <p:extLst>
      <p:ext uri="{BB962C8B-B14F-4D97-AF65-F5344CB8AC3E}">
        <p14:creationId xmlns:p14="http://schemas.microsoft.com/office/powerpoint/2010/main" val="201076587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5DCA36C-8FBD-4EC1-891E-4D8C74D34E12}"/>
              </a:ext>
            </a:extLst>
          </p:cNvPr>
          <p:cNvSpPr>
            <a:spLocks noGrp="1"/>
          </p:cNvSpPr>
          <p:nvPr>
            <p:ph type="title"/>
          </p:nvPr>
        </p:nvSpPr>
        <p:spPr/>
        <p:txBody>
          <a:bodyPr/>
          <a:lstStyle/>
          <a:p>
            <a:r>
              <a:rPr lang="zh-CN" altLang="en-US" dirty="0"/>
              <a:t>信任链建立要求</a:t>
            </a:r>
          </a:p>
        </p:txBody>
      </p:sp>
      <p:sp>
        <p:nvSpPr>
          <p:cNvPr id="3" name="内容占位符 2">
            <a:extLst>
              <a:ext uri="{FF2B5EF4-FFF2-40B4-BE49-F238E27FC236}">
                <a16:creationId xmlns:a16="http://schemas.microsoft.com/office/drawing/2014/main" id="{C0C8E490-A71B-4D67-822D-25A1B7FA057A}"/>
              </a:ext>
            </a:extLst>
          </p:cNvPr>
          <p:cNvSpPr>
            <a:spLocks noGrp="1"/>
          </p:cNvSpPr>
          <p:nvPr>
            <p:ph idx="1"/>
          </p:nvPr>
        </p:nvSpPr>
        <p:spPr/>
        <p:txBody>
          <a:bodyPr/>
          <a:lstStyle/>
          <a:p>
            <a:r>
              <a:rPr lang="en-US" altLang="zh-CN" sz="2400" dirty="0"/>
              <a:t>a) </a:t>
            </a:r>
            <a:r>
              <a:rPr lang="zh-CN" altLang="en-US" sz="2400" dirty="0"/>
              <a:t>信任链的建立过程必须以可信度量根 </a:t>
            </a:r>
            <a:r>
              <a:rPr lang="en-US" altLang="zh-CN" sz="2400" dirty="0"/>
              <a:t>RTM </a:t>
            </a:r>
            <a:r>
              <a:rPr lang="zh-CN" altLang="en-US" sz="2400" dirty="0"/>
              <a:t>为起点</a:t>
            </a:r>
            <a:r>
              <a:rPr lang="en-US" altLang="zh-CN" sz="2400" dirty="0"/>
              <a:t>;</a:t>
            </a:r>
          </a:p>
          <a:p>
            <a:r>
              <a:rPr lang="en-US" altLang="zh-CN" sz="2400" dirty="0"/>
              <a:t>b) </a:t>
            </a:r>
            <a:r>
              <a:rPr lang="zh-CN" altLang="en-US" sz="2400" dirty="0"/>
              <a:t>当需要装载并运行一个部件前</a:t>
            </a:r>
            <a:r>
              <a:rPr lang="en-US" altLang="zh-CN" sz="2400" dirty="0"/>
              <a:t>, </a:t>
            </a:r>
            <a:r>
              <a:rPr lang="zh-CN" altLang="en-US" sz="2400" dirty="0"/>
              <a:t>应由 </a:t>
            </a:r>
            <a:r>
              <a:rPr lang="en-US" altLang="zh-CN" sz="2400" dirty="0"/>
              <a:t>RTM </a:t>
            </a:r>
            <a:r>
              <a:rPr lang="zh-CN" altLang="en-US" sz="2400" dirty="0"/>
              <a:t>或者 </a:t>
            </a:r>
            <a:r>
              <a:rPr lang="en-US" altLang="zh-CN" sz="2400" dirty="0"/>
              <a:t>EMM </a:t>
            </a:r>
            <a:r>
              <a:rPr lang="zh-CN" altLang="en-US" sz="2400" dirty="0"/>
              <a:t>对该部件进行完整性度量</a:t>
            </a:r>
            <a:r>
              <a:rPr lang="en-US" altLang="zh-CN" sz="2400" dirty="0"/>
              <a:t>, </a:t>
            </a:r>
            <a:r>
              <a:rPr lang="zh-CN" altLang="en-US" sz="2400" dirty="0"/>
              <a:t>然后再将其加载和运行</a:t>
            </a:r>
            <a:r>
              <a:rPr lang="en-US" altLang="zh-CN" sz="2400" dirty="0"/>
              <a:t>;</a:t>
            </a:r>
          </a:p>
          <a:p>
            <a:r>
              <a:rPr lang="en-US" altLang="zh-CN" sz="2400" dirty="0"/>
              <a:t>c) TPCM </a:t>
            </a:r>
            <a:r>
              <a:rPr lang="zh-CN" altLang="en-US" sz="2400" dirty="0"/>
              <a:t>中 </a:t>
            </a:r>
            <a:r>
              <a:rPr lang="en-US" altLang="zh-CN" sz="2400" dirty="0"/>
              <a:t>PCR </a:t>
            </a:r>
            <a:r>
              <a:rPr lang="zh-CN" altLang="en-US" sz="2400" dirty="0"/>
              <a:t>存储的杂凑值应与系统引导过程中的度量事件和度量顺序相对应</a:t>
            </a:r>
            <a:r>
              <a:rPr lang="en-US" altLang="zh-CN" sz="2400" dirty="0"/>
              <a:t>;</a:t>
            </a:r>
          </a:p>
          <a:p>
            <a:r>
              <a:rPr lang="en-US" altLang="zh-CN" sz="2400" dirty="0"/>
              <a:t>d) TPCM </a:t>
            </a:r>
            <a:r>
              <a:rPr lang="zh-CN" altLang="en-US" sz="2400" dirty="0"/>
              <a:t>中 </a:t>
            </a:r>
            <a:r>
              <a:rPr lang="en-US" altLang="zh-CN" sz="2400" dirty="0"/>
              <a:t>PCR </a:t>
            </a:r>
            <a:r>
              <a:rPr lang="zh-CN" altLang="en-US" sz="2400" dirty="0"/>
              <a:t>存储的杂凑值应与系统引导过程中生成的度量日志相对应</a:t>
            </a:r>
            <a:r>
              <a:rPr lang="en-US" altLang="zh-CN" sz="2400" dirty="0"/>
              <a:t>;</a:t>
            </a:r>
          </a:p>
          <a:p>
            <a:r>
              <a:rPr lang="en-US" altLang="zh-CN" sz="2400" dirty="0"/>
              <a:t>e) </a:t>
            </a:r>
            <a:r>
              <a:rPr lang="zh-CN" altLang="en-US" sz="2400" dirty="0"/>
              <a:t>在每次开机时应重新生成 </a:t>
            </a:r>
            <a:r>
              <a:rPr lang="en-US" altLang="zh-CN" sz="2400" dirty="0"/>
              <a:t>LSA </a:t>
            </a:r>
            <a:r>
              <a:rPr lang="zh-CN" altLang="en-US" sz="2400" dirty="0"/>
              <a:t>中的度量日志和 </a:t>
            </a:r>
            <a:r>
              <a:rPr lang="en-US" altLang="zh-CN" sz="2400" dirty="0"/>
              <a:t>TPCM </a:t>
            </a:r>
            <a:r>
              <a:rPr lang="zh-CN" altLang="en-US" sz="2400" dirty="0"/>
              <a:t>中 </a:t>
            </a:r>
            <a:r>
              <a:rPr lang="en-US" altLang="zh-CN" sz="2400" dirty="0"/>
              <a:t>PCR </a:t>
            </a:r>
            <a:r>
              <a:rPr lang="zh-CN" altLang="en-US" sz="2400" dirty="0"/>
              <a:t>存储的杂凑值。</a:t>
            </a:r>
          </a:p>
        </p:txBody>
      </p:sp>
      <p:sp>
        <p:nvSpPr>
          <p:cNvPr id="4" name="灯片编号占位符 3">
            <a:extLst>
              <a:ext uri="{FF2B5EF4-FFF2-40B4-BE49-F238E27FC236}">
                <a16:creationId xmlns:a16="http://schemas.microsoft.com/office/drawing/2014/main" id="{A0681301-791C-43FC-8D6F-6AA5393E78B1}"/>
              </a:ext>
            </a:extLst>
          </p:cNvPr>
          <p:cNvSpPr>
            <a:spLocks noGrp="1"/>
          </p:cNvSpPr>
          <p:nvPr>
            <p:ph type="sldNum" sz="quarter" idx="10"/>
          </p:nvPr>
        </p:nvSpPr>
        <p:spPr/>
        <p:txBody>
          <a:bodyPr/>
          <a:lstStyle/>
          <a:p>
            <a:r>
              <a:rPr lang="en-US" altLang="zh-CN"/>
              <a:t>Page </a:t>
            </a:r>
            <a:fld id="{AF655B59-12D5-4828-87B1-F838F673600E}" type="slidenum">
              <a:rPr lang="en-US" altLang="zh-CN" smtClean="0"/>
              <a:pPr/>
              <a:t>40</a:t>
            </a:fld>
            <a:endParaRPr lang="en-US" altLang="zh-CN"/>
          </a:p>
        </p:txBody>
      </p:sp>
    </p:spTree>
    <p:extLst>
      <p:ext uri="{BB962C8B-B14F-4D97-AF65-F5344CB8AC3E}">
        <p14:creationId xmlns:p14="http://schemas.microsoft.com/office/powerpoint/2010/main" val="267866058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50CB2ED-8BAB-420B-A0A6-080BF237EB8D}"/>
              </a:ext>
            </a:extLst>
          </p:cNvPr>
          <p:cNvSpPr>
            <a:spLocks noGrp="1"/>
          </p:cNvSpPr>
          <p:nvPr>
            <p:ph type="title"/>
          </p:nvPr>
        </p:nvSpPr>
        <p:spPr/>
        <p:txBody>
          <a:bodyPr/>
          <a:lstStyle/>
          <a:p>
            <a:r>
              <a:rPr lang="zh-CN" altLang="en-US" dirty="0"/>
              <a:t>完整性度量方法</a:t>
            </a:r>
          </a:p>
        </p:txBody>
      </p:sp>
      <p:sp>
        <p:nvSpPr>
          <p:cNvPr id="3" name="内容占位符 2">
            <a:extLst>
              <a:ext uri="{FF2B5EF4-FFF2-40B4-BE49-F238E27FC236}">
                <a16:creationId xmlns:a16="http://schemas.microsoft.com/office/drawing/2014/main" id="{EEBCF199-B14C-47F9-AF24-181786B1B8DA}"/>
              </a:ext>
            </a:extLst>
          </p:cNvPr>
          <p:cNvSpPr>
            <a:spLocks noGrp="1"/>
          </p:cNvSpPr>
          <p:nvPr>
            <p:ph idx="1"/>
          </p:nvPr>
        </p:nvSpPr>
        <p:spPr/>
        <p:txBody>
          <a:bodyPr/>
          <a:lstStyle/>
          <a:p>
            <a:r>
              <a:rPr lang="zh-CN" altLang="en-US" dirty="0"/>
              <a:t>信任链基于可信度量根 </a:t>
            </a:r>
            <a:r>
              <a:rPr lang="en-US" altLang="zh-CN" dirty="0"/>
              <a:t>RTM </a:t>
            </a:r>
            <a:r>
              <a:rPr lang="zh-CN" altLang="en-US" dirty="0"/>
              <a:t>建立</a:t>
            </a:r>
            <a:r>
              <a:rPr lang="en-US" altLang="zh-CN" dirty="0"/>
              <a:t>, </a:t>
            </a:r>
            <a:r>
              <a:rPr lang="zh-CN" altLang="en-US" dirty="0"/>
              <a:t>通过扩展度量模块 </a:t>
            </a:r>
            <a:r>
              <a:rPr lang="en-US" altLang="zh-CN" dirty="0"/>
              <a:t>EMM </a:t>
            </a:r>
            <a:r>
              <a:rPr lang="zh-CN" altLang="en-US" dirty="0"/>
              <a:t>实现信任传递。 </a:t>
            </a:r>
            <a:r>
              <a:rPr lang="en-US" altLang="zh-CN" dirty="0"/>
              <a:t>RTM </a:t>
            </a:r>
            <a:r>
              <a:rPr lang="zh-CN" altLang="en-US" dirty="0"/>
              <a:t>和 </a:t>
            </a:r>
            <a:r>
              <a:rPr lang="en-US" altLang="zh-CN" dirty="0"/>
              <a:t>EMM </a:t>
            </a:r>
            <a:r>
              <a:rPr lang="zh-CN" altLang="en-US" dirty="0"/>
              <a:t>采用杂凑算法对部件代码进行完整性计算</a:t>
            </a:r>
            <a:r>
              <a:rPr lang="en-US" altLang="zh-CN" dirty="0"/>
              <a:t>, </a:t>
            </a:r>
            <a:r>
              <a:rPr lang="zh-CN" altLang="en-US" dirty="0"/>
              <a:t>并存储度量结果</a:t>
            </a:r>
            <a:r>
              <a:rPr lang="en-US" altLang="zh-CN" dirty="0"/>
              <a:t>, </a:t>
            </a:r>
            <a:r>
              <a:rPr lang="zh-CN" altLang="en-US" dirty="0"/>
              <a:t>实现完整性度量。</a:t>
            </a:r>
            <a:endParaRPr lang="en-US" altLang="zh-CN" dirty="0"/>
          </a:p>
          <a:p>
            <a:endParaRPr lang="zh-CN" altLang="en-US" dirty="0"/>
          </a:p>
        </p:txBody>
      </p:sp>
      <p:sp>
        <p:nvSpPr>
          <p:cNvPr id="4" name="灯片编号占位符 3">
            <a:extLst>
              <a:ext uri="{FF2B5EF4-FFF2-40B4-BE49-F238E27FC236}">
                <a16:creationId xmlns:a16="http://schemas.microsoft.com/office/drawing/2014/main" id="{052626EC-A794-41CD-B5C5-594AA756DB6C}"/>
              </a:ext>
            </a:extLst>
          </p:cNvPr>
          <p:cNvSpPr>
            <a:spLocks noGrp="1"/>
          </p:cNvSpPr>
          <p:nvPr>
            <p:ph type="sldNum" sz="quarter" idx="10"/>
          </p:nvPr>
        </p:nvSpPr>
        <p:spPr/>
        <p:txBody>
          <a:bodyPr/>
          <a:lstStyle/>
          <a:p>
            <a:r>
              <a:rPr lang="en-US" altLang="zh-CN"/>
              <a:t>Page </a:t>
            </a:r>
            <a:fld id="{AF655B59-12D5-4828-87B1-F838F673600E}" type="slidenum">
              <a:rPr lang="en-US" altLang="zh-CN" smtClean="0"/>
              <a:pPr/>
              <a:t>41</a:t>
            </a:fld>
            <a:endParaRPr lang="en-US" altLang="zh-CN"/>
          </a:p>
        </p:txBody>
      </p:sp>
      <p:pic>
        <p:nvPicPr>
          <p:cNvPr id="6" name="图片 5">
            <a:extLst>
              <a:ext uri="{FF2B5EF4-FFF2-40B4-BE49-F238E27FC236}">
                <a16:creationId xmlns:a16="http://schemas.microsoft.com/office/drawing/2014/main" id="{989A1A6D-E254-4909-862A-D14CC98943DE}"/>
              </a:ext>
            </a:extLst>
          </p:cNvPr>
          <p:cNvPicPr>
            <a:picLocks noChangeAspect="1"/>
          </p:cNvPicPr>
          <p:nvPr/>
        </p:nvPicPr>
        <p:blipFill>
          <a:blip r:embed="rId2"/>
          <a:stretch>
            <a:fillRect/>
          </a:stretch>
        </p:blipFill>
        <p:spPr>
          <a:xfrm>
            <a:off x="914400" y="2233819"/>
            <a:ext cx="7696200" cy="4056424"/>
          </a:xfrm>
          <a:prstGeom prst="rect">
            <a:avLst/>
          </a:prstGeom>
        </p:spPr>
      </p:pic>
    </p:spTree>
    <p:extLst>
      <p:ext uri="{BB962C8B-B14F-4D97-AF65-F5344CB8AC3E}">
        <p14:creationId xmlns:p14="http://schemas.microsoft.com/office/powerpoint/2010/main" val="335787358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E83BA22-78FB-4A9E-9397-DE3826074D7A}"/>
              </a:ext>
            </a:extLst>
          </p:cNvPr>
          <p:cNvSpPr>
            <a:spLocks noGrp="1"/>
          </p:cNvSpPr>
          <p:nvPr>
            <p:ph type="title"/>
          </p:nvPr>
        </p:nvSpPr>
        <p:spPr/>
        <p:txBody>
          <a:bodyPr/>
          <a:lstStyle/>
          <a:p>
            <a:r>
              <a:rPr lang="zh-CN" altLang="en-US" dirty="0"/>
              <a:t>完整性度量流程</a:t>
            </a:r>
          </a:p>
        </p:txBody>
      </p:sp>
      <p:sp>
        <p:nvSpPr>
          <p:cNvPr id="3" name="内容占位符 2">
            <a:extLst>
              <a:ext uri="{FF2B5EF4-FFF2-40B4-BE49-F238E27FC236}">
                <a16:creationId xmlns:a16="http://schemas.microsoft.com/office/drawing/2014/main" id="{3974A055-8BF5-464E-93E3-F3EA75234180}"/>
              </a:ext>
            </a:extLst>
          </p:cNvPr>
          <p:cNvSpPr>
            <a:spLocks noGrp="1"/>
          </p:cNvSpPr>
          <p:nvPr>
            <p:ph idx="1"/>
          </p:nvPr>
        </p:nvSpPr>
        <p:spPr>
          <a:xfrm>
            <a:off x="457200" y="1447800"/>
            <a:ext cx="8296656" cy="4541838"/>
          </a:xfrm>
        </p:spPr>
        <p:txBody>
          <a:bodyPr/>
          <a:lstStyle/>
          <a:p>
            <a:r>
              <a:rPr lang="en-US" altLang="zh-CN" dirty="0"/>
              <a:t>a) RTM </a:t>
            </a:r>
            <a:r>
              <a:rPr lang="zh-CN" altLang="en-US" dirty="0"/>
              <a:t>或者 </a:t>
            </a:r>
            <a:r>
              <a:rPr lang="en-US" altLang="zh-CN" dirty="0"/>
              <a:t>EMM </a:t>
            </a:r>
            <a:r>
              <a:rPr lang="zh-CN" altLang="en-US" dirty="0"/>
              <a:t>使用杂凑算法对“部件</a:t>
            </a:r>
            <a:r>
              <a:rPr lang="en-US" altLang="zh-CN" dirty="0" err="1"/>
              <a:t>i</a:t>
            </a:r>
            <a:r>
              <a:rPr lang="en-US" altLang="zh-CN" dirty="0"/>
              <a:t>”</a:t>
            </a:r>
            <a:r>
              <a:rPr lang="zh-CN" altLang="en-US" dirty="0"/>
              <a:t>的二进制代码进行计算</a:t>
            </a:r>
            <a:r>
              <a:rPr lang="en-US" altLang="zh-CN" dirty="0"/>
              <a:t>;</a:t>
            </a:r>
          </a:p>
          <a:p>
            <a:endParaRPr lang="en-US" altLang="zh-CN" dirty="0"/>
          </a:p>
          <a:p>
            <a:pPr algn="just"/>
            <a:r>
              <a:rPr lang="en-US" altLang="zh-CN" dirty="0"/>
              <a:t>b) RTM </a:t>
            </a:r>
            <a:r>
              <a:rPr lang="zh-CN" altLang="en-US" dirty="0"/>
              <a:t>或者 </a:t>
            </a:r>
            <a:r>
              <a:rPr lang="en-US" altLang="zh-CN" dirty="0"/>
              <a:t>EMM </a:t>
            </a:r>
            <a:r>
              <a:rPr lang="zh-CN" altLang="en-US" dirty="0"/>
              <a:t>生成在第</a:t>
            </a:r>
            <a:r>
              <a:rPr lang="en-US" altLang="zh-CN" dirty="0"/>
              <a:t>a) </a:t>
            </a:r>
            <a:r>
              <a:rPr lang="zh-CN" altLang="en-US" dirty="0"/>
              <a:t>步中对“部件</a:t>
            </a:r>
            <a:r>
              <a:rPr lang="en-US" altLang="zh-CN" dirty="0" err="1"/>
              <a:t>i</a:t>
            </a:r>
            <a:r>
              <a:rPr lang="en-US" altLang="zh-CN" dirty="0"/>
              <a:t>”</a:t>
            </a:r>
            <a:r>
              <a:rPr lang="zh-CN" altLang="en-US" dirty="0"/>
              <a:t>的计算结果“度量事件</a:t>
            </a:r>
            <a:r>
              <a:rPr lang="en-US" altLang="zh-CN" dirty="0" err="1"/>
              <a:t>i</a:t>
            </a:r>
            <a:r>
              <a:rPr lang="en-US" altLang="zh-CN" dirty="0"/>
              <a:t> </a:t>
            </a:r>
            <a:r>
              <a:rPr lang="zh-CN" altLang="en-US" dirty="0"/>
              <a:t>描述”</a:t>
            </a:r>
            <a:r>
              <a:rPr lang="en-US" altLang="zh-CN" dirty="0"/>
              <a:t>; </a:t>
            </a:r>
            <a:r>
              <a:rPr lang="zh-CN" altLang="en-US" dirty="0"/>
              <a:t>该描述包括杂凑算法的结果</a:t>
            </a:r>
            <a:r>
              <a:rPr lang="en-US" altLang="zh-CN" dirty="0"/>
              <a:t>, “</a:t>
            </a:r>
            <a:r>
              <a:rPr lang="zh-CN" altLang="en-US" dirty="0"/>
              <a:t>度量值</a:t>
            </a:r>
            <a:r>
              <a:rPr lang="en-US" altLang="zh-CN" dirty="0" err="1"/>
              <a:t>i</a:t>
            </a:r>
            <a:r>
              <a:rPr lang="en-US" altLang="zh-CN" dirty="0"/>
              <a:t>”, </a:t>
            </a:r>
            <a:r>
              <a:rPr lang="zh-CN" altLang="en-US" dirty="0"/>
              <a:t>以及本次度量事件的上下文信息“度量事件</a:t>
            </a:r>
            <a:r>
              <a:rPr lang="en-US" altLang="zh-CN" dirty="0" err="1"/>
              <a:t>i</a:t>
            </a:r>
            <a:r>
              <a:rPr lang="en-US" altLang="zh-CN" dirty="0"/>
              <a:t> </a:t>
            </a:r>
            <a:r>
              <a:rPr lang="zh-CN" altLang="en-US" dirty="0"/>
              <a:t>上下文”</a:t>
            </a:r>
            <a:r>
              <a:rPr lang="en-US" altLang="zh-CN" dirty="0"/>
              <a:t>;</a:t>
            </a:r>
          </a:p>
          <a:p>
            <a:pPr algn="just"/>
            <a:endParaRPr lang="en-US" altLang="zh-CN" dirty="0"/>
          </a:p>
          <a:p>
            <a:pPr algn="just"/>
            <a:r>
              <a:rPr lang="en-US" altLang="zh-CN" dirty="0"/>
              <a:t>c) RTM </a:t>
            </a:r>
            <a:r>
              <a:rPr lang="zh-CN" altLang="en-US" dirty="0"/>
              <a:t>或者 </a:t>
            </a:r>
            <a:r>
              <a:rPr lang="en-US" altLang="zh-CN" dirty="0"/>
              <a:t>EMM </a:t>
            </a:r>
            <a:r>
              <a:rPr lang="zh-CN" altLang="en-US" dirty="0"/>
              <a:t>通过接口调用 </a:t>
            </a:r>
            <a:r>
              <a:rPr lang="en-US" altLang="zh-CN" dirty="0"/>
              <a:t>TPCM, </a:t>
            </a:r>
            <a:r>
              <a:rPr lang="zh-CN" altLang="en-US" dirty="0"/>
              <a:t>将“度量值</a:t>
            </a:r>
            <a:r>
              <a:rPr lang="en-US" altLang="zh-CN" dirty="0" err="1"/>
              <a:t>i</a:t>
            </a:r>
            <a:r>
              <a:rPr lang="en-US" altLang="zh-CN" dirty="0"/>
              <a:t>” </a:t>
            </a:r>
            <a:r>
              <a:rPr lang="zh-CN" altLang="en-US" dirty="0"/>
              <a:t>扩展存储到预先定义与部件</a:t>
            </a:r>
            <a:r>
              <a:rPr lang="en-US" altLang="zh-CN" dirty="0" err="1"/>
              <a:t>i</a:t>
            </a:r>
            <a:r>
              <a:rPr lang="en-US" altLang="zh-CN" dirty="0"/>
              <a:t> </a:t>
            </a:r>
            <a:r>
              <a:rPr lang="zh-CN" altLang="en-US" dirty="0"/>
              <a:t>相关的</a:t>
            </a:r>
            <a:r>
              <a:rPr lang="en-US" altLang="zh-CN" dirty="0"/>
              <a:t>PCR[</a:t>
            </a:r>
            <a:r>
              <a:rPr lang="en-US" altLang="zh-CN" dirty="0" err="1"/>
              <a:t>i</a:t>
            </a:r>
            <a:r>
              <a:rPr lang="en-US" altLang="zh-CN" dirty="0"/>
              <a:t>]</a:t>
            </a:r>
            <a:r>
              <a:rPr lang="zh-CN" altLang="en-US" dirty="0"/>
              <a:t>中。扩展</a:t>
            </a:r>
            <a:r>
              <a:rPr lang="en-US" altLang="zh-CN" dirty="0"/>
              <a:t>(Extend) </a:t>
            </a:r>
            <a:r>
              <a:rPr lang="zh-CN" altLang="en-US" dirty="0"/>
              <a:t>存储方式详细规则见 </a:t>
            </a:r>
            <a:r>
              <a:rPr lang="en-US" altLang="zh-CN" dirty="0"/>
              <a:t>GB/T29829—2013 </a:t>
            </a:r>
            <a:r>
              <a:rPr lang="zh-CN" altLang="en-US" dirty="0"/>
              <a:t>的</a:t>
            </a:r>
            <a:r>
              <a:rPr lang="en-US" altLang="zh-CN" dirty="0"/>
              <a:t>5.7.4;</a:t>
            </a:r>
          </a:p>
          <a:p>
            <a:pPr algn="just"/>
            <a:endParaRPr lang="en-US" altLang="zh-CN" dirty="0"/>
          </a:p>
          <a:p>
            <a:r>
              <a:rPr lang="en-US" altLang="zh-CN" dirty="0"/>
              <a:t>d) RTM </a:t>
            </a:r>
            <a:r>
              <a:rPr lang="zh-CN" altLang="en-US" dirty="0"/>
              <a:t>或者 </a:t>
            </a:r>
            <a:r>
              <a:rPr lang="en-US" altLang="zh-CN" dirty="0"/>
              <a:t>EMM </a:t>
            </a:r>
            <a:r>
              <a:rPr lang="zh-CN" altLang="en-US" dirty="0"/>
              <a:t>将“度量事件</a:t>
            </a:r>
            <a:r>
              <a:rPr lang="en-US" altLang="zh-CN" dirty="0" err="1"/>
              <a:t>i</a:t>
            </a:r>
            <a:r>
              <a:rPr lang="en-US" altLang="zh-CN" dirty="0"/>
              <a:t> </a:t>
            </a:r>
            <a:r>
              <a:rPr lang="zh-CN" altLang="en-US" dirty="0"/>
              <a:t>描述”存储于 </a:t>
            </a:r>
            <a:r>
              <a:rPr lang="en-US" altLang="zh-CN" dirty="0"/>
              <a:t>LSA </a:t>
            </a:r>
            <a:r>
              <a:rPr lang="zh-CN" altLang="en-US" dirty="0"/>
              <a:t>中。</a:t>
            </a:r>
            <a:endParaRPr lang="en-US" altLang="zh-CN" dirty="0"/>
          </a:p>
          <a:p>
            <a:endParaRPr lang="zh-CN" altLang="en-US" dirty="0"/>
          </a:p>
          <a:p>
            <a:pPr marL="0" indent="0">
              <a:buNone/>
            </a:pPr>
            <a:r>
              <a:rPr lang="zh-CN" altLang="en-US" dirty="0"/>
              <a:t>完成上述</a:t>
            </a:r>
            <a:r>
              <a:rPr lang="en-US" altLang="zh-CN" dirty="0"/>
              <a:t>4 </a:t>
            </a:r>
            <a:r>
              <a:rPr lang="zh-CN" altLang="en-US" dirty="0"/>
              <a:t>个步骤的整个过程为一次完整性度量事件。</a:t>
            </a:r>
          </a:p>
        </p:txBody>
      </p:sp>
      <p:sp>
        <p:nvSpPr>
          <p:cNvPr id="4" name="灯片编号占位符 3">
            <a:extLst>
              <a:ext uri="{FF2B5EF4-FFF2-40B4-BE49-F238E27FC236}">
                <a16:creationId xmlns:a16="http://schemas.microsoft.com/office/drawing/2014/main" id="{C3171606-F20F-4DC9-8E4C-9979EA093186}"/>
              </a:ext>
            </a:extLst>
          </p:cNvPr>
          <p:cNvSpPr>
            <a:spLocks noGrp="1"/>
          </p:cNvSpPr>
          <p:nvPr>
            <p:ph type="sldNum" sz="quarter" idx="10"/>
          </p:nvPr>
        </p:nvSpPr>
        <p:spPr/>
        <p:txBody>
          <a:bodyPr/>
          <a:lstStyle/>
          <a:p>
            <a:r>
              <a:rPr lang="en-US" altLang="zh-CN"/>
              <a:t>Page </a:t>
            </a:r>
            <a:fld id="{AF655B59-12D5-4828-87B1-F838F673600E}" type="slidenum">
              <a:rPr lang="en-US" altLang="zh-CN" smtClean="0"/>
              <a:pPr/>
              <a:t>42</a:t>
            </a:fld>
            <a:endParaRPr lang="en-US" altLang="zh-CN"/>
          </a:p>
        </p:txBody>
      </p:sp>
    </p:spTree>
    <p:extLst>
      <p:ext uri="{BB962C8B-B14F-4D97-AF65-F5344CB8AC3E}">
        <p14:creationId xmlns:p14="http://schemas.microsoft.com/office/powerpoint/2010/main" val="356324225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3A180D3-C9A0-4117-8B41-85A8FB60877D}"/>
              </a:ext>
            </a:extLst>
          </p:cNvPr>
          <p:cNvSpPr>
            <a:spLocks noGrp="1"/>
          </p:cNvSpPr>
          <p:nvPr>
            <p:ph type="title"/>
          </p:nvPr>
        </p:nvSpPr>
        <p:spPr/>
        <p:txBody>
          <a:bodyPr/>
          <a:lstStyle/>
          <a:p>
            <a:r>
              <a:rPr lang="zh-CN" altLang="en-US" dirty="0"/>
              <a:t>完整性度量存储</a:t>
            </a:r>
          </a:p>
        </p:txBody>
      </p:sp>
      <p:sp>
        <p:nvSpPr>
          <p:cNvPr id="3" name="内容占位符 2">
            <a:extLst>
              <a:ext uri="{FF2B5EF4-FFF2-40B4-BE49-F238E27FC236}">
                <a16:creationId xmlns:a16="http://schemas.microsoft.com/office/drawing/2014/main" id="{BB1D408E-6099-4705-AFEE-1438FB29580E}"/>
              </a:ext>
            </a:extLst>
          </p:cNvPr>
          <p:cNvSpPr>
            <a:spLocks noGrp="1"/>
          </p:cNvSpPr>
          <p:nvPr>
            <p:ph idx="1"/>
          </p:nvPr>
        </p:nvSpPr>
        <p:spPr/>
        <p:txBody>
          <a:bodyPr/>
          <a:lstStyle/>
          <a:p>
            <a:r>
              <a:rPr lang="zh-CN" altLang="en-US" dirty="0"/>
              <a:t>完整性度量事件日志应存放于系统的 </a:t>
            </a:r>
            <a:r>
              <a:rPr lang="en-US" altLang="zh-CN" dirty="0"/>
              <a:t>LSA (Log Storage Area</a:t>
            </a:r>
            <a:r>
              <a:rPr lang="zh-CN" altLang="en-US" dirty="0"/>
              <a:t>）中。</a:t>
            </a:r>
          </a:p>
        </p:txBody>
      </p:sp>
      <p:sp>
        <p:nvSpPr>
          <p:cNvPr id="4" name="灯片编号占位符 3">
            <a:extLst>
              <a:ext uri="{FF2B5EF4-FFF2-40B4-BE49-F238E27FC236}">
                <a16:creationId xmlns:a16="http://schemas.microsoft.com/office/drawing/2014/main" id="{815159B3-2441-4255-BF58-E7C0F2B5DBEE}"/>
              </a:ext>
            </a:extLst>
          </p:cNvPr>
          <p:cNvSpPr>
            <a:spLocks noGrp="1"/>
          </p:cNvSpPr>
          <p:nvPr>
            <p:ph type="sldNum" sz="quarter" idx="10"/>
          </p:nvPr>
        </p:nvSpPr>
        <p:spPr/>
        <p:txBody>
          <a:bodyPr/>
          <a:lstStyle/>
          <a:p>
            <a:r>
              <a:rPr lang="en-US" altLang="zh-CN"/>
              <a:t>Page </a:t>
            </a:r>
            <a:fld id="{AF655B59-12D5-4828-87B1-F838F673600E}" type="slidenum">
              <a:rPr lang="en-US" altLang="zh-CN" smtClean="0"/>
              <a:pPr/>
              <a:t>43</a:t>
            </a:fld>
            <a:endParaRPr lang="en-US" altLang="zh-CN"/>
          </a:p>
        </p:txBody>
      </p:sp>
      <p:pic>
        <p:nvPicPr>
          <p:cNvPr id="6" name="图片 5">
            <a:extLst>
              <a:ext uri="{FF2B5EF4-FFF2-40B4-BE49-F238E27FC236}">
                <a16:creationId xmlns:a16="http://schemas.microsoft.com/office/drawing/2014/main" id="{019170D6-DC6C-4C91-A841-8A29D4704662}"/>
              </a:ext>
            </a:extLst>
          </p:cNvPr>
          <p:cNvPicPr>
            <a:picLocks noChangeAspect="1"/>
          </p:cNvPicPr>
          <p:nvPr/>
        </p:nvPicPr>
        <p:blipFill>
          <a:blip r:embed="rId2"/>
          <a:stretch>
            <a:fillRect/>
          </a:stretch>
        </p:blipFill>
        <p:spPr>
          <a:xfrm>
            <a:off x="2656921" y="1600200"/>
            <a:ext cx="3972479" cy="4848625"/>
          </a:xfrm>
          <a:prstGeom prst="rect">
            <a:avLst/>
          </a:prstGeom>
        </p:spPr>
      </p:pic>
    </p:spTree>
    <p:extLst>
      <p:ext uri="{BB962C8B-B14F-4D97-AF65-F5344CB8AC3E}">
        <p14:creationId xmlns:p14="http://schemas.microsoft.com/office/powerpoint/2010/main" val="268223273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963342C-03C6-4292-B28A-548FB80A4A29}"/>
              </a:ext>
            </a:extLst>
          </p:cNvPr>
          <p:cNvSpPr>
            <a:spLocks noGrp="1"/>
          </p:cNvSpPr>
          <p:nvPr>
            <p:ph type="title"/>
          </p:nvPr>
        </p:nvSpPr>
        <p:spPr>
          <a:xfrm>
            <a:off x="381000" y="228600"/>
            <a:ext cx="6705600" cy="639763"/>
          </a:xfrm>
        </p:spPr>
        <p:txBody>
          <a:bodyPr/>
          <a:lstStyle/>
          <a:p>
            <a:r>
              <a:rPr lang="zh-CN" altLang="en-US" dirty="0"/>
              <a:t>可信平台主板功能接口</a:t>
            </a:r>
            <a:r>
              <a:rPr lang="en-US" altLang="zh-CN" dirty="0"/>
              <a:t>(Driver </a:t>
            </a:r>
            <a:r>
              <a:rPr lang="zh-CN" altLang="en-US" dirty="0"/>
              <a:t>结构</a:t>
            </a:r>
            <a:r>
              <a:rPr lang="en-US" altLang="zh-CN" dirty="0"/>
              <a:t>)</a:t>
            </a:r>
            <a:endParaRPr lang="zh-CN" altLang="en-US" dirty="0"/>
          </a:p>
        </p:txBody>
      </p:sp>
      <p:sp>
        <p:nvSpPr>
          <p:cNvPr id="3" name="内容占位符 2">
            <a:extLst>
              <a:ext uri="{FF2B5EF4-FFF2-40B4-BE49-F238E27FC236}">
                <a16:creationId xmlns:a16="http://schemas.microsoft.com/office/drawing/2014/main" id="{896A2534-1C78-4E55-AC00-C776765BC776}"/>
              </a:ext>
            </a:extLst>
          </p:cNvPr>
          <p:cNvSpPr>
            <a:spLocks noGrp="1"/>
          </p:cNvSpPr>
          <p:nvPr>
            <p:ph idx="1"/>
          </p:nvPr>
        </p:nvSpPr>
        <p:spPr>
          <a:xfrm>
            <a:off x="228600" y="1752600"/>
            <a:ext cx="8296656" cy="2971800"/>
          </a:xfrm>
        </p:spPr>
        <p:txBody>
          <a:bodyPr/>
          <a:lstStyle/>
          <a:p>
            <a:pPr>
              <a:lnSpc>
                <a:spcPct val="150000"/>
              </a:lnSpc>
            </a:pPr>
            <a:r>
              <a:rPr lang="zh-CN" altLang="en-US" dirty="0"/>
              <a:t>可信平台主板功能接口包括与底层 </a:t>
            </a:r>
            <a:r>
              <a:rPr lang="en-US" altLang="zh-CN" dirty="0"/>
              <a:t>TPCM </a:t>
            </a:r>
            <a:r>
              <a:rPr lang="zh-CN" altLang="en-US" dirty="0"/>
              <a:t>的接口和与上层应用之间的接口。 在 </a:t>
            </a:r>
            <a:r>
              <a:rPr lang="en-US" altLang="zh-CN" dirty="0"/>
              <a:t>TPCM </a:t>
            </a:r>
            <a:r>
              <a:rPr lang="zh-CN" altLang="en-US" dirty="0"/>
              <a:t>上建立设备驱动层</a:t>
            </a:r>
            <a:r>
              <a:rPr lang="en-US" altLang="zh-CN" dirty="0"/>
              <a:t>(TPCM Device Driver: TDD) </a:t>
            </a:r>
            <a:r>
              <a:rPr lang="zh-CN" altLang="en-US" dirty="0"/>
              <a:t>实现主板可信应用功能对底层 </a:t>
            </a:r>
            <a:r>
              <a:rPr lang="en-US" altLang="zh-CN" dirty="0"/>
              <a:t>TPCM </a:t>
            </a:r>
            <a:r>
              <a:rPr lang="zh-CN" altLang="en-US" dirty="0"/>
              <a:t>的调用。在 </a:t>
            </a:r>
            <a:r>
              <a:rPr lang="en-US" altLang="zh-CN" dirty="0"/>
              <a:t>TDD </a:t>
            </a:r>
            <a:r>
              <a:rPr lang="zh-CN" altLang="en-US" dirty="0"/>
              <a:t>之上</a:t>
            </a:r>
            <a:r>
              <a:rPr lang="en-US" altLang="zh-CN" dirty="0"/>
              <a:t>, </a:t>
            </a:r>
            <a:r>
              <a:rPr lang="zh-CN" altLang="en-US" dirty="0"/>
              <a:t>可建立服务提供层</a:t>
            </a:r>
            <a:r>
              <a:rPr lang="en-US" altLang="zh-CN" dirty="0"/>
              <a:t>(TPCM Service Provider) </a:t>
            </a:r>
            <a:r>
              <a:rPr lang="zh-CN" altLang="en-US" dirty="0"/>
              <a:t>对 </a:t>
            </a:r>
            <a:r>
              <a:rPr lang="en-US" altLang="zh-CN" dirty="0"/>
              <a:t>TDD </a:t>
            </a:r>
            <a:r>
              <a:rPr lang="zh-CN" altLang="en-US" dirty="0"/>
              <a:t>进行再封装</a:t>
            </a:r>
            <a:r>
              <a:rPr lang="en-US" altLang="zh-CN" dirty="0"/>
              <a:t>, </a:t>
            </a:r>
            <a:r>
              <a:rPr lang="zh-CN" altLang="en-US" dirty="0"/>
              <a:t>为上层应用提供更高层次的接口</a:t>
            </a:r>
            <a:r>
              <a:rPr lang="en-US" altLang="zh-CN" dirty="0"/>
              <a:t>, </a:t>
            </a:r>
            <a:r>
              <a:rPr lang="zh-CN" altLang="en-US" dirty="0"/>
              <a:t>简化上层编程实现。</a:t>
            </a:r>
          </a:p>
        </p:txBody>
      </p:sp>
      <p:sp>
        <p:nvSpPr>
          <p:cNvPr id="4" name="灯片编号占位符 3">
            <a:extLst>
              <a:ext uri="{FF2B5EF4-FFF2-40B4-BE49-F238E27FC236}">
                <a16:creationId xmlns:a16="http://schemas.microsoft.com/office/drawing/2014/main" id="{224B0B11-E216-45D4-9900-774C1F28D315}"/>
              </a:ext>
            </a:extLst>
          </p:cNvPr>
          <p:cNvSpPr>
            <a:spLocks noGrp="1"/>
          </p:cNvSpPr>
          <p:nvPr>
            <p:ph type="sldNum" sz="quarter" idx="10"/>
          </p:nvPr>
        </p:nvSpPr>
        <p:spPr/>
        <p:txBody>
          <a:bodyPr/>
          <a:lstStyle/>
          <a:p>
            <a:r>
              <a:rPr lang="en-US" altLang="zh-CN"/>
              <a:t>Page </a:t>
            </a:r>
            <a:fld id="{AF655B59-12D5-4828-87B1-F838F673600E}" type="slidenum">
              <a:rPr lang="en-US" altLang="zh-CN" smtClean="0"/>
              <a:pPr/>
              <a:t>44</a:t>
            </a:fld>
            <a:endParaRPr lang="en-US" altLang="zh-CN"/>
          </a:p>
        </p:txBody>
      </p:sp>
    </p:spTree>
    <p:extLst>
      <p:ext uri="{BB962C8B-B14F-4D97-AF65-F5344CB8AC3E}">
        <p14:creationId xmlns:p14="http://schemas.microsoft.com/office/powerpoint/2010/main" val="345772947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内容占位符 5">
            <a:extLst>
              <a:ext uri="{FF2B5EF4-FFF2-40B4-BE49-F238E27FC236}">
                <a16:creationId xmlns:a16="http://schemas.microsoft.com/office/drawing/2014/main" id="{D3DEE30E-10CC-445B-B62E-82935DC76545}"/>
              </a:ext>
            </a:extLst>
          </p:cNvPr>
          <p:cNvPicPr>
            <a:picLocks noGrp="1" noChangeAspect="1"/>
          </p:cNvPicPr>
          <p:nvPr>
            <p:ph idx="1"/>
          </p:nvPr>
        </p:nvPicPr>
        <p:blipFill>
          <a:blip r:embed="rId2"/>
          <a:stretch>
            <a:fillRect/>
          </a:stretch>
        </p:blipFill>
        <p:spPr>
          <a:xfrm>
            <a:off x="1313271" y="1143000"/>
            <a:ext cx="6534921" cy="5410200"/>
          </a:xfrm>
          <a:prstGeom prst="rect">
            <a:avLst/>
          </a:prstGeom>
        </p:spPr>
      </p:pic>
      <p:sp>
        <p:nvSpPr>
          <p:cNvPr id="4" name="灯片编号占位符 3">
            <a:extLst>
              <a:ext uri="{FF2B5EF4-FFF2-40B4-BE49-F238E27FC236}">
                <a16:creationId xmlns:a16="http://schemas.microsoft.com/office/drawing/2014/main" id="{B4AE0BEF-F90E-4BEC-B40E-E10C78DD8C68}"/>
              </a:ext>
            </a:extLst>
          </p:cNvPr>
          <p:cNvSpPr>
            <a:spLocks noGrp="1"/>
          </p:cNvSpPr>
          <p:nvPr>
            <p:ph type="sldNum" sz="quarter" idx="10"/>
          </p:nvPr>
        </p:nvSpPr>
        <p:spPr/>
        <p:txBody>
          <a:bodyPr/>
          <a:lstStyle/>
          <a:p>
            <a:r>
              <a:rPr lang="en-US" altLang="zh-CN"/>
              <a:t>Page </a:t>
            </a:r>
            <a:fld id="{AF655B59-12D5-4828-87B1-F838F673600E}" type="slidenum">
              <a:rPr lang="en-US" altLang="zh-CN" smtClean="0"/>
              <a:pPr/>
              <a:t>45</a:t>
            </a:fld>
            <a:endParaRPr lang="en-US" altLang="zh-CN"/>
          </a:p>
        </p:txBody>
      </p:sp>
      <p:sp>
        <p:nvSpPr>
          <p:cNvPr id="7" name="标题 1">
            <a:extLst>
              <a:ext uri="{FF2B5EF4-FFF2-40B4-BE49-F238E27FC236}">
                <a16:creationId xmlns:a16="http://schemas.microsoft.com/office/drawing/2014/main" id="{D9230C99-C625-4779-9611-30B51598939B}"/>
              </a:ext>
            </a:extLst>
          </p:cNvPr>
          <p:cNvSpPr>
            <a:spLocks noGrp="1"/>
          </p:cNvSpPr>
          <p:nvPr>
            <p:ph type="title"/>
          </p:nvPr>
        </p:nvSpPr>
        <p:spPr>
          <a:xfrm>
            <a:off x="381000" y="228600"/>
            <a:ext cx="6705600" cy="639763"/>
          </a:xfrm>
        </p:spPr>
        <p:txBody>
          <a:bodyPr/>
          <a:lstStyle/>
          <a:p>
            <a:r>
              <a:rPr lang="zh-CN" altLang="en-US" dirty="0"/>
              <a:t>可信平台主板功能接口</a:t>
            </a:r>
            <a:r>
              <a:rPr lang="en-US" altLang="zh-CN" dirty="0"/>
              <a:t>(Driver </a:t>
            </a:r>
            <a:r>
              <a:rPr lang="zh-CN" altLang="en-US" dirty="0"/>
              <a:t>结构</a:t>
            </a:r>
            <a:r>
              <a:rPr lang="en-US" altLang="zh-CN" dirty="0"/>
              <a:t>)</a:t>
            </a:r>
            <a:endParaRPr lang="zh-CN" altLang="en-US" dirty="0"/>
          </a:p>
        </p:txBody>
      </p:sp>
    </p:spTree>
    <p:extLst>
      <p:ext uri="{BB962C8B-B14F-4D97-AF65-F5344CB8AC3E}">
        <p14:creationId xmlns:p14="http://schemas.microsoft.com/office/powerpoint/2010/main" val="191816344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B977602-E7A9-4D09-8BB6-04E4C1FE4759}"/>
              </a:ext>
            </a:extLst>
          </p:cNvPr>
          <p:cNvSpPr>
            <a:spLocks noGrp="1"/>
          </p:cNvSpPr>
          <p:nvPr>
            <p:ph type="title"/>
          </p:nvPr>
        </p:nvSpPr>
        <p:spPr/>
        <p:txBody>
          <a:bodyPr/>
          <a:lstStyle/>
          <a:p>
            <a:r>
              <a:rPr lang="zh-CN" altLang="en-US" dirty="0"/>
              <a:t>传统 </a:t>
            </a:r>
            <a:r>
              <a:rPr lang="en-US" altLang="zh-CN" dirty="0"/>
              <a:t>BIOS </a:t>
            </a:r>
            <a:r>
              <a:rPr lang="zh-CN" altLang="en-US" dirty="0"/>
              <a:t>完整性度量</a:t>
            </a:r>
          </a:p>
        </p:txBody>
      </p:sp>
      <p:sp>
        <p:nvSpPr>
          <p:cNvPr id="3" name="内容占位符 2">
            <a:extLst>
              <a:ext uri="{FF2B5EF4-FFF2-40B4-BE49-F238E27FC236}">
                <a16:creationId xmlns:a16="http://schemas.microsoft.com/office/drawing/2014/main" id="{90B6DB08-33FC-4BC7-813F-F629599A024D}"/>
              </a:ext>
            </a:extLst>
          </p:cNvPr>
          <p:cNvSpPr>
            <a:spLocks noGrp="1"/>
          </p:cNvSpPr>
          <p:nvPr>
            <p:ph idx="1"/>
          </p:nvPr>
        </p:nvSpPr>
        <p:spPr/>
        <p:txBody>
          <a:bodyPr/>
          <a:lstStyle/>
          <a:p>
            <a:r>
              <a:rPr lang="zh-CN" altLang="en-US" b="1" i="0" dirty="0">
                <a:solidFill>
                  <a:srgbClr val="000000"/>
                </a:solidFill>
                <a:effectLst/>
                <a:latin typeface="FZHTK--GBK1-0"/>
              </a:rPr>
              <a:t>度量流程</a:t>
            </a:r>
            <a:r>
              <a:rPr lang="zh-CN" altLang="en-US" b="1" dirty="0"/>
              <a:t> </a:t>
            </a:r>
            <a:br>
              <a:rPr lang="zh-CN" altLang="en-US" dirty="0"/>
            </a:br>
            <a:endParaRPr lang="zh-CN" altLang="en-US" dirty="0"/>
          </a:p>
        </p:txBody>
      </p:sp>
      <p:sp>
        <p:nvSpPr>
          <p:cNvPr id="4" name="灯片编号占位符 3">
            <a:extLst>
              <a:ext uri="{FF2B5EF4-FFF2-40B4-BE49-F238E27FC236}">
                <a16:creationId xmlns:a16="http://schemas.microsoft.com/office/drawing/2014/main" id="{5974E809-EAEF-4E79-BF99-2AF6D7816872}"/>
              </a:ext>
            </a:extLst>
          </p:cNvPr>
          <p:cNvSpPr>
            <a:spLocks noGrp="1"/>
          </p:cNvSpPr>
          <p:nvPr>
            <p:ph type="sldNum" sz="quarter" idx="10"/>
          </p:nvPr>
        </p:nvSpPr>
        <p:spPr/>
        <p:txBody>
          <a:bodyPr/>
          <a:lstStyle/>
          <a:p>
            <a:r>
              <a:rPr lang="en-US" altLang="zh-CN"/>
              <a:t>Page </a:t>
            </a:r>
            <a:fld id="{AF655B59-12D5-4828-87B1-F838F673600E}" type="slidenum">
              <a:rPr lang="en-US" altLang="zh-CN" smtClean="0"/>
              <a:pPr/>
              <a:t>46</a:t>
            </a:fld>
            <a:endParaRPr lang="en-US" altLang="zh-CN"/>
          </a:p>
        </p:txBody>
      </p:sp>
      <p:pic>
        <p:nvPicPr>
          <p:cNvPr id="6" name="图片 5">
            <a:extLst>
              <a:ext uri="{FF2B5EF4-FFF2-40B4-BE49-F238E27FC236}">
                <a16:creationId xmlns:a16="http://schemas.microsoft.com/office/drawing/2014/main" id="{EFD2EBB3-30AF-4F8E-8433-F72841A3A90D}"/>
              </a:ext>
            </a:extLst>
          </p:cNvPr>
          <p:cNvPicPr>
            <a:picLocks noChangeAspect="1"/>
          </p:cNvPicPr>
          <p:nvPr/>
        </p:nvPicPr>
        <p:blipFill>
          <a:blip r:embed="rId2"/>
          <a:stretch>
            <a:fillRect/>
          </a:stretch>
        </p:blipFill>
        <p:spPr>
          <a:xfrm>
            <a:off x="432510" y="1828800"/>
            <a:ext cx="8087863" cy="32004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195545408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779C0E2-9720-4C1A-8997-FC06AE33CCE3}"/>
              </a:ext>
            </a:extLst>
          </p:cNvPr>
          <p:cNvSpPr>
            <a:spLocks noGrp="1"/>
          </p:cNvSpPr>
          <p:nvPr>
            <p:ph type="title"/>
          </p:nvPr>
        </p:nvSpPr>
        <p:spPr>
          <a:xfrm>
            <a:off x="152400" y="152400"/>
            <a:ext cx="6400800" cy="838200"/>
          </a:xfrm>
        </p:spPr>
        <p:txBody>
          <a:bodyPr/>
          <a:lstStyle/>
          <a:p>
            <a:r>
              <a:rPr lang="en-US" altLang="zh-CN" sz="3200" b="1" dirty="0"/>
              <a:t>EMM1 </a:t>
            </a:r>
            <a:r>
              <a:rPr lang="zh-CN" altLang="en-US" sz="3200" b="1" dirty="0"/>
              <a:t>度量 </a:t>
            </a:r>
            <a:r>
              <a:rPr lang="en-US" altLang="zh-CN" sz="3200" b="1" dirty="0"/>
              <a:t>Main Block</a:t>
            </a:r>
            <a:endParaRPr lang="zh-CN" altLang="en-US" dirty="0"/>
          </a:p>
        </p:txBody>
      </p:sp>
      <p:sp>
        <p:nvSpPr>
          <p:cNvPr id="3" name="内容占位符 2">
            <a:extLst>
              <a:ext uri="{FF2B5EF4-FFF2-40B4-BE49-F238E27FC236}">
                <a16:creationId xmlns:a16="http://schemas.microsoft.com/office/drawing/2014/main" id="{21DEEC0F-4531-4056-A640-38900ED1132B}"/>
              </a:ext>
            </a:extLst>
          </p:cNvPr>
          <p:cNvSpPr>
            <a:spLocks noGrp="1"/>
          </p:cNvSpPr>
          <p:nvPr>
            <p:ph idx="1"/>
          </p:nvPr>
        </p:nvSpPr>
        <p:spPr/>
        <p:txBody>
          <a:bodyPr/>
          <a:lstStyle/>
          <a:p>
            <a:endParaRPr lang="zh-CN" altLang="en-US" sz="2800" b="1" dirty="0"/>
          </a:p>
        </p:txBody>
      </p:sp>
      <p:sp>
        <p:nvSpPr>
          <p:cNvPr id="4" name="灯片编号占位符 3">
            <a:extLst>
              <a:ext uri="{FF2B5EF4-FFF2-40B4-BE49-F238E27FC236}">
                <a16:creationId xmlns:a16="http://schemas.microsoft.com/office/drawing/2014/main" id="{85FB04C9-F610-475C-9964-6A1A99BA3BD1}"/>
              </a:ext>
            </a:extLst>
          </p:cNvPr>
          <p:cNvSpPr>
            <a:spLocks noGrp="1"/>
          </p:cNvSpPr>
          <p:nvPr>
            <p:ph type="sldNum" sz="quarter" idx="10"/>
          </p:nvPr>
        </p:nvSpPr>
        <p:spPr/>
        <p:txBody>
          <a:bodyPr/>
          <a:lstStyle/>
          <a:p>
            <a:r>
              <a:rPr lang="en-US" altLang="zh-CN"/>
              <a:t>Page </a:t>
            </a:r>
            <a:fld id="{AF655B59-12D5-4828-87B1-F838F673600E}" type="slidenum">
              <a:rPr lang="en-US" altLang="zh-CN" smtClean="0"/>
              <a:pPr/>
              <a:t>47</a:t>
            </a:fld>
            <a:endParaRPr lang="en-US" altLang="zh-CN"/>
          </a:p>
        </p:txBody>
      </p:sp>
      <p:pic>
        <p:nvPicPr>
          <p:cNvPr id="6" name="图片 5">
            <a:extLst>
              <a:ext uri="{FF2B5EF4-FFF2-40B4-BE49-F238E27FC236}">
                <a16:creationId xmlns:a16="http://schemas.microsoft.com/office/drawing/2014/main" id="{375A3ED4-CDA1-4A46-9451-DAAF517E33B6}"/>
              </a:ext>
            </a:extLst>
          </p:cNvPr>
          <p:cNvPicPr>
            <a:picLocks noChangeAspect="1"/>
          </p:cNvPicPr>
          <p:nvPr/>
        </p:nvPicPr>
        <p:blipFill>
          <a:blip r:embed="rId2"/>
          <a:stretch>
            <a:fillRect/>
          </a:stretch>
        </p:blipFill>
        <p:spPr>
          <a:xfrm>
            <a:off x="432511" y="1447801"/>
            <a:ext cx="8278978" cy="4648200"/>
          </a:xfrm>
          <a:prstGeom prst="rect">
            <a:avLst/>
          </a:prstGeom>
        </p:spPr>
      </p:pic>
    </p:spTree>
    <p:extLst>
      <p:ext uri="{BB962C8B-B14F-4D97-AF65-F5344CB8AC3E}">
        <p14:creationId xmlns:p14="http://schemas.microsoft.com/office/powerpoint/2010/main" val="424184864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642AD3B-8EDC-48F1-8981-5EBFCE35D8D7}"/>
              </a:ext>
            </a:extLst>
          </p:cNvPr>
          <p:cNvSpPr>
            <a:spLocks noGrp="1"/>
          </p:cNvSpPr>
          <p:nvPr>
            <p:ph type="title"/>
          </p:nvPr>
        </p:nvSpPr>
        <p:spPr>
          <a:xfrm>
            <a:off x="381000" y="228600"/>
            <a:ext cx="8153400" cy="639763"/>
          </a:xfrm>
        </p:spPr>
        <p:txBody>
          <a:bodyPr/>
          <a:lstStyle/>
          <a:p>
            <a:r>
              <a:rPr lang="en-US" altLang="zh-CN" dirty="0"/>
              <a:t>EMM2 </a:t>
            </a:r>
            <a:r>
              <a:rPr lang="zh-CN" altLang="en-US" dirty="0"/>
              <a:t>度量平台启动部件和操作系统加载器 </a:t>
            </a:r>
          </a:p>
        </p:txBody>
      </p:sp>
      <p:sp>
        <p:nvSpPr>
          <p:cNvPr id="3" name="内容占位符 2">
            <a:extLst>
              <a:ext uri="{FF2B5EF4-FFF2-40B4-BE49-F238E27FC236}">
                <a16:creationId xmlns:a16="http://schemas.microsoft.com/office/drawing/2014/main" id="{6EDA5CA0-E0D7-436F-98BD-E56073ECAFA8}"/>
              </a:ext>
            </a:extLst>
          </p:cNvPr>
          <p:cNvSpPr>
            <a:spLocks noGrp="1"/>
          </p:cNvSpPr>
          <p:nvPr>
            <p:ph idx="1"/>
          </p:nvPr>
        </p:nvSpPr>
        <p:spPr/>
        <p:txBody>
          <a:bodyPr/>
          <a:lstStyle/>
          <a:p>
            <a:r>
              <a:rPr lang="zh-CN" altLang="en-US" dirty="0"/>
              <a:t>平台启动部件包含了能够使平台硬件环境正常运行的基本部件</a:t>
            </a:r>
            <a:r>
              <a:rPr lang="en-US" altLang="zh-CN" dirty="0"/>
              <a:t>, </a:t>
            </a:r>
            <a:r>
              <a:rPr lang="zh-CN" altLang="en-US" dirty="0"/>
              <a:t>包括 </a:t>
            </a:r>
            <a:r>
              <a:rPr lang="en-US" altLang="zh-CN" dirty="0"/>
              <a:t>BIOS POST </a:t>
            </a:r>
            <a:r>
              <a:rPr lang="zh-CN" altLang="en-US" dirty="0"/>
              <a:t>代码、 板载固件代码。</a:t>
            </a:r>
            <a:r>
              <a:rPr lang="en-US" altLang="zh-CN" dirty="0"/>
              <a:t>PCR[1]</a:t>
            </a:r>
            <a:r>
              <a:rPr lang="zh-CN" altLang="en-US" dirty="0"/>
              <a:t>平台部件代码度量对象：</a:t>
            </a:r>
          </a:p>
        </p:txBody>
      </p:sp>
      <p:sp>
        <p:nvSpPr>
          <p:cNvPr id="4" name="灯片编号占位符 3">
            <a:extLst>
              <a:ext uri="{FF2B5EF4-FFF2-40B4-BE49-F238E27FC236}">
                <a16:creationId xmlns:a16="http://schemas.microsoft.com/office/drawing/2014/main" id="{3C982EF5-2521-4B97-9EF1-17D726AA60A7}"/>
              </a:ext>
            </a:extLst>
          </p:cNvPr>
          <p:cNvSpPr>
            <a:spLocks noGrp="1"/>
          </p:cNvSpPr>
          <p:nvPr>
            <p:ph type="sldNum" sz="quarter" idx="10"/>
          </p:nvPr>
        </p:nvSpPr>
        <p:spPr/>
        <p:txBody>
          <a:bodyPr/>
          <a:lstStyle/>
          <a:p>
            <a:r>
              <a:rPr lang="en-US" altLang="zh-CN"/>
              <a:t>Page </a:t>
            </a:r>
            <a:fld id="{AF655B59-12D5-4828-87B1-F838F673600E}" type="slidenum">
              <a:rPr lang="en-US" altLang="zh-CN" smtClean="0"/>
              <a:pPr/>
              <a:t>48</a:t>
            </a:fld>
            <a:endParaRPr lang="en-US" altLang="zh-CN"/>
          </a:p>
        </p:txBody>
      </p:sp>
      <p:pic>
        <p:nvPicPr>
          <p:cNvPr id="6" name="图片 5">
            <a:extLst>
              <a:ext uri="{FF2B5EF4-FFF2-40B4-BE49-F238E27FC236}">
                <a16:creationId xmlns:a16="http://schemas.microsoft.com/office/drawing/2014/main" id="{AE921CCE-3FD4-464A-8F86-6283BA3BA712}"/>
              </a:ext>
            </a:extLst>
          </p:cNvPr>
          <p:cNvPicPr>
            <a:picLocks noChangeAspect="1"/>
          </p:cNvPicPr>
          <p:nvPr/>
        </p:nvPicPr>
        <p:blipFill>
          <a:blip r:embed="rId2"/>
          <a:stretch>
            <a:fillRect/>
          </a:stretch>
        </p:blipFill>
        <p:spPr>
          <a:xfrm>
            <a:off x="228599" y="1905559"/>
            <a:ext cx="8763002" cy="222772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8" name="图片 7">
            <a:extLst>
              <a:ext uri="{FF2B5EF4-FFF2-40B4-BE49-F238E27FC236}">
                <a16:creationId xmlns:a16="http://schemas.microsoft.com/office/drawing/2014/main" id="{B1294BDE-A68D-4A39-8E5B-B68466EA200B}"/>
              </a:ext>
            </a:extLst>
          </p:cNvPr>
          <p:cNvPicPr>
            <a:picLocks noChangeAspect="1"/>
          </p:cNvPicPr>
          <p:nvPr/>
        </p:nvPicPr>
        <p:blipFill>
          <a:blip r:embed="rId3"/>
          <a:stretch>
            <a:fillRect/>
          </a:stretch>
        </p:blipFill>
        <p:spPr>
          <a:xfrm>
            <a:off x="228598" y="4191000"/>
            <a:ext cx="8763002" cy="186792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192703643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heel(1)">
                                      <p:cBhvr>
                                        <p:cTn id="7" dur="20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additive="base">
                                        <p:cTn id="12" dur="500" fill="hold"/>
                                        <p:tgtEl>
                                          <p:spTgt spid="8"/>
                                        </p:tgtEl>
                                        <p:attrNameLst>
                                          <p:attrName>ppt_x</p:attrName>
                                        </p:attrNameLst>
                                      </p:cBhvr>
                                      <p:tavLst>
                                        <p:tav tm="0">
                                          <p:val>
                                            <p:strVal val="#ppt_x"/>
                                          </p:val>
                                        </p:tav>
                                        <p:tav tm="100000">
                                          <p:val>
                                            <p:strVal val="#ppt_x"/>
                                          </p:val>
                                        </p:tav>
                                      </p:tavLst>
                                    </p:anim>
                                    <p:anim calcmode="lin" valueType="num">
                                      <p:cBhvr additive="base">
                                        <p:cTn id="13"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73AA9DB-2D86-4B1B-A842-92DC767062CA}"/>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8DA626CB-BF01-4BF8-B8C2-93368571E544}"/>
              </a:ext>
            </a:extLst>
          </p:cNvPr>
          <p:cNvSpPr>
            <a:spLocks noGrp="1"/>
          </p:cNvSpPr>
          <p:nvPr>
            <p:ph idx="1"/>
          </p:nvPr>
        </p:nvSpPr>
        <p:spPr/>
        <p:txBody>
          <a:bodyPr/>
          <a:lstStyle/>
          <a:p>
            <a:r>
              <a:rPr lang="en-US" altLang="zh-CN" dirty="0"/>
              <a:t>PCR[2]</a:t>
            </a:r>
            <a:r>
              <a:rPr lang="zh-CN" altLang="en-US" dirty="0"/>
              <a:t>平台部件数据配置信息对象</a:t>
            </a:r>
          </a:p>
        </p:txBody>
      </p:sp>
      <p:sp>
        <p:nvSpPr>
          <p:cNvPr id="4" name="灯片编号占位符 3">
            <a:extLst>
              <a:ext uri="{FF2B5EF4-FFF2-40B4-BE49-F238E27FC236}">
                <a16:creationId xmlns:a16="http://schemas.microsoft.com/office/drawing/2014/main" id="{8B6CA15C-5222-4924-8FD9-5A1FAB5FDDBE}"/>
              </a:ext>
            </a:extLst>
          </p:cNvPr>
          <p:cNvSpPr>
            <a:spLocks noGrp="1"/>
          </p:cNvSpPr>
          <p:nvPr>
            <p:ph type="sldNum" sz="quarter" idx="10"/>
          </p:nvPr>
        </p:nvSpPr>
        <p:spPr/>
        <p:txBody>
          <a:bodyPr/>
          <a:lstStyle/>
          <a:p>
            <a:r>
              <a:rPr lang="en-US" altLang="zh-CN"/>
              <a:t>Page </a:t>
            </a:r>
            <a:fld id="{AF655B59-12D5-4828-87B1-F838F673600E}" type="slidenum">
              <a:rPr lang="en-US" altLang="zh-CN" smtClean="0"/>
              <a:pPr/>
              <a:t>49</a:t>
            </a:fld>
            <a:endParaRPr lang="en-US" altLang="zh-CN"/>
          </a:p>
        </p:txBody>
      </p:sp>
      <p:pic>
        <p:nvPicPr>
          <p:cNvPr id="6" name="图片 5">
            <a:extLst>
              <a:ext uri="{FF2B5EF4-FFF2-40B4-BE49-F238E27FC236}">
                <a16:creationId xmlns:a16="http://schemas.microsoft.com/office/drawing/2014/main" id="{8CF6689E-6252-4368-A600-DD7C630F6475}"/>
              </a:ext>
            </a:extLst>
          </p:cNvPr>
          <p:cNvPicPr>
            <a:picLocks noChangeAspect="1"/>
          </p:cNvPicPr>
          <p:nvPr/>
        </p:nvPicPr>
        <p:blipFill>
          <a:blip r:embed="rId2"/>
          <a:stretch>
            <a:fillRect/>
          </a:stretch>
        </p:blipFill>
        <p:spPr>
          <a:xfrm>
            <a:off x="0" y="2479699"/>
            <a:ext cx="9144000" cy="1898601"/>
          </a:xfrm>
          <a:prstGeom prst="rect">
            <a:avLst/>
          </a:prstGeom>
        </p:spPr>
      </p:pic>
    </p:spTree>
    <p:extLst>
      <p:ext uri="{BB962C8B-B14F-4D97-AF65-F5344CB8AC3E}">
        <p14:creationId xmlns:p14="http://schemas.microsoft.com/office/powerpoint/2010/main" val="155146600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1CBFD81-A60A-4B77-8515-93F3D95F6F35}"/>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C8E234A9-ACCA-4410-96F2-DA4BCB075D1C}"/>
              </a:ext>
            </a:extLst>
          </p:cNvPr>
          <p:cNvSpPr>
            <a:spLocks noGrp="1"/>
          </p:cNvSpPr>
          <p:nvPr>
            <p:ph idx="1"/>
          </p:nvPr>
        </p:nvSpPr>
        <p:spPr/>
        <p:txBody>
          <a:bodyPr/>
          <a:lstStyle/>
          <a:p>
            <a:r>
              <a:rPr lang="en-US" altLang="zh-CN" dirty="0"/>
              <a:t>PCR[3]Option ROM </a:t>
            </a:r>
            <a:r>
              <a:rPr lang="zh-CN" altLang="en-US" dirty="0"/>
              <a:t>代码度量对象</a:t>
            </a:r>
          </a:p>
        </p:txBody>
      </p:sp>
      <p:sp>
        <p:nvSpPr>
          <p:cNvPr id="4" name="灯片编号占位符 3">
            <a:extLst>
              <a:ext uri="{FF2B5EF4-FFF2-40B4-BE49-F238E27FC236}">
                <a16:creationId xmlns:a16="http://schemas.microsoft.com/office/drawing/2014/main" id="{0113B577-C121-4671-AA94-8AD5DD86672B}"/>
              </a:ext>
            </a:extLst>
          </p:cNvPr>
          <p:cNvSpPr>
            <a:spLocks noGrp="1"/>
          </p:cNvSpPr>
          <p:nvPr>
            <p:ph type="sldNum" sz="quarter" idx="10"/>
          </p:nvPr>
        </p:nvSpPr>
        <p:spPr/>
        <p:txBody>
          <a:bodyPr/>
          <a:lstStyle/>
          <a:p>
            <a:r>
              <a:rPr lang="en-US" altLang="zh-CN"/>
              <a:t>Page </a:t>
            </a:r>
            <a:fld id="{AF655B59-12D5-4828-87B1-F838F673600E}" type="slidenum">
              <a:rPr lang="en-US" altLang="zh-CN" smtClean="0"/>
              <a:pPr/>
              <a:t>50</a:t>
            </a:fld>
            <a:endParaRPr lang="en-US" altLang="zh-CN"/>
          </a:p>
        </p:txBody>
      </p:sp>
      <p:pic>
        <p:nvPicPr>
          <p:cNvPr id="6" name="图片 5">
            <a:extLst>
              <a:ext uri="{FF2B5EF4-FFF2-40B4-BE49-F238E27FC236}">
                <a16:creationId xmlns:a16="http://schemas.microsoft.com/office/drawing/2014/main" id="{366D1445-F052-49F8-BAFB-F9CAABA53F87}"/>
              </a:ext>
            </a:extLst>
          </p:cNvPr>
          <p:cNvPicPr>
            <a:picLocks noChangeAspect="1"/>
          </p:cNvPicPr>
          <p:nvPr/>
        </p:nvPicPr>
        <p:blipFill>
          <a:blip r:embed="rId2"/>
          <a:stretch>
            <a:fillRect/>
          </a:stretch>
        </p:blipFill>
        <p:spPr>
          <a:xfrm>
            <a:off x="0" y="2529855"/>
            <a:ext cx="9144000" cy="1798289"/>
          </a:xfrm>
          <a:prstGeom prst="rect">
            <a:avLst/>
          </a:prstGeom>
        </p:spPr>
      </p:pic>
    </p:spTree>
    <p:extLst>
      <p:ext uri="{BB962C8B-B14F-4D97-AF65-F5344CB8AC3E}">
        <p14:creationId xmlns:p14="http://schemas.microsoft.com/office/powerpoint/2010/main" val="427785420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5F4ABC8-70F7-4E64-8AF1-500D83B5B32D}"/>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25CA91D3-A29C-4386-876A-64024DF082B5}"/>
              </a:ext>
            </a:extLst>
          </p:cNvPr>
          <p:cNvSpPr>
            <a:spLocks noGrp="1"/>
          </p:cNvSpPr>
          <p:nvPr>
            <p:ph idx="1"/>
          </p:nvPr>
        </p:nvSpPr>
        <p:spPr/>
        <p:txBody>
          <a:bodyPr/>
          <a:lstStyle/>
          <a:p>
            <a:r>
              <a:rPr lang="en-US" altLang="zh-CN" sz="1800" b="0" i="0" dirty="0">
                <a:solidFill>
                  <a:srgbClr val="000000"/>
                </a:solidFill>
                <a:effectLst/>
                <a:latin typeface="E-BZ"/>
              </a:rPr>
              <a:t>PCR[4]Option ROM </a:t>
            </a:r>
            <a:r>
              <a:rPr lang="zh-CN" altLang="en-US" sz="1800" b="0" i="0" dirty="0">
                <a:solidFill>
                  <a:srgbClr val="000000"/>
                </a:solidFill>
                <a:effectLst/>
                <a:latin typeface="FZSSK--GBK1-0"/>
              </a:rPr>
              <a:t>配置信息度量对象</a:t>
            </a:r>
            <a:r>
              <a:rPr lang="zh-CN" altLang="en-US" dirty="0"/>
              <a:t> </a:t>
            </a:r>
            <a:br>
              <a:rPr lang="zh-CN" altLang="en-US" dirty="0"/>
            </a:br>
            <a:endParaRPr lang="zh-CN" altLang="en-US" dirty="0"/>
          </a:p>
        </p:txBody>
      </p:sp>
      <p:sp>
        <p:nvSpPr>
          <p:cNvPr id="4" name="灯片编号占位符 3">
            <a:extLst>
              <a:ext uri="{FF2B5EF4-FFF2-40B4-BE49-F238E27FC236}">
                <a16:creationId xmlns:a16="http://schemas.microsoft.com/office/drawing/2014/main" id="{D743DC3C-BF57-420E-A2AA-2271D97B255A}"/>
              </a:ext>
            </a:extLst>
          </p:cNvPr>
          <p:cNvSpPr>
            <a:spLocks noGrp="1"/>
          </p:cNvSpPr>
          <p:nvPr>
            <p:ph type="sldNum" sz="quarter" idx="10"/>
          </p:nvPr>
        </p:nvSpPr>
        <p:spPr/>
        <p:txBody>
          <a:bodyPr/>
          <a:lstStyle/>
          <a:p>
            <a:r>
              <a:rPr lang="en-US" altLang="zh-CN"/>
              <a:t>Page </a:t>
            </a:r>
            <a:fld id="{AF655B59-12D5-4828-87B1-F838F673600E}" type="slidenum">
              <a:rPr lang="en-US" altLang="zh-CN" smtClean="0"/>
              <a:pPr/>
              <a:t>51</a:t>
            </a:fld>
            <a:endParaRPr lang="en-US" altLang="zh-CN"/>
          </a:p>
        </p:txBody>
      </p:sp>
      <p:pic>
        <p:nvPicPr>
          <p:cNvPr id="6" name="图片 5">
            <a:extLst>
              <a:ext uri="{FF2B5EF4-FFF2-40B4-BE49-F238E27FC236}">
                <a16:creationId xmlns:a16="http://schemas.microsoft.com/office/drawing/2014/main" id="{80705BD7-CA6D-40DE-AF7B-09BF7305282F}"/>
              </a:ext>
            </a:extLst>
          </p:cNvPr>
          <p:cNvPicPr>
            <a:picLocks noChangeAspect="1"/>
          </p:cNvPicPr>
          <p:nvPr/>
        </p:nvPicPr>
        <p:blipFill>
          <a:blip r:embed="rId2"/>
          <a:stretch>
            <a:fillRect/>
          </a:stretch>
        </p:blipFill>
        <p:spPr>
          <a:xfrm>
            <a:off x="228600" y="2286000"/>
            <a:ext cx="8686800" cy="2133599"/>
          </a:xfrm>
          <a:prstGeom prst="rect">
            <a:avLst/>
          </a:prstGeom>
        </p:spPr>
      </p:pic>
    </p:spTree>
    <p:extLst>
      <p:ext uri="{BB962C8B-B14F-4D97-AF65-F5344CB8AC3E}">
        <p14:creationId xmlns:p14="http://schemas.microsoft.com/office/powerpoint/2010/main" val="377456236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983B6D8-1937-4880-A7E9-F9A48CF7066D}"/>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C2C761BC-3D4E-4E8B-9376-6BCAAAA7E2B4}"/>
              </a:ext>
            </a:extLst>
          </p:cNvPr>
          <p:cNvSpPr>
            <a:spLocks noGrp="1"/>
          </p:cNvSpPr>
          <p:nvPr>
            <p:ph idx="1"/>
          </p:nvPr>
        </p:nvSpPr>
        <p:spPr/>
        <p:txBody>
          <a:bodyPr/>
          <a:lstStyle/>
          <a:p>
            <a:r>
              <a:rPr lang="en-US" altLang="zh-CN" dirty="0"/>
              <a:t>PCR[5]</a:t>
            </a:r>
            <a:r>
              <a:rPr lang="zh-CN" altLang="en-US" dirty="0"/>
              <a:t>状态迁移度量对象</a:t>
            </a:r>
          </a:p>
        </p:txBody>
      </p:sp>
      <p:sp>
        <p:nvSpPr>
          <p:cNvPr id="4" name="灯片编号占位符 3">
            <a:extLst>
              <a:ext uri="{FF2B5EF4-FFF2-40B4-BE49-F238E27FC236}">
                <a16:creationId xmlns:a16="http://schemas.microsoft.com/office/drawing/2014/main" id="{F0339936-9155-4D6A-9006-14D99A10FDDA}"/>
              </a:ext>
            </a:extLst>
          </p:cNvPr>
          <p:cNvSpPr>
            <a:spLocks noGrp="1"/>
          </p:cNvSpPr>
          <p:nvPr>
            <p:ph type="sldNum" sz="quarter" idx="10"/>
          </p:nvPr>
        </p:nvSpPr>
        <p:spPr/>
        <p:txBody>
          <a:bodyPr/>
          <a:lstStyle/>
          <a:p>
            <a:r>
              <a:rPr lang="en-US" altLang="zh-CN"/>
              <a:t>Page </a:t>
            </a:r>
            <a:fld id="{AF655B59-12D5-4828-87B1-F838F673600E}" type="slidenum">
              <a:rPr lang="en-US" altLang="zh-CN" smtClean="0"/>
              <a:pPr/>
              <a:t>52</a:t>
            </a:fld>
            <a:endParaRPr lang="en-US" altLang="zh-CN"/>
          </a:p>
        </p:txBody>
      </p:sp>
      <p:pic>
        <p:nvPicPr>
          <p:cNvPr id="6" name="图片 5">
            <a:extLst>
              <a:ext uri="{FF2B5EF4-FFF2-40B4-BE49-F238E27FC236}">
                <a16:creationId xmlns:a16="http://schemas.microsoft.com/office/drawing/2014/main" id="{E13888F0-5898-405A-9952-7CFF97E88855}"/>
              </a:ext>
            </a:extLst>
          </p:cNvPr>
          <p:cNvPicPr>
            <a:picLocks noChangeAspect="1"/>
          </p:cNvPicPr>
          <p:nvPr/>
        </p:nvPicPr>
        <p:blipFill>
          <a:blip r:embed="rId2"/>
          <a:stretch>
            <a:fillRect/>
          </a:stretch>
        </p:blipFill>
        <p:spPr>
          <a:xfrm>
            <a:off x="0" y="2133600"/>
            <a:ext cx="9144000" cy="1848595"/>
          </a:xfrm>
          <a:prstGeom prst="rect">
            <a:avLst/>
          </a:prstGeom>
        </p:spPr>
      </p:pic>
    </p:spTree>
    <p:extLst>
      <p:ext uri="{BB962C8B-B14F-4D97-AF65-F5344CB8AC3E}">
        <p14:creationId xmlns:p14="http://schemas.microsoft.com/office/powerpoint/2010/main" val="177358534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E921B24-4486-40EB-B7F4-C0847DDA9DE6}"/>
              </a:ext>
            </a:extLst>
          </p:cNvPr>
          <p:cNvSpPr>
            <a:spLocks noGrp="1"/>
          </p:cNvSpPr>
          <p:nvPr>
            <p:ph type="title"/>
          </p:nvPr>
        </p:nvSpPr>
        <p:spPr/>
        <p:txBody>
          <a:bodyPr/>
          <a:lstStyle/>
          <a:p>
            <a:r>
              <a:rPr lang="zh-CN" altLang="en-US" dirty="0"/>
              <a:t>度量操作系统装载器</a:t>
            </a:r>
            <a:r>
              <a:rPr lang="en-US" altLang="zh-CN" dirty="0"/>
              <a:t>Boot Loader</a:t>
            </a:r>
            <a:endParaRPr lang="zh-CN" altLang="en-US" dirty="0"/>
          </a:p>
        </p:txBody>
      </p:sp>
      <p:sp>
        <p:nvSpPr>
          <p:cNvPr id="3" name="内容占位符 2">
            <a:extLst>
              <a:ext uri="{FF2B5EF4-FFF2-40B4-BE49-F238E27FC236}">
                <a16:creationId xmlns:a16="http://schemas.microsoft.com/office/drawing/2014/main" id="{A1F1D6D2-455F-4D8E-BA7A-FD5DED632C7C}"/>
              </a:ext>
            </a:extLst>
          </p:cNvPr>
          <p:cNvSpPr>
            <a:spLocks noGrp="1"/>
          </p:cNvSpPr>
          <p:nvPr>
            <p:ph idx="1"/>
          </p:nvPr>
        </p:nvSpPr>
        <p:spPr/>
        <p:txBody>
          <a:bodyPr/>
          <a:lstStyle/>
          <a:p>
            <a:r>
              <a:rPr lang="zh-CN" altLang="en-US" dirty="0"/>
              <a:t>操作系统装载器被调用前</a:t>
            </a:r>
            <a:r>
              <a:rPr lang="en-US" altLang="zh-CN" dirty="0"/>
              <a:t>, </a:t>
            </a:r>
            <a:r>
              <a:rPr lang="zh-CN" altLang="en-US" dirty="0"/>
              <a:t>必须被 </a:t>
            </a:r>
            <a:r>
              <a:rPr lang="en-US" altLang="zh-CN" dirty="0"/>
              <a:t>Boot ROM </a:t>
            </a:r>
            <a:r>
              <a:rPr lang="zh-CN" altLang="en-US" dirty="0"/>
              <a:t>中的 </a:t>
            </a:r>
            <a:r>
              <a:rPr lang="en-US" altLang="zh-CN" dirty="0"/>
              <a:t>EMM2 </a:t>
            </a:r>
            <a:r>
              <a:rPr lang="zh-CN" altLang="en-US" dirty="0"/>
              <a:t>度量。度量流程如下：</a:t>
            </a:r>
          </a:p>
        </p:txBody>
      </p:sp>
      <p:sp>
        <p:nvSpPr>
          <p:cNvPr id="4" name="灯片编号占位符 3">
            <a:extLst>
              <a:ext uri="{FF2B5EF4-FFF2-40B4-BE49-F238E27FC236}">
                <a16:creationId xmlns:a16="http://schemas.microsoft.com/office/drawing/2014/main" id="{8F6ADE48-2CBD-4F3C-AA86-8D4DAD726172}"/>
              </a:ext>
            </a:extLst>
          </p:cNvPr>
          <p:cNvSpPr>
            <a:spLocks noGrp="1"/>
          </p:cNvSpPr>
          <p:nvPr>
            <p:ph type="sldNum" sz="quarter" idx="10"/>
          </p:nvPr>
        </p:nvSpPr>
        <p:spPr/>
        <p:txBody>
          <a:bodyPr/>
          <a:lstStyle/>
          <a:p>
            <a:r>
              <a:rPr lang="en-US" altLang="zh-CN"/>
              <a:t>Page </a:t>
            </a:r>
            <a:fld id="{AF655B59-12D5-4828-87B1-F838F673600E}" type="slidenum">
              <a:rPr lang="en-US" altLang="zh-CN" smtClean="0"/>
              <a:pPr/>
              <a:t>53</a:t>
            </a:fld>
            <a:endParaRPr lang="en-US" altLang="zh-CN"/>
          </a:p>
        </p:txBody>
      </p:sp>
      <p:pic>
        <p:nvPicPr>
          <p:cNvPr id="6" name="图片 5">
            <a:extLst>
              <a:ext uri="{FF2B5EF4-FFF2-40B4-BE49-F238E27FC236}">
                <a16:creationId xmlns:a16="http://schemas.microsoft.com/office/drawing/2014/main" id="{413FC266-991D-4F50-9715-9B36E7FDF5A4}"/>
              </a:ext>
            </a:extLst>
          </p:cNvPr>
          <p:cNvPicPr>
            <a:picLocks noChangeAspect="1"/>
          </p:cNvPicPr>
          <p:nvPr/>
        </p:nvPicPr>
        <p:blipFill>
          <a:blip r:embed="rId2"/>
          <a:stretch>
            <a:fillRect/>
          </a:stretch>
        </p:blipFill>
        <p:spPr>
          <a:xfrm>
            <a:off x="2362200" y="1600200"/>
            <a:ext cx="4684889" cy="4800600"/>
          </a:xfrm>
          <a:prstGeom prst="rect">
            <a:avLst/>
          </a:prstGeom>
        </p:spPr>
      </p:pic>
    </p:spTree>
    <p:extLst>
      <p:ext uri="{BB962C8B-B14F-4D97-AF65-F5344CB8AC3E}">
        <p14:creationId xmlns:p14="http://schemas.microsoft.com/office/powerpoint/2010/main" val="425540608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35E38B1-D932-413E-9357-9F475110C6FA}"/>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E0345797-7C73-49EB-8CE1-04E584685355}"/>
              </a:ext>
            </a:extLst>
          </p:cNvPr>
          <p:cNvSpPr>
            <a:spLocks noGrp="1"/>
          </p:cNvSpPr>
          <p:nvPr>
            <p:ph idx="1"/>
          </p:nvPr>
        </p:nvSpPr>
        <p:spPr>
          <a:xfrm>
            <a:off x="304800" y="1371600"/>
            <a:ext cx="8296656" cy="3505200"/>
          </a:xfrm>
        </p:spPr>
        <p:txBody>
          <a:bodyPr/>
          <a:lstStyle/>
          <a:p>
            <a:r>
              <a:rPr lang="en-US" altLang="zh-CN" dirty="0"/>
              <a:t>EMM2 </a:t>
            </a:r>
            <a:r>
              <a:rPr lang="zh-CN" altLang="en-US" dirty="0"/>
              <a:t>通过调用 </a:t>
            </a:r>
            <a:r>
              <a:rPr lang="en-US" altLang="zh-CN" dirty="0"/>
              <a:t>TPCM </a:t>
            </a:r>
            <a:r>
              <a:rPr lang="zh-CN" altLang="en-US" dirty="0"/>
              <a:t>中的杂凑算法</a:t>
            </a:r>
            <a:r>
              <a:rPr lang="en-US" altLang="zh-CN" dirty="0"/>
              <a:t>, </a:t>
            </a:r>
            <a:r>
              <a:rPr lang="zh-CN" altLang="en-US" dirty="0"/>
              <a:t>对位于外部存储器中的操作系统装载器进行完整性度量。 </a:t>
            </a:r>
            <a:r>
              <a:rPr lang="en-US" altLang="zh-CN" dirty="0"/>
              <a:t>EMM2 </a:t>
            </a:r>
            <a:r>
              <a:rPr lang="zh-CN" altLang="en-US" dirty="0"/>
              <a:t>通过 </a:t>
            </a:r>
            <a:r>
              <a:rPr lang="en-US" altLang="zh-CN" dirty="0"/>
              <a:t>TPCM </a:t>
            </a:r>
            <a:r>
              <a:rPr lang="zh-CN" altLang="en-US" dirty="0"/>
              <a:t>厂商提供的驱动程序访问 </a:t>
            </a:r>
            <a:r>
              <a:rPr lang="en-US" altLang="zh-CN" dirty="0"/>
              <a:t>TPCM </a:t>
            </a:r>
            <a:r>
              <a:rPr lang="zh-CN" altLang="en-US" dirty="0"/>
              <a:t>的密码运算功能</a:t>
            </a:r>
            <a:r>
              <a:rPr lang="en-US" altLang="zh-CN" dirty="0"/>
              <a:t>, </a:t>
            </a:r>
            <a:r>
              <a:rPr lang="zh-CN" altLang="en-US" dirty="0"/>
              <a:t>该驱动程序应由 </a:t>
            </a:r>
            <a:r>
              <a:rPr lang="en-US" altLang="zh-CN" dirty="0"/>
              <a:t>TPCM </a:t>
            </a:r>
            <a:r>
              <a:rPr lang="zh-CN" altLang="en-US" dirty="0"/>
              <a:t>制造厂商提供。</a:t>
            </a:r>
            <a:endParaRPr lang="en-US" altLang="zh-CN" dirty="0"/>
          </a:p>
          <a:p>
            <a:endParaRPr lang="en-US" altLang="zh-CN" dirty="0"/>
          </a:p>
          <a:p>
            <a:r>
              <a:rPr lang="zh-CN" altLang="en-US" dirty="0"/>
              <a:t>位于外部存储器内部的操作系统装载器是操作系统启动前的代码</a:t>
            </a:r>
            <a:r>
              <a:rPr lang="en-US" altLang="zh-CN" dirty="0"/>
              <a:t>, </a:t>
            </a:r>
            <a:r>
              <a:rPr lang="zh-CN" altLang="en-US" dirty="0"/>
              <a:t>负责装载、 校验和启动操作系统内核。 操作系统装载器包含了磁盘启动扇区和必要启动文件。 磁盘启动扇区又包含了主引导扇区和其他辅助扇区</a:t>
            </a:r>
            <a:r>
              <a:rPr lang="en-US" altLang="zh-CN" dirty="0"/>
              <a:t>, </a:t>
            </a:r>
            <a:r>
              <a:rPr lang="zh-CN" altLang="en-US" dirty="0"/>
              <a:t>必要启动文件包含了操作系统装载器运行所需要的辅助文件</a:t>
            </a:r>
            <a:r>
              <a:rPr lang="en-US" altLang="zh-CN" dirty="0"/>
              <a:t>, </a:t>
            </a:r>
            <a:r>
              <a:rPr lang="zh-CN" altLang="en-US" dirty="0"/>
              <a:t>对磁盘主引导记录的度量为必须</a:t>
            </a:r>
            <a:r>
              <a:rPr lang="en-US" altLang="zh-CN" dirty="0"/>
              <a:t>, </a:t>
            </a:r>
            <a:r>
              <a:rPr lang="zh-CN" altLang="en-US" dirty="0"/>
              <a:t>对必要启动文件的度量为可选。</a:t>
            </a:r>
            <a:endParaRPr lang="en-US" altLang="zh-CN" dirty="0"/>
          </a:p>
          <a:p>
            <a:pPr marL="0" indent="0">
              <a:buNone/>
            </a:pPr>
            <a:endParaRPr lang="en-US" altLang="zh-CN" dirty="0"/>
          </a:p>
          <a:p>
            <a:pPr marL="0" indent="0">
              <a:buNone/>
            </a:pPr>
            <a:endParaRPr lang="zh-CN" altLang="en-US" dirty="0"/>
          </a:p>
        </p:txBody>
      </p:sp>
      <p:sp>
        <p:nvSpPr>
          <p:cNvPr id="4" name="灯片编号占位符 3">
            <a:extLst>
              <a:ext uri="{FF2B5EF4-FFF2-40B4-BE49-F238E27FC236}">
                <a16:creationId xmlns:a16="http://schemas.microsoft.com/office/drawing/2014/main" id="{AF9D71AD-9FA8-415C-92E1-A3210FEF5B5F}"/>
              </a:ext>
            </a:extLst>
          </p:cNvPr>
          <p:cNvSpPr>
            <a:spLocks noGrp="1"/>
          </p:cNvSpPr>
          <p:nvPr>
            <p:ph type="sldNum" sz="quarter" idx="10"/>
          </p:nvPr>
        </p:nvSpPr>
        <p:spPr/>
        <p:txBody>
          <a:bodyPr/>
          <a:lstStyle/>
          <a:p>
            <a:r>
              <a:rPr lang="en-US" altLang="zh-CN"/>
              <a:t>Page </a:t>
            </a:r>
            <a:fld id="{AF655B59-12D5-4828-87B1-F838F673600E}" type="slidenum">
              <a:rPr lang="en-US" altLang="zh-CN" smtClean="0"/>
              <a:pPr/>
              <a:t>54</a:t>
            </a:fld>
            <a:endParaRPr lang="en-US" altLang="zh-CN"/>
          </a:p>
        </p:txBody>
      </p:sp>
      <p:pic>
        <p:nvPicPr>
          <p:cNvPr id="6" name="图片 5">
            <a:extLst>
              <a:ext uri="{FF2B5EF4-FFF2-40B4-BE49-F238E27FC236}">
                <a16:creationId xmlns:a16="http://schemas.microsoft.com/office/drawing/2014/main" id="{06756CE5-AD6C-42A5-9962-8FDE083EE089}"/>
              </a:ext>
            </a:extLst>
          </p:cNvPr>
          <p:cNvPicPr>
            <a:picLocks noChangeAspect="1"/>
          </p:cNvPicPr>
          <p:nvPr/>
        </p:nvPicPr>
        <p:blipFill>
          <a:blip r:embed="rId2"/>
          <a:stretch>
            <a:fillRect/>
          </a:stretch>
        </p:blipFill>
        <p:spPr>
          <a:xfrm>
            <a:off x="0" y="4686780"/>
            <a:ext cx="9144000" cy="156162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65185752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0A5E672-A9A5-4F4C-8673-39D261E14386}"/>
              </a:ext>
            </a:extLst>
          </p:cNvPr>
          <p:cNvSpPr>
            <a:spLocks noGrp="1"/>
          </p:cNvSpPr>
          <p:nvPr>
            <p:ph type="title"/>
          </p:nvPr>
        </p:nvSpPr>
        <p:spPr/>
        <p:txBody>
          <a:bodyPr/>
          <a:lstStyle/>
          <a:p>
            <a:r>
              <a:rPr lang="en-US" altLang="zh-CN" dirty="0"/>
              <a:t>EMM3 </a:t>
            </a:r>
            <a:r>
              <a:rPr lang="zh-CN" altLang="en-US" dirty="0"/>
              <a:t>度量操作系统内核</a:t>
            </a:r>
          </a:p>
        </p:txBody>
      </p:sp>
      <p:sp>
        <p:nvSpPr>
          <p:cNvPr id="3" name="内容占位符 2">
            <a:extLst>
              <a:ext uri="{FF2B5EF4-FFF2-40B4-BE49-F238E27FC236}">
                <a16:creationId xmlns:a16="http://schemas.microsoft.com/office/drawing/2014/main" id="{9D5A48DA-4F4E-40B5-BB06-D1C158F0CB18}"/>
              </a:ext>
            </a:extLst>
          </p:cNvPr>
          <p:cNvSpPr>
            <a:spLocks noGrp="1"/>
          </p:cNvSpPr>
          <p:nvPr>
            <p:ph idx="1"/>
          </p:nvPr>
        </p:nvSpPr>
        <p:spPr/>
        <p:txBody>
          <a:bodyPr/>
          <a:lstStyle/>
          <a:p>
            <a:r>
              <a:rPr lang="zh-CN" altLang="en-US" dirty="0"/>
              <a:t>位于操作系统装载器中的 </a:t>
            </a:r>
            <a:r>
              <a:rPr lang="en-US" altLang="zh-CN" dirty="0"/>
              <a:t>EMM3 </a:t>
            </a:r>
            <a:r>
              <a:rPr lang="zh-CN" altLang="en-US" dirty="0"/>
              <a:t>负责对操作系统内核进行度量</a:t>
            </a:r>
            <a:r>
              <a:rPr lang="en-US" altLang="zh-CN" dirty="0"/>
              <a:t>, </a:t>
            </a:r>
            <a:r>
              <a:rPr lang="zh-CN" altLang="en-US" dirty="0"/>
              <a:t>保证操作系统内核程序的完整性。</a:t>
            </a:r>
          </a:p>
          <a:p>
            <a:r>
              <a:rPr lang="en-US" altLang="zh-CN" dirty="0"/>
              <a:t>—</a:t>
            </a:r>
            <a:r>
              <a:rPr lang="zh-CN" altLang="en-US" dirty="0"/>
              <a:t>操作系统内核代码</a:t>
            </a:r>
            <a:r>
              <a:rPr lang="en-US" altLang="zh-CN" dirty="0"/>
              <a:t>:</a:t>
            </a:r>
          </a:p>
          <a:p>
            <a:r>
              <a:rPr lang="en-US" altLang="zh-CN" dirty="0"/>
              <a:t> </a:t>
            </a:r>
            <a:r>
              <a:rPr lang="zh-CN" altLang="en-US" dirty="0"/>
              <a:t>包括操作系统内核程序和运行时监控程序</a:t>
            </a:r>
            <a:r>
              <a:rPr lang="en-US" altLang="zh-CN" dirty="0"/>
              <a:t>;</a:t>
            </a:r>
          </a:p>
          <a:p>
            <a:r>
              <a:rPr lang="zh-CN" altLang="en-US" dirty="0"/>
              <a:t>度量值扩展到 </a:t>
            </a:r>
            <a:r>
              <a:rPr lang="en-US" altLang="zh-CN" dirty="0"/>
              <a:t>PCR[14]</a:t>
            </a:r>
            <a:r>
              <a:rPr lang="zh-CN" altLang="en-US" dirty="0"/>
              <a:t>。</a:t>
            </a:r>
          </a:p>
          <a:p>
            <a:r>
              <a:rPr lang="en-US" altLang="zh-CN" dirty="0"/>
              <a:t>—</a:t>
            </a:r>
            <a:r>
              <a:rPr lang="zh-CN" altLang="en-US" dirty="0"/>
              <a:t>操作系统核心配置信息和数据</a:t>
            </a:r>
            <a:r>
              <a:rPr lang="en-US" altLang="zh-CN" dirty="0"/>
              <a:t>:</a:t>
            </a:r>
          </a:p>
          <a:p>
            <a:r>
              <a:rPr lang="en-US" altLang="zh-CN" dirty="0"/>
              <a:t> </a:t>
            </a:r>
            <a:r>
              <a:rPr lang="zh-CN" altLang="en-US" dirty="0"/>
              <a:t>包括操作系统内核程序和运行时监控程序使用的配置信息和数据</a:t>
            </a:r>
            <a:r>
              <a:rPr lang="en-US" altLang="zh-CN" dirty="0"/>
              <a:t>;</a:t>
            </a:r>
          </a:p>
          <a:p>
            <a:r>
              <a:rPr lang="en-US" altLang="zh-CN" dirty="0"/>
              <a:t>•</a:t>
            </a:r>
            <a:r>
              <a:rPr lang="zh-CN" altLang="en-US" dirty="0"/>
              <a:t>度量值扩展到 </a:t>
            </a:r>
            <a:r>
              <a:rPr lang="en-US" altLang="zh-CN" dirty="0"/>
              <a:t>PCR[15]</a:t>
            </a:r>
            <a:endParaRPr lang="zh-CN" altLang="en-US" dirty="0"/>
          </a:p>
        </p:txBody>
      </p:sp>
      <p:sp>
        <p:nvSpPr>
          <p:cNvPr id="4" name="灯片编号占位符 3">
            <a:extLst>
              <a:ext uri="{FF2B5EF4-FFF2-40B4-BE49-F238E27FC236}">
                <a16:creationId xmlns:a16="http://schemas.microsoft.com/office/drawing/2014/main" id="{1050BC18-A237-4131-A356-FD69C2851A8B}"/>
              </a:ext>
            </a:extLst>
          </p:cNvPr>
          <p:cNvSpPr>
            <a:spLocks noGrp="1"/>
          </p:cNvSpPr>
          <p:nvPr>
            <p:ph type="sldNum" sz="quarter" idx="10"/>
          </p:nvPr>
        </p:nvSpPr>
        <p:spPr/>
        <p:txBody>
          <a:bodyPr/>
          <a:lstStyle/>
          <a:p>
            <a:r>
              <a:rPr lang="en-US" altLang="zh-CN"/>
              <a:t>Page </a:t>
            </a:r>
            <a:fld id="{AF655B59-12D5-4828-87B1-F838F673600E}" type="slidenum">
              <a:rPr lang="en-US" altLang="zh-CN" smtClean="0"/>
              <a:pPr/>
              <a:t>55</a:t>
            </a:fld>
            <a:endParaRPr lang="en-US" altLang="zh-CN"/>
          </a:p>
        </p:txBody>
      </p:sp>
    </p:spTree>
    <p:extLst>
      <p:ext uri="{BB962C8B-B14F-4D97-AF65-F5344CB8AC3E}">
        <p14:creationId xmlns:p14="http://schemas.microsoft.com/office/powerpoint/2010/main" val="259046430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B3B8437-4078-453C-B456-051721E421C8}"/>
              </a:ext>
            </a:extLst>
          </p:cNvPr>
          <p:cNvSpPr>
            <a:spLocks noGrp="1"/>
          </p:cNvSpPr>
          <p:nvPr>
            <p:ph type="title"/>
          </p:nvPr>
        </p:nvSpPr>
        <p:spPr/>
        <p:txBody>
          <a:bodyPr/>
          <a:lstStyle/>
          <a:p>
            <a:r>
              <a:rPr lang="en-US" altLang="zh-CN" dirty="0"/>
              <a:t>TPCM</a:t>
            </a:r>
            <a:r>
              <a:rPr lang="zh-CN" altLang="en-US" dirty="0"/>
              <a:t>与</a:t>
            </a:r>
            <a:r>
              <a:rPr lang="en-US" altLang="zh-CN" dirty="0"/>
              <a:t>TPM</a:t>
            </a:r>
            <a:r>
              <a:rPr lang="zh-CN" altLang="en-US" dirty="0"/>
              <a:t>的区别</a:t>
            </a:r>
          </a:p>
        </p:txBody>
      </p:sp>
      <p:sp>
        <p:nvSpPr>
          <p:cNvPr id="3" name="内容占位符 2">
            <a:extLst>
              <a:ext uri="{FF2B5EF4-FFF2-40B4-BE49-F238E27FC236}">
                <a16:creationId xmlns:a16="http://schemas.microsoft.com/office/drawing/2014/main" id="{EAB6FFDA-93A7-45F1-A877-88769629EE6A}"/>
              </a:ext>
            </a:extLst>
          </p:cNvPr>
          <p:cNvSpPr>
            <a:spLocks noGrp="1"/>
          </p:cNvSpPr>
          <p:nvPr>
            <p:ph idx="1"/>
          </p:nvPr>
        </p:nvSpPr>
        <p:spPr>
          <a:xfrm>
            <a:off x="381000" y="1828244"/>
            <a:ext cx="8296656" cy="4800600"/>
          </a:xfrm>
        </p:spPr>
        <p:txBody>
          <a:bodyPr/>
          <a:lstStyle/>
          <a:p>
            <a:r>
              <a:rPr lang="en-US" altLang="zh-CN" sz="1800" dirty="0"/>
              <a:t>TPM</a:t>
            </a:r>
            <a:r>
              <a:rPr lang="zh-CN" altLang="en-US" sz="1800" dirty="0"/>
              <a:t>作为可信计算平台的核心，实际上是一块安装在主板上，含有密码运算部件和存储部件的系统级芯片。</a:t>
            </a:r>
            <a:r>
              <a:rPr lang="en-US" altLang="zh-CN" sz="1800" dirty="0"/>
              <a:t>TPM</a:t>
            </a:r>
            <a:r>
              <a:rPr lang="zh-CN" altLang="en-US" sz="1800" dirty="0"/>
              <a:t>技术最核心的功能在为平台提供安全可信的密钥存储、完整性报告和基础的密码运算等功能。</a:t>
            </a:r>
          </a:p>
          <a:p>
            <a:r>
              <a:rPr lang="zh-CN" altLang="en-US" sz="1800" dirty="0"/>
              <a:t> </a:t>
            </a:r>
            <a:r>
              <a:rPr lang="en-US" altLang="zh-CN" sz="1800" dirty="0"/>
              <a:t>TPM</a:t>
            </a:r>
            <a:r>
              <a:rPr lang="zh-CN" altLang="en-US" sz="1800" dirty="0"/>
              <a:t>的主要功能包括平台的密码计算、完整性报告和可信存储，而 </a:t>
            </a:r>
            <a:r>
              <a:rPr lang="en-US" altLang="zh-CN" sz="1800" dirty="0"/>
              <a:t>TPCM </a:t>
            </a:r>
            <a:r>
              <a:rPr lang="zh-CN" altLang="en-US" sz="1800" dirty="0"/>
              <a:t>从应用角度出发，对芯片功能进行了改进，可以为可信计算平台提供控制机制、主动的完整性度量、主动的可信报告、可信存储和可信通信等功能。</a:t>
            </a:r>
            <a:endParaRPr lang="en-US" altLang="zh-CN" sz="1800" dirty="0"/>
          </a:p>
          <a:p>
            <a:r>
              <a:rPr lang="en-US" altLang="zh-CN" sz="1800" dirty="0"/>
              <a:t>TPM</a:t>
            </a:r>
            <a:r>
              <a:rPr lang="zh-CN" altLang="en-US" sz="1800" dirty="0"/>
              <a:t>的平台完整性度量属于一种被动的度量方式。系统启动时，必须先启动了</a:t>
            </a:r>
            <a:r>
              <a:rPr lang="en-US" altLang="zh-CN" sz="1800" dirty="0"/>
              <a:t>BIOS</a:t>
            </a:r>
            <a:r>
              <a:rPr lang="zh-CN" altLang="en-US" sz="1800" dirty="0"/>
              <a:t>，对硬件和系统检测完毕后，</a:t>
            </a:r>
            <a:r>
              <a:rPr lang="en-US" altLang="zh-CN" sz="1800" dirty="0"/>
              <a:t>BIOS</a:t>
            </a:r>
            <a:r>
              <a:rPr lang="zh-CN" altLang="en-US" sz="1800" dirty="0"/>
              <a:t>加载</a:t>
            </a:r>
            <a:r>
              <a:rPr lang="en-US" altLang="zh-CN" sz="1800" dirty="0"/>
              <a:t>TPM</a:t>
            </a:r>
            <a:r>
              <a:rPr lang="zh-CN" altLang="en-US" sz="1800" dirty="0"/>
              <a:t>芯片才能发挥度量作用，这给黑客入侵、攻击</a:t>
            </a:r>
            <a:r>
              <a:rPr lang="en-US" altLang="zh-CN" sz="1800" dirty="0"/>
              <a:t>BIOS</a:t>
            </a:r>
            <a:r>
              <a:rPr lang="zh-CN" altLang="en-US" sz="1800" dirty="0"/>
              <a:t>提供了机会。</a:t>
            </a:r>
            <a:endParaRPr lang="en-US" altLang="zh-CN" sz="1800" dirty="0"/>
          </a:p>
          <a:p>
            <a:r>
              <a:rPr lang="en-US" altLang="zh-CN" sz="1800" dirty="0"/>
              <a:t>TPCM</a:t>
            </a:r>
            <a:r>
              <a:rPr lang="zh-CN" altLang="en-US" sz="1800" dirty="0"/>
              <a:t>作为系统的可信根，在</a:t>
            </a:r>
            <a:r>
              <a:rPr lang="en-US" altLang="zh-CN" sz="1800" dirty="0"/>
              <a:t>TCM</a:t>
            </a:r>
            <a:r>
              <a:rPr lang="zh-CN" altLang="en-US" sz="1800" dirty="0"/>
              <a:t>基础上加以信任根控制功能，实现了以密码为基础的主动控制和度量；</a:t>
            </a:r>
            <a:r>
              <a:rPr lang="en-US" altLang="zh-CN" sz="1800" dirty="0"/>
              <a:t>TPCM</a:t>
            </a:r>
            <a:r>
              <a:rPr lang="zh-CN" altLang="en-US" sz="1800" dirty="0"/>
              <a:t>要优先于</a:t>
            </a:r>
            <a:r>
              <a:rPr lang="en-US" altLang="zh-CN" sz="1800" dirty="0"/>
              <a:t>CPU</a:t>
            </a:r>
            <a:r>
              <a:rPr lang="zh-CN" altLang="en-US" sz="1800" dirty="0"/>
              <a:t>启动，并主动对</a:t>
            </a:r>
            <a:r>
              <a:rPr lang="en-US" altLang="zh-CN" sz="1800" dirty="0"/>
              <a:t>BIOS</a:t>
            </a:r>
            <a:r>
              <a:rPr lang="zh-CN" altLang="en-US" sz="1800" dirty="0"/>
              <a:t>进行验证。在验证通过后，在通过电源和总线控制机制允许</a:t>
            </a:r>
            <a:r>
              <a:rPr lang="en-US" altLang="zh-CN" sz="1800" dirty="0"/>
              <a:t>CPU</a:t>
            </a:r>
            <a:r>
              <a:rPr lang="zh-CN" altLang="en-US" sz="1800" dirty="0"/>
              <a:t>启动运行。先于</a:t>
            </a:r>
            <a:r>
              <a:rPr lang="en-US" altLang="zh-CN" sz="1800" dirty="0"/>
              <a:t>CPU</a:t>
            </a:r>
            <a:r>
              <a:rPr lang="zh-CN" altLang="en-US" sz="1800" dirty="0"/>
              <a:t>启动是为了保证对系统的控制，防止可信机制被系统旁路。由此改变了</a:t>
            </a:r>
            <a:r>
              <a:rPr lang="en-US" altLang="zh-CN" sz="1800" dirty="0"/>
              <a:t>TPM</a:t>
            </a:r>
            <a:r>
              <a:rPr lang="zh-CN" altLang="en-US" sz="1800" dirty="0"/>
              <a:t>作为被动设备的传统思路，将</a:t>
            </a:r>
            <a:r>
              <a:rPr lang="en-US" altLang="zh-CN" sz="1800" dirty="0"/>
              <a:t>TPCM</a:t>
            </a:r>
            <a:r>
              <a:rPr lang="zh-CN" altLang="en-US" sz="1800" dirty="0"/>
              <a:t>设计为主动控制节点，实现了</a:t>
            </a:r>
            <a:r>
              <a:rPr lang="en-US" altLang="zh-CN" sz="1800" dirty="0"/>
              <a:t>TPCM</a:t>
            </a:r>
            <a:r>
              <a:rPr lang="zh-CN" altLang="en-US" sz="1800" dirty="0"/>
              <a:t>对整个平台的主动控制。这样，即使</a:t>
            </a:r>
            <a:r>
              <a:rPr lang="en-US" altLang="zh-CN" sz="1800" dirty="0"/>
              <a:t>CPU</a:t>
            </a:r>
            <a:r>
              <a:rPr lang="zh-CN" altLang="en-US" sz="1800" dirty="0"/>
              <a:t>或操作系统存在后门，攻击者也难以利用这些漏洞篡改访问控制策略。</a:t>
            </a:r>
          </a:p>
        </p:txBody>
      </p:sp>
      <p:sp>
        <p:nvSpPr>
          <p:cNvPr id="4" name="灯片编号占位符 3">
            <a:extLst>
              <a:ext uri="{FF2B5EF4-FFF2-40B4-BE49-F238E27FC236}">
                <a16:creationId xmlns:a16="http://schemas.microsoft.com/office/drawing/2014/main" id="{3719B29D-318B-4C75-B3F0-BEEF0169DB0F}"/>
              </a:ext>
            </a:extLst>
          </p:cNvPr>
          <p:cNvSpPr>
            <a:spLocks noGrp="1"/>
          </p:cNvSpPr>
          <p:nvPr>
            <p:ph type="sldNum" sz="quarter" idx="10"/>
          </p:nvPr>
        </p:nvSpPr>
        <p:spPr/>
        <p:txBody>
          <a:bodyPr/>
          <a:lstStyle/>
          <a:p>
            <a:r>
              <a:rPr lang="en-US" altLang="zh-CN"/>
              <a:t>Page </a:t>
            </a:r>
            <a:fld id="{AF655B59-12D5-4828-87B1-F838F673600E}" type="slidenum">
              <a:rPr lang="en-US" altLang="zh-CN" smtClean="0"/>
              <a:pPr/>
              <a:t>56</a:t>
            </a:fld>
            <a:endParaRPr lang="en-US" altLang="zh-CN"/>
          </a:p>
        </p:txBody>
      </p:sp>
      <p:sp>
        <p:nvSpPr>
          <p:cNvPr id="5" name="文本框 4">
            <a:extLst>
              <a:ext uri="{FF2B5EF4-FFF2-40B4-BE49-F238E27FC236}">
                <a16:creationId xmlns:a16="http://schemas.microsoft.com/office/drawing/2014/main" id="{0E08BDE5-AD66-46CA-B3AA-6BD9933C851E}"/>
              </a:ext>
            </a:extLst>
          </p:cNvPr>
          <p:cNvSpPr txBox="1"/>
          <p:nvPr/>
        </p:nvSpPr>
        <p:spPr>
          <a:xfrm>
            <a:off x="685800" y="1219200"/>
            <a:ext cx="2819400" cy="523220"/>
          </a:xfrm>
          <a:prstGeom prst="rect">
            <a:avLst/>
          </a:prstGeom>
          <a:noFill/>
        </p:spPr>
        <p:txBody>
          <a:bodyPr wrap="square" rtlCol="0">
            <a:spAutoFit/>
          </a:bodyPr>
          <a:lstStyle/>
          <a:p>
            <a:r>
              <a:rPr lang="zh-CN" altLang="en-US" sz="2800" b="1" dirty="0">
                <a:latin typeface="黑体" panose="02010609060101010101" pitchFamily="49" charset="-122"/>
                <a:ea typeface="黑体" panose="02010609060101010101" pitchFamily="49" charset="-122"/>
              </a:rPr>
              <a:t>完整性度量方面</a:t>
            </a:r>
          </a:p>
        </p:txBody>
      </p:sp>
    </p:spTree>
    <p:extLst>
      <p:ext uri="{BB962C8B-B14F-4D97-AF65-F5344CB8AC3E}">
        <p14:creationId xmlns:p14="http://schemas.microsoft.com/office/powerpoint/2010/main" val="142654668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E324A95A-9FBC-43B9-A067-BDA4FF979123}"/>
              </a:ext>
            </a:extLst>
          </p:cNvPr>
          <p:cNvSpPr>
            <a:spLocks noGrp="1"/>
          </p:cNvSpPr>
          <p:nvPr>
            <p:ph idx="1"/>
          </p:nvPr>
        </p:nvSpPr>
        <p:spPr>
          <a:xfrm>
            <a:off x="304800" y="2209800"/>
            <a:ext cx="8296656" cy="2590800"/>
          </a:xfrm>
        </p:spPr>
        <p:txBody>
          <a:bodyPr/>
          <a:lstStyle/>
          <a:p>
            <a:r>
              <a:rPr lang="zh-CN" altLang="en-US" sz="2400" dirty="0"/>
              <a:t>平台完整性报告是指可信计算平台将平台软硬件系统的完整性状态传送给可信验证方，以便向可验证方报告待验证平台的完整性状态，然后再由可信验证方根据平台的完整性报告，结合完整性参考值和度量操作的工作日志对平台状态进行可信验证。</a:t>
            </a:r>
            <a:r>
              <a:rPr lang="en-US" altLang="zh-CN" sz="2400" dirty="0"/>
              <a:t>TPCM</a:t>
            </a:r>
            <a:r>
              <a:rPr lang="zh-CN" altLang="en-US" sz="2400" dirty="0"/>
              <a:t>在平台完整性度量结束后，对度量结果进行比较，同时还将错误的度量结果通过触发中断方式主动报告给平台；而</a:t>
            </a:r>
            <a:r>
              <a:rPr lang="en-US" altLang="zh-CN" sz="2400" dirty="0"/>
              <a:t>TPM</a:t>
            </a:r>
            <a:r>
              <a:rPr lang="zh-CN" altLang="en-US" sz="2400" dirty="0"/>
              <a:t>的完整性报告方案不对度量结果进行比较，只将度量结果存储在</a:t>
            </a:r>
            <a:r>
              <a:rPr lang="en-US" altLang="zh-CN" sz="2400" dirty="0"/>
              <a:t>PCR</a:t>
            </a:r>
            <a:r>
              <a:rPr lang="zh-CN" altLang="en-US" sz="2400" dirty="0"/>
              <a:t>寄存器中。</a:t>
            </a:r>
          </a:p>
        </p:txBody>
      </p:sp>
      <p:sp>
        <p:nvSpPr>
          <p:cNvPr id="4" name="灯片编号占位符 3">
            <a:extLst>
              <a:ext uri="{FF2B5EF4-FFF2-40B4-BE49-F238E27FC236}">
                <a16:creationId xmlns:a16="http://schemas.microsoft.com/office/drawing/2014/main" id="{AEB63735-E1E4-4636-A4CE-C4580BA825CA}"/>
              </a:ext>
            </a:extLst>
          </p:cNvPr>
          <p:cNvSpPr>
            <a:spLocks noGrp="1"/>
          </p:cNvSpPr>
          <p:nvPr>
            <p:ph type="sldNum" sz="quarter" idx="10"/>
          </p:nvPr>
        </p:nvSpPr>
        <p:spPr/>
        <p:txBody>
          <a:bodyPr/>
          <a:lstStyle/>
          <a:p>
            <a:r>
              <a:rPr lang="en-US" altLang="zh-CN"/>
              <a:t>Page </a:t>
            </a:r>
            <a:fld id="{AF655B59-12D5-4828-87B1-F838F673600E}" type="slidenum">
              <a:rPr lang="en-US" altLang="zh-CN" smtClean="0"/>
              <a:pPr/>
              <a:t>57</a:t>
            </a:fld>
            <a:endParaRPr lang="en-US" altLang="zh-CN"/>
          </a:p>
        </p:txBody>
      </p:sp>
      <p:sp>
        <p:nvSpPr>
          <p:cNvPr id="5" name="文本框 4">
            <a:extLst>
              <a:ext uri="{FF2B5EF4-FFF2-40B4-BE49-F238E27FC236}">
                <a16:creationId xmlns:a16="http://schemas.microsoft.com/office/drawing/2014/main" id="{8ECFF55A-F57C-4058-9E6C-A641475D9D81}"/>
              </a:ext>
            </a:extLst>
          </p:cNvPr>
          <p:cNvSpPr txBox="1"/>
          <p:nvPr/>
        </p:nvSpPr>
        <p:spPr>
          <a:xfrm>
            <a:off x="533400" y="1371600"/>
            <a:ext cx="4038600" cy="523220"/>
          </a:xfrm>
          <a:prstGeom prst="rect">
            <a:avLst/>
          </a:prstGeom>
          <a:noFill/>
        </p:spPr>
        <p:txBody>
          <a:bodyPr wrap="square" rtlCol="0">
            <a:spAutoFit/>
          </a:bodyPr>
          <a:lstStyle/>
          <a:p>
            <a:r>
              <a:rPr lang="zh-CN" altLang="en-US" sz="2800" b="1" dirty="0">
                <a:latin typeface="黑体" panose="02010609060101010101" pitchFamily="49" charset="-122"/>
                <a:ea typeface="黑体" panose="02010609060101010101" pitchFamily="49" charset="-122"/>
              </a:rPr>
              <a:t>平台的完整性报告</a:t>
            </a:r>
          </a:p>
        </p:txBody>
      </p:sp>
      <p:sp>
        <p:nvSpPr>
          <p:cNvPr id="6" name="标题 1">
            <a:extLst>
              <a:ext uri="{FF2B5EF4-FFF2-40B4-BE49-F238E27FC236}">
                <a16:creationId xmlns:a16="http://schemas.microsoft.com/office/drawing/2014/main" id="{3198164D-9028-420B-B52B-84DAA68AB7CF}"/>
              </a:ext>
            </a:extLst>
          </p:cNvPr>
          <p:cNvSpPr>
            <a:spLocks noGrp="1"/>
          </p:cNvSpPr>
          <p:nvPr>
            <p:ph type="title"/>
          </p:nvPr>
        </p:nvSpPr>
        <p:spPr>
          <a:xfrm>
            <a:off x="381000" y="228600"/>
            <a:ext cx="6248400" cy="639763"/>
          </a:xfrm>
        </p:spPr>
        <p:txBody>
          <a:bodyPr/>
          <a:lstStyle/>
          <a:p>
            <a:r>
              <a:rPr lang="en-US" altLang="zh-CN" dirty="0"/>
              <a:t>TPCM</a:t>
            </a:r>
            <a:r>
              <a:rPr lang="zh-CN" altLang="en-US" dirty="0"/>
              <a:t>与</a:t>
            </a:r>
            <a:r>
              <a:rPr lang="en-US" altLang="zh-CN" dirty="0"/>
              <a:t>TPM</a:t>
            </a:r>
            <a:r>
              <a:rPr lang="zh-CN" altLang="en-US" dirty="0"/>
              <a:t>的区别</a:t>
            </a:r>
          </a:p>
        </p:txBody>
      </p:sp>
    </p:spTree>
    <p:extLst>
      <p:ext uri="{BB962C8B-B14F-4D97-AF65-F5344CB8AC3E}">
        <p14:creationId xmlns:p14="http://schemas.microsoft.com/office/powerpoint/2010/main" val="170441619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E324A95A-9FBC-43B9-A067-BDA4FF979123}"/>
              </a:ext>
            </a:extLst>
          </p:cNvPr>
          <p:cNvSpPr>
            <a:spLocks noGrp="1"/>
          </p:cNvSpPr>
          <p:nvPr>
            <p:ph idx="1"/>
          </p:nvPr>
        </p:nvSpPr>
        <p:spPr>
          <a:xfrm>
            <a:off x="304800" y="2209800"/>
            <a:ext cx="8296656" cy="3276600"/>
          </a:xfrm>
        </p:spPr>
        <p:txBody>
          <a:bodyPr/>
          <a:lstStyle/>
          <a:p>
            <a:r>
              <a:rPr lang="en-US" altLang="zh-CN" sz="2400" dirty="0"/>
              <a:t>TPCM</a:t>
            </a:r>
            <a:r>
              <a:rPr lang="zh-CN" altLang="en-US" sz="2400" dirty="0"/>
              <a:t>可以通过检查硬件设备的可执行程序、控制策略配置信息、工作模式配置信息和</a:t>
            </a:r>
            <a:r>
              <a:rPr lang="en-US" altLang="zh-CN" sz="2400" dirty="0"/>
              <a:t>Option ROM </a:t>
            </a:r>
            <a:r>
              <a:rPr lang="zh-CN" altLang="en-US" sz="2400" dirty="0"/>
              <a:t>的完整性，以及当前硬件电路的工作状态，判断硬件设备的可信性；同时，</a:t>
            </a:r>
            <a:r>
              <a:rPr lang="en-US" altLang="zh-CN" sz="2400" dirty="0"/>
              <a:t>TPCM </a:t>
            </a:r>
            <a:r>
              <a:rPr lang="zh-CN" altLang="en-US" sz="2400" dirty="0"/>
              <a:t>还可以通过配置、切换控制策略和工作模式配置信息，实现对硬件设备的控制功能。而</a:t>
            </a:r>
            <a:r>
              <a:rPr lang="en-US" altLang="zh-CN" sz="2400" dirty="0"/>
              <a:t>TPM</a:t>
            </a:r>
            <a:r>
              <a:rPr lang="zh-CN" altLang="en-US" sz="2400" dirty="0"/>
              <a:t>储存当前硬件设备的度量信息，无法像</a:t>
            </a:r>
            <a:r>
              <a:rPr lang="en-US" altLang="zh-CN" sz="2400" dirty="0"/>
              <a:t>TPCM</a:t>
            </a:r>
            <a:r>
              <a:rPr lang="zh-CN" altLang="en-US" sz="2400" dirty="0"/>
              <a:t>一样实现根据度量结果的主控控制；此外，由于平台借助操作系统实现对硬件系统的控制，会导致平台控制系统的安全隐患。</a:t>
            </a:r>
          </a:p>
        </p:txBody>
      </p:sp>
      <p:sp>
        <p:nvSpPr>
          <p:cNvPr id="4" name="灯片编号占位符 3">
            <a:extLst>
              <a:ext uri="{FF2B5EF4-FFF2-40B4-BE49-F238E27FC236}">
                <a16:creationId xmlns:a16="http://schemas.microsoft.com/office/drawing/2014/main" id="{AEB63735-E1E4-4636-A4CE-C4580BA825CA}"/>
              </a:ext>
            </a:extLst>
          </p:cNvPr>
          <p:cNvSpPr>
            <a:spLocks noGrp="1"/>
          </p:cNvSpPr>
          <p:nvPr>
            <p:ph type="sldNum" sz="quarter" idx="10"/>
          </p:nvPr>
        </p:nvSpPr>
        <p:spPr/>
        <p:txBody>
          <a:bodyPr/>
          <a:lstStyle/>
          <a:p>
            <a:r>
              <a:rPr lang="en-US" altLang="zh-CN"/>
              <a:t>Page </a:t>
            </a:r>
            <a:fld id="{AF655B59-12D5-4828-87B1-F838F673600E}" type="slidenum">
              <a:rPr lang="en-US" altLang="zh-CN" smtClean="0"/>
              <a:pPr/>
              <a:t>58</a:t>
            </a:fld>
            <a:endParaRPr lang="en-US" altLang="zh-CN"/>
          </a:p>
        </p:txBody>
      </p:sp>
      <p:sp>
        <p:nvSpPr>
          <p:cNvPr id="5" name="文本框 4">
            <a:extLst>
              <a:ext uri="{FF2B5EF4-FFF2-40B4-BE49-F238E27FC236}">
                <a16:creationId xmlns:a16="http://schemas.microsoft.com/office/drawing/2014/main" id="{8ECFF55A-F57C-4058-9E6C-A641475D9D81}"/>
              </a:ext>
            </a:extLst>
          </p:cNvPr>
          <p:cNvSpPr txBox="1"/>
          <p:nvPr/>
        </p:nvSpPr>
        <p:spPr>
          <a:xfrm>
            <a:off x="533400" y="1371600"/>
            <a:ext cx="4038600" cy="523220"/>
          </a:xfrm>
          <a:prstGeom prst="rect">
            <a:avLst/>
          </a:prstGeom>
          <a:noFill/>
        </p:spPr>
        <p:txBody>
          <a:bodyPr wrap="square" rtlCol="0">
            <a:spAutoFit/>
          </a:bodyPr>
          <a:lstStyle/>
          <a:p>
            <a:r>
              <a:rPr lang="zh-CN" altLang="en-US" sz="2800" b="1" dirty="0">
                <a:latin typeface="黑体" panose="02010609060101010101" pitchFamily="49" charset="-122"/>
                <a:ea typeface="黑体" panose="02010609060101010101" pitchFamily="49" charset="-122"/>
              </a:rPr>
              <a:t>控制功能</a:t>
            </a:r>
          </a:p>
        </p:txBody>
      </p:sp>
      <p:sp>
        <p:nvSpPr>
          <p:cNvPr id="6" name="标题 1">
            <a:extLst>
              <a:ext uri="{FF2B5EF4-FFF2-40B4-BE49-F238E27FC236}">
                <a16:creationId xmlns:a16="http://schemas.microsoft.com/office/drawing/2014/main" id="{EBBAC2F0-9E7B-429A-824B-13223BCDE8F4}"/>
              </a:ext>
            </a:extLst>
          </p:cNvPr>
          <p:cNvSpPr>
            <a:spLocks noGrp="1"/>
          </p:cNvSpPr>
          <p:nvPr>
            <p:ph type="title"/>
          </p:nvPr>
        </p:nvSpPr>
        <p:spPr>
          <a:xfrm>
            <a:off x="381000" y="228600"/>
            <a:ext cx="6248400" cy="639763"/>
          </a:xfrm>
        </p:spPr>
        <p:txBody>
          <a:bodyPr/>
          <a:lstStyle/>
          <a:p>
            <a:r>
              <a:rPr lang="en-US" altLang="zh-CN" dirty="0"/>
              <a:t>TPCM</a:t>
            </a:r>
            <a:r>
              <a:rPr lang="zh-CN" altLang="en-US" dirty="0"/>
              <a:t>与</a:t>
            </a:r>
            <a:r>
              <a:rPr lang="en-US" altLang="zh-CN" dirty="0"/>
              <a:t>TPM</a:t>
            </a:r>
            <a:r>
              <a:rPr lang="zh-CN" altLang="en-US" dirty="0"/>
              <a:t>的区别</a:t>
            </a:r>
          </a:p>
        </p:txBody>
      </p:sp>
    </p:spTree>
    <p:extLst>
      <p:ext uri="{BB962C8B-B14F-4D97-AF65-F5344CB8AC3E}">
        <p14:creationId xmlns:p14="http://schemas.microsoft.com/office/powerpoint/2010/main" val="2808552184"/>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E324A95A-9FBC-43B9-A067-BDA4FF979123}"/>
              </a:ext>
            </a:extLst>
          </p:cNvPr>
          <p:cNvSpPr>
            <a:spLocks noGrp="1"/>
          </p:cNvSpPr>
          <p:nvPr>
            <p:ph idx="1"/>
          </p:nvPr>
        </p:nvSpPr>
        <p:spPr>
          <a:xfrm>
            <a:off x="228600" y="1763000"/>
            <a:ext cx="8296656" cy="4648200"/>
          </a:xfrm>
        </p:spPr>
        <p:txBody>
          <a:bodyPr/>
          <a:lstStyle/>
          <a:p>
            <a:r>
              <a:rPr lang="zh-CN" altLang="en-US" dirty="0"/>
              <a:t>国际上，</a:t>
            </a:r>
            <a:r>
              <a:rPr lang="en-US" altLang="zh-CN" dirty="0"/>
              <a:t>TCG</a:t>
            </a:r>
            <a:r>
              <a:rPr lang="zh-CN" altLang="en-US" dirty="0"/>
              <a:t>在</a:t>
            </a:r>
            <a:r>
              <a:rPr lang="en-US" altLang="zh-CN" dirty="0"/>
              <a:t>TPM2.0</a:t>
            </a:r>
            <a:r>
              <a:rPr lang="zh-CN" altLang="en-US" dirty="0"/>
              <a:t>之前的标准中，公钥密码算法只采用了</a:t>
            </a:r>
            <a:r>
              <a:rPr lang="en-US" altLang="zh-CN" dirty="0"/>
              <a:t>RSA</a:t>
            </a:r>
            <a:r>
              <a:rPr lang="zh-CN" altLang="en-US" dirty="0"/>
              <a:t>，杂凑算法只支持</a:t>
            </a:r>
            <a:r>
              <a:rPr lang="en-US" altLang="zh-CN" dirty="0"/>
              <a:t>SHA1</a:t>
            </a:r>
            <a:r>
              <a:rPr lang="zh-CN" altLang="en-US" dirty="0"/>
              <a:t>系列，回避了对称密码。由此导致密钥管理、密钥迁移和授权协议的设计复杂化（</a:t>
            </a:r>
            <a:r>
              <a:rPr lang="en-US" altLang="zh-CN" dirty="0"/>
              <a:t>5</a:t>
            </a:r>
            <a:r>
              <a:rPr lang="zh-CN" altLang="en-US" dirty="0"/>
              <a:t>类证书，</a:t>
            </a:r>
            <a:r>
              <a:rPr lang="en-US" altLang="zh-CN" dirty="0"/>
              <a:t>7</a:t>
            </a:r>
            <a:r>
              <a:rPr lang="zh-CN" altLang="en-US" dirty="0"/>
              <a:t>类密钥），也直接威胁着密码的安全。我国的可信计算密码标准主要在</a:t>
            </a:r>
            <a:r>
              <a:rPr lang="en-US" altLang="zh-CN" dirty="0"/>
              <a:t>3</a:t>
            </a:r>
            <a:r>
              <a:rPr lang="zh-CN" altLang="en-US" dirty="0"/>
              <a:t>个方面体现了自主创新：</a:t>
            </a:r>
          </a:p>
          <a:p>
            <a:r>
              <a:rPr lang="zh-CN" altLang="en-US" dirty="0"/>
              <a:t>在密码算法上，全部采用国有自主设计的算法，定义了可信计算密码模块（</a:t>
            </a:r>
            <a:r>
              <a:rPr lang="en-US" altLang="zh-CN" dirty="0"/>
              <a:t>TCM</a:t>
            </a:r>
            <a:r>
              <a:rPr lang="zh-CN" altLang="en-US" dirty="0"/>
              <a:t>）；</a:t>
            </a:r>
            <a:endParaRPr lang="en-US" altLang="zh-CN" dirty="0"/>
          </a:p>
          <a:p>
            <a:r>
              <a:rPr lang="zh-CN" altLang="en-US" dirty="0"/>
              <a:t>在密码机制上，采用对称和非对称密码相结合体制，提高了安全性和效率；</a:t>
            </a:r>
            <a:endParaRPr lang="en-US" altLang="zh-CN" dirty="0"/>
          </a:p>
          <a:p>
            <a:r>
              <a:rPr lang="zh-CN" altLang="en-US" dirty="0"/>
              <a:t>在证书结构上，采用双证书体系（平台证书和用户证书），简化证书管理，提高了可用性和客观性。</a:t>
            </a:r>
            <a:endParaRPr lang="en-US" altLang="zh-CN" dirty="0"/>
          </a:p>
          <a:p>
            <a:pPr marL="0" indent="0" algn="just">
              <a:buNone/>
            </a:pPr>
            <a:r>
              <a:rPr lang="zh-CN" altLang="en-US" sz="1800" dirty="0"/>
              <a:t>目前，这</a:t>
            </a:r>
            <a:r>
              <a:rPr lang="en-US" altLang="zh-CN" sz="1800" dirty="0"/>
              <a:t>3</a:t>
            </a:r>
            <a:r>
              <a:rPr lang="zh-CN" altLang="en-US" sz="1800" dirty="0"/>
              <a:t>个方面已被</a:t>
            </a:r>
            <a:r>
              <a:rPr lang="en-US" altLang="zh-CN" sz="1800" dirty="0"/>
              <a:t>TCG</a:t>
            </a:r>
            <a:r>
              <a:rPr lang="zh-CN" altLang="en-US" sz="1800" dirty="0"/>
              <a:t>组织吸收，并在</a:t>
            </a:r>
            <a:r>
              <a:rPr lang="en-US" altLang="zh-CN" sz="1800" dirty="0"/>
              <a:t>TPM2.0</a:t>
            </a:r>
            <a:r>
              <a:rPr lang="zh-CN" altLang="en-US" sz="1800" dirty="0"/>
              <a:t>标准中有所体现。</a:t>
            </a:r>
            <a:r>
              <a:rPr lang="en-US" altLang="zh-CN" sz="1800" dirty="0"/>
              <a:t>TPCM</a:t>
            </a:r>
            <a:r>
              <a:rPr lang="zh-CN" altLang="en-US" sz="1800" dirty="0"/>
              <a:t>中非对称密码算法采用椭圆曲线密码算法</a:t>
            </a:r>
            <a:r>
              <a:rPr lang="en-US" altLang="zh-CN" sz="1800" dirty="0"/>
              <a:t>SM2</a:t>
            </a:r>
            <a:r>
              <a:rPr lang="zh-CN" altLang="en-US" sz="1800" dirty="0"/>
              <a:t>，对称密码算法采用</a:t>
            </a:r>
            <a:r>
              <a:rPr lang="en-US" altLang="zh-CN" sz="1800" dirty="0"/>
              <a:t>SM4</a:t>
            </a:r>
            <a:r>
              <a:rPr lang="zh-CN" altLang="en-US" sz="1800" dirty="0"/>
              <a:t>，杂凑算法采用</a:t>
            </a:r>
            <a:r>
              <a:rPr lang="en-US" altLang="zh-CN" sz="1800" dirty="0"/>
              <a:t>SM3</a:t>
            </a:r>
            <a:r>
              <a:rPr lang="zh-CN" altLang="en-US" sz="1800" dirty="0"/>
              <a:t>用于完整性校验。利用密码机制可以保护系统平台和用户的敏感数据。</a:t>
            </a:r>
          </a:p>
        </p:txBody>
      </p:sp>
      <p:sp>
        <p:nvSpPr>
          <p:cNvPr id="4" name="灯片编号占位符 3">
            <a:extLst>
              <a:ext uri="{FF2B5EF4-FFF2-40B4-BE49-F238E27FC236}">
                <a16:creationId xmlns:a16="http://schemas.microsoft.com/office/drawing/2014/main" id="{AEB63735-E1E4-4636-A4CE-C4580BA825CA}"/>
              </a:ext>
            </a:extLst>
          </p:cNvPr>
          <p:cNvSpPr>
            <a:spLocks noGrp="1"/>
          </p:cNvSpPr>
          <p:nvPr>
            <p:ph type="sldNum" sz="quarter" idx="10"/>
          </p:nvPr>
        </p:nvSpPr>
        <p:spPr/>
        <p:txBody>
          <a:bodyPr/>
          <a:lstStyle/>
          <a:p>
            <a:r>
              <a:rPr lang="en-US" altLang="zh-CN"/>
              <a:t>Page </a:t>
            </a:r>
            <a:fld id="{AF655B59-12D5-4828-87B1-F838F673600E}" type="slidenum">
              <a:rPr lang="en-US" altLang="zh-CN" smtClean="0"/>
              <a:pPr/>
              <a:t>59</a:t>
            </a:fld>
            <a:endParaRPr lang="en-US" altLang="zh-CN"/>
          </a:p>
        </p:txBody>
      </p:sp>
      <p:sp>
        <p:nvSpPr>
          <p:cNvPr id="5" name="文本框 4">
            <a:extLst>
              <a:ext uri="{FF2B5EF4-FFF2-40B4-BE49-F238E27FC236}">
                <a16:creationId xmlns:a16="http://schemas.microsoft.com/office/drawing/2014/main" id="{8ECFF55A-F57C-4058-9E6C-A641475D9D81}"/>
              </a:ext>
            </a:extLst>
          </p:cNvPr>
          <p:cNvSpPr txBox="1"/>
          <p:nvPr/>
        </p:nvSpPr>
        <p:spPr>
          <a:xfrm>
            <a:off x="527282" y="1219200"/>
            <a:ext cx="4038600" cy="523220"/>
          </a:xfrm>
          <a:prstGeom prst="rect">
            <a:avLst/>
          </a:prstGeom>
          <a:noFill/>
        </p:spPr>
        <p:txBody>
          <a:bodyPr wrap="square" rtlCol="0">
            <a:spAutoFit/>
          </a:bodyPr>
          <a:lstStyle/>
          <a:p>
            <a:r>
              <a:rPr lang="zh-CN" altLang="en-US" sz="2800" b="1" dirty="0">
                <a:latin typeface="黑体" panose="02010609060101010101" pitchFamily="49" charset="-122"/>
                <a:ea typeface="黑体" panose="02010609060101010101" pitchFamily="49" charset="-122"/>
              </a:rPr>
              <a:t>可信密码功能</a:t>
            </a:r>
          </a:p>
        </p:txBody>
      </p:sp>
      <p:sp>
        <p:nvSpPr>
          <p:cNvPr id="6" name="标题 1">
            <a:extLst>
              <a:ext uri="{FF2B5EF4-FFF2-40B4-BE49-F238E27FC236}">
                <a16:creationId xmlns:a16="http://schemas.microsoft.com/office/drawing/2014/main" id="{0247B398-E790-471F-B2EE-64EA8D48748A}"/>
              </a:ext>
            </a:extLst>
          </p:cNvPr>
          <p:cNvSpPr>
            <a:spLocks noGrp="1"/>
          </p:cNvSpPr>
          <p:nvPr>
            <p:ph type="title"/>
          </p:nvPr>
        </p:nvSpPr>
        <p:spPr>
          <a:xfrm>
            <a:off x="381000" y="228600"/>
            <a:ext cx="6248400" cy="639763"/>
          </a:xfrm>
        </p:spPr>
        <p:txBody>
          <a:bodyPr/>
          <a:lstStyle/>
          <a:p>
            <a:r>
              <a:rPr lang="en-US" altLang="zh-CN" dirty="0"/>
              <a:t>TPCM</a:t>
            </a:r>
            <a:r>
              <a:rPr lang="zh-CN" altLang="en-US" dirty="0"/>
              <a:t>与</a:t>
            </a:r>
            <a:r>
              <a:rPr lang="en-US" altLang="zh-CN" dirty="0"/>
              <a:t>TPM</a:t>
            </a:r>
            <a:r>
              <a:rPr lang="zh-CN" altLang="en-US" dirty="0"/>
              <a:t>的区别</a:t>
            </a:r>
          </a:p>
        </p:txBody>
      </p:sp>
    </p:spTree>
    <p:extLst>
      <p:ext uri="{BB962C8B-B14F-4D97-AF65-F5344CB8AC3E}">
        <p14:creationId xmlns:p14="http://schemas.microsoft.com/office/powerpoint/2010/main" val="2623466807"/>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242" name="Object 2">
            <a:extLst>
              <a:ext uri="{FF2B5EF4-FFF2-40B4-BE49-F238E27FC236}">
                <a16:creationId xmlns:a16="http://schemas.microsoft.com/office/drawing/2014/main" id="{2E74F02F-C04D-4CB3-87F6-184607FE477C}"/>
              </a:ext>
            </a:extLst>
          </p:cNvPr>
          <p:cNvGraphicFramePr>
            <a:graphicFrameLocks noChangeAspect="1"/>
          </p:cNvGraphicFramePr>
          <p:nvPr/>
        </p:nvGraphicFramePr>
        <p:xfrm>
          <a:off x="2667000" y="3479800"/>
          <a:ext cx="3887788" cy="2159000"/>
        </p:xfrm>
        <a:graphic>
          <a:graphicData uri="http://schemas.openxmlformats.org/presentationml/2006/ole">
            <mc:AlternateContent xmlns:mc="http://schemas.openxmlformats.org/markup-compatibility/2006">
              <mc:Choice xmlns:v="urn:schemas-microsoft-com:vml" Requires="v">
                <p:oleObj name="剪辑" r:id="rId2" imgW="5349600" imgH="2911320" progId="">
                  <p:embed/>
                </p:oleObj>
              </mc:Choice>
              <mc:Fallback>
                <p:oleObj name="剪辑" r:id="rId2" imgW="5349600" imgH="2911320" progId="">
                  <p:embed/>
                  <p:pic>
                    <p:nvPicPr>
                      <p:cNvPr id="10242" name="Object 2">
                        <a:extLst>
                          <a:ext uri="{FF2B5EF4-FFF2-40B4-BE49-F238E27FC236}">
                            <a16:creationId xmlns:a16="http://schemas.microsoft.com/office/drawing/2014/main" id="{2E74F02F-C04D-4CB3-87F6-184607FE477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67000" y="3479800"/>
                        <a:ext cx="3887788" cy="2159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3731" name="Rectangle 3">
            <a:extLst>
              <a:ext uri="{FF2B5EF4-FFF2-40B4-BE49-F238E27FC236}">
                <a16:creationId xmlns:a16="http://schemas.microsoft.com/office/drawing/2014/main" id="{A3860E94-EC58-438B-9415-54200DDD4B9B}"/>
              </a:ext>
            </a:extLst>
          </p:cNvPr>
          <p:cNvSpPr>
            <a:spLocks noChangeArrowheads="1"/>
          </p:cNvSpPr>
          <p:nvPr/>
        </p:nvSpPr>
        <p:spPr bwMode="auto">
          <a:xfrm>
            <a:off x="3124200" y="2209800"/>
            <a:ext cx="2971800" cy="914400"/>
          </a:xfrm>
          <a:prstGeom prst="rect">
            <a:avLst/>
          </a:prstGeom>
          <a:noFill/>
          <a:ln w="9525">
            <a:noFill/>
            <a:miter lim="800000"/>
            <a:headEnd/>
            <a:tailEnd/>
          </a:ln>
          <a:effectLst/>
        </p:spPr>
        <p:txBody>
          <a:bodyPr anchor="b"/>
          <a:lstStyle/>
          <a:p>
            <a:pPr algn="ctr" fontAlgn="t">
              <a:lnSpc>
                <a:spcPts val="3200"/>
              </a:lnSpc>
              <a:defRPr/>
            </a:pPr>
            <a:r>
              <a:rPr kumimoji="1" lang="zh-CN" altLang="en-US" sz="6600" b="1">
                <a:solidFill>
                  <a:schemeClr val="accent2"/>
                </a:solidFill>
                <a:effectLst>
                  <a:outerShdw blurRad="38100" dist="38100" dir="2700000" algn="tl">
                    <a:srgbClr val="C0C0C0"/>
                  </a:outerShdw>
                </a:effectLst>
                <a:latin typeface="Times New Roman" pitchFamily="18" charset="0"/>
                <a:ea typeface="隶书" pitchFamily="49" charset="-122"/>
              </a:rPr>
              <a:t>谢谢！</a:t>
            </a: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黑体"/>
        <a:cs typeface=""/>
      </a:majorFont>
      <a:minorFont>
        <a:latin typeface="Arial"/>
        <a:ea typeface="华文细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8146</TotalTime>
  <Words>3554</Words>
  <Application>Microsoft Office PowerPoint</Application>
  <PresentationFormat>全屏显示(4:3)</PresentationFormat>
  <Paragraphs>336</Paragraphs>
  <Slides>60</Slides>
  <Notes>1</Notes>
  <HiddenSlides>0</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1</vt:i4>
      </vt:variant>
      <vt:variant>
        <vt:lpstr>幻灯片标题</vt:lpstr>
      </vt:variant>
      <vt:variant>
        <vt:i4>60</vt:i4>
      </vt:variant>
    </vt:vector>
  </HeadingPairs>
  <TitlesOfParts>
    <vt:vector size="74" baseType="lpstr">
      <vt:lpstr>E-BZ</vt:lpstr>
      <vt:lpstr>FZHTK--GBK1-0</vt:lpstr>
      <vt:lpstr>FZSSK--GBK1-0</vt:lpstr>
      <vt:lpstr>黑体</vt:lpstr>
      <vt:lpstr>隶书</vt:lpstr>
      <vt:lpstr>微软雅黑</vt:lpstr>
      <vt:lpstr>张海山锐谐体2.0-授权联系：Samtype@QQ.com</vt:lpstr>
      <vt:lpstr>Arial</vt:lpstr>
      <vt:lpstr>Calibri</vt:lpstr>
      <vt:lpstr>Tahoma</vt:lpstr>
      <vt:lpstr>Times New Roman</vt:lpstr>
      <vt:lpstr>Wingdings</vt:lpstr>
      <vt:lpstr>默认设计模板</vt:lpstr>
      <vt:lpstr>剪辑</vt:lpstr>
      <vt:lpstr>PowerPoint 演示文稿</vt:lpstr>
      <vt:lpstr>可信平台控制模块</vt:lpstr>
      <vt:lpstr>可信平台控制模块</vt:lpstr>
      <vt:lpstr>可信计算节点ZE</vt:lpstr>
      <vt:lpstr>可信计算节点架构</vt:lpstr>
      <vt:lpstr>可信平台控制模块与外部的交互</vt:lpstr>
      <vt:lpstr>可信平台控制模块功能组成</vt:lpstr>
      <vt:lpstr>可信平台控制模块功能组成</vt:lpstr>
      <vt:lpstr>可信平台控制模块接口</vt:lpstr>
      <vt:lpstr>PowerPoint 演示文稿</vt:lpstr>
      <vt:lpstr>TPCM模块安全性要求</vt:lpstr>
      <vt:lpstr>计算机引导过程</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计算机系统可信启动过程</vt:lpstr>
      <vt:lpstr>计算机系统可信启动过程</vt:lpstr>
      <vt:lpstr>计算机系统可信启动过程</vt:lpstr>
      <vt:lpstr>PowerPoint 演示文稿</vt:lpstr>
      <vt:lpstr>PowerPoint 演示文稿</vt:lpstr>
      <vt:lpstr>可信平台主板功能</vt:lpstr>
      <vt:lpstr>可信平台主板组成结构</vt:lpstr>
      <vt:lpstr>可信平台控制模块功能组成</vt:lpstr>
      <vt:lpstr>可信平台主板组成结构</vt:lpstr>
      <vt:lpstr>可信平台主板组成结构</vt:lpstr>
      <vt:lpstr>信任链传递</vt:lpstr>
      <vt:lpstr>PowerPoint 演示文稿</vt:lpstr>
      <vt:lpstr>PowerPoint 演示文稿</vt:lpstr>
      <vt:lpstr>信任链建立要求</vt:lpstr>
      <vt:lpstr>完整性度量方法</vt:lpstr>
      <vt:lpstr>完整性度量流程</vt:lpstr>
      <vt:lpstr>完整性度量存储</vt:lpstr>
      <vt:lpstr>可信平台主板功能接口(Driver 结构)</vt:lpstr>
      <vt:lpstr>可信平台主板功能接口(Driver 结构)</vt:lpstr>
      <vt:lpstr>传统 BIOS 完整性度量</vt:lpstr>
      <vt:lpstr>EMM1 度量 Main Block</vt:lpstr>
      <vt:lpstr>EMM2 度量平台启动部件和操作系统加载器 </vt:lpstr>
      <vt:lpstr>PowerPoint 演示文稿</vt:lpstr>
      <vt:lpstr>PowerPoint 演示文稿</vt:lpstr>
      <vt:lpstr>PowerPoint 演示文稿</vt:lpstr>
      <vt:lpstr>PowerPoint 演示文稿</vt:lpstr>
      <vt:lpstr>度量操作系统装载器Boot Loader</vt:lpstr>
      <vt:lpstr>PowerPoint 演示文稿</vt:lpstr>
      <vt:lpstr>EMM3 度量操作系统内核</vt:lpstr>
      <vt:lpstr>TPCM与TPM的区别</vt:lpstr>
      <vt:lpstr>TPCM与TPM的区别</vt:lpstr>
      <vt:lpstr>TPCM与TPM的区别</vt:lpstr>
      <vt:lpstr>TPCM与TPM的区别</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jiahy</dc:creator>
  <cp:lastModifiedBy>贾洪勇</cp:lastModifiedBy>
  <cp:revision>264</cp:revision>
  <cp:lastPrinted>1601-01-01T00:00:00Z</cp:lastPrinted>
  <dcterms:created xsi:type="dcterms:W3CDTF">1601-01-01T00:00:00Z</dcterms:created>
  <dcterms:modified xsi:type="dcterms:W3CDTF">2023-03-13T05:51:46Z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ies>
</file>