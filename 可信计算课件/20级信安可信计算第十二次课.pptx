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2"/>
  </p:notesMasterIdLst>
  <p:sldIdLst>
    <p:sldId id="456" r:id="rId2"/>
    <p:sldId id="457" r:id="rId3"/>
    <p:sldId id="464" r:id="rId4"/>
    <p:sldId id="465" r:id="rId5"/>
    <p:sldId id="467" r:id="rId6"/>
    <p:sldId id="468" r:id="rId7"/>
    <p:sldId id="466" r:id="rId8"/>
    <p:sldId id="469" r:id="rId9"/>
    <p:sldId id="470" r:id="rId10"/>
    <p:sldId id="471" r:id="rId11"/>
    <p:sldId id="472" r:id="rId12"/>
    <p:sldId id="473" r:id="rId13"/>
    <p:sldId id="474" r:id="rId14"/>
    <p:sldId id="475" r:id="rId15"/>
    <p:sldId id="476" r:id="rId16"/>
    <p:sldId id="477" r:id="rId17"/>
    <p:sldId id="478" r:id="rId18"/>
    <p:sldId id="479" r:id="rId19"/>
    <p:sldId id="480" r:id="rId20"/>
    <p:sldId id="481" r:id="rId21"/>
    <p:sldId id="483" r:id="rId22"/>
    <p:sldId id="484" r:id="rId23"/>
    <p:sldId id="485" r:id="rId24"/>
    <p:sldId id="486" r:id="rId25"/>
    <p:sldId id="487" r:id="rId26"/>
    <p:sldId id="488" r:id="rId27"/>
    <p:sldId id="482" r:id="rId28"/>
    <p:sldId id="489" r:id="rId29"/>
    <p:sldId id="490" r:id="rId30"/>
    <p:sldId id="491" r:id="rId31"/>
    <p:sldId id="492" r:id="rId32"/>
    <p:sldId id="493" r:id="rId33"/>
    <p:sldId id="494" r:id="rId34"/>
    <p:sldId id="495" r:id="rId35"/>
    <p:sldId id="496" r:id="rId36"/>
    <p:sldId id="497" r:id="rId37"/>
    <p:sldId id="498" r:id="rId38"/>
    <p:sldId id="499" r:id="rId39"/>
    <p:sldId id="500" r:id="rId40"/>
    <p:sldId id="313" r:id="rId41"/>
  </p:sldIdLst>
  <p:sldSz cx="9144000" cy="6858000" type="screen4x3"/>
  <p:notesSz cx="6858000" cy="9144000"/>
  <p:defaultTextStyle>
    <a:defPPr>
      <a:defRPr lang="zh-CN"/>
    </a:defPPr>
    <a:lvl1pPr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8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8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2051DC"/>
    <a:srgbClr val="1F4EDA"/>
    <a:srgbClr val="1D4AD7"/>
    <a:srgbClr val="8E0000"/>
    <a:srgbClr val="33CC33"/>
    <a:srgbClr val="FFFF99"/>
    <a:srgbClr val="CC3399"/>
    <a:srgbClr val="3333CC"/>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52" autoAdjust="0"/>
    <p:restoredTop sz="94660"/>
  </p:normalViewPr>
  <p:slideViewPr>
    <p:cSldViewPr snapToGrid="0">
      <p:cViewPr varScale="1">
        <p:scale>
          <a:sx n="90" d="100"/>
          <a:sy n="90" d="100"/>
        </p:scale>
        <p:origin x="1413" y="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40EF1AC6-FA8B-4EFD-AE04-C3DB4B67C69C}"/>
    <pc:docChg chg="undo custSel modSld">
      <pc:chgData name="贾洪勇" userId="c61acc37-df11-4a3b-9efd-dde9ef084f5f" providerId="ADAL" clId="{40EF1AC6-FA8B-4EFD-AE04-C3DB4B67C69C}" dt="2023-05-15T03:16:32.494" v="166" actId="6549"/>
      <pc:docMkLst>
        <pc:docMk/>
      </pc:docMkLst>
      <pc:sldChg chg="modSp mod">
        <pc:chgData name="贾洪勇" userId="c61acc37-df11-4a3b-9efd-dde9ef084f5f" providerId="ADAL" clId="{40EF1AC6-FA8B-4EFD-AE04-C3DB4B67C69C}" dt="2023-05-15T01:34:16.094" v="14"/>
        <pc:sldMkLst>
          <pc:docMk/>
          <pc:sldMk cId="3869313208" sldId="474"/>
        </pc:sldMkLst>
        <pc:spChg chg="mod">
          <ac:chgData name="贾洪勇" userId="c61acc37-df11-4a3b-9efd-dde9ef084f5f" providerId="ADAL" clId="{40EF1AC6-FA8B-4EFD-AE04-C3DB4B67C69C}" dt="2023-05-15T01:34:16.094" v="14"/>
          <ac:spMkLst>
            <pc:docMk/>
            <pc:sldMk cId="3869313208" sldId="474"/>
            <ac:spMk id="3" creationId="{E0E0DCB9-D113-623B-9F6B-ACD7BC734D70}"/>
          </ac:spMkLst>
        </pc:spChg>
      </pc:sldChg>
      <pc:sldChg chg="modSp mod">
        <pc:chgData name="贾洪勇" userId="c61acc37-df11-4a3b-9efd-dde9ef084f5f" providerId="ADAL" clId="{40EF1AC6-FA8B-4EFD-AE04-C3DB4B67C69C}" dt="2023-05-15T01:36:10.956" v="17" actId="6549"/>
        <pc:sldMkLst>
          <pc:docMk/>
          <pc:sldMk cId="3270486550" sldId="475"/>
        </pc:sldMkLst>
        <pc:spChg chg="mod">
          <ac:chgData name="贾洪勇" userId="c61acc37-df11-4a3b-9efd-dde9ef084f5f" providerId="ADAL" clId="{40EF1AC6-FA8B-4EFD-AE04-C3DB4B67C69C}" dt="2023-05-15T01:36:10.956" v="17" actId="6549"/>
          <ac:spMkLst>
            <pc:docMk/>
            <pc:sldMk cId="3270486550" sldId="475"/>
            <ac:spMk id="3" creationId="{8999AD67-6F7B-9955-9BC3-39FDC452CDE0}"/>
          </ac:spMkLst>
        </pc:spChg>
      </pc:sldChg>
      <pc:sldChg chg="modSp mod">
        <pc:chgData name="贾洪勇" userId="c61acc37-df11-4a3b-9efd-dde9ef084f5f" providerId="ADAL" clId="{40EF1AC6-FA8B-4EFD-AE04-C3DB4B67C69C}" dt="2023-05-15T02:26:07.467" v="20"/>
        <pc:sldMkLst>
          <pc:docMk/>
          <pc:sldMk cId="2666224133" sldId="479"/>
        </pc:sldMkLst>
        <pc:spChg chg="mod">
          <ac:chgData name="贾洪勇" userId="c61acc37-df11-4a3b-9efd-dde9ef084f5f" providerId="ADAL" clId="{40EF1AC6-FA8B-4EFD-AE04-C3DB4B67C69C}" dt="2023-05-15T02:26:07.467" v="20"/>
          <ac:spMkLst>
            <pc:docMk/>
            <pc:sldMk cId="2666224133" sldId="479"/>
            <ac:spMk id="3" creationId="{05D3DE77-C227-7BF3-4E04-D6007CE95F1A}"/>
          </ac:spMkLst>
        </pc:spChg>
      </pc:sldChg>
      <pc:sldChg chg="modSp mod">
        <pc:chgData name="贾洪勇" userId="c61acc37-df11-4a3b-9efd-dde9ef084f5f" providerId="ADAL" clId="{40EF1AC6-FA8B-4EFD-AE04-C3DB4B67C69C}" dt="2023-05-15T02:28:21.994" v="39" actId="20577"/>
        <pc:sldMkLst>
          <pc:docMk/>
          <pc:sldMk cId="1031149875" sldId="481"/>
        </pc:sldMkLst>
        <pc:spChg chg="mod">
          <ac:chgData name="贾洪勇" userId="c61acc37-df11-4a3b-9efd-dde9ef084f5f" providerId="ADAL" clId="{40EF1AC6-FA8B-4EFD-AE04-C3DB4B67C69C}" dt="2023-05-15T02:28:21.994" v="39" actId="20577"/>
          <ac:spMkLst>
            <pc:docMk/>
            <pc:sldMk cId="1031149875" sldId="481"/>
            <ac:spMk id="3" creationId="{8F9EB3ED-D156-74F3-0968-1F8B3C3EB775}"/>
          </ac:spMkLst>
        </pc:spChg>
      </pc:sldChg>
      <pc:sldChg chg="modSp mod">
        <pc:chgData name="贾洪勇" userId="c61acc37-df11-4a3b-9efd-dde9ef084f5f" providerId="ADAL" clId="{40EF1AC6-FA8B-4EFD-AE04-C3DB4B67C69C}" dt="2023-05-15T02:48:09.886" v="127"/>
        <pc:sldMkLst>
          <pc:docMk/>
          <pc:sldMk cId="2386418357" sldId="482"/>
        </pc:sldMkLst>
        <pc:spChg chg="mod">
          <ac:chgData name="贾洪勇" userId="c61acc37-df11-4a3b-9efd-dde9ef084f5f" providerId="ADAL" clId="{40EF1AC6-FA8B-4EFD-AE04-C3DB4B67C69C}" dt="2023-05-15T02:48:09.886" v="127"/>
          <ac:spMkLst>
            <pc:docMk/>
            <pc:sldMk cId="2386418357" sldId="482"/>
            <ac:spMk id="3" creationId="{0C6C68F4-8898-3FD2-4AE1-D2A78A32D7B9}"/>
          </ac:spMkLst>
        </pc:spChg>
      </pc:sldChg>
      <pc:sldChg chg="modSp mod">
        <pc:chgData name="贾洪勇" userId="c61acc37-df11-4a3b-9efd-dde9ef084f5f" providerId="ADAL" clId="{40EF1AC6-FA8B-4EFD-AE04-C3DB4B67C69C}" dt="2023-05-15T02:37:50.084" v="50"/>
        <pc:sldMkLst>
          <pc:docMk/>
          <pc:sldMk cId="3664060493" sldId="484"/>
        </pc:sldMkLst>
        <pc:spChg chg="mod">
          <ac:chgData name="贾洪勇" userId="c61acc37-df11-4a3b-9efd-dde9ef084f5f" providerId="ADAL" clId="{40EF1AC6-FA8B-4EFD-AE04-C3DB4B67C69C}" dt="2023-05-15T02:37:50.084" v="50"/>
          <ac:spMkLst>
            <pc:docMk/>
            <pc:sldMk cId="3664060493" sldId="484"/>
            <ac:spMk id="3" creationId="{15455783-20D5-3214-00AC-5EA0A433650D}"/>
          </ac:spMkLst>
        </pc:spChg>
      </pc:sldChg>
      <pc:sldChg chg="modSp mod">
        <pc:chgData name="贾洪勇" userId="c61acc37-df11-4a3b-9efd-dde9ef084f5f" providerId="ADAL" clId="{40EF1AC6-FA8B-4EFD-AE04-C3DB4B67C69C}" dt="2023-05-15T02:39:56.410" v="69" actId="20577"/>
        <pc:sldMkLst>
          <pc:docMk/>
          <pc:sldMk cId="2936176205" sldId="485"/>
        </pc:sldMkLst>
        <pc:spChg chg="mod">
          <ac:chgData name="贾洪勇" userId="c61acc37-df11-4a3b-9efd-dde9ef084f5f" providerId="ADAL" clId="{40EF1AC6-FA8B-4EFD-AE04-C3DB4B67C69C}" dt="2023-05-15T02:39:56.410" v="69" actId="20577"/>
          <ac:spMkLst>
            <pc:docMk/>
            <pc:sldMk cId="2936176205" sldId="485"/>
            <ac:spMk id="3" creationId="{BBB3782A-F80A-0220-F7B3-3736A83D01E7}"/>
          </ac:spMkLst>
        </pc:spChg>
      </pc:sldChg>
      <pc:sldChg chg="modSp mod">
        <pc:chgData name="贾洪勇" userId="c61acc37-df11-4a3b-9efd-dde9ef084f5f" providerId="ADAL" clId="{40EF1AC6-FA8B-4EFD-AE04-C3DB4B67C69C}" dt="2023-05-15T02:42:23.879" v="88"/>
        <pc:sldMkLst>
          <pc:docMk/>
          <pc:sldMk cId="1852047197" sldId="486"/>
        </pc:sldMkLst>
        <pc:spChg chg="mod">
          <ac:chgData name="贾洪勇" userId="c61acc37-df11-4a3b-9efd-dde9ef084f5f" providerId="ADAL" clId="{40EF1AC6-FA8B-4EFD-AE04-C3DB4B67C69C}" dt="2023-05-15T02:42:23.879" v="88"/>
          <ac:spMkLst>
            <pc:docMk/>
            <pc:sldMk cId="1852047197" sldId="486"/>
            <ac:spMk id="3" creationId="{93F47B4E-059C-B1D3-52F1-790C42FBBFB1}"/>
          </ac:spMkLst>
        </pc:spChg>
      </pc:sldChg>
      <pc:sldChg chg="modSp mod">
        <pc:chgData name="贾洪勇" userId="c61acc37-df11-4a3b-9efd-dde9ef084f5f" providerId="ADAL" clId="{40EF1AC6-FA8B-4EFD-AE04-C3DB4B67C69C}" dt="2023-05-15T02:45:51.374" v="119" actId="6549"/>
        <pc:sldMkLst>
          <pc:docMk/>
          <pc:sldMk cId="2673351220" sldId="488"/>
        </pc:sldMkLst>
        <pc:spChg chg="mod">
          <ac:chgData name="贾洪勇" userId="c61acc37-df11-4a3b-9efd-dde9ef084f5f" providerId="ADAL" clId="{40EF1AC6-FA8B-4EFD-AE04-C3DB4B67C69C}" dt="2023-05-15T02:45:51.374" v="119" actId="6549"/>
          <ac:spMkLst>
            <pc:docMk/>
            <pc:sldMk cId="2673351220" sldId="488"/>
            <ac:spMk id="3" creationId="{BE3145C3-B8E4-4F3A-03B1-F4E702CC8A8C}"/>
          </ac:spMkLst>
        </pc:spChg>
      </pc:sldChg>
      <pc:sldChg chg="modSp mod">
        <pc:chgData name="贾洪勇" userId="c61acc37-df11-4a3b-9efd-dde9ef084f5f" providerId="ADAL" clId="{40EF1AC6-FA8B-4EFD-AE04-C3DB4B67C69C}" dt="2023-05-15T02:58:56.085" v="129"/>
        <pc:sldMkLst>
          <pc:docMk/>
          <pc:sldMk cId="52327970" sldId="492"/>
        </pc:sldMkLst>
        <pc:spChg chg="mod">
          <ac:chgData name="贾洪勇" userId="c61acc37-df11-4a3b-9efd-dde9ef084f5f" providerId="ADAL" clId="{40EF1AC6-FA8B-4EFD-AE04-C3DB4B67C69C}" dt="2023-05-15T02:58:56.085" v="129"/>
          <ac:spMkLst>
            <pc:docMk/>
            <pc:sldMk cId="52327970" sldId="492"/>
            <ac:spMk id="3" creationId="{3EB4B3DD-342F-FEF1-6874-BD6F2B2FE1DE}"/>
          </ac:spMkLst>
        </pc:spChg>
      </pc:sldChg>
      <pc:sldChg chg="modSp mod">
        <pc:chgData name="贾洪勇" userId="c61acc37-df11-4a3b-9efd-dde9ef084f5f" providerId="ADAL" clId="{40EF1AC6-FA8B-4EFD-AE04-C3DB4B67C69C}" dt="2023-05-15T03:06:39.169" v="133"/>
        <pc:sldMkLst>
          <pc:docMk/>
          <pc:sldMk cId="1548231771" sldId="496"/>
        </pc:sldMkLst>
        <pc:spChg chg="mod">
          <ac:chgData name="贾洪勇" userId="c61acc37-df11-4a3b-9efd-dde9ef084f5f" providerId="ADAL" clId="{40EF1AC6-FA8B-4EFD-AE04-C3DB4B67C69C}" dt="2023-05-15T03:06:39.169" v="133"/>
          <ac:spMkLst>
            <pc:docMk/>
            <pc:sldMk cId="1548231771" sldId="496"/>
            <ac:spMk id="3" creationId="{0D583E66-9222-F54E-B61A-70A87C8D4886}"/>
          </ac:spMkLst>
        </pc:spChg>
      </pc:sldChg>
      <pc:sldChg chg="modSp mod">
        <pc:chgData name="贾洪勇" userId="c61acc37-df11-4a3b-9efd-dde9ef084f5f" providerId="ADAL" clId="{40EF1AC6-FA8B-4EFD-AE04-C3DB4B67C69C}" dt="2023-05-15T03:10:53.833" v="138"/>
        <pc:sldMkLst>
          <pc:docMk/>
          <pc:sldMk cId="1911970768" sldId="497"/>
        </pc:sldMkLst>
        <pc:spChg chg="mod">
          <ac:chgData name="贾洪勇" userId="c61acc37-df11-4a3b-9efd-dde9ef084f5f" providerId="ADAL" clId="{40EF1AC6-FA8B-4EFD-AE04-C3DB4B67C69C}" dt="2023-05-15T03:10:53.833" v="138"/>
          <ac:spMkLst>
            <pc:docMk/>
            <pc:sldMk cId="1911970768" sldId="497"/>
            <ac:spMk id="3" creationId="{5EA7C745-AA53-3392-DADF-03D353F40299}"/>
          </ac:spMkLst>
        </pc:spChg>
      </pc:sldChg>
      <pc:sldChg chg="modSp mod">
        <pc:chgData name="贾洪勇" userId="c61acc37-df11-4a3b-9efd-dde9ef084f5f" providerId="ADAL" clId="{40EF1AC6-FA8B-4EFD-AE04-C3DB4B67C69C}" dt="2023-05-15T03:13:23.354" v="151" actId="6549"/>
        <pc:sldMkLst>
          <pc:docMk/>
          <pc:sldMk cId="157577281" sldId="499"/>
        </pc:sldMkLst>
        <pc:spChg chg="mod">
          <ac:chgData name="贾洪勇" userId="c61acc37-df11-4a3b-9efd-dde9ef084f5f" providerId="ADAL" clId="{40EF1AC6-FA8B-4EFD-AE04-C3DB4B67C69C}" dt="2023-05-15T03:13:23.354" v="151" actId="6549"/>
          <ac:spMkLst>
            <pc:docMk/>
            <pc:sldMk cId="157577281" sldId="499"/>
            <ac:spMk id="3" creationId="{7FFE5EE5-2FDB-63AA-705D-7BC8E0674A03}"/>
          </ac:spMkLst>
        </pc:spChg>
      </pc:sldChg>
      <pc:sldChg chg="modSp mod">
        <pc:chgData name="贾洪勇" userId="c61acc37-df11-4a3b-9efd-dde9ef084f5f" providerId="ADAL" clId="{40EF1AC6-FA8B-4EFD-AE04-C3DB4B67C69C}" dt="2023-05-15T03:16:32.494" v="166" actId="6549"/>
        <pc:sldMkLst>
          <pc:docMk/>
          <pc:sldMk cId="3454123872" sldId="500"/>
        </pc:sldMkLst>
        <pc:spChg chg="mod">
          <ac:chgData name="贾洪勇" userId="c61acc37-df11-4a3b-9efd-dde9ef084f5f" providerId="ADAL" clId="{40EF1AC6-FA8B-4EFD-AE04-C3DB4B67C69C}" dt="2023-05-15T03:16:32.494" v="166" actId="6549"/>
          <ac:spMkLst>
            <pc:docMk/>
            <pc:sldMk cId="3454123872" sldId="500"/>
            <ac:spMk id="3" creationId="{5B77BFA6-F81B-302C-D7A3-C21413875B3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B4E0DF4A-202E-451D-98B3-65435E7EC9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3" name="Rectangle 3">
            <a:extLst>
              <a:ext uri="{FF2B5EF4-FFF2-40B4-BE49-F238E27FC236}">
                <a16:creationId xmlns:a16="http://schemas.microsoft.com/office/drawing/2014/main" id="{45E01DDF-3888-406C-81D2-5BB07C52E34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34" charset="0"/>
                <a:ea typeface="宋体" pitchFamily="2" charset="-122"/>
              </a:defRPr>
            </a:lvl1pPr>
          </a:lstStyle>
          <a:p>
            <a:pPr>
              <a:defRPr/>
            </a:pPr>
            <a:endParaRPr lang="en-US" altLang="zh-CN"/>
          </a:p>
        </p:txBody>
      </p:sp>
      <p:sp>
        <p:nvSpPr>
          <p:cNvPr id="58372" name="Rectangle 4">
            <a:extLst>
              <a:ext uri="{FF2B5EF4-FFF2-40B4-BE49-F238E27FC236}">
                <a16:creationId xmlns:a16="http://schemas.microsoft.com/office/drawing/2014/main" id="{9374723E-6FC4-47E8-AACF-8C6639610D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E98049C9-171A-492B-9DC7-7A27A12F9354}"/>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64B557F6-D882-4A38-8FB6-3C63EA55CB1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34" charset="0"/>
                <a:ea typeface="宋体" pitchFamily="2" charset="-122"/>
              </a:defRPr>
            </a:lvl1pPr>
          </a:lstStyle>
          <a:p>
            <a:pPr>
              <a:defRPr/>
            </a:pPr>
            <a:endParaRPr lang="en-US" altLang="zh-CN"/>
          </a:p>
        </p:txBody>
      </p:sp>
      <p:sp>
        <p:nvSpPr>
          <p:cNvPr id="5127" name="Rectangle 7">
            <a:extLst>
              <a:ext uri="{FF2B5EF4-FFF2-40B4-BE49-F238E27FC236}">
                <a16:creationId xmlns:a16="http://schemas.microsoft.com/office/drawing/2014/main" id="{C1D88E8C-6D73-4D34-83E8-811AD2DB0B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316F8E0-1BBA-4A93-882D-D45FC28DBB64}"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9219" name="Rectangle 3"/>
          <p:cNvSpPr>
            <a:spLocks noGrp="1" noChangeArrowheads="1"/>
          </p:cNvSpPr>
          <p:nvPr>
            <p:ph type="ctrTitle"/>
          </p:nvPr>
        </p:nvSpPr>
        <p:spPr>
          <a:xfrm>
            <a:off x="0" y="3048000"/>
            <a:ext cx="9144000" cy="1470025"/>
          </a:xfrm>
        </p:spPr>
        <p:txBody>
          <a:bodyPr/>
          <a:lstStyle>
            <a:lvl1pPr algn="ctr">
              <a:defRPr sz="4800"/>
            </a:lvl1pPr>
          </a:lstStyle>
          <a:p>
            <a:r>
              <a:rPr lang="zh-CN" altLang="en-US"/>
              <a:t>单击此处编辑母版标题样式</a:t>
            </a:r>
          </a:p>
        </p:txBody>
      </p:sp>
    </p:spTree>
    <p:extLst>
      <p:ext uri="{BB962C8B-B14F-4D97-AF65-F5344CB8AC3E}">
        <p14:creationId xmlns:p14="http://schemas.microsoft.com/office/powerpoint/2010/main" val="4011097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32511" y="1143000"/>
            <a:ext cx="8296656" cy="5410200"/>
          </a:xfrm>
        </p:spPr>
        <p:txBody>
          <a:bodyPr/>
          <a:lstStyle>
            <a:lvl1pPr algn="just">
              <a:defRPr/>
            </a:lvl1pPr>
            <a:lvl2pPr algn="just">
              <a:defRPr/>
            </a:lvl2pPr>
            <a:lvl3pPr algn="just">
              <a:defRPr/>
            </a:lvl3pPr>
            <a:lvl4pPr algn="just">
              <a:defRPr/>
            </a:lvl4pPr>
            <a:lvl5pPr algn="just">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a:extLst>
              <a:ext uri="{FF2B5EF4-FFF2-40B4-BE49-F238E27FC236}">
                <a16:creationId xmlns:a16="http://schemas.microsoft.com/office/drawing/2014/main" id="{2A7BE597-D35E-4EE1-90BA-71BA5B38008C}"/>
              </a:ext>
            </a:extLst>
          </p:cNvPr>
          <p:cNvSpPr>
            <a:spLocks noGrp="1" noChangeArrowheads="1"/>
          </p:cNvSpPr>
          <p:nvPr>
            <p:ph type="sldNum" sz="quarter" idx="10"/>
          </p:nvPr>
        </p:nvSpPr>
        <p:spPr>
          <a:ln/>
        </p:spPr>
        <p:txBody>
          <a:bodyPr/>
          <a:lstStyle>
            <a:lvl1pPr>
              <a:defRPr/>
            </a:lvl1pPr>
          </a:lstStyle>
          <a:p>
            <a:r>
              <a:rPr lang="en-US" altLang="zh-CN"/>
              <a:t>Page </a:t>
            </a:r>
            <a:fld id="{AF655B59-12D5-4828-87B1-F838F673600E}" type="slidenum">
              <a:rPr lang="en-US" altLang="zh-CN"/>
              <a:pPr/>
              <a:t>‹#›</a:t>
            </a:fld>
            <a:endParaRPr lang="en-US" altLang="zh-CN"/>
          </a:p>
        </p:txBody>
      </p:sp>
    </p:spTree>
    <p:extLst>
      <p:ext uri="{BB962C8B-B14F-4D97-AF65-F5344CB8AC3E}">
        <p14:creationId xmlns:p14="http://schemas.microsoft.com/office/powerpoint/2010/main" val="11311483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a:extLst>
              <a:ext uri="{FF2B5EF4-FFF2-40B4-BE49-F238E27FC236}">
                <a16:creationId xmlns:a16="http://schemas.microsoft.com/office/drawing/2014/main" id="{222D9F3E-E5FB-4DC4-B7EA-0E097F0CA5D2}"/>
              </a:ext>
            </a:extLst>
          </p:cNvPr>
          <p:cNvSpPr>
            <a:spLocks noGrp="1" noChangeArrowheads="1"/>
          </p:cNvSpPr>
          <p:nvPr>
            <p:ph type="sldNum" sz="quarter" idx="10"/>
          </p:nvPr>
        </p:nvSpPr>
        <p:spPr>
          <a:ln/>
        </p:spPr>
        <p:txBody>
          <a:bodyPr/>
          <a:lstStyle>
            <a:lvl1pPr>
              <a:defRPr/>
            </a:lvl1pPr>
          </a:lstStyle>
          <a:p>
            <a:r>
              <a:rPr lang="en-US" altLang="zh-CN"/>
              <a:t>Page </a:t>
            </a:r>
            <a:fld id="{4362435E-E02B-4C7E-9C19-7BF2D6971288}" type="slidenum">
              <a:rPr lang="en-US" altLang="zh-CN"/>
              <a:pPr/>
              <a:t>‹#›</a:t>
            </a:fld>
            <a:endParaRPr lang="en-US" altLang="zh-CN"/>
          </a:p>
        </p:txBody>
      </p:sp>
    </p:spTree>
    <p:extLst>
      <p:ext uri="{BB962C8B-B14F-4D97-AF65-F5344CB8AC3E}">
        <p14:creationId xmlns:p14="http://schemas.microsoft.com/office/powerpoint/2010/main" val="1561136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a:extLst>
              <a:ext uri="{FF2B5EF4-FFF2-40B4-BE49-F238E27FC236}">
                <a16:creationId xmlns:a16="http://schemas.microsoft.com/office/drawing/2014/main" id="{919BC834-BBC1-4B3A-BB38-0489EC54C2F9}"/>
              </a:ext>
            </a:extLst>
          </p:cNvPr>
          <p:cNvSpPr>
            <a:spLocks noGrp="1" noChangeArrowheads="1"/>
          </p:cNvSpPr>
          <p:nvPr>
            <p:ph type="sldNum" sz="quarter" idx="10"/>
          </p:nvPr>
        </p:nvSpPr>
        <p:spPr>
          <a:ln/>
        </p:spPr>
        <p:txBody>
          <a:bodyPr/>
          <a:lstStyle>
            <a:lvl1pPr>
              <a:defRPr/>
            </a:lvl1pPr>
          </a:lstStyle>
          <a:p>
            <a:r>
              <a:rPr lang="en-US" altLang="zh-CN"/>
              <a:t>Page </a:t>
            </a:r>
            <a:fld id="{6DD43F50-8A97-4F22-A0E7-90F754BABBF2}" type="slidenum">
              <a:rPr lang="en-US" altLang="zh-CN"/>
              <a:pPr/>
              <a:t>‹#›</a:t>
            </a:fld>
            <a:endParaRPr lang="en-US" altLang="zh-CN"/>
          </a:p>
        </p:txBody>
      </p:sp>
    </p:spTree>
    <p:extLst>
      <p:ext uri="{BB962C8B-B14F-4D97-AF65-F5344CB8AC3E}">
        <p14:creationId xmlns:p14="http://schemas.microsoft.com/office/powerpoint/2010/main" val="14592138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a:extLst>
              <a:ext uri="{FF2B5EF4-FFF2-40B4-BE49-F238E27FC236}">
                <a16:creationId xmlns:a16="http://schemas.microsoft.com/office/drawing/2014/main" id="{13FFEDDB-2E5C-4E9A-9357-A41373181C7F}"/>
              </a:ext>
            </a:extLst>
          </p:cNvPr>
          <p:cNvSpPr>
            <a:spLocks noGrp="1" noChangeArrowheads="1"/>
          </p:cNvSpPr>
          <p:nvPr>
            <p:ph type="sldNum" sz="quarter" idx="10"/>
          </p:nvPr>
        </p:nvSpPr>
        <p:spPr>
          <a:ln/>
        </p:spPr>
        <p:txBody>
          <a:bodyPr/>
          <a:lstStyle>
            <a:lvl1pPr>
              <a:defRPr/>
            </a:lvl1pPr>
          </a:lstStyle>
          <a:p>
            <a:r>
              <a:rPr lang="en-US" altLang="zh-CN"/>
              <a:t>Page </a:t>
            </a:r>
            <a:fld id="{10B188B5-18EC-4A9C-B06B-7F5038A1C47C}" type="slidenum">
              <a:rPr lang="en-US" altLang="zh-CN"/>
              <a:pPr/>
              <a:t>‹#›</a:t>
            </a:fld>
            <a:endParaRPr lang="en-US" altLang="zh-CN"/>
          </a:p>
        </p:txBody>
      </p:sp>
    </p:spTree>
    <p:extLst>
      <p:ext uri="{BB962C8B-B14F-4D97-AF65-F5344CB8AC3E}">
        <p14:creationId xmlns:p14="http://schemas.microsoft.com/office/powerpoint/2010/main" val="1981321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a:extLst>
              <a:ext uri="{FF2B5EF4-FFF2-40B4-BE49-F238E27FC236}">
                <a16:creationId xmlns:a16="http://schemas.microsoft.com/office/drawing/2014/main" id="{546F372C-B9A3-4D75-9247-2535986F3AC7}"/>
              </a:ext>
            </a:extLst>
          </p:cNvPr>
          <p:cNvSpPr>
            <a:spLocks noGrp="1" noChangeArrowheads="1"/>
          </p:cNvSpPr>
          <p:nvPr>
            <p:ph type="sldNum" sz="quarter" idx="10"/>
          </p:nvPr>
        </p:nvSpPr>
        <p:spPr>
          <a:ln/>
        </p:spPr>
        <p:txBody>
          <a:bodyPr/>
          <a:lstStyle>
            <a:lvl1pPr>
              <a:defRPr/>
            </a:lvl1pPr>
          </a:lstStyle>
          <a:p>
            <a:r>
              <a:rPr lang="en-US" altLang="zh-CN"/>
              <a:t>Page </a:t>
            </a:r>
            <a:fld id="{8C4D4238-2023-4B3B-BDC0-DD03B993CAD4}" type="slidenum">
              <a:rPr lang="en-US" altLang="zh-CN"/>
              <a:pPr/>
              <a:t>‹#›</a:t>
            </a:fld>
            <a:endParaRPr lang="en-US" altLang="zh-CN"/>
          </a:p>
        </p:txBody>
      </p:sp>
    </p:spTree>
    <p:extLst>
      <p:ext uri="{BB962C8B-B14F-4D97-AF65-F5344CB8AC3E}">
        <p14:creationId xmlns:p14="http://schemas.microsoft.com/office/powerpoint/2010/main" val="1540062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FA0C189-524B-4DDA-BF7A-2459D5B97881}"/>
              </a:ext>
            </a:extLst>
          </p:cNvPr>
          <p:cNvSpPr>
            <a:spLocks noGrp="1" noChangeArrowheads="1"/>
          </p:cNvSpPr>
          <p:nvPr>
            <p:ph type="sldNum" sz="quarter" idx="10"/>
          </p:nvPr>
        </p:nvSpPr>
        <p:spPr>
          <a:ln/>
        </p:spPr>
        <p:txBody>
          <a:bodyPr/>
          <a:lstStyle>
            <a:lvl1pPr>
              <a:defRPr/>
            </a:lvl1pPr>
          </a:lstStyle>
          <a:p>
            <a:r>
              <a:rPr lang="en-US" altLang="zh-CN"/>
              <a:t>Page </a:t>
            </a:r>
            <a:fld id="{36ED1FC7-8A77-4A97-9141-D450373E7966}" type="slidenum">
              <a:rPr lang="en-US" altLang="zh-CN"/>
              <a:pPr/>
              <a:t>‹#›</a:t>
            </a:fld>
            <a:endParaRPr lang="en-US" altLang="zh-CN"/>
          </a:p>
        </p:txBody>
      </p:sp>
    </p:spTree>
    <p:extLst>
      <p:ext uri="{BB962C8B-B14F-4D97-AF65-F5344CB8AC3E}">
        <p14:creationId xmlns:p14="http://schemas.microsoft.com/office/powerpoint/2010/main" val="22980489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2D74275B-4CED-4A01-B37D-FE5B613B4ABE}"/>
              </a:ext>
            </a:extLst>
          </p:cNvPr>
          <p:cNvSpPr>
            <a:spLocks noGrp="1" noChangeArrowheads="1"/>
          </p:cNvSpPr>
          <p:nvPr>
            <p:ph type="sldNum" sz="quarter" idx="10"/>
          </p:nvPr>
        </p:nvSpPr>
        <p:spPr>
          <a:ln/>
        </p:spPr>
        <p:txBody>
          <a:bodyPr/>
          <a:lstStyle>
            <a:lvl1pPr>
              <a:defRPr/>
            </a:lvl1pPr>
          </a:lstStyle>
          <a:p>
            <a:r>
              <a:rPr lang="en-US" altLang="zh-CN"/>
              <a:t>Page </a:t>
            </a:r>
            <a:fld id="{E7D1A55F-5D23-46F5-A05F-E3BB482C3D2B}" type="slidenum">
              <a:rPr lang="en-US" altLang="zh-CN"/>
              <a:pPr/>
              <a:t>‹#›</a:t>
            </a:fld>
            <a:endParaRPr lang="en-US" altLang="zh-CN"/>
          </a:p>
        </p:txBody>
      </p:sp>
    </p:spTree>
    <p:extLst>
      <p:ext uri="{BB962C8B-B14F-4D97-AF65-F5344CB8AC3E}">
        <p14:creationId xmlns:p14="http://schemas.microsoft.com/office/powerpoint/2010/main" val="38532978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a:extLst>
              <a:ext uri="{FF2B5EF4-FFF2-40B4-BE49-F238E27FC236}">
                <a16:creationId xmlns:a16="http://schemas.microsoft.com/office/drawing/2014/main" id="{D967C328-7DB9-49EA-8E6A-760292B5B1EC}"/>
              </a:ext>
            </a:extLst>
          </p:cNvPr>
          <p:cNvSpPr>
            <a:spLocks noGrp="1" noChangeArrowheads="1"/>
          </p:cNvSpPr>
          <p:nvPr>
            <p:ph type="sldNum" sz="quarter" idx="10"/>
          </p:nvPr>
        </p:nvSpPr>
        <p:spPr>
          <a:ln/>
        </p:spPr>
        <p:txBody>
          <a:bodyPr/>
          <a:lstStyle>
            <a:lvl1pPr>
              <a:defRPr/>
            </a:lvl1pPr>
          </a:lstStyle>
          <a:p>
            <a:r>
              <a:rPr lang="en-US" altLang="zh-CN"/>
              <a:t>Page </a:t>
            </a:r>
            <a:fld id="{D891015E-355F-4BB3-A338-EAF87778CB6E}" type="slidenum">
              <a:rPr lang="en-US" altLang="zh-CN"/>
              <a:pPr/>
              <a:t>‹#›</a:t>
            </a:fld>
            <a:endParaRPr lang="en-US" altLang="zh-CN"/>
          </a:p>
        </p:txBody>
      </p:sp>
    </p:spTree>
    <p:extLst>
      <p:ext uri="{BB962C8B-B14F-4D97-AF65-F5344CB8AC3E}">
        <p14:creationId xmlns:p14="http://schemas.microsoft.com/office/powerpoint/2010/main" val="17132208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381000" y="1143000"/>
            <a:ext cx="8229600" cy="5334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7B7B9762-A4D6-4DD5-8364-23ABA8BE8CD6}"/>
              </a:ext>
            </a:extLst>
          </p:cNvPr>
          <p:cNvSpPr>
            <a:spLocks noGrp="1" noChangeArrowheads="1"/>
          </p:cNvSpPr>
          <p:nvPr>
            <p:ph type="sldNum" sz="quarter" idx="10"/>
          </p:nvPr>
        </p:nvSpPr>
        <p:spPr>
          <a:ln/>
        </p:spPr>
        <p:txBody>
          <a:bodyPr/>
          <a:lstStyle>
            <a:lvl1pPr>
              <a:defRPr/>
            </a:lvl1pPr>
          </a:lstStyle>
          <a:p>
            <a:r>
              <a:rPr lang="en-US" altLang="zh-CN"/>
              <a:t>Page </a:t>
            </a:r>
            <a:fld id="{D963CCF5-2688-446E-8BC9-3EC1BA46132D}" type="slidenum">
              <a:rPr lang="en-US" altLang="zh-CN"/>
              <a:pPr/>
              <a:t>‹#›</a:t>
            </a:fld>
            <a:endParaRPr lang="en-US" altLang="zh-CN"/>
          </a:p>
        </p:txBody>
      </p:sp>
    </p:spTree>
    <p:extLst>
      <p:ext uri="{BB962C8B-B14F-4D97-AF65-F5344CB8AC3E}">
        <p14:creationId xmlns:p14="http://schemas.microsoft.com/office/powerpoint/2010/main" val="303044499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228600"/>
            <a:ext cx="20764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81000" y="228600"/>
            <a:ext cx="60769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a:extLst>
              <a:ext uri="{FF2B5EF4-FFF2-40B4-BE49-F238E27FC236}">
                <a16:creationId xmlns:a16="http://schemas.microsoft.com/office/drawing/2014/main" id="{5021E8FD-E585-4EA0-AC09-EEFAFBBE1AEA}"/>
              </a:ext>
            </a:extLst>
          </p:cNvPr>
          <p:cNvSpPr>
            <a:spLocks noGrp="1" noChangeArrowheads="1"/>
          </p:cNvSpPr>
          <p:nvPr>
            <p:ph type="sldNum" sz="quarter" idx="10"/>
          </p:nvPr>
        </p:nvSpPr>
        <p:spPr>
          <a:ln/>
        </p:spPr>
        <p:txBody>
          <a:bodyPr/>
          <a:lstStyle>
            <a:lvl1pPr>
              <a:defRPr/>
            </a:lvl1pPr>
          </a:lstStyle>
          <a:p>
            <a:r>
              <a:rPr lang="en-US" altLang="zh-CN"/>
              <a:t>Page </a:t>
            </a:r>
            <a:fld id="{6DB51796-25E8-4528-926D-EB8BF65E375A}" type="slidenum">
              <a:rPr lang="en-US" altLang="zh-CN"/>
              <a:pPr/>
              <a:t>‹#›</a:t>
            </a:fld>
            <a:endParaRPr lang="en-US" altLang="zh-CN"/>
          </a:p>
        </p:txBody>
      </p:sp>
    </p:spTree>
    <p:extLst>
      <p:ext uri="{BB962C8B-B14F-4D97-AF65-F5344CB8AC3E}">
        <p14:creationId xmlns:p14="http://schemas.microsoft.com/office/powerpoint/2010/main" val="3849351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1000" y="228600"/>
            <a:ext cx="6248400" cy="639763"/>
          </a:xfrm>
        </p:spPr>
        <p:txBody>
          <a:bodyPr/>
          <a:lstStyle/>
          <a:p>
            <a:r>
              <a:rPr lang="zh-CN" altLang="en-US"/>
              <a:t>单击此处编辑母版标题样式</a:t>
            </a:r>
          </a:p>
        </p:txBody>
      </p:sp>
      <p:sp>
        <p:nvSpPr>
          <p:cNvPr id="3" name="表格占位符 2"/>
          <p:cNvSpPr>
            <a:spLocks noGrp="1"/>
          </p:cNvSpPr>
          <p:nvPr>
            <p:ph type="tbl" idx="1"/>
          </p:nvPr>
        </p:nvSpPr>
        <p:spPr>
          <a:xfrm>
            <a:off x="457200" y="1295400"/>
            <a:ext cx="8229600" cy="5029200"/>
          </a:xfrm>
        </p:spPr>
        <p:txBody>
          <a:bodyPr/>
          <a:lstStyle/>
          <a:p>
            <a:pPr lvl="0"/>
            <a:endParaRPr lang="zh-CN" altLang="en-US" noProof="0"/>
          </a:p>
        </p:txBody>
      </p:sp>
      <p:sp>
        <p:nvSpPr>
          <p:cNvPr id="4" name="Rectangle 6">
            <a:extLst>
              <a:ext uri="{FF2B5EF4-FFF2-40B4-BE49-F238E27FC236}">
                <a16:creationId xmlns:a16="http://schemas.microsoft.com/office/drawing/2014/main" id="{429E1032-8ECE-445C-A626-5F3F3F99F363}"/>
              </a:ext>
            </a:extLst>
          </p:cNvPr>
          <p:cNvSpPr>
            <a:spLocks noGrp="1" noChangeArrowheads="1"/>
          </p:cNvSpPr>
          <p:nvPr>
            <p:ph type="sldNum" sz="quarter" idx="10"/>
          </p:nvPr>
        </p:nvSpPr>
        <p:spPr>
          <a:ln/>
        </p:spPr>
        <p:txBody>
          <a:bodyPr/>
          <a:lstStyle>
            <a:lvl1pPr>
              <a:defRPr/>
            </a:lvl1pPr>
          </a:lstStyle>
          <a:p>
            <a:r>
              <a:rPr lang="en-US" altLang="zh-CN"/>
              <a:t>Page </a:t>
            </a:r>
            <a:fld id="{CE33FC4E-3D3E-4CCC-9026-9F4411793A16}" type="slidenum">
              <a:rPr lang="en-US" altLang="zh-CN"/>
              <a:pPr/>
              <a:t>‹#›</a:t>
            </a:fld>
            <a:endParaRPr lang="en-US" altLang="zh-CN"/>
          </a:p>
        </p:txBody>
      </p:sp>
    </p:spTree>
    <p:extLst>
      <p:ext uri="{BB962C8B-B14F-4D97-AF65-F5344CB8AC3E}">
        <p14:creationId xmlns:p14="http://schemas.microsoft.com/office/powerpoint/2010/main" val="3804667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266" name="Picture 9" descr="1024-766副本">
            <a:extLst>
              <a:ext uri="{FF2B5EF4-FFF2-40B4-BE49-F238E27FC236}">
                <a16:creationId xmlns:a16="http://schemas.microsoft.com/office/drawing/2014/main" id="{78830588-E866-4219-A749-F689216A6661}"/>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3">
            <a:extLst>
              <a:ext uri="{FF2B5EF4-FFF2-40B4-BE49-F238E27FC236}">
                <a16:creationId xmlns:a16="http://schemas.microsoft.com/office/drawing/2014/main" id="{0264DF58-A59C-4019-8DE9-21D4913CA1F5}"/>
              </a:ext>
            </a:extLst>
          </p:cNvPr>
          <p:cNvSpPr>
            <a:spLocks noGrp="1" noChangeArrowheads="1"/>
          </p:cNvSpPr>
          <p:nvPr>
            <p:ph type="body" idx="1"/>
          </p:nvPr>
        </p:nvSpPr>
        <p:spPr bwMode="auto">
          <a:xfrm>
            <a:off x="441350" y="1156785"/>
            <a:ext cx="8296656"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zh-CN" altLang="zh-CN" dirty="0"/>
          </a:p>
        </p:txBody>
      </p:sp>
      <p:sp>
        <p:nvSpPr>
          <p:cNvPr id="1030" name="Rectangle 6">
            <a:extLst>
              <a:ext uri="{FF2B5EF4-FFF2-40B4-BE49-F238E27FC236}">
                <a16:creationId xmlns:a16="http://schemas.microsoft.com/office/drawing/2014/main" id="{ABF12F94-5F04-4882-B5A2-0E314D9CE5A0}"/>
              </a:ext>
            </a:extLst>
          </p:cNvPr>
          <p:cNvSpPr>
            <a:spLocks noGrp="1" noChangeArrowheads="1"/>
          </p:cNvSpPr>
          <p:nvPr>
            <p:ph type="sldNum" sz="quarter" idx="4"/>
          </p:nvPr>
        </p:nvSpPr>
        <p:spPr bwMode="auto">
          <a:xfrm>
            <a:off x="6705600" y="65532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r>
              <a:rPr lang="en-US" altLang="zh-CN"/>
              <a:t>Page </a:t>
            </a:r>
            <a:fld id="{C0DBB459-C9A1-48D0-B620-DB1E8F0104D3}" type="slidenum">
              <a:rPr lang="en-US" altLang="zh-CN"/>
              <a:pPr/>
              <a:t>‹#›</a:t>
            </a:fld>
            <a:endParaRPr lang="en-US" altLang="zh-CN"/>
          </a:p>
        </p:txBody>
      </p:sp>
      <p:sp>
        <p:nvSpPr>
          <p:cNvPr id="11269" name="Rectangle 10">
            <a:extLst>
              <a:ext uri="{FF2B5EF4-FFF2-40B4-BE49-F238E27FC236}">
                <a16:creationId xmlns:a16="http://schemas.microsoft.com/office/drawing/2014/main" id="{3D716894-567D-44B6-912C-5994CF8A478C}"/>
              </a:ext>
            </a:extLst>
          </p:cNvPr>
          <p:cNvSpPr>
            <a:spLocks noGrp="1" noChangeArrowheads="1"/>
          </p:cNvSpPr>
          <p:nvPr>
            <p:ph type="title"/>
          </p:nvPr>
        </p:nvSpPr>
        <p:spPr bwMode="auto">
          <a:xfrm>
            <a:off x="381000" y="228600"/>
            <a:ext cx="6248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pic>
        <p:nvPicPr>
          <p:cNvPr id="2" name="图片 1">
            <a:extLst>
              <a:ext uri="{FF2B5EF4-FFF2-40B4-BE49-F238E27FC236}">
                <a16:creationId xmlns:a16="http://schemas.microsoft.com/office/drawing/2014/main" id="{57597D74-B150-4919-A4AB-0713293FD402}"/>
              </a:ext>
            </a:extLst>
          </p:cNvPr>
          <p:cNvPicPr>
            <a:picLocks noChangeAspect="1"/>
          </p:cNvPicPr>
          <p:nvPr userDrawn="1"/>
        </p:nvPicPr>
        <p:blipFill>
          <a:blip r:embed="rId15">
            <a:alphaModFix amt="98000"/>
            <a:duotone>
              <a:prstClr val="black"/>
              <a:srgbClr val="1F4EDA">
                <a:tint val="45000"/>
                <a:satMod val="400000"/>
              </a:srgbClr>
            </a:duotone>
            <a:extLst>
              <a:ext uri="{BEBA8EAE-BF5A-486C-A8C5-ECC9F3942E4B}">
                <a14:imgProps xmlns:a14="http://schemas.microsoft.com/office/drawing/2010/main">
                  <a14:imgLayer r:embed="rId16">
                    <a14:imgEffect>
                      <a14:artisticGlowEdges/>
                    </a14:imgEffect>
                  </a14:imgLayer>
                </a14:imgProps>
              </a:ext>
            </a:extLst>
          </a:blip>
          <a:stretch>
            <a:fillRect/>
          </a:stretch>
        </p:blipFill>
        <p:spPr>
          <a:xfrm>
            <a:off x="6629401" y="-14287"/>
            <a:ext cx="2538970" cy="1157287"/>
          </a:xfrm>
          <a:prstGeom prst="rect">
            <a:avLst/>
          </a:prstGeom>
          <a:effectLst>
            <a:softEdge rad="12700"/>
          </a:effectLst>
        </p:spPr>
      </p:pic>
    </p:spTree>
  </p:cSld>
  <p:clrMap bg1="lt1" tx1="dk1" bg2="lt2" tx2="dk2" accent1="accent1" accent2="accent2" accent3="accent3" accent4="accent4" accent5="accent5" accent6="accent6" hlink="hlink" folHlink="folHlink"/>
  <p:sldLayoutIdLst>
    <p:sldLayoutId id="2147483699"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Arial" pitchFamily="34" charset="0"/>
          <a:ea typeface="黑体" pitchFamily="2" charset="-122"/>
        </a:defRPr>
      </a:lvl2pPr>
      <a:lvl3pPr algn="l" rtl="0" eaLnBrk="0" fontAlgn="base" hangingPunct="0">
        <a:spcBef>
          <a:spcPct val="0"/>
        </a:spcBef>
        <a:spcAft>
          <a:spcPct val="0"/>
        </a:spcAft>
        <a:defRPr sz="3200" b="1">
          <a:solidFill>
            <a:schemeClr val="bg1"/>
          </a:solidFill>
          <a:latin typeface="Arial" pitchFamily="34" charset="0"/>
          <a:ea typeface="黑体" pitchFamily="2" charset="-122"/>
        </a:defRPr>
      </a:lvl3pPr>
      <a:lvl4pPr algn="l" rtl="0" eaLnBrk="0" fontAlgn="base" hangingPunct="0">
        <a:spcBef>
          <a:spcPct val="0"/>
        </a:spcBef>
        <a:spcAft>
          <a:spcPct val="0"/>
        </a:spcAft>
        <a:defRPr sz="3200" b="1">
          <a:solidFill>
            <a:schemeClr val="bg1"/>
          </a:solidFill>
          <a:latin typeface="Arial" pitchFamily="34" charset="0"/>
          <a:ea typeface="黑体" pitchFamily="2" charset="-122"/>
        </a:defRPr>
      </a:lvl4pPr>
      <a:lvl5pPr algn="l" rtl="0" eaLnBrk="0" fontAlgn="base" hangingPunct="0">
        <a:spcBef>
          <a:spcPct val="0"/>
        </a:spcBef>
        <a:spcAft>
          <a:spcPct val="0"/>
        </a:spcAft>
        <a:defRPr sz="3200" b="1">
          <a:solidFill>
            <a:schemeClr val="bg1"/>
          </a:solidFill>
          <a:latin typeface="Arial" pitchFamily="34" charset="0"/>
          <a:ea typeface="黑体" pitchFamily="2" charset="-122"/>
        </a:defRPr>
      </a:lvl5pPr>
      <a:lvl6pPr marL="457200" algn="l" rtl="0" fontAlgn="base">
        <a:spcBef>
          <a:spcPct val="0"/>
        </a:spcBef>
        <a:spcAft>
          <a:spcPct val="0"/>
        </a:spcAft>
        <a:defRPr sz="3200" b="1">
          <a:solidFill>
            <a:schemeClr val="bg1"/>
          </a:solidFill>
          <a:latin typeface="Arial" pitchFamily="34" charset="0"/>
          <a:ea typeface="黑体" pitchFamily="2" charset="-122"/>
        </a:defRPr>
      </a:lvl6pPr>
      <a:lvl7pPr marL="914400" algn="l" rtl="0" fontAlgn="base">
        <a:spcBef>
          <a:spcPct val="0"/>
        </a:spcBef>
        <a:spcAft>
          <a:spcPct val="0"/>
        </a:spcAft>
        <a:defRPr sz="3200" b="1">
          <a:solidFill>
            <a:schemeClr val="bg1"/>
          </a:solidFill>
          <a:latin typeface="Arial" pitchFamily="34" charset="0"/>
          <a:ea typeface="黑体" pitchFamily="2" charset="-122"/>
        </a:defRPr>
      </a:lvl7pPr>
      <a:lvl8pPr marL="1371600" algn="l" rtl="0" fontAlgn="base">
        <a:spcBef>
          <a:spcPct val="0"/>
        </a:spcBef>
        <a:spcAft>
          <a:spcPct val="0"/>
        </a:spcAft>
        <a:defRPr sz="3200" b="1">
          <a:solidFill>
            <a:schemeClr val="bg1"/>
          </a:solidFill>
          <a:latin typeface="Arial" pitchFamily="34" charset="0"/>
          <a:ea typeface="黑体" pitchFamily="2" charset="-122"/>
        </a:defRPr>
      </a:lvl8pPr>
      <a:lvl9pPr marL="1828800" algn="l" rtl="0" fontAlgn="base">
        <a:spcBef>
          <a:spcPct val="0"/>
        </a:spcBef>
        <a:spcAft>
          <a:spcPct val="0"/>
        </a:spcAft>
        <a:defRPr sz="3200" b="1">
          <a:solidFill>
            <a:schemeClr val="bg1"/>
          </a:solidFill>
          <a:latin typeface="Arial" pitchFamily="34" charset="0"/>
          <a:ea typeface="黑体" pitchFamily="2" charset="-122"/>
        </a:defRPr>
      </a:lvl9pPr>
    </p:titleStyle>
    <p:bodyStyle>
      <a:lvl1pPr marL="342900" indent="-342900" algn="l" rtl="0" eaLnBrk="0" fontAlgn="base" hangingPunct="0">
        <a:spcBef>
          <a:spcPct val="20000"/>
        </a:spcBef>
        <a:spcAft>
          <a:spcPct val="0"/>
        </a:spcAft>
        <a:buClr>
          <a:srgbClr val="FF0000"/>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itchFamily="2" charset="-122"/>
        </a:defRPr>
      </a:lvl5pPr>
      <a:lvl6pPr marL="2514600" indent="-228600" algn="l" rtl="0" fontAlgn="base">
        <a:spcBef>
          <a:spcPct val="20000"/>
        </a:spcBef>
        <a:spcAft>
          <a:spcPct val="0"/>
        </a:spcAft>
        <a:buChar char="»"/>
        <a:defRPr sz="2000">
          <a:solidFill>
            <a:schemeClr val="tx1"/>
          </a:solidFill>
          <a:latin typeface="+mn-lt"/>
          <a:ea typeface="宋体" pitchFamily="2" charset="-122"/>
        </a:defRPr>
      </a:lvl6pPr>
      <a:lvl7pPr marL="2971800" indent="-228600" algn="l" rtl="0" fontAlgn="base">
        <a:spcBef>
          <a:spcPct val="20000"/>
        </a:spcBef>
        <a:spcAft>
          <a:spcPct val="0"/>
        </a:spcAft>
        <a:buChar char="»"/>
        <a:defRPr sz="2000">
          <a:solidFill>
            <a:schemeClr val="tx1"/>
          </a:solidFill>
          <a:latin typeface="+mn-lt"/>
          <a:ea typeface="宋体" pitchFamily="2" charset="-122"/>
        </a:defRPr>
      </a:lvl7pPr>
      <a:lvl8pPr marL="3429000" indent="-228600" algn="l" rtl="0" fontAlgn="base">
        <a:spcBef>
          <a:spcPct val="20000"/>
        </a:spcBef>
        <a:spcAft>
          <a:spcPct val="0"/>
        </a:spcAft>
        <a:buChar char="»"/>
        <a:defRPr sz="2000">
          <a:solidFill>
            <a:schemeClr val="tx1"/>
          </a:solidFill>
          <a:latin typeface="+mn-lt"/>
          <a:ea typeface="宋体" pitchFamily="2" charset="-122"/>
        </a:defRPr>
      </a:lvl8pPr>
      <a:lvl9pPr marL="3886200" indent="-228600" algn="l" rtl="0" fontAlgn="base">
        <a:spcBef>
          <a:spcPct val="20000"/>
        </a:spcBef>
        <a:spcAft>
          <a:spcPct val="0"/>
        </a:spcAft>
        <a:buChar char="»"/>
        <a:defRPr sz="2000">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7542D44-1E8F-4854-B9AE-6BF24A1DFB84}"/>
              </a:ext>
            </a:extLst>
          </p:cNvPr>
          <p:cNvSpPr>
            <a:spLocks noGrp="1"/>
          </p:cNvSpPr>
          <p:nvPr>
            <p:ph type="title"/>
          </p:nvPr>
        </p:nvSpPr>
        <p:spPr/>
        <p:txBody>
          <a:bodyPr/>
          <a:lstStyle/>
          <a:p>
            <a:endParaRPr lang="zh-CN" altLang="en-US"/>
          </a:p>
        </p:txBody>
      </p:sp>
      <p:sp>
        <p:nvSpPr>
          <p:cNvPr id="5" name="内容占位符 4">
            <a:extLst>
              <a:ext uri="{FF2B5EF4-FFF2-40B4-BE49-F238E27FC236}">
                <a16:creationId xmlns:a16="http://schemas.microsoft.com/office/drawing/2014/main" id="{E0E709DF-EE82-4F9C-A480-544D2816765F}"/>
              </a:ext>
            </a:extLst>
          </p:cNvPr>
          <p:cNvSpPr>
            <a:spLocks noGrp="1"/>
          </p:cNvSpPr>
          <p:nvPr>
            <p:ph idx="1"/>
          </p:nvPr>
        </p:nvSpPr>
        <p:spPr/>
        <p:txBody>
          <a:bodyPr/>
          <a:lstStyle/>
          <a:p>
            <a:endParaRPr lang="zh-CN" altLang="en-US" dirty="0"/>
          </a:p>
        </p:txBody>
      </p:sp>
      <p:sp>
        <p:nvSpPr>
          <p:cNvPr id="2" name="灯片编号占位符 1">
            <a:extLst>
              <a:ext uri="{FF2B5EF4-FFF2-40B4-BE49-F238E27FC236}">
                <a16:creationId xmlns:a16="http://schemas.microsoft.com/office/drawing/2014/main" id="{17E443D1-1237-46AF-B6EC-E9339AA144EC}"/>
              </a:ext>
            </a:extLst>
          </p:cNvPr>
          <p:cNvSpPr>
            <a:spLocks noGrp="1"/>
          </p:cNvSpPr>
          <p:nvPr>
            <p:ph type="sldNum" sz="quarter" idx="10"/>
          </p:nvPr>
        </p:nvSpPr>
        <p:spPr/>
        <p:txBody>
          <a:bodyPr/>
          <a:lstStyle/>
          <a:p>
            <a:r>
              <a:rPr lang="en-US" altLang="zh-CN"/>
              <a:t>Page </a:t>
            </a:r>
            <a:fld id="{36ED1FC7-8A77-4A97-9141-D450373E7966}" type="slidenum">
              <a:rPr lang="en-US" altLang="zh-CN" smtClean="0"/>
              <a:pPr/>
              <a:t>1</a:t>
            </a:fld>
            <a:endParaRPr lang="en-US" altLang="zh-CN"/>
          </a:p>
        </p:txBody>
      </p:sp>
      <p:sp>
        <p:nvSpPr>
          <p:cNvPr id="3" name="文本框 2">
            <a:extLst>
              <a:ext uri="{FF2B5EF4-FFF2-40B4-BE49-F238E27FC236}">
                <a16:creationId xmlns:a16="http://schemas.microsoft.com/office/drawing/2014/main" id="{09C8F47B-A1DC-48C9-972D-0B78005D6110}"/>
              </a:ext>
            </a:extLst>
          </p:cNvPr>
          <p:cNvSpPr txBox="1"/>
          <p:nvPr/>
        </p:nvSpPr>
        <p:spPr>
          <a:xfrm>
            <a:off x="1066800" y="2730124"/>
            <a:ext cx="7772399" cy="1569660"/>
          </a:xfrm>
          <a:prstGeom prst="rect">
            <a:avLst/>
          </a:prstGeom>
          <a:noFill/>
        </p:spPr>
        <p:txBody>
          <a:bodyPr wrap="square" rtlCol="0">
            <a:spAutoFit/>
          </a:bodyPr>
          <a:lstStyle/>
          <a:p>
            <a:pPr algn="ctr"/>
            <a:r>
              <a:rPr lang="en-US" altLang="zh-CN" sz="4800" b="1" dirty="0">
                <a:latin typeface="+mj-ea"/>
                <a:ea typeface="+mj-ea"/>
              </a:rPr>
              <a:t>TPM</a:t>
            </a:r>
            <a:r>
              <a:rPr lang="zh-CN" altLang="en-US" sz="4800" b="1" dirty="0">
                <a:latin typeface="+mj-ea"/>
                <a:ea typeface="+mj-ea"/>
              </a:rPr>
              <a:t>命令审计、会话加密与上下文管理</a:t>
            </a:r>
          </a:p>
        </p:txBody>
      </p:sp>
    </p:spTree>
    <p:extLst>
      <p:ext uri="{BB962C8B-B14F-4D97-AF65-F5344CB8AC3E}">
        <p14:creationId xmlns:p14="http://schemas.microsoft.com/office/powerpoint/2010/main" val="87541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068DF-F1DE-4701-81EE-CD8FB734AE6C}"/>
              </a:ext>
            </a:extLst>
          </p:cNvPr>
          <p:cNvSpPr>
            <a:spLocks noGrp="1"/>
          </p:cNvSpPr>
          <p:nvPr>
            <p:ph type="title"/>
          </p:nvPr>
        </p:nvSpPr>
        <p:spPr/>
        <p:txBody>
          <a:bodyPr/>
          <a:lstStyle/>
          <a:p>
            <a:r>
              <a:rPr lang="en-US" altLang="zh-CN" dirty="0"/>
              <a:t>TPM</a:t>
            </a:r>
            <a:r>
              <a:rPr lang="zh-CN" altLang="en-US" dirty="0"/>
              <a:t>命令审计</a:t>
            </a:r>
          </a:p>
        </p:txBody>
      </p:sp>
      <p:sp>
        <p:nvSpPr>
          <p:cNvPr id="3" name="内容占位符 2">
            <a:extLst>
              <a:ext uri="{FF2B5EF4-FFF2-40B4-BE49-F238E27FC236}">
                <a16:creationId xmlns:a16="http://schemas.microsoft.com/office/drawing/2014/main" id="{A17BE7CF-6042-4D3A-AEAA-AEF13CEABB14}"/>
              </a:ext>
            </a:extLst>
          </p:cNvPr>
          <p:cNvSpPr>
            <a:spLocks noGrp="1"/>
          </p:cNvSpPr>
          <p:nvPr>
            <p:ph idx="1"/>
          </p:nvPr>
        </p:nvSpPr>
        <p:spPr/>
        <p:txBody>
          <a:bodyPr/>
          <a:lstStyle/>
          <a:p>
            <a:r>
              <a:rPr lang="zh-CN" altLang="en-US" dirty="0"/>
              <a:t>在</a:t>
            </a:r>
            <a:r>
              <a:rPr lang="en-US" altLang="zh-CN" dirty="0"/>
              <a:t>TPM</a:t>
            </a:r>
            <a:r>
              <a:rPr lang="zh-CN" altLang="en-US" dirty="0"/>
              <a:t>的应用中，审计就是记录主机和</a:t>
            </a:r>
            <a:r>
              <a:rPr lang="en-US" altLang="zh-CN" dirty="0"/>
              <a:t>TPM</a:t>
            </a:r>
            <a:r>
              <a:rPr lang="zh-CN" altLang="en-US" dirty="0"/>
              <a:t>之间命令和命令响应参数的过程。</a:t>
            </a:r>
            <a:r>
              <a:rPr lang="en-US" altLang="zh-CN" dirty="0"/>
              <a:t>TPM</a:t>
            </a:r>
            <a:r>
              <a:rPr lang="zh-CN" altLang="en-US" dirty="0"/>
              <a:t>宿主系统负责维护这些记录，它们可能被存储在内存或者硬盘中。审计人员可以使用</a:t>
            </a:r>
            <a:r>
              <a:rPr lang="en-US" altLang="zh-CN" dirty="0"/>
              <a:t>TPM</a:t>
            </a:r>
            <a:r>
              <a:rPr lang="zh-CN" altLang="en-US" dirty="0"/>
              <a:t>来认证这个记录的完整性（没有被篡改）和真实性（记录的内容确实是</a:t>
            </a:r>
            <a:r>
              <a:rPr lang="en-US" altLang="zh-CN" dirty="0"/>
              <a:t>TPM</a:t>
            </a:r>
            <a:r>
              <a:rPr lang="zh-CN" altLang="en-US" dirty="0"/>
              <a:t>相关的传输记录）。</a:t>
            </a:r>
            <a:endParaRPr lang="en-US" altLang="zh-CN" dirty="0"/>
          </a:p>
          <a:p>
            <a:endParaRPr lang="en-US" altLang="zh-CN" dirty="0"/>
          </a:p>
          <a:p>
            <a:r>
              <a:rPr lang="zh-CN" altLang="en-US" dirty="0"/>
              <a:t>审计的基本原理与使用</a:t>
            </a:r>
            <a:r>
              <a:rPr lang="en-US" altLang="zh-CN" dirty="0"/>
              <a:t>PCR</a:t>
            </a:r>
            <a:r>
              <a:rPr lang="zh-CN" altLang="en-US" dirty="0"/>
              <a:t>认证授权类似。</a:t>
            </a:r>
            <a:r>
              <a:rPr lang="en-US" altLang="zh-CN" dirty="0"/>
              <a:t>TPM</a:t>
            </a:r>
            <a:r>
              <a:rPr lang="zh-CN" altLang="en-US" dirty="0"/>
              <a:t>会将命令和命令响应参数的哈希值</a:t>
            </a:r>
            <a:r>
              <a:rPr lang="zh-CN" altLang="en-US" dirty="0">
                <a:solidFill>
                  <a:srgbClr val="FF0000"/>
                </a:solidFill>
              </a:rPr>
              <a:t>扩展</a:t>
            </a:r>
            <a:r>
              <a:rPr lang="zh-CN" altLang="en-US" dirty="0"/>
              <a:t>到审计摘要中。审计者可以请求一个签过名的审计摘要然后验证签名和证书链。然后审计者就可以遍历本地的审计记录来验证它的完整性。</a:t>
            </a:r>
            <a:endParaRPr lang="en-US" altLang="zh-CN" dirty="0"/>
          </a:p>
          <a:p>
            <a:endParaRPr lang="zh-CN" altLang="en-US" dirty="0"/>
          </a:p>
        </p:txBody>
      </p:sp>
      <p:sp>
        <p:nvSpPr>
          <p:cNvPr id="4" name="灯片编号占位符 3">
            <a:extLst>
              <a:ext uri="{FF2B5EF4-FFF2-40B4-BE49-F238E27FC236}">
                <a16:creationId xmlns:a16="http://schemas.microsoft.com/office/drawing/2014/main" id="{4F07D645-9745-446C-8009-1C98852E41F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a:t>
            </a:fld>
            <a:endParaRPr lang="en-US" altLang="zh-CN"/>
          </a:p>
        </p:txBody>
      </p:sp>
    </p:spTree>
    <p:extLst>
      <p:ext uri="{BB962C8B-B14F-4D97-AF65-F5344CB8AC3E}">
        <p14:creationId xmlns:p14="http://schemas.microsoft.com/office/powerpoint/2010/main" val="39562745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F9C2FE-4870-6C03-0BB3-BA6E57B327C3}"/>
              </a:ext>
            </a:extLst>
          </p:cNvPr>
          <p:cNvSpPr>
            <a:spLocks noGrp="1"/>
          </p:cNvSpPr>
          <p:nvPr>
            <p:ph type="title"/>
          </p:nvPr>
        </p:nvSpPr>
        <p:spPr>
          <a:xfrm>
            <a:off x="55742" y="182562"/>
            <a:ext cx="6964885" cy="639763"/>
          </a:xfrm>
        </p:spPr>
        <p:txBody>
          <a:bodyPr/>
          <a:lstStyle/>
          <a:p>
            <a:r>
              <a:rPr lang="zh-CN" altLang="en-US" dirty="0"/>
              <a:t>应用案例：我正在连接哪一个</a:t>
            </a:r>
            <a:r>
              <a:rPr lang="en-US" altLang="zh-CN" dirty="0"/>
              <a:t>TPM</a:t>
            </a:r>
            <a:r>
              <a:rPr lang="zh-CN" altLang="en-US" dirty="0"/>
              <a:t>？</a:t>
            </a:r>
          </a:p>
        </p:txBody>
      </p:sp>
      <p:sp>
        <p:nvSpPr>
          <p:cNvPr id="3" name="内容占位符 2">
            <a:extLst>
              <a:ext uri="{FF2B5EF4-FFF2-40B4-BE49-F238E27FC236}">
                <a16:creationId xmlns:a16="http://schemas.microsoft.com/office/drawing/2014/main" id="{9B2AA346-9B6E-AC63-B33C-8CDB646FEB59}"/>
              </a:ext>
            </a:extLst>
          </p:cNvPr>
          <p:cNvSpPr>
            <a:spLocks noGrp="1"/>
          </p:cNvSpPr>
          <p:nvPr>
            <p:ph idx="1"/>
          </p:nvPr>
        </p:nvSpPr>
        <p:spPr/>
        <p:txBody>
          <a:bodyPr/>
          <a:lstStyle/>
          <a:p>
            <a:r>
              <a:rPr lang="zh-CN" altLang="en-US" dirty="0"/>
              <a:t>审计人员想要知道</a:t>
            </a:r>
            <a:r>
              <a:rPr lang="en-US" altLang="zh-CN" dirty="0"/>
              <a:t>TPM</a:t>
            </a:r>
            <a:r>
              <a:rPr lang="zh-CN" altLang="en-US" dirty="0"/>
              <a:t>精确的属性：设备生产商，固件版本等等。审计人员可以启动一个审计日志，执行一些</a:t>
            </a:r>
            <a:r>
              <a:rPr lang="en-US" altLang="zh-CN" dirty="0"/>
              <a:t>TPM2_GetCapability</a:t>
            </a:r>
            <a:r>
              <a:rPr lang="zh-CN" altLang="en-US" dirty="0"/>
              <a:t>命令来读取感兴趣的属性，然后通过验证审计日志来确保响应都是合法，涉及到的</a:t>
            </a:r>
            <a:r>
              <a:rPr lang="en-US" altLang="zh-CN" dirty="0"/>
              <a:t>TPM</a:t>
            </a:r>
            <a:r>
              <a:rPr lang="zh-CN" altLang="en-US" dirty="0"/>
              <a:t>命令如下：</a:t>
            </a:r>
            <a:endParaRPr lang="en-US" altLang="zh-CN" dirty="0"/>
          </a:p>
          <a:p>
            <a:endParaRPr lang="zh-CN" altLang="en-US" dirty="0"/>
          </a:p>
          <a:p>
            <a:r>
              <a:rPr lang="en-US" altLang="zh-CN" dirty="0" err="1"/>
              <a:t>TPM_StartAuthSession</a:t>
            </a:r>
            <a:r>
              <a:rPr lang="zh-CN" altLang="en-US" dirty="0"/>
              <a:t>：启动一个用于审计的会话。</a:t>
            </a:r>
          </a:p>
          <a:p>
            <a:r>
              <a:rPr lang="en-US" altLang="zh-CN" dirty="0"/>
              <a:t>TPM2_GetCapability</a:t>
            </a:r>
            <a:r>
              <a:rPr lang="zh-CN" altLang="en-US" dirty="0"/>
              <a:t>：设定审计属性，然后读取设备厂商和固件版本信息，并将结果记录到日志中。</a:t>
            </a:r>
          </a:p>
          <a:p>
            <a:r>
              <a:rPr lang="en-US" altLang="zh-CN" dirty="0"/>
              <a:t>TPM2_GetSessionAuditDigest</a:t>
            </a:r>
            <a:r>
              <a:rPr lang="zh-CN" altLang="en-US" dirty="0"/>
              <a:t>：获取一个日志摘要的签名，审计人员使用该签名验证包含</a:t>
            </a:r>
            <a:r>
              <a:rPr lang="en-US" altLang="zh-CN" dirty="0"/>
              <a:t>TPM</a:t>
            </a:r>
            <a:r>
              <a:rPr lang="zh-CN" altLang="en-US" dirty="0"/>
              <a:t>属性的日志没有被篡改。</a:t>
            </a:r>
          </a:p>
          <a:p>
            <a:pPr marL="0" indent="0">
              <a:buNone/>
            </a:pPr>
            <a:endParaRPr lang="zh-CN" altLang="en-US" dirty="0"/>
          </a:p>
        </p:txBody>
      </p:sp>
      <p:sp>
        <p:nvSpPr>
          <p:cNvPr id="4" name="灯片编号占位符 3">
            <a:extLst>
              <a:ext uri="{FF2B5EF4-FFF2-40B4-BE49-F238E27FC236}">
                <a16:creationId xmlns:a16="http://schemas.microsoft.com/office/drawing/2014/main" id="{7B0B29E0-35BB-AD1C-7853-509CF0C6F18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a:t>
            </a:fld>
            <a:endParaRPr lang="en-US" altLang="zh-CN"/>
          </a:p>
        </p:txBody>
      </p:sp>
    </p:spTree>
    <p:extLst>
      <p:ext uri="{BB962C8B-B14F-4D97-AF65-F5344CB8AC3E}">
        <p14:creationId xmlns:p14="http://schemas.microsoft.com/office/powerpoint/2010/main" val="36767548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11361E-AE5B-2975-BE77-D1430431B38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FBF2060-01DB-0740-46B9-B4A9E925B2E3}"/>
              </a:ext>
            </a:extLst>
          </p:cNvPr>
          <p:cNvSpPr>
            <a:spLocks noGrp="1"/>
          </p:cNvSpPr>
          <p:nvPr>
            <p:ph idx="1"/>
          </p:nvPr>
        </p:nvSpPr>
        <p:spPr/>
        <p:txBody>
          <a:bodyPr/>
          <a:lstStyle/>
          <a:p>
            <a:r>
              <a:rPr lang="en-US" altLang="zh-CN" dirty="0"/>
              <a:t>TPM2_StartAuthSession</a:t>
            </a:r>
            <a:r>
              <a:rPr lang="zh-CN" altLang="en-US" dirty="0"/>
              <a:t>用于启动一个可以用于审计的会话。</a:t>
            </a:r>
          </a:p>
          <a:p>
            <a:r>
              <a:rPr lang="en-US" altLang="zh-CN" dirty="0"/>
              <a:t>TPM2_GetSessionAuditDigest</a:t>
            </a:r>
            <a:r>
              <a:rPr lang="zh-CN" altLang="en-US" dirty="0"/>
              <a:t>能够返回会话的审计记录的哈希值，还有一个可选的针对这个哈希值的签名。</a:t>
            </a:r>
          </a:p>
          <a:p>
            <a:r>
              <a:rPr lang="en-US" altLang="zh-CN" dirty="0"/>
              <a:t>TPM2_GetCommandAuditDigest</a:t>
            </a:r>
            <a:r>
              <a:rPr lang="zh-CN" altLang="en-US" dirty="0"/>
              <a:t>能够返回命令的审计记录的哈希值，还有一个可选的针对这个哈希值的签名。</a:t>
            </a:r>
          </a:p>
          <a:p>
            <a:r>
              <a:rPr lang="en-US" altLang="zh-CN" dirty="0"/>
              <a:t>TPM2_SetCommandCodeAuditStatus</a:t>
            </a:r>
            <a:r>
              <a:rPr lang="zh-CN" altLang="en-US" dirty="0"/>
              <a:t>决定了审计摘要中包含了哪些命令。</a:t>
            </a:r>
          </a:p>
        </p:txBody>
      </p:sp>
      <p:sp>
        <p:nvSpPr>
          <p:cNvPr id="4" name="灯片编号占位符 3">
            <a:extLst>
              <a:ext uri="{FF2B5EF4-FFF2-40B4-BE49-F238E27FC236}">
                <a16:creationId xmlns:a16="http://schemas.microsoft.com/office/drawing/2014/main" id="{C1DF0F02-0907-3DCD-71F1-0126FA779F2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4</a:t>
            </a:fld>
            <a:endParaRPr lang="en-US" altLang="zh-CN"/>
          </a:p>
        </p:txBody>
      </p:sp>
    </p:spTree>
    <p:extLst>
      <p:ext uri="{BB962C8B-B14F-4D97-AF65-F5344CB8AC3E}">
        <p14:creationId xmlns:p14="http://schemas.microsoft.com/office/powerpoint/2010/main" val="30902152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6648EC-20CD-C9EF-F683-A9B5F37DD010}"/>
              </a:ext>
            </a:extLst>
          </p:cNvPr>
          <p:cNvSpPr>
            <a:spLocks noGrp="1"/>
          </p:cNvSpPr>
          <p:nvPr>
            <p:ph type="title"/>
          </p:nvPr>
        </p:nvSpPr>
        <p:spPr/>
        <p:txBody>
          <a:bodyPr/>
          <a:lstStyle/>
          <a:p>
            <a:r>
              <a:rPr lang="zh-CN" altLang="en-US" dirty="0"/>
              <a:t>审计类型</a:t>
            </a:r>
          </a:p>
        </p:txBody>
      </p:sp>
      <p:sp>
        <p:nvSpPr>
          <p:cNvPr id="3" name="内容占位符 2">
            <a:extLst>
              <a:ext uri="{FF2B5EF4-FFF2-40B4-BE49-F238E27FC236}">
                <a16:creationId xmlns:a16="http://schemas.microsoft.com/office/drawing/2014/main" id="{D2322260-C194-8D16-3EC9-7436CF46EAFF}"/>
              </a:ext>
            </a:extLst>
          </p:cNvPr>
          <p:cNvSpPr>
            <a:spLocks noGrp="1"/>
          </p:cNvSpPr>
          <p:nvPr>
            <p:ph idx="1"/>
          </p:nvPr>
        </p:nvSpPr>
        <p:spPr/>
        <p:txBody>
          <a:bodyPr/>
          <a:lstStyle/>
          <a:p>
            <a:pPr marL="0" indent="0">
              <a:buNone/>
            </a:pPr>
            <a:r>
              <a:rPr lang="en-US" altLang="zh-CN" dirty="0">
                <a:solidFill>
                  <a:srgbClr val="FF0000"/>
                </a:solidFill>
              </a:rPr>
              <a:t>TPM</a:t>
            </a:r>
            <a:r>
              <a:rPr lang="zh-CN" altLang="en-US" dirty="0">
                <a:solidFill>
                  <a:srgbClr val="FF0000"/>
                </a:solidFill>
              </a:rPr>
              <a:t>软件库支持两种类型的审计：命令审计和会话审计。</a:t>
            </a:r>
            <a:endParaRPr lang="en-US" altLang="zh-CN" dirty="0">
              <a:solidFill>
                <a:srgbClr val="FF0000"/>
              </a:solidFill>
            </a:endParaRPr>
          </a:p>
          <a:p>
            <a:r>
              <a:rPr lang="zh-CN" altLang="en-US" dirty="0"/>
              <a:t>首先，命令审计是针对一个命令的操作。大多数的命令都包含这样一个属性，当设置这个属性时就表明</a:t>
            </a:r>
            <a:r>
              <a:rPr lang="en-US" altLang="zh-CN" dirty="0"/>
              <a:t>TPM</a:t>
            </a:r>
            <a:r>
              <a:rPr lang="zh-CN" altLang="en-US" dirty="0"/>
              <a:t>应该审计所有这个命令的实例。</a:t>
            </a:r>
            <a:r>
              <a:rPr lang="en-US" altLang="zh-CN" dirty="0"/>
              <a:t>TPM</a:t>
            </a:r>
            <a:r>
              <a:rPr lang="zh-CN" altLang="en-US" dirty="0"/>
              <a:t>有一个全局设备范围内的审计摘要，审计人员都可以请求针对这个摘要的签名。</a:t>
            </a:r>
          </a:p>
          <a:p>
            <a:endParaRPr lang="zh-CN" altLang="en-US" dirty="0"/>
          </a:p>
          <a:p>
            <a:r>
              <a:rPr lang="zh-CN" altLang="en-US" dirty="0"/>
              <a:t>其次，命令审计在</a:t>
            </a:r>
            <a:r>
              <a:rPr lang="en-US" altLang="zh-CN" dirty="0"/>
              <a:t>PC</a:t>
            </a:r>
            <a:r>
              <a:rPr lang="zh-CN" altLang="en-US" dirty="0"/>
              <a:t>客户端</a:t>
            </a:r>
            <a:r>
              <a:rPr lang="en-US" altLang="zh-CN" dirty="0"/>
              <a:t>TPM</a:t>
            </a:r>
            <a:r>
              <a:rPr lang="zh-CN" altLang="en-US" dirty="0"/>
              <a:t>规范中是可选的。在</a:t>
            </a:r>
            <a:r>
              <a:rPr lang="en-US" altLang="zh-CN" dirty="0"/>
              <a:t>TPM1.2</a:t>
            </a:r>
            <a:r>
              <a:rPr lang="zh-CN" altLang="en-US" dirty="0"/>
              <a:t>中，为了降低开发和测试开销，设备生产商通常会忽略可选的命令。因此，硬件</a:t>
            </a:r>
            <a:r>
              <a:rPr lang="en-US" altLang="zh-CN" dirty="0"/>
              <a:t>TPM1.2</a:t>
            </a:r>
            <a:r>
              <a:rPr lang="zh-CN" altLang="en-US" dirty="0"/>
              <a:t>都没有实现命令审计。所以，上层应用软件也不能假设</a:t>
            </a:r>
            <a:r>
              <a:rPr lang="en-US" altLang="zh-CN" dirty="0"/>
              <a:t>TPM2.0</a:t>
            </a:r>
            <a:r>
              <a:rPr lang="zh-CN" altLang="en-US" dirty="0"/>
              <a:t>设备实现了命令审计。</a:t>
            </a:r>
          </a:p>
        </p:txBody>
      </p:sp>
      <p:sp>
        <p:nvSpPr>
          <p:cNvPr id="4" name="灯片编号占位符 3">
            <a:extLst>
              <a:ext uri="{FF2B5EF4-FFF2-40B4-BE49-F238E27FC236}">
                <a16:creationId xmlns:a16="http://schemas.microsoft.com/office/drawing/2014/main" id="{1D82B465-1CE3-6A1A-52AA-E4E8CCD64E8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5</a:t>
            </a:fld>
            <a:endParaRPr lang="en-US" altLang="zh-CN"/>
          </a:p>
        </p:txBody>
      </p:sp>
    </p:spTree>
    <p:extLst>
      <p:ext uri="{BB962C8B-B14F-4D97-AF65-F5344CB8AC3E}">
        <p14:creationId xmlns:p14="http://schemas.microsoft.com/office/powerpoint/2010/main" val="24616778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10CF73-1010-3DD4-1DCF-E219D72A2DC3}"/>
              </a:ext>
            </a:extLst>
          </p:cNvPr>
          <p:cNvSpPr>
            <a:spLocks noGrp="1"/>
          </p:cNvSpPr>
          <p:nvPr>
            <p:ph type="title"/>
          </p:nvPr>
        </p:nvSpPr>
        <p:spPr/>
        <p:txBody>
          <a:bodyPr/>
          <a:lstStyle/>
          <a:p>
            <a:r>
              <a:rPr lang="zh-CN" altLang="en-US" dirty="0"/>
              <a:t>命令审计案例</a:t>
            </a:r>
          </a:p>
        </p:txBody>
      </p:sp>
      <p:sp>
        <p:nvSpPr>
          <p:cNvPr id="3" name="内容占位符 2">
            <a:extLst>
              <a:ext uri="{FF2B5EF4-FFF2-40B4-BE49-F238E27FC236}">
                <a16:creationId xmlns:a16="http://schemas.microsoft.com/office/drawing/2014/main" id="{103DD156-78A5-0463-C9C8-08E73942FC90}"/>
              </a:ext>
            </a:extLst>
          </p:cNvPr>
          <p:cNvSpPr>
            <a:spLocks noGrp="1"/>
          </p:cNvSpPr>
          <p:nvPr>
            <p:ph idx="1"/>
          </p:nvPr>
        </p:nvSpPr>
        <p:spPr/>
        <p:txBody>
          <a:bodyPr/>
          <a:lstStyle/>
          <a:p>
            <a:r>
              <a:rPr lang="zh-CN" altLang="en-US" dirty="0"/>
              <a:t>一个</a:t>
            </a:r>
            <a:r>
              <a:rPr lang="en-US" altLang="zh-CN" dirty="0"/>
              <a:t>TPM</a:t>
            </a:r>
            <a:r>
              <a:rPr lang="zh-CN" altLang="en-US" dirty="0"/>
              <a:t>可以被用作一个证书授权机构（</a:t>
            </a:r>
            <a:r>
              <a:rPr lang="en-US" altLang="zh-CN" dirty="0"/>
              <a:t>CA</a:t>
            </a:r>
            <a:r>
              <a:rPr lang="zh-CN" altLang="en-US" dirty="0"/>
              <a:t>）。作为一个硬件安全模块，</a:t>
            </a:r>
            <a:r>
              <a:rPr lang="en-US" altLang="zh-CN" dirty="0"/>
              <a:t>TPM</a:t>
            </a:r>
            <a:r>
              <a:rPr lang="zh-CN" altLang="en-US" dirty="0"/>
              <a:t>对私钥的保护远远好于基于软件的保护方案。一个</a:t>
            </a:r>
            <a:r>
              <a:rPr lang="en-US" altLang="zh-CN" dirty="0"/>
              <a:t>CA</a:t>
            </a:r>
            <a:r>
              <a:rPr lang="zh-CN" altLang="en-US" dirty="0"/>
              <a:t>可能想要一个所有它签过名的证书的列表。通过设定</a:t>
            </a:r>
            <a:r>
              <a:rPr lang="en-US" altLang="zh-CN" dirty="0"/>
              <a:t>TPM2_Sign</a:t>
            </a:r>
            <a:r>
              <a:rPr lang="zh-CN" altLang="en-US" dirty="0"/>
              <a:t>命令的属性，审计师可以验证签名列表并及检测任何非法修改。涉及的</a:t>
            </a:r>
            <a:r>
              <a:rPr lang="en-US" altLang="zh-CN" dirty="0"/>
              <a:t>TPM</a:t>
            </a:r>
            <a:r>
              <a:rPr lang="zh-CN" altLang="en-US" dirty="0"/>
              <a:t>命令如下：</a:t>
            </a:r>
          </a:p>
          <a:p>
            <a:r>
              <a:rPr lang="en-US" altLang="zh-CN" dirty="0"/>
              <a:t>TPM2_SetCommandCodeAuditStatus</a:t>
            </a:r>
            <a:r>
              <a:rPr lang="zh-CN" altLang="en-US" dirty="0"/>
              <a:t>：让</a:t>
            </a:r>
            <a:r>
              <a:rPr lang="en-US" altLang="zh-CN" dirty="0"/>
              <a:t>TPM2_Sign</a:t>
            </a:r>
            <a:r>
              <a:rPr lang="zh-CN" altLang="en-US" dirty="0"/>
              <a:t>被审计。</a:t>
            </a:r>
          </a:p>
          <a:p>
            <a:r>
              <a:rPr lang="en-US" altLang="zh-CN" dirty="0"/>
              <a:t>TPM2_Sign</a:t>
            </a:r>
            <a:r>
              <a:rPr lang="zh-CN" altLang="en-US" dirty="0"/>
              <a:t>：将</a:t>
            </a:r>
            <a:r>
              <a:rPr lang="en-US" altLang="zh-CN" dirty="0"/>
              <a:t>TPM</a:t>
            </a:r>
            <a:r>
              <a:rPr lang="zh-CN" altLang="en-US" dirty="0"/>
              <a:t>作为</a:t>
            </a:r>
            <a:r>
              <a:rPr lang="en-US" altLang="zh-CN" dirty="0"/>
              <a:t>CA</a:t>
            </a:r>
            <a:r>
              <a:rPr lang="zh-CN" altLang="en-US" dirty="0"/>
              <a:t>来对证书签名。调用者负责保存审计的记录结果。</a:t>
            </a:r>
          </a:p>
          <a:p>
            <a:r>
              <a:rPr lang="en-US" altLang="zh-CN" dirty="0"/>
              <a:t>TPM2_GetCommandAuditDigest</a:t>
            </a:r>
            <a:r>
              <a:rPr lang="zh-CN" altLang="en-US" dirty="0"/>
              <a:t>：获取一个针对审计摘要的签名，摘要包含证书的哈希。</a:t>
            </a:r>
          </a:p>
          <a:p>
            <a:pPr marL="0" indent="0">
              <a:buNone/>
            </a:pPr>
            <a:endParaRPr lang="zh-CN" altLang="en-US" dirty="0"/>
          </a:p>
        </p:txBody>
      </p:sp>
      <p:sp>
        <p:nvSpPr>
          <p:cNvPr id="4" name="灯片编号占位符 3">
            <a:extLst>
              <a:ext uri="{FF2B5EF4-FFF2-40B4-BE49-F238E27FC236}">
                <a16:creationId xmlns:a16="http://schemas.microsoft.com/office/drawing/2014/main" id="{A4D99B1D-DA5E-6435-8BF3-65370E411D3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6</a:t>
            </a:fld>
            <a:endParaRPr lang="en-US" altLang="zh-CN"/>
          </a:p>
        </p:txBody>
      </p:sp>
    </p:spTree>
    <p:extLst>
      <p:ext uri="{BB962C8B-B14F-4D97-AF65-F5344CB8AC3E}">
        <p14:creationId xmlns:p14="http://schemas.microsoft.com/office/powerpoint/2010/main" val="13897551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E050F2-BD02-EBB6-4B81-24F1ED7BAA88}"/>
              </a:ext>
            </a:extLst>
          </p:cNvPr>
          <p:cNvSpPr>
            <a:spLocks noGrp="1"/>
          </p:cNvSpPr>
          <p:nvPr>
            <p:ph type="title"/>
          </p:nvPr>
        </p:nvSpPr>
        <p:spPr/>
        <p:txBody>
          <a:bodyPr/>
          <a:lstStyle/>
          <a:p>
            <a:r>
              <a:rPr lang="zh-CN" altLang="en-US" dirty="0"/>
              <a:t>会话审计</a:t>
            </a:r>
          </a:p>
        </p:txBody>
      </p:sp>
      <p:sp>
        <p:nvSpPr>
          <p:cNvPr id="3" name="内容占位符 2">
            <a:extLst>
              <a:ext uri="{FF2B5EF4-FFF2-40B4-BE49-F238E27FC236}">
                <a16:creationId xmlns:a16="http://schemas.microsoft.com/office/drawing/2014/main" id="{8FE28122-FFB0-0721-86E4-89504E3FF3E4}"/>
              </a:ext>
            </a:extLst>
          </p:cNvPr>
          <p:cNvSpPr>
            <a:spLocks noGrp="1"/>
          </p:cNvSpPr>
          <p:nvPr>
            <p:ph idx="1"/>
          </p:nvPr>
        </p:nvSpPr>
        <p:spPr/>
        <p:txBody>
          <a:bodyPr/>
          <a:lstStyle/>
          <a:p>
            <a:r>
              <a:rPr lang="en-US" altLang="zh-CN" dirty="0"/>
              <a:t>TPM</a:t>
            </a:r>
            <a:r>
              <a:rPr lang="zh-CN" altLang="en-US" dirty="0"/>
              <a:t>软件库支持两种类型的审计：命令审计和会话审计。</a:t>
            </a:r>
            <a:endParaRPr lang="en-US" altLang="zh-CN" dirty="0"/>
          </a:p>
          <a:p>
            <a:r>
              <a:rPr lang="zh-CN" altLang="en-US" dirty="0"/>
              <a:t>首先，命令审计是针对一个命令的操作。大多数的命令都包含这样一个属性，当设置这个属性时就表明</a:t>
            </a:r>
            <a:r>
              <a:rPr lang="en-US" altLang="zh-CN" dirty="0"/>
              <a:t>TPM</a:t>
            </a:r>
            <a:r>
              <a:rPr lang="zh-CN" altLang="en-US" dirty="0"/>
              <a:t>应该审计所有这个命令的实例。</a:t>
            </a:r>
            <a:r>
              <a:rPr lang="en-US" altLang="zh-CN" dirty="0"/>
              <a:t>TPM</a:t>
            </a:r>
            <a:r>
              <a:rPr lang="zh-CN" altLang="en-US" dirty="0"/>
              <a:t>有一个全局的，设备范围内的审计摘要，一个审计师可以请求针对这个摘要的签名。</a:t>
            </a:r>
          </a:p>
          <a:p>
            <a:endParaRPr lang="zh-CN" altLang="en-US" dirty="0"/>
          </a:p>
          <a:p>
            <a:r>
              <a:rPr lang="zh-CN" altLang="en-US" dirty="0"/>
              <a:t>其次，命令审计在</a:t>
            </a:r>
            <a:r>
              <a:rPr lang="en-US" altLang="zh-CN" dirty="0"/>
              <a:t>PC</a:t>
            </a:r>
            <a:r>
              <a:rPr lang="zh-CN" altLang="en-US" dirty="0"/>
              <a:t>客户端</a:t>
            </a:r>
            <a:r>
              <a:rPr lang="en-US" altLang="zh-CN" dirty="0"/>
              <a:t>TPM</a:t>
            </a:r>
            <a:r>
              <a:rPr lang="zh-CN" altLang="en-US" dirty="0"/>
              <a:t>规范中是可选的。在</a:t>
            </a:r>
            <a:r>
              <a:rPr lang="en-US" altLang="zh-CN" dirty="0"/>
              <a:t>TPM1.2</a:t>
            </a:r>
            <a:r>
              <a:rPr lang="zh-CN" altLang="en-US" dirty="0"/>
              <a:t>中，为了降低开发和测试开销，设备生产商通常会忽略可选的命令。因此，硬件</a:t>
            </a:r>
            <a:r>
              <a:rPr lang="en-US" altLang="zh-CN" dirty="0"/>
              <a:t>TPM1.2</a:t>
            </a:r>
            <a:r>
              <a:rPr lang="zh-CN" altLang="en-US" dirty="0"/>
              <a:t>都没有实现命令审计。软件也不能假设</a:t>
            </a:r>
            <a:r>
              <a:rPr lang="en-US" altLang="zh-CN" dirty="0"/>
              <a:t>TPM2.0</a:t>
            </a:r>
            <a:r>
              <a:rPr lang="zh-CN" altLang="en-US" dirty="0"/>
              <a:t>设备实现了命令审计。</a:t>
            </a:r>
          </a:p>
        </p:txBody>
      </p:sp>
      <p:sp>
        <p:nvSpPr>
          <p:cNvPr id="4" name="灯片编号占位符 3">
            <a:extLst>
              <a:ext uri="{FF2B5EF4-FFF2-40B4-BE49-F238E27FC236}">
                <a16:creationId xmlns:a16="http://schemas.microsoft.com/office/drawing/2014/main" id="{D7BCDD03-3E87-3120-F099-A5A2E80D7DF0}"/>
              </a:ext>
            </a:extLst>
          </p:cNvPr>
          <p:cNvSpPr>
            <a:spLocks noGrp="1"/>
          </p:cNvSpPr>
          <p:nvPr>
            <p:ph type="sldNum" sz="quarter" idx="10"/>
          </p:nvPr>
        </p:nvSpPr>
        <p:spPr/>
        <p:txBody>
          <a:bodyPr/>
          <a:lstStyle/>
          <a:p>
            <a:r>
              <a:rPr lang="en-US" altLang="zh-CN"/>
              <a:t>Page </a:t>
            </a:r>
            <a:fld id="{AF655B59-12D5-4828-87B1-F838F673600E}" type="slidenum">
              <a:rPr lang="en-US" altLang="zh-CN" smtClean="0"/>
              <a:pPr/>
              <a:t>7</a:t>
            </a:fld>
            <a:endParaRPr lang="en-US" altLang="zh-CN"/>
          </a:p>
        </p:txBody>
      </p:sp>
    </p:spTree>
    <p:extLst>
      <p:ext uri="{BB962C8B-B14F-4D97-AF65-F5344CB8AC3E}">
        <p14:creationId xmlns:p14="http://schemas.microsoft.com/office/powerpoint/2010/main" val="2570467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377451-7E8D-65F5-E988-8E0A48C61FF1}"/>
              </a:ext>
            </a:extLst>
          </p:cNvPr>
          <p:cNvSpPr>
            <a:spLocks noGrp="1"/>
          </p:cNvSpPr>
          <p:nvPr>
            <p:ph type="title"/>
          </p:nvPr>
        </p:nvSpPr>
        <p:spPr/>
        <p:txBody>
          <a:bodyPr/>
          <a:lstStyle/>
          <a:p>
            <a:r>
              <a:rPr lang="zh-CN" altLang="en-US" dirty="0"/>
              <a:t>会话审计</a:t>
            </a:r>
          </a:p>
        </p:txBody>
      </p:sp>
      <p:sp>
        <p:nvSpPr>
          <p:cNvPr id="3" name="内容占位符 2">
            <a:extLst>
              <a:ext uri="{FF2B5EF4-FFF2-40B4-BE49-F238E27FC236}">
                <a16:creationId xmlns:a16="http://schemas.microsoft.com/office/drawing/2014/main" id="{E92C4011-0267-EA2A-69A9-C3D3741235FF}"/>
              </a:ext>
            </a:extLst>
          </p:cNvPr>
          <p:cNvSpPr>
            <a:spLocks noGrp="1"/>
          </p:cNvSpPr>
          <p:nvPr>
            <p:ph idx="1"/>
          </p:nvPr>
        </p:nvSpPr>
        <p:spPr/>
        <p:txBody>
          <a:bodyPr/>
          <a:lstStyle/>
          <a:p>
            <a:r>
              <a:rPr lang="zh-CN" altLang="en-US" dirty="0"/>
              <a:t>会话审计是</a:t>
            </a:r>
            <a:r>
              <a:rPr lang="en-US" altLang="zh-CN" dirty="0"/>
              <a:t>TPM2.0</a:t>
            </a:r>
            <a:r>
              <a:rPr lang="zh-CN" altLang="en-US" dirty="0"/>
              <a:t>的新功能。这个功能在</a:t>
            </a:r>
            <a:r>
              <a:rPr lang="en-US" altLang="zh-CN" dirty="0"/>
              <a:t>PC</a:t>
            </a:r>
            <a:r>
              <a:rPr lang="zh-CN" altLang="en-US" dirty="0"/>
              <a:t>平台规范中是强制性的。因此，这个功能是广泛可用的。</a:t>
            </a:r>
          </a:p>
          <a:p>
            <a:endParaRPr lang="zh-CN" altLang="en-US" dirty="0"/>
          </a:p>
          <a:p>
            <a:r>
              <a:rPr lang="zh-CN" altLang="en-US" dirty="0"/>
              <a:t>就像名字显示的一样，会话审计提供针对一个会话的审计摘要。一个授权会话可以额外作为一个审计会话，只需要简单地配置会话的</a:t>
            </a:r>
            <a:r>
              <a:rPr lang="en-US" altLang="zh-CN" dirty="0"/>
              <a:t>audit</a:t>
            </a:r>
            <a:r>
              <a:rPr lang="zh-CN" altLang="en-US" dirty="0"/>
              <a:t>属性即可。一个会话在启动时并不是一个审计会话，而是在</a:t>
            </a:r>
            <a:r>
              <a:rPr lang="en-US" altLang="zh-CN" dirty="0"/>
              <a:t>audit</a:t>
            </a:r>
            <a:r>
              <a:rPr lang="zh-CN" altLang="en-US" dirty="0"/>
              <a:t>属性设置之后变成一个审计会话。对于那些不需要授权的命令，或者想要将审计和授权解耦时，这个审计会话可以是一个功能单一的会话。</a:t>
            </a:r>
          </a:p>
        </p:txBody>
      </p:sp>
      <p:sp>
        <p:nvSpPr>
          <p:cNvPr id="4" name="灯片编号占位符 3">
            <a:extLst>
              <a:ext uri="{FF2B5EF4-FFF2-40B4-BE49-F238E27FC236}">
                <a16:creationId xmlns:a16="http://schemas.microsoft.com/office/drawing/2014/main" id="{4DD29F03-E6D2-C7AB-11F3-48B0C8BAA6AF}"/>
              </a:ext>
            </a:extLst>
          </p:cNvPr>
          <p:cNvSpPr>
            <a:spLocks noGrp="1"/>
          </p:cNvSpPr>
          <p:nvPr>
            <p:ph type="sldNum" sz="quarter" idx="10"/>
          </p:nvPr>
        </p:nvSpPr>
        <p:spPr/>
        <p:txBody>
          <a:bodyPr/>
          <a:lstStyle/>
          <a:p>
            <a:r>
              <a:rPr lang="en-US" altLang="zh-CN"/>
              <a:t>Page </a:t>
            </a:r>
            <a:fld id="{AF655B59-12D5-4828-87B1-F838F673600E}" type="slidenum">
              <a:rPr lang="en-US" altLang="zh-CN" smtClean="0"/>
              <a:pPr/>
              <a:t>8</a:t>
            </a:fld>
            <a:endParaRPr lang="en-US" altLang="zh-CN"/>
          </a:p>
        </p:txBody>
      </p:sp>
    </p:spTree>
    <p:extLst>
      <p:ext uri="{BB962C8B-B14F-4D97-AF65-F5344CB8AC3E}">
        <p14:creationId xmlns:p14="http://schemas.microsoft.com/office/powerpoint/2010/main" val="36328226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478ADA-2433-9D47-BB53-9DEB5D4B47DE}"/>
              </a:ext>
            </a:extLst>
          </p:cNvPr>
          <p:cNvSpPr>
            <a:spLocks noGrp="1"/>
          </p:cNvSpPr>
          <p:nvPr>
            <p:ph type="title"/>
          </p:nvPr>
        </p:nvSpPr>
        <p:spPr/>
        <p:txBody>
          <a:bodyPr/>
          <a:lstStyle/>
          <a:p>
            <a:r>
              <a:rPr lang="zh-CN" altLang="en-US" dirty="0"/>
              <a:t>审计日志</a:t>
            </a:r>
          </a:p>
        </p:txBody>
      </p:sp>
      <p:sp>
        <p:nvSpPr>
          <p:cNvPr id="3" name="内容占位符 2">
            <a:extLst>
              <a:ext uri="{FF2B5EF4-FFF2-40B4-BE49-F238E27FC236}">
                <a16:creationId xmlns:a16="http://schemas.microsoft.com/office/drawing/2014/main" id="{5E6A16E5-BFA3-DB8D-D88D-23BD5699DF6D}"/>
              </a:ext>
            </a:extLst>
          </p:cNvPr>
          <p:cNvSpPr>
            <a:spLocks noGrp="1"/>
          </p:cNvSpPr>
          <p:nvPr>
            <p:ph idx="1"/>
          </p:nvPr>
        </p:nvSpPr>
        <p:spPr/>
        <p:txBody>
          <a:bodyPr/>
          <a:lstStyle/>
          <a:p>
            <a:r>
              <a:rPr lang="zh-CN" altLang="en-US" dirty="0"/>
              <a:t>命令和命令响应参数的哈希值将被记录到宿主系统上，并且审计人员可以验证经过签名的记录。具体步骤如下：</a:t>
            </a:r>
            <a:endParaRPr lang="en-US" altLang="zh-CN" dirty="0"/>
          </a:p>
          <a:p>
            <a:r>
              <a:rPr lang="en-US" altLang="zh-CN" dirty="0"/>
              <a:t>1. </a:t>
            </a:r>
            <a:r>
              <a:rPr lang="zh-CN" altLang="en-US" dirty="0"/>
              <a:t>审计师首先从命令执行时存储在宿主机上的审计记录中，提取出一组命令和命令响应参数。然后计算这些参数的哈希值。命令参数和命令响应参数用于审计的哈希计算与用于授权的计算方式相同。首先将参数序列化成字节流，然后针对这个字节流做哈希。</a:t>
            </a:r>
          </a:p>
          <a:p>
            <a:r>
              <a:rPr lang="en-US" altLang="zh-CN" dirty="0"/>
              <a:t>2. </a:t>
            </a:r>
            <a:r>
              <a:rPr lang="zh-CN" altLang="en-US" dirty="0"/>
              <a:t>审计者执行与扩展等价的操作，将第</a:t>
            </a:r>
            <a:r>
              <a:rPr lang="en-US" altLang="zh-CN" dirty="0"/>
              <a:t>1</a:t>
            </a:r>
            <a:r>
              <a:rPr lang="zh-CN" altLang="en-US" dirty="0"/>
              <a:t>步中每个命令和命令响应参数的哈希值扩展到审计摘要中。</a:t>
            </a:r>
          </a:p>
          <a:p>
            <a:r>
              <a:rPr lang="en-US" altLang="zh-CN" dirty="0"/>
              <a:t>3. </a:t>
            </a:r>
            <a:r>
              <a:rPr lang="zh-CN" altLang="en-US" dirty="0"/>
              <a:t>验证数字签名。审计者计算出的审计摘要通过</a:t>
            </a:r>
            <a:r>
              <a:rPr lang="en-US" altLang="zh-CN" dirty="0"/>
              <a:t>TPM</a:t>
            </a:r>
            <a:r>
              <a:rPr lang="zh-CN" altLang="en-US" dirty="0"/>
              <a:t>签名和一个公钥来验证。</a:t>
            </a:r>
          </a:p>
          <a:p>
            <a:r>
              <a:rPr lang="en-US" altLang="zh-CN" dirty="0"/>
              <a:t>4. </a:t>
            </a:r>
            <a:r>
              <a:rPr lang="zh-CN" altLang="en-US" dirty="0"/>
              <a:t>审计者遍历证书链直到一个可信的根证书，从而建立公钥的可信链。</a:t>
            </a:r>
          </a:p>
        </p:txBody>
      </p:sp>
      <p:sp>
        <p:nvSpPr>
          <p:cNvPr id="4" name="灯片编号占位符 3">
            <a:extLst>
              <a:ext uri="{FF2B5EF4-FFF2-40B4-BE49-F238E27FC236}">
                <a16:creationId xmlns:a16="http://schemas.microsoft.com/office/drawing/2014/main" id="{797F9AF2-2B0B-E646-DA9D-712CF6A5178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9</a:t>
            </a:fld>
            <a:endParaRPr lang="en-US" altLang="zh-CN"/>
          </a:p>
        </p:txBody>
      </p:sp>
    </p:spTree>
    <p:extLst>
      <p:ext uri="{BB962C8B-B14F-4D97-AF65-F5344CB8AC3E}">
        <p14:creationId xmlns:p14="http://schemas.microsoft.com/office/powerpoint/2010/main" val="38863554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6A57D-A612-20BC-BC82-227568BC123F}"/>
              </a:ext>
            </a:extLst>
          </p:cNvPr>
          <p:cNvSpPr>
            <a:spLocks noGrp="1"/>
          </p:cNvSpPr>
          <p:nvPr>
            <p:ph type="title"/>
          </p:nvPr>
        </p:nvSpPr>
        <p:spPr/>
        <p:txBody>
          <a:bodyPr/>
          <a:lstStyle/>
          <a:p>
            <a:r>
              <a:rPr lang="zh-CN" altLang="en-US" dirty="0"/>
              <a:t>审计日志案例</a:t>
            </a:r>
          </a:p>
        </p:txBody>
      </p:sp>
      <p:sp>
        <p:nvSpPr>
          <p:cNvPr id="3" name="内容占位符 2">
            <a:extLst>
              <a:ext uri="{FF2B5EF4-FFF2-40B4-BE49-F238E27FC236}">
                <a16:creationId xmlns:a16="http://schemas.microsoft.com/office/drawing/2014/main" id="{D6706AD5-941F-2B54-089A-598095DD111D}"/>
              </a:ext>
            </a:extLst>
          </p:cNvPr>
          <p:cNvSpPr>
            <a:spLocks noGrp="1"/>
          </p:cNvSpPr>
          <p:nvPr>
            <p:ph idx="1"/>
          </p:nvPr>
        </p:nvSpPr>
        <p:spPr/>
        <p:txBody>
          <a:bodyPr/>
          <a:lstStyle/>
          <a:p>
            <a:r>
              <a:rPr lang="en-US" altLang="zh-CN" dirty="0"/>
              <a:t>TPM</a:t>
            </a:r>
            <a:r>
              <a:rPr lang="zh-CN" altLang="en-US" dirty="0"/>
              <a:t>的审计功能除了可以审计</a:t>
            </a:r>
            <a:r>
              <a:rPr lang="en-US" altLang="zh-CN" dirty="0"/>
              <a:t>TPM</a:t>
            </a:r>
            <a:r>
              <a:rPr lang="zh-CN" altLang="en-US" dirty="0"/>
              <a:t>函数外，还可以用于保护一个应用的审计记录。应用创建一个</a:t>
            </a:r>
            <a:r>
              <a:rPr lang="en-US" altLang="zh-CN" dirty="0"/>
              <a:t>NV</a:t>
            </a:r>
            <a:r>
              <a:rPr lang="zh-CN" altLang="en-US" dirty="0"/>
              <a:t>扩展索引来记录它的相关事件。每次应用记录一个事件时，它首先将事件扩展到</a:t>
            </a:r>
            <a:r>
              <a:rPr lang="en-US" altLang="zh-CN" dirty="0"/>
              <a:t>NV</a:t>
            </a:r>
            <a:r>
              <a:rPr lang="zh-CN" altLang="en-US" dirty="0"/>
              <a:t>索引中。之后，应用可以获得一个</a:t>
            </a:r>
            <a:r>
              <a:rPr lang="en-US" altLang="zh-CN" dirty="0"/>
              <a:t>NV</a:t>
            </a:r>
            <a:r>
              <a:rPr lang="zh-CN" altLang="en-US" dirty="0"/>
              <a:t>索引数据的签名，并且可以用这个签名验证事件记录没有被篡改。涉及到的</a:t>
            </a:r>
            <a:r>
              <a:rPr lang="en-US" altLang="zh-CN" dirty="0"/>
              <a:t>TPM</a:t>
            </a:r>
            <a:r>
              <a:rPr lang="zh-CN" altLang="en-US" dirty="0"/>
              <a:t>命令如下：</a:t>
            </a:r>
          </a:p>
          <a:p>
            <a:r>
              <a:rPr lang="en-US" altLang="zh-CN" dirty="0"/>
              <a:t>TPM2_NV_DefineSpace</a:t>
            </a:r>
            <a:r>
              <a:rPr lang="zh-CN" altLang="en-US" dirty="0"/>
              <a:t>：创建一个混合扩展索引。</a:t>
            </a:r>
          </a:p>
          <a:p>
            <a:r>
              <a:rPr lang="en-US" altLang="zh-CN" dirty="0"/>
              <a:t>TPM2_NV_Extend</a:t>
            </a:r>
            <a:r>
              <a:rPr lang="zh-CN" altLang="en-US" dirty="0"/>
              <a:t>：扩展并记录应用事件。</a:t>
            </a:r>
          </a:p>
          <a:p>
            <a:pPr marL="0" indent="0">
              <a:buNone/>
            </a:pPr>
            <a:r>
              <a:rPr lang="zh-CN" altLang="en-US" dirty="0"/>
              <a:t>当应用需要验证审计日志时：</a:t>
            </a:r>
          </a:p>
          <a:p>
            <a:r>
              <a:rPr lang="en-US" altLang="zh-CN" dirty="0"/>
              <a:t>TPM2_StartAuthSession</a:t>
            </a:r>
            <a:r>
              <a:rPr lang="zh-CN" altLang="en-US" dirty="0"/>
              <a:t>：启动一个审计会话。</a:t>
            </a:r>
          </a:p>
          <a:p>
            <a:r>
              <a:rPr lang="en-US" altLang="zh-CN" dirty="0"/>
              <a:t>TPM2_NV_Read</a:t>
            </a:r>
            <a:r>
              <a:rPr lang="zh-CN" altLang="en-US" dirty="0"/>
              <a:t>：读取事件的摘要。</a:t>
            </a:r>
          </a:p>
          <a:p>
            <a:r>
              <a:rPr lang="en-US" altLang="zh-CN" dirty="0"/>
              <a:t>TPM2_GetSessionAuditDigest</a:t>
            </a:r>
            <a:r>
              <a:rPr lang="zh-CN" altLang="en-US" dirty="0"/>
              <a:t>：获取</a:t>
            </a:r>
            <a:r>
              <a:rPr lang="en-US" altLang="zh-CN" dirty="0"/>
              <a:t>NV</a:t>
            </a:r>
            <a:r>
              <a:rPr lang="zh-CN" altLang="en-US" dirty="0"/>
              <a:t>数据的摘要。</a:t>
            </a:r>
          </a:p>
          <a:p>
            <a:pPr marL="0" indent="0">
              <a:buNone/>
            </a:pPr>
            <a:endParaRPr lang="zh-CN" altLang="en-US" dirty="0"/>
          </a:p>
        </p:txBody>
      </p:sp>
      <p:sp>
        <p:nvSpPr>
          <p:cNvPr id="4" name="灯片编号占位符 3">
            <a:extLst>
              <a:ext uri="{FF2B5EF4-FFF2-40B4-BE49-F238E27FC236}">
                <a16:creationId xmlns:a16="http://schemas.microsoft.com/office/drawing/2014/main" id="{B98F9A54-C666-449D-517A-70B910F8E4D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10</a:t>
            </a:fld>
            <a:endParaRPr lang="en-US" altLang="zh-CN"/>
          </a:p>
        </p:txBody>
      </p:sp>
    </p:spTree>
    <p:extLst>
      <p:ext uri="{BB962C8B-B14F-4D97-AF65-F5344CB8AC3E}">
        <p14:creationId xmlns:p14="http://schemas.microsoft.com/office/powerpoint/2010/main" val="4663509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106BAC-553B-3AE4-4200-E00A053B4350}"/>
              </a:ext>
            </a:extLst>
          </p:cNvPr>
          <p:cNvSpPr>
            <a:spLocks noGrp="1"/>
          </p:cNvSpPr>
          <p:nvPr>
            <p:ph type="title"/>
          </p:nvPr>
        </p:nvSpPr>
        <p:spPr/>
        <p:txBody>
          <a:bodyPr/>
          <a:lstStyle/>
          <a:p>
            <a:r>
              <a:rPr lang="zh-CN" altLang="en-US" dirty="0"/>
              <a:t>审计数据</a:t>
            </a:r>
          </a:p>
        </p:txBody>
      </p:sp>
      <p:sp>
        <p:nvSpPr>
          <p:cNvPr id="3" name="内容占位符 2">
            <a:extLst>
              <a:ext uri="{FF2B5EF4-FFF2-40B4-BE49-F238E27FC236}">
                <a16:creationId xmlns:a16="http://schemas.microsoft.com/office/drawing/2014/main" id="{8882256F-9D42-6BFA-3FDB-0D057B68373F}"/>
              </a:ext>
            </a:extLst>
          </p:cNvPr>
          <p:cNvSpPr>
            <a:spLocks noGrp="1"/>
          </p:cNvSpPr>
          <p:nvPr>
            <p:ph idx="1"/>
          </p:nvPr>
        </p:nvSpPr>
        <p:spPr/>
        <p:txBody>
          <a:bodyPr/>
          <a:lstStyle/>
          <a:p>
            <a:r>
              <a:rPr lang="zh-CN" altLang="en-US" dirty="0"/>
              <a:t>可以通过</a:t>
            </a:r>
            <a:r>
              <a:rPr lang="en-US" altLang="zh-CN" dirty="0"/>
              <a:t>TPM2_GetSessionAuditDigest</a:t>
            </a:r>
            <a:r>
              <a:rPr lang="zh-CN" altLang="en-US" dirty="0"/>
              <a:t>命令获取会话的审计摘要。在一个典型应用案例中，需要提供一个签名密钥然后就会返回签名值。</a:t>
            </a:r>
          </a:p>
          <a:p>
            <a:endParaRPr lang="zh-CN" altLang="en-US" dirty="0"/>
          </a:p>
          <a:p>
            <a:r>
              <a:rPr lang="zh-CN" altLang="en-US" dirty="0"/>
              <a:t>上述提到的数字签名不仅仅包含审计摘要。就像其他的认证函数一样，</a:t>
            </a:r>
            <a:r>
              <a:rPr lang="en-US" altLang="zh-CN" dirty="0"/>
              <a:t>TPM</a:t>
            </a:r>
            <a:r>
              <a:rPr lang="zh-CN" altLang="en-US" dirty="0"/>
              <a:t>会将审计摘要打包到一个包含其他信息的数据结构中。</a:t>
            </a:r>
            <a:r>
              <a:rPr lang="en-US" altLang="zh-CN" dirty="0"/>
              <a:t>TPM</a:t>
            </a:r>
            <a:r>
              <a:rPr lang="zh-CN" altLang="en-US" dirty="0"/>
              <a:t>规范的第</a:t>
            </a:r>
            <a:r>
              <a:rPr lang="en-US" altLang="zh-CN" dirty="0"/>
              <a:t>2</a:t>
            </a:r>
            <a:r>
              <a:rPr lang="zh-CN" altLang="en-US" dirty="0"/>
              <a:t>部分描述了这个数据结构，其中</a:t>
            </a:r>
            <a:r>
              <a:rPr lang="en-US" altLang="zh-CN" dirty="0" err="1"/>
              <a:t>TPMs_ATTEST</a:t>
            </a:r>
            <a:r>
              <a:rPr lang="zh-CN" altLang="en-US" dirty="0"/>
              <a:t>包含了一个</a:t>
            </a:r>
            <a:r>
              <a:rPr lang="en-US" altLang="zh-CN" dirty="0"/>
              <a:t>TPMU_ATTEST</a:t>
            </a:r>
            <a:r>
              <a:rPr lang="zh-CN" altLang="en-US" dirty="0"/>
              <a:t>联合体，这个联合体又是一个</a:t>
            </a:r>
            <a:r>
              <a:rPr lang="en-US" altLang="zh-CN" dirty="0"/>
              <a:t>TPMS_SESSION_AUDIT_INFO</a:t>
            </a:r>
            <a:r>
              <a:rPr lang="zh-CN" altLang="en-US" dirty="0"/>
              <a:t>结构体。</a:t>
            </a:r>
          </a:p>
        </p:txBody>
      </p:sp>
      <p:sp>
        <p:nvSpPr>
          <p:cNvPr id="4" name="灯片编号占位符 3">
            <a:extLst>
              <a:ext uri="{FF2B5EF4-FFF2-40B4-BE49-F238E27FC236}">
                <a16:creationId xmlns:a16="http://schemas.microsoft.com/office/drawing/2014/main" id="{812A07A1-183E-A61B-66F1-389E52A2A324}"/>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11</a:t>
            </a:fld>
            <a:endParaRPr lang="en-US" altLang="zh-CN"/>
          </a:p>
        </p:txBody>
      </p:sp>
    </p:spTree>
    <p:extLst>
      <p:ext uri="{BB962C8B-B14F-4D97-AF65-F5344CB8AC3E}">
        <p14:creationId xmlns:p14="http://schemas.microsoft.com/office/powerpoint/2010/main" val="2354187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20CB77-E6C0-FCCE-DB6E-361F8AD07DFF}"/>
              </a:ext>
            </a:extLst>
          </p:cNvPr>
          <p:cNvSpPr>
            <a:spLocks noGrp="1"/>
          </p:cNvSpPr>
          <p:nvPr>
            <p:ph type="title"/>
          </p:nvPr>
        </p:nvSpPr>
        <p:spPr/>
        <p:txBody>
          <a:bodyPr/>
          <a:lstStyle/>
          <a:p>
            <a:r>
              <a:rPr lang="zh-CN" altLang="en-US" dirty="0"/>
              <a:t>专属审计</a:t>
            </a:r>
          </a:p>
        </p:txBody>
      </p:sp>
      <p:sp>
        <p:nvSpPr>
          <p:cNvPr id="3" name="内容占位符 2">
            <a:extLst>
              <a:ext uri="{FF2B5EF4-FFF2-40B4-BE49-F238E27FC236}">
                <a16:creationId xmlns:a16="http://schemas.microsoft.com/office/drawing/2014/main" id="{E866D703-5C80-1BD2-CF28-C4BC3137B26C}"/>
              </a:ext>
            </a:extLst>
          </p:cNvPr>
          <p:cNvSpPr>
            <a:spLocks noGrp="1"/>
          </p:cNvSpPr>
          <p:nvPr>
            <p:ph idx="1"/>
          </p:nvPr>
        </p:nvSpPr>
        <p:spPr/>
        <p:txBody>
          <a:bodyPr/>
          <a:lstStyle/>
          <a:p>
            <a:r>
              <a:rPr lang="zh-CN" altLang="en-US" dirty="0"/>
              <a:t>允许审计者在验证一系列审计记录中连续的一系列命令，这些命令中间没有没有被插入其他命令。一个调用者在一次命令调用中只能定义一个会话为排他性会话。这是通过设置审计会话中的</a:t>
            </a:r>
            <a:r>
              <a:rPr lang="en-US" altLang="zh-CN" dirty="0" err="1"/>
              <a:t>auditExclusive</a:t>
            </a:r>
            <a:r>
              <a:rPr lang="zh-CN" altLang="en-US" dirty="0"/>
              <a:t>属性来实现的。假设之前没有排他性会话，然后一个会话变成排他性会话，那么这个属性会在命令响应中回显。</a:t>
            </a:r>
          </a:p>
        </p:txBody>
      </p:sp>
      <p:sp>
        <p:nvSpPr>
          <p:cNvPr id="4" name="灯片编号占位符 3">
            <a:extLst>
              <a:ext uri="{FF2B5EF4-FFF2-40B4-BE49-F238E27FC236}">
                <a16:creationId xmlns:a16="http://schemas.microsoft.com/office/drawing/2014/main" id="{9B10B683-42EC-CB91-FB92-277C4B09A0E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12</a:t>
            </a:fld>
            <a:endParaRPr lang="en-US" altLang="zh-CN"/>
          </a:p>
        </p:txBody>
      </p:sp>
    </p:spTree>
    <p:extLst>
      <p:ext uri="{BB962C8B-B14F-4D97-AF65-F5344CB8AC3E}">
        <p14:creationId xmlns:p14="http://schemas.microsoft.com/office/powerpoint/2010/main" val="59936780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5C4442-1E39-A0FE-7682-921DED9357E6}"/>
              </a:ext>
            </a:extLst>
          </p:cNvPr>
          <p:cNvSpPr>
            <a:spLocks noGrp="1"/>
          </p:cNvSpPr>
          <p:nvPr>
            <p:ph type="title"/>
          </p:nvPr>
        </p:nvSpPr>
        <p:spPr/>
        <p:txBody>
          <a:bodyPr/>
          <a:lstStyle/>
          <a:p>
            <a:r>
              <a:rPr lang="zh-CN" altLang="en-US" dirty="0"/>
              <a:t>专属审计案例</a:t>
            </a:r>
          </a:p>
        </p:txBody>
      </p:sp>
      <p:sp>
        <p:nvSpPr>
          <p:cNvPr id="3" name="内容占位符 2">
            <a:extLst>
              <a:ext uri="{FF2B5EF4-FFF2-40B4-BE49-F238E27FC236}">
                <a16:creationId xmlns:a16="http://schemas.microsoft.com/office/drawing/2014/main" id="{E0E0DCB9-D113-623B-9F6B-ACD7BC734D70}"/>
              </a:ext>
            </a:extLst>
          </p:cNvPr>
          <p:cNvSpPr>
            <a:spLocks noGrp="1"/>
          </p:cNvSpPr>
          <p:nvPr>
            <p:ph idx="1"/>
          </p:nvPr>
        </p:nvSpPr>
        <p:spPr/>
        <p:txBody>
          <a:bodyPr/>
          <a:lstStyle/>
          <a:p>
            <a:pPr marL="0" indent="0">
              <a:buNone/>
            </a:pPr>
            <a:r>
              <a:rPr lang="zh-CN" altLang="en-US" dirty="0"/>
              <a:t>      当我们想确保</a:t>
            </a:r>
            <a:r>
              <a:rPr lang="en-US" altLang="zh-CN" dirty="0"/>
              <a:t>PCR</a:t>
            </a:r>
            <a:r>
              <a:rPr lang="zh-CN" altLang="en-US" dirty="0"/>
              <a:t>在一系列命令中间没有被修改时，可以这样做：一个用户想要在一个特定可信的状态时运行一系列命令。</a:t>
            </a:r>
            <a:r>
              <a:rPr lang="en-US" altLang="zh-CN" dirty="0"/>
              <a:t>PCR</a:t>
            </a:r>
            <a:r>
              <a:rPr lang="zh-CN" altLang="en-US" dirty="0"/>
              <a:t>的值表征了平台的可信状态。因此用户想要确保在此期间</a:t>
            </a:r>
            <a:r>
              <a:rPr lang="en-US" altLang="zh-CN" dirty="0"/>
              <a:t>PCR</a:t>
            </a:r>
            <a:r>
              <a:rPr lang="zh-CN" altLang="en-US" dirty="0"/>
              <a:t>的值没有变化。用户会在排他性的会话中执行这一系列的命令。如果一个调用者想要在专属会话执行计划中的命令插入一条命令，</a:t>
            </a:r>
            <a:r>
              <a:rPr lang="en-US" altLang="zh-CN" dirty="0"/>
              <a:t>TPM</a:t>
            </a:r>
            <a:r>
              <a:rPr lang="zh-CN" altLang="en-US" dirty="0"/>
              <a:t>就会报错，因为会话本身的属性和命令的会话属性已经不匹配了。涉及到的</a:t>
            </a:r>
            <a:r>
              <a:rPr lang="en-US" altLang="zh-CN" dirty="0"/>
              <a:t>TPM</a:t>
            </a:r>
            <a:r>
              <a:rPr lang="zh-CN" altLang="en-US" dirty="0"/>
              <a:t>命令如下：</a:t>
            </a:r>
          </a:p>
          <a:p>
            <a:r>
              <a:rPr lang="en-US" altLang="zh-CN" dirty="0"/>
              <a:t>TPM2_StartAuthSession</a:t>
            </a:r>
            <a:r>
              <a:rPr lang="zh-CN" altLang="en-US" dirty="0"/>
              <a:t>：启动一个会话用于排他性审计。</a:t>
            </a:r>
          </a:p>
          <a:p>
            <a:r>
              <a:rPr lang="zh-CN" altLang="en-US" dirty="0"/>
              <a:t>执行命令序列，序列不能被</a:t>
            </a:r>
            <a:r>
              <a:rPr lang="en-US" altLang="zh-CN" dirty="0"/>
              <a:t>PCR</a:t>
            </a:r>
            <a:r>
              <a:rPr lang="zh-CN" altLang="en-US" dirty="0"/>
              <a:t>扩展操作命令打断。并设置会话属性中的</a:t>
            </a:r>
            <a:r>
              <a:rPr lang="en-US" altLang="zh-CN" dirty="0"/>
              <a:t>audit</a:t>
            </a:r>
            <a:r>
              <a:rPr lang="zh-CN" altLang="en-US" dirty="0"/>
              <a:t>和</a:t>
            </a:r>
            <a:r>
              <a:rPr lang="en-US" altLang="zh-CN" dirty="0" err="1"/>
              <a:t>auditExclusive</a:t>
            </a:r>
            <a:r>
              <a:rPr lang="zh-CN" altLang="en-US" dirty="0"/>
              <a:t>位。</a:t>
            </a:r>
          </a:p>
          <a:p>
            <a:r>
              <a:rPr lang="zh-CN" altLang="en-US" dirty="0"/>
              <a:t>如果中间出现一个非法插入的命令，命令会返回</a:t>
            </a:r>
            <a:r>
              <a:rPr lang="en-US" altLang="zh-CN" dirty="0"/>
              <a:t>TPM_RC_EXCLUSIVE</a:t>
            </a:r>
            <a:r>
              <a:rPr lang="zh-CN" altLang="en-US" dirty="0"/>
              <a:t>。</a:t>
            </a:r>
          </a:p>
        </p:txBody>
      </p:sp>
      <p:sp>
        <p:nvSpPr>
          <p:cNvPr id="4" name="灯片编号占位符 3">
            <a:extLst>
              <a:ext uri="{FF2B5EF4-FFF2-40B4-BE49-F238E27FC236}">
                <a16:creationId xmlns:a16="http://schemas.microsoft.com/office/drawing/2014/main" id="{BD729120-22D6-5B75-BC70-D6F411D544C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13</a:t>
            </a:fld>
            <a:endParaRPr lang="en-US" altLang="zh-CN"/>
          </a:p>
        </p:txBody>
      </p:sp>
    </p:spTree>
    <p:extLst>
      <p:ext uri="{BB962C8B-B14F-4D97-AF65-F5344CB8AC3E}">
        <p14:creationId xmlns:p14="http://schemas.microsoft.com/office/powerpoint/2010/main" val="38693132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4FB89-3852-7DE4-C652-B763A892E77E}"/>
              </a:ext>
            </a:extLst>
          </p:cNvPr>
          <p:cNvSpPr>
            <a:spLocks noGrp="1"/>
          </p:cNvSpPr>
          <p:nvPr>
            <p:ph type="title"/>
          </p:nvPr>
        </p:nvSpPr>
        <p:spPr/>
        <p:txBody>
          <a:bodyPr/>
          <a:lstStyle/>
          <a:p>
            <a:r>
              <a:rPr lang="zh-CN" altLang="en-US" dirty="0"/>
              <a:t>命令审计总结</a:t>
            </a:r>
          </a:p>
        </p:txBody>
      </p:sp>
      <p:sp>
        <p:nvSpPr>
          <p:cNvPr id="3" name="内容占位符 2">
            <a:extLst>
              <a:ext uri="{FF2B5EF4-FFF2-40B4-BE49-F238E27FC236}">
                <a16:creationId xmlns:a16="http://schemas.microsoft.com/office/drawing/2014/main" id="{8999AD67-6F7B-9955-9BC3-39FDC452CDE0}"/>
              </a:ext>
            </a:extLst>
          </p:cNvPr>
          <p:cNvSpPr>
            <a:spLocks noGrp="1"/>
          </p:cNvSpPr>
          <p:nvPr>
            <p:ph idx="1"/>
          </p:nvPr>
        </p:nvSpPr>
        <p:spPr/>
        <p:txBody>
          <a:bodyPr/>
          <a:lstStyle/>
          <a:p>
            <a:r>
              <a:rPr lang="en-US" altLang="zh-CN" dirty="0"/>
              <a:t>TPM</a:t>
            </a:r>
            <a:r>
              <a:rPr lang="zh-CN" altLang="en-US" dirty="0"/>
              <a:t>的审计就是记录命令和命令响应参数的过程。</a:t>
            </a:r>
            <a:r>
              <a:rPr lang="en-US" altLang="zh-CN" dirty="0"/>
              <a:t>TPM</a:t>
            </a:r>
            <a:r>
              <a:rPr lang="zh-CN" altLang="en-US" dirty="0"/>
              <a:t>记录这些参数并使用与</a:t>
            </a:r>
            <a:r>
              <a:rPr lang="en-US" altLang="zh-CN" dirty="0"/>
              <a:t>PCR</a:t>
            </a:r>
            <a:r>
              <a:rPr lang="zh-CN" altLang="en-US" dirty="0"/>
              <a:t>类似的操作扩展审计记录，宿主系统会保存这些参数。之后，</a:t>
            </a:r>
            <a:r>
              <a:rPr lang="en-US" altLang="zh-CN" dirty="0"/>
              <a:t>TPM</a:t>
            </a:r>
            <a:r>
              <a:rPr lang="zh-CN" altLang="en-US" dirty="0"/>
              <a:t>可以返回一个签过名的审计日志摘要。接受者可以验证签名，这样就验证了审计日志的完整性。</a:t>
            </a:r>
          </a:p>
          <a:p>
            <a:endParaRPr lang="zh-CN" altLang="en-US" dirty="0"/>
          </a:p>
          <a:p>
            <a:r>
              <a:rPr lang="en-US" altLang="zh-CN" dirty="0"/>
              <a:t>TPM</a:t>
            </a:r>
            <a:r>
              <a:rPr lang="zh-CN" altLang="en-US" dirty="0"/>
              <a:t>提供两种审计类型。命令审计会记录一组指定命令的执行实例，但是不关心命令使用的会话。会话审计则记录一个会话中的所有命令，不管具体的命令是什么。一个专属审计会话允许命令响应接收者检测，会话有没有被不使用审计的命令打断过。因为有这样的命令插入后，后续的命令会返回错误代码，所以专属审计会话可以保证一系列计划的命令中没有被插入其他命令。</a:t>
            </a:r>
          </a:p>
        </p:txBody>
      </p:sp>
      <p:sp>
        <p:nvSpPr>
          <p:cNvPr id="4" name="灯片编号占位符 3">
            <a:extLst>
              <a:ext uri="{FF2B5EF4-FFF2-40B4-BE49-F238E27FC236}">
                <a16:creationId xmlns:a16="http://schemas.microsoft.com/office/drawing/2014/main" id="{91F5F139-B10F-917B-8773-12817442345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14</a:t>
            </a:fld>
            <a:endParaRPr lang="en-US" altLang="zh-CN"/>
          </a:p>
        </p:txBody>
      </p:sp>
    </p:spTree>
    <p:extLst>
      <p:ext uri="{BB962C8B-B14F-4D97-AF65-F5344CB8AC3E}">
        <p14:creationId xmlns:p14="http://schemas.microsoft.com/office/powerpoint/2010/main" val="32704865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A932C9-7663-21FB-2787-0D4C5F9CE010}"/>
              </a:ext>
            </a:extLst>
          </p:cNvPr>
          <p:cNvSpPr>
            <a:spLocks noGrp="1"/>
          </p:cNvSpPr>
          <p:nvPr>
            <p:ph type="title"/>
          </p:nvPr>
        </p:nvSpPr>
        <p:spPr/>
        <p:txBody>
          <a:bodyPr/>
          <a:lstStyle/>
          <a:p>
            <a:r>
              <a:rPr lang="zh-CN" altLang="en-US" dirty="0"/>
              <a:t>解密和加密会话</a:t>
            </a:r>
          </a:p>
        </p:txBody>
      </p:sp>
      <p:sp>
        <p:nvSpPr>
          <p:cNvPr id="3" name="内容占位符 2">
            <a:extLst>
              <a:ext uri="{FF2B5EF4-FFF2-40B4-BE49-F238E27FC236}">
                <a16:creationId xmlns:a16="http://schemas.microsoft.com/office/drawing/2014/main" id="{ED0A26AB-CB57-5231-B409-E3DBDE3EBA79}"/>
              </a:ext>
            </a:extLst>
          </p:cNvPr>
          <p:cNvSpPr>
            <a:spLocks noGrp="1"/>
          </p:cNvSpPr>
          <p:nvPr>
            <p:ph idx="1"/>
          </p:nvPr>
        </p:nvSpPr>
        <p:spPr/>
        <p:txBody>
          <a:bodyPr/>
          <a:lstStyle/>
          <a:p>
            <a:r>
              <a:rPr lang="zh-CN" altLang="en-US" dirty="0"/>
              <a:t>加密会话可以保护秘密信息在不安全的通道中传送。</a:t>
            </a:r>
            <a:r>
              <a:rPr lang="en-US" altLang="zh-CN" dirty="0"/>
              <a:t>TPM</a:t>
            </a:r>
            <a:r>
              <a:rPr lang="zh-CN" altLang="en-US" dirty="0"/>
              <a:t>命令调用者为了保证命令数据的机密性，可以使用一个调用者和</a:t>
            </a:r>
            <a:r>
              <a:rPr lang="en-US" altLang="zh-CN" dirty="0"/>
              <a:t>TPM</a:t>
            </a:r>
            <a:r>
              <a:rPr lang="zh-CN" altLang="en-US" dirty="0"/>
              <a:t>都知道的加密密钥来加密命令参数，其中的加密密钥由启动会话的参数决定。</a:t>
            </a:r>
            <a:endParaRPr lang="en-US" altLang="zh-CN" dirty="0"/>
          </a:p>
          <a:p>
            <a:r>
              <a:rPr lang="zh-CN" altLang="en-US" dirty="0"/>
              <a:t>加密会话启动后，就会启动一个解密会话，通知</a:t>
            </a:r>
            <a:r>
              <a:rPr lang="en-US" altLang="zh-CN" dirty="0"/>
              <a:t>TPM</a:t>
            </a:r>
            <a:r>
              <a:rPr lang="zh-CN" altLang="en-US" dirty="0"/>
              <a:t>第一个参数被加密了。</a:t>
            </a:r>
            <a:r>
              <a:rPr lang="en-US" altLang="zh-CN" dirty="0"/>
              <a:t>TPM</a:t>
            </a:r>
            <a:r>
              <a:rPr lang="zh-CN" altLang="en-US" dirty="0"/>
              <a:t>收到通知后，就可以准备利用密钥解密命令。</a:t>
            </a:r>
          </a:p>
        </p:txBody>
      </p:sp>
      <p:sp>
        <p:nvSpPr>
          <p:cNvPr id="4" name="灯片编号占位符 3">
            <a:extLst>
              <a:ext uri="{FF2B5EF4-FFF2-40B4-BE49-F238E27FC236}">
                <a16:creationId xmlns:a16="http://schemas.microsoft.com/office/drawing/2014/main" id="{1A1BE9E7-E1DB-4B10-B4A8-EF51F93F93F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15</a:t>
            </a:fld>
            <a:endParaRPr lang="en-US" altLang="zh-CN"/>
          </a:p>
        </p:txBody>
      </p:sp>
    </p:spTree>
    <p:extLst>
      <p:ext uri="{BB962C8B-B14F-4D97-AF65-F5344CB8AC3E}">
        <p14:creationId xmlns:p14="http://schemas.microsoft.com/office/powerpoint/2010/main" val="31336214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21FEE9-1C96-8094-C978-6BA0FCE71074}"/>
              </a:ext>
            </a:extLst>
          </p:cNvPr>
          <p:cNvSpPr>
            <a:spLocks noGrp="1"/>
          </p:cNvSpPr>
          <p:nvPr>
            <p:ph type="title"/>
          </p:nvPr>
        </p:nvSpPr>
        <p:spPr/>
        <p:txBody>
          <a:bodyPr/>
          <a:lstStyle/>
          <a:p>
            <a:r>
              <a:rPr lang="zh-CN" altLang="en-US" dirty="0"/>
              <a:t>加密和解密的限制条件</a:t>
            </a:r>
          </a:p>
        </p:txBody>
      </p:sp>
      <p:sp>
        <p:nvSpPr>
          <p:cNvPr id="3" name="内容占位符 2">
            <a:extLst>
              <a:ext uri="{FF2B5EF4-FFF2-40B4-BE49-F238E27FC236}">
                <a16:creationId xmlns:a16="http://schemas.microsoft.com/office/drawing/2014/main" id="{DEA44B3B-8676-BC8E-5581-8758A8018B74}"/>
              </a:ext>
            </a:extLst>
          </p:cNvPr>
          <p:cNvSpPr>
            <a:spLocks noGrp="1"/>
          </p:cNvSpPr>
          <p:nvPr>
            <p:ph idx="1"/>
          </p:nvPr>
        </p:nvSpPr>
        <p:spPr/>
        <p:txBody>
          <a:bodyPr/>
          <a:lstStyle/>
          <a:p>
            <a:r>
              <a:rPr lang="zh-CN" altLang="en-US" dirty="0"/>
              <a:t>加密解密会话对参数的加密解密有一定的限制，同时一个命令对加密解密会话的数量也有限制。</a:t>
            </a:r>
          </a:p>
          <a:p>
            <a:r>
              <a:rPr lang="zh-CN" altLang="en-US" dirty="0"/>
              <a:t>只有命令的第一个参数可以被加密，并且只有命令响应的第一个参数可以被解密。在这两个前提下，参数类型必须是</a:t>
            </a:r>
            <a:r>
              <a:rPr lang="en-US" altLang="zh-CN" dirty="0"/>
              <a:t>TPM2B</a:t>
            </a:r>
            <a:r>
              <a:rPr lang="zh-CN" altLang="en-US" dirty="0"/>
              <a:t>。第一个参数不是</a:t>
            </a:r>
            <a:r>
              <a:rPr lang="en-US" altLang="zh-CN" dirty="0"/>
              <a:t>TPM2B</a:t>
            </a:r>
            <a:r>
              <a:rPr lang="zh-CN" altLang="en-US" dirty="0"/>
              <a:t>类型的命令不能使用加密会话发送到</a:t>
            </a:r>
            <a:r>
              <a:rPr lang="en-US" altLang="zh-CN" dirty="0"/>
              <a:t>TPM</a:t>
            </a:r>
            <a:r>
              <a:rPr lang="zh-CN" altLang="en-US" dirty="0"/>
              <a:t>；同样地，第一个参数不是</a:t>
            </a:r>
            <a:r>
              <a:rPr lang="en-US" altLang="zh-CN" dirty="0"/>
              <a:t>TPM2B</a:t>
            </a:r>
            <a:r>
              <a:rPr lang="zh-CN" altLang="en-US" dirty="0"/>
              <a:t>类型的命令响应也不能使用一个加密会话来接受。</a:t>
            </a:r>
          </a:p>
          <a:p>
            <a:r>
              <a:rPr lang="zh-CN" altLang="en-US" dirty="0"/>
              <a:t>在</a:t>
            </a:r>
            <a:r>
              <a:rPr lang="en-US" altLang="zh-CN" dirty="0"/>
              <a:t>TPM</a:t>
            </a:r>
            <a:r>
              <a:rPr lang="zh-CN" altLang="en-US" dirty="0"/>
              <a:t>规范中，发送一个命令最多使用三个会话</a:t>
            </a:r>
            <a:r>
              <a:rPr lang="zh-CN" altLang="en-US"/>
              <a:t>。但是一</a:t>
            </a:r>
            <a:r>
              <a:rPr lang="zh-CN" altLang="en-US" dirty="0"/>
              <a:t>个命令</a:t>
            </a:r>
            <a:r>
              <a:rPr lang="zh-CN" altLang="en-US"/>
              <a:t>最多只有一个会话设置为加密或解密</a:t>
            </a:r>
            <a:r>
              <a:rPr lang="zh-CN" altLang="en-US" dirty="0"/>
              <a:t>会话。如果一个命令同时允许使用解密和加密</a:t>
            </a:r>
            <a:r>
              <a:rPr lang="zh-CN" altLang="en-US"/>
              <a:t>会话，相同的会话可以设置为两种属性，或者为两种属性分配单独的会话。</a:t>
            </a:r>
            <a:endParaRPr lang="zh-CN" altLang="en-US" dirty="0"/>
          </a:p>
        </p:txBody>
      </p:sp>
      <p:sp>
        <p:nvSpPr>
          <p:cNvPr id="4" name="灯片编号占位符 3">
            <a:extLst>
              <a:ext uri="{FF2B5EF4-FFF2-40B4-BE49-F238E27FC236}">
                <a16:creationId xmlns:a16="http://schemas.microsoft.com/office/drawing/2014/main" id="{0B2FDA11-5790-844D-4521-A2F519EC15E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16</a:t>
            </a:fld>
            <a:endParaRPr lang="en-US" altLang="zh-CN"/>
          </a:p>
        </p:txBody>
      </p:sp>
    </p:spTree>
    <p:extLst>
      <p:ext uri="{BB962C8B-B14F-4D97-AF65-F5344CB8AC3E}">
        <p14:creationId xmlns:p14="http://schemas.microsoft.com/office/powerpoint/2010/main" val="40644618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0BCCE2-4DA9-F20F-3DEA-541A81237247}"/>
              </a:ext>
            </a:extLst>
          </p:cNvPr>
          <p:cNvSpPr>
            <a:spLocks noGrp="1"/>
          </p:cNvSpPr>
          <p:nvPr>
            <p:ph type="title"/>
          </p:nvPr>
        </p:nvSpPr>
        <p:spPr/>
        <p:txBody>
          <a:bodyPr/>
          <a:lstStyle/>
          <a:p>
            <a:r>
              <a:rPr lang="zh-CN" altLang="en-US" dirty="0"/>
              <a:t>解密和加密设置</a:t>
            </a:r>
          </a:p>
        </p:txBody>
      </p:sp>
      <p:sp>
        <p:nvSpPr>
          <p:cNvPr id="3" name="内容占位符 2">
            <a:extLst>
              <a:ext uri="{FF2B5EF4-FFF2-40B4-BE49-F238E27FC236}">
                <a16:creationId xmlns:a16="http://schemas.microsoft.com/office/drawing/2014/main" id="{44C63E24-22A9-A1D7-EAE2-6D552B4A00D8}"/>
              </a:ext>
            </a:extLst>
          </p:cNvPr>
          <p:cNvSpPr>
            <a:spLocks noGrp="1"/>
          </p:cNvSpPr>
          <p:nvPr>
            <p:ph idx="1"/>
          </p:nvPr>
        </p:nvSpPr>
        <p:spPr/>
        <p:txBody>
          <a:bodyPr/>
          <a:lstStyle/>
          <a:p>
            <a:pPr marL="0" indent="0">
              <a:buNone/>
            </a:pPr>
            <a:r>
              <a:rPr lang="zh-CN" altLang="en-US" dirty="0"/>
              <a:t>对于一个普通的会话来说，所有需要做的事就是设置命令授权区域中的会话属性：</a:t>
            </a:r>
            <a:endParaRPr lang="en-US" altLang="zh-CN" dirty="0"/>
          </a:p>
          <a:p>
            <a:r>
              <a:rPr lang="en-US" altLang="zh-CN" dirty="0" err="1"/>
              <a:t>sessionAttributes.decrypt</a:t>
            </a:r>
            <a:endParaRPr lang="en-US" altLang="zh-CN" dirty="0"/>
          </a:p>
          <a:p>
            <a:r>
              <a:rPr lang="en-US" altLang="zh-CN" dirty="0" err="1"/>
              <a:t>sessionAttributes.encrypt</a:t>
            </a:r>
            <a:endParaRPr lang="en-US" altLang="zh-CN" dirty="0"/>
          </a:p>
          <a:p>
            <a:r>
              <a:rPr lang="zh-CN" altLang="en-US" dirty="0"/>
              <a:t>对于一个解密会话来说，调用者必须以合适的方式加密第一个参数。同理，对于加密会话来说，命令调用者必须以合适的方式解密从</a:t>
            </a:r>
            <a:r>
              <a:rPr lang="en-US" altLang="zh-CN" dirty="0"/>
              <a:t>TPM</a:t>
            </a:r>
            <a:r>
              <a:rPr lang="zh-CN" altLang="en-US" dirty="0"/>
              <a:t>收到的第一个命令响应参数。有两种加密模式可以用于加密解密会话：</a:t>
            </a:r>
            <a:r>
              <a:rPr lang="en-US" altLang="zh-CN" dirty="0"/>
              <a:t>XOR</a:t>
            </a:r>
            <a:r>
              <a:rPr lang="zh-CN" altLang="en-US" dirty="0"/>
              <a:t>和</a:t>
            </a:r>
            <a:r>
              <a:rPr lang="en-US" altLang="zh-CN" dirty="0"/>
              <a:t>CFB</a:t>
            </a:r>
            <a:r>
              <a:rPr lang="zh-CN" altLang="en-US" dirty="0"/>
              <a:t>模式。启动会话的时候会设定加密模式。这两种模式都要求明文和密文具有相同的长度，因此数据流的长度不会变化。加密过程会加入会话</a:t>
            </a:r>
            <a:r>
              <a:rPr lang="en-US" altLang="zh-CN" dirty="0"/>
              <a:t>nonce</a:t>
            </a:r>
            <a:r>
              <a:rPr lang="zh-CN" altLang="en-US" dirty="0"/>
              <a:t>，这就保证了加密数据块只能使用一次。</a:t>
            </a:r>
          </a:p>
        </p:txBody>
      </p:sp>
      <p:sp>
        <p:nvSpPr>
          <p:cNvPr id="4" name="灯片编号占位符 3">
            <a:extLst>
              <a:ext uri="{FF2B5EF4-FFF2-40B4-BE49-F238E27FC236}">
                <a16:creationId xmlns:a16="http://schemas.microsoft.com/office/drawing/2014/main" id="{8FC96704-3B18-8788-CE63-B514A52D884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17</a:t>
            </a:fld>
            <a:endParaRPr lang="en-US" altLang="zh-CN"/>
          </a:p>
        </p:txBody>
      </p:sp>
    </p:spTree>
    <p:extLst>
      <p:ext uri="{BB962C8B-B14F-4D97-AF65-F5344CB8AC3E}">
        <p14:creationId xmlns:p14="http://schemas.microsoft.com/office/powerpoint/2010/main" val="199881972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01EC6B-41F6-40B0-3BA9-967A83DB50E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5D3DE77-C227-7BF3-4E04-D6007CE95F1A}"/>
              </a:ext>
            </a:extLst>
          </p:cNvPr>
          <p:cNvSpPr>
            <a:spLocks noGrp="1"/>
          </p:cNvSpPr>
          <p:nvPr>
            <p:ph idx="1"/>
          </p:nvPr>
        </p:nvSpPr>
        <p:spPr/>
        <p:txBody>
          <a:bodyPr/>
          <a:lstStyle/>
          <a:p>
            <a:r>
              <a:rPr lang="zh-CN" altLang="en-US" dirty="0"/>
              <a:t>对于</a:t>
            </a:r>
            <a:r>
              <a:rPr lang="en-US" altLang="zh-CN" dirty="0"/>
              <a:t>XOR</a:t>
            </a:r>
            <a:r>
              <a:rPr lang="zh-CN" altLang="en-US" dirty="0"/>
              <a:t>模式来说，它会使用一个掩码（一个一次性的填充）与将要加密或者解密的数据做</a:t>
            </a:r>
            <a:r>
              <a:rPr lang="en-US" altLang="zh-CN" dirty="0"/>
              <a:t>XOR</a:t>
            </a:r>
            <a:r>
              <a:rPr lang="zh-CN" altLang="en-US" dirty="0"/>
              <a:t>操作。掩码的生成需要以下信息：</a:t>
            </a:r>
            <a:r>
              <a:rPr lang="en-US" altLang="zh-CN" dirty="0" err="1"/>
              <a:t>hashAlg</a:t>
            </a:r>
            <a:r>
              <a:rPr lang="zh-CN" altLang="en-US" dirty="0"/>
              <a:t>（启动会话时传递的</a:t>
            </a:r>
            <a:r>
              <a:rPr lang="en-US" altLang="zh-CN" dirty="0" err="1"/>
              <a:t>authHash</a:t>
            </a:r>
            <a:r>
              <a:rPr lang="zh-CN" altLang="en-US" dirty="0"/>
              <a:t>参数），</a:t>
            </a:r>
            <a:r>
              <a:rPr lang="en-US" altLang="zh-CN" dirty="0"/>
              <a:t>HMAC</a:t>
            </a:r>
            <a:r>
              <a:rPr lang="zh-CN" altLang="en-US" dirty="0"/>
              <a:t>密钥，字符串“</a:t>
            </a:r>
            <a:r>
              <a:rPr lang="en-US" altLang="zh-CN" dirty="0"/>
              <a:t>XOR”</a:t>
            </a:r>
            <a:r>
              <a:rPr lang="zh-CN" altLang="en-US" dirty="0"/>
              <a:t>，</a:t>
            </a:r>
            <a:r>
              <a:rPr lang="en-US" altLang="zh-CN" dirty="0" err="1"/>
              <a:t>nonceNewer</a:t>
            </a:r>
            <a:r>
              <a:rPr lang="zh-CN" altLang="en-US" dirty="0"/>
              <a:t>，</a:t>
            </a:r>
            <a:r>
              <a:rPr lang="en-US" altLang="zh-CN" dirty="0" err="1"/>
              <a:t>nonceOlder</a:t>
            </a:r>
            <a:r>
              <a:rPr lang="zh-CN" altLang="en-US" dirty="0"/>
              <a:t>，以及</a:t>
            </a:r>
            <a:r>
              <a:rPr lang="en-US" altLang="zh-CN" dirty="0" err="1"/>
              <a:t>KDFa</a:t>
            </a:r>
            <a:r>
              <a:rPr lang="zh-CN" altLang="en-US" dirty="0"/>
              <a:t>的输出消息大小。输出的结果与将要被加密或者解密的数据长度相同。一个掩码与数据的简单</a:t>
            </a:r>
            <a:r>
              <a:rPr lang="en-US" altLang="zh-CN" dirty="0"/>
              <a:t>XOR</a:t>
            </a:r>
            <a:r>
              <a:rPr lang="zh-CN" altLang="en-US" dirty="0"/>
              <a:t>操作就完成了</a:t>
            </a:r>
            <a:r>
              <a:rPr lang="en-US" altLang="zh-CN" dirty="0"/>
              <a:t>XOR</a:t>
            </a:r>
            <a:r>
              <a:rPr lang="zh-CN" altLang="en-US" dirty="0"/>
              <a:t>模式的加解密操作。</a:t>
            </a:r>
          </a:p>
        </p:txBody>
      </p:sp>
      <p:sp>
        <p:nvSpPr>
          <p:cNvPr id="4" name="灯片编号占位符 3">
            <a:extLst>
              <a:ext uri="{FF2B5EF4-FFF2-40B4-BE49-F238E27FC236}">
                <a16:creationId xmlns:a16="http://schemas.microsoft.com/office/drawing/2014/main" id="{B3C6EB87-9831-72AF-8538-EB8ED61AA29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18</a:t>
            </a:fld>
            <a:endParaRPr lang="en-US" altLang="zh-CN"/>
          </a:p>
        </p:txBody>
      </p:sp>
    </p:spTree>
    <p:extLst>
      <p:ext uri="{BB962C8B-B14F-4D97-AF65-F5344CB8AC3E}">
        <p14:creationId xmlns:p14="http://schemas.microsoft.com/office/powerpoint/2010/main" val="266622413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281FA-8D8D-9F16-9B2A-66A66950B2AD}"/>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672744B-B91D-EF62-8EA8-A11BADB875E4}"/>
              </a:ext>
            </a:extLst>
          </p:cNvPr>
          <p:cNvSpPr>
            <a:spLocks noGrp="1"/>
          </p:cNvSpPr>
          <p:nvPr>
            <p:ph idx="1"/>
          </p:nvPr>
        </p:nvSpPr>
        <p:spPr/>
        <p:txBody>
          <a:bodyPr/>
          <a:lstStyle/>
          <a:p>
            <a:r>
              <a:rPr lang="zh-CN" altLang="en-US" dirty="0"/>
              <a:t>对于</a:t>
            </a:r>
            <a:r>
              <a:rPr lang="en-US" altLang="zh-CN" dirty="0"/>
              <a:t>CFB</a:t>
            </a:r>
            <a:r>
              <a:rPr lang="zh-CN" altLang="en-US" dirty="0"/>
              <a:t>模式来说，</a:t>
            </a:r>
            <a:r>
              <a:rPr lang="en-US" altLang="zh-CN" dirty="0" err="1"/>
              <a:t>KDFa</a:t>
            </a:r>
            <a:r>
              <a:rPr lang="zh-CN" altLang="en-US" dirty="0"/>
              <a:t>用于生成加密密钥和初始向量（</a:t>
            </a:r>
            <a:r>
              <a:rPr lang="en-US" altLang="zh-CN" dirty="0"/>
              <a:t>Initialization Vector</a:t>
            </a:r>
            <a:r>
              <a:rPr lang="zh-CN" altLang="en-US" dirty="0"/>
              <a:t>）。此时</a:t>
            </a:r>
            <a:r>
              <a:rPr lang="en-US" altLang="zh-CN" dirty="0" err="1"/>
              <a:t>KDFa</a:t>
            </a:r>
            <a:r>
              <a:rPr lang="zh-CN" altLang="en-US" dirty="0"/>
              <a:t>的输入参数包括</a:t>
            </a:r>
            <a:r>
              <a:rPr lang="en-US" altLang="zh-CN" dirty="0" err="1"/>
              <a:t>hashAlg</a:t>
            </a:r>
            <a:r>
              <a:rPr lang="zh-CN" altLang="en-US" dirty="0"/>
              <a:t>，</a:t>
            </a:r>
            <a:r>
              <a:rPr lang="en-US" altLang="zh-CN" dirty="0" err="1"/>
              <a:t>sessionKey</a:t>
            </a:r>
            <a:r>
              <a:rPr lang="zh-CN" altLang="en-US" dirty="0"/>
              <a:t>，字符串“</a:t>
            </a:r>
            <a:r>
              <a:rPr lang="en-US" altLang="zh-CN" dirty="0"/>
              <a:t>CFB”</a:t>
            </a:r>
            <a:r>
              <a:rPr lang="zh-CN" altLang="en-US" dirty="0"/>
              <a:t>，</a:t>
            </a:r>
            <a:r>
              <a:rPr lang="en-US" altLang="zh-CN" dirty="0" err="1"/>
              <a:t>nonceNewer</a:t>
            </a:r>
            <a:r>
              <a:rPr lang="zh-CN" altLang="en-US" dirty="0"/>
              <a:t>，</a:t>
            </a:r>
            <a:r>
              <a:rPr lang="en-US" altLang="zh-CN" dirty="0" err="1"/>
              <a:t>nonceOlder</a:t>
            </a:r>
            <a:r>
              <a:rPr lang="zh-CN" altLang="en-US" dirty="0"/>
              <a:t>，以及对称密钥和</a:t>
            </a:r>
            <a:r>
              <a:rPr lang="en-US" altLang="zh-CN" dirty="0"/>
              <a:t>IV</a:t>
            </a:r>
            <a:r>
              <a:rPr lang="zh-CN" altLang="en-US" dirty="0"/>
              <a:t>所需的位数（</a:t>
            </a:r>
            <a:r>
              <a:rPr lang="en-US" altLang="zh-CN" dirty="0"/>
              <a:t>bits</a:t>
            </a:r>
            <a:r>
              <a:rPr lang="zh-CN" altLang="en-US" dirty="0"/>
              <a:t>）。输出是</a:t>
            </a:r>
            <a:r>
              <a:rPr lang="en-US" altLang="zh-CN" dirty="0"/>
              <a:t>bits</a:t>
            </a:r>
            <a:r>
              <a:rPr lang="zh-CN" altLang="en-US" dirty="0"/>
              <a:t>长度的字符串，其中密钥位于较高的位置，</a:t>
            </a:r>
            <a:r>
              <a:rPr lang="en-US" altLang="zh-CN" dirty="0"/>
              <a:t>IV</a:t>
            </a:r>
            <a:r>
              <a:rPr lang="zh-CN" altLang="en-US" dirty="0"/>
              <a:t>则处于低位。</a:t>
            </a:r>
            <a:r>
              <a:rPr lang="en-US" altLang="zh-CN" dirty="0"/>
              <a:t>IV</a:t>
            </a:r>
            <a:r>
              <a:rPr lang="zh-CN" altLang="en-US" dirty="0"/>
              <a:t>的大小由加密算法的数据块大小决定。密钥和</a:t>
            </a:r>
            <a:r>
              <a:rPr lang="en-US" altLang="zh-CN" dirty="0"/>
              <a:t>IV</a:t>
            </a:r>
            <a:r>
              <a:rPr lang="zh-CN" altLang="en-US" dirty="0"/>
              <a:t>会作为加密算法的输入参数用于加解密操作。</a:t>
            </a:r>
          </a:p>
        </p:txBody>
      </p:sp>
      <p:sp>
        <p:nvSpPr>
          <p:cNvPr id="4" name="灯片编号占位符 3">
            <a:extLst>
              <a:ext uri="{FF2B5EF4-FFF2-40B4-BE49-F238E27FC236}">
                <a16:creationId xmlns:a16="http://schemas.microsoft.com/office/drawing/2014/main" id="{2B1843EC-A79A-59D0-14CC-7E0E37233FF9}"/>
              </a:ext>
            </a:extLst>
          </p:cNvPr>
          <p:cNvSpPr>
            <a:spLocks noGrp="1"/>
          </p:cNvSpPr>
          <p:nvPr>
            <p:ph type="sldNum" sz="quarter" idx="10"/>
          </p:nvPr>
        </p:nvSpPr>
        <p:spPr/>
        <p:txBody>
          <a:bodyPr/>
          <a:lstStyle/>
          <a:p>
            <a:r>
              <a:rPr lang="en-US" altLang="zh-CN"/>
              <a:t>Page </a:t>
            </a:r>
            <a:fld id="{AF655B59-12D5-4828-87B1-F838F673600E}" type="slidenum">
              <a:rPr lang="en-US" altLang="zh-CN" smtClean="0"/>
              <a:pPr/>
              <a:t>19</a:t>
            </a:fld>
            <a:endParaRPr lang="en-US" altLang="zh-CN"/>
          </a:p>
        </p:txBody>
      </p:sp>
    </p:spTree>
    <p:extLst>
      <p:ext uri="{BB962C8B-B14F-4D97-AF65-F5344CB8AC3E}">
        <p14:creationId xmlns:p14="http://schemas.microsoft.com/office/powerpoint/2010/main" val="9064814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1AC79-AB33-70AB-8A28-865253D228E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F9EB3ED-D156-74F3-0968-1F8B3C3EB775}"/>
              </a:ext>
            </a:extLst>
          </p:cNvPr>
          <p:cNvSpPr>
            <a:spLocks noGrp="1"/>
          </p:cNvSpPr>
          <p:nvPr>
            <p:ph idx="1"/>
          </p:nvPr>
        </p:nvSpPr>
        <p:spPr/>
        <p:txBody>
          <a:bodyPr/>
          <a:lstStyle/>
          <a:p>
            <a:r>
              <a:rPr lang="zh-CN" altLang="en-US" dirty="0"/>
              <a:t>对于</a:t>
            </a:r>
            <a:r>
              <a:rPr lang="en-US" altLang="zh-CN" dirty="0"/>
              <a:t>XOR</a:t>
            </a:r>
            <a:r>
              <a:rPr lang="zh-CN" altLang="en-US" dirty="0"/>
              <a:t>和</a:t>
            </a:r>
            <a:r>
              <a:rPr lang="en-US" altLang="zh-CN" dirty="0"/>
              <a:t>CFB</a:t>
            </a:r>
            <a:r>
              <a:rPr lang="zh-CN" altLang="en-US" dirty="0"/>
              <a:t>这两种模式来说，</a:t>
            </a:r>
            <a:r>
              <a:rPr lang="en-US" altLang="zh-CN" dirty="0" err="1"/>
              <a:t>nonceNewer</a:t>
            </a:r>
            <a:r>
              <a:rPr lang="zh-CN" altLang="en-US" dirty="0"/>
              <a:t>和</a:t>
            </a:r>
            <a:r>
              <a:rPr lang="en-US" altLang="zh-CN" dirty="0" err="1"/>
              <a:t>nonceOlder</a:t>
            </a:r>
            <a:r>
              <a:rPr lang="zh-CN" altLang="en-US" dirty="0"/>
              <a:t>都会用到加密中。对于</a:t>
            </a:r>
            <a:r>
              <a:rPr lang="en-US" altLang="zh-CN" dirty="0"/>
              <a:t>XOR</a:t>
            </a:r>
            <a:r>
              <a:rPr lang="zh-CN" altLang="en-US" dirty="0"/>
              <a:t>模式，因为</a:t>
            </a:r>
            <a:r>
              <a:rPr lang="en-US" altLang="zh-CN" dirty="0"/>
              <a:t>nonce</a:t>
            </a:r>
            <a:r>
              <a:rPr lang="zh-CN" altLang="en-US" dirty="0"/>
              <a:t>会变化，所以命令响应和命令使用不同的掩码值。类似的情况是，在</a:t>
            </a:r>
            <a:r>
              <a:rPr lang="en-US" altLang="zh-CN" dirty="0"/>
              <a:t>CFB</a:t>
            </a:r>
            <a:r>
              <a:rPr lang="zh-CN" altLang="en-US" dirty="0"/>
              <a:t>模式中，命令和命令响应使用的密钥和</a:t>
            </a:r>
            <a:r>
              <a:rPr lang="en-US" altLang="zh-CN" dirty="0"/>
              <a:t>IV</a:t>
            </a:r>
            <a:r>
              <a:rPr lang="zh-CN" altLang="en-US" dirty="0"/>
              <a:t>也不同。对于这两种模式来说，因为每次使用会话</a:t>
            </a:r>
            <a:r>
              <a:rPr lang="en-US" altLang="zh-CN" dirty="0"/>
              <a:t>nonce</a:t>
            </a:r>
            <a:r>
              <a:rPr lang="zh-CN" altLang="en-US" dirty="0"/>
              <a:t>都会变，所以加密解密会话被看作是一次一密。</a:t>
            </a:r>
          </a:p>
        </p:txBody>
      </p:sp>
      <p:sp>
        <p:nvSpPr>
          <p:cNvPr id="4" name="灯片编号占位符 3">
            <a:extLst>
              <a:ext uri="{FF2B5EF4-FFF2-40B4-BE49-F238E27FC236}">
                <a16:creationId xmlns:a16="http://schemas.microsoft.com/office/drawing/2014/main" id="{9ABBCB63-07F1-F317-53E3-169621D2287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20</a:t>
            </a:fld>
            <a:endParaRPr lang="en-US" altLang="zh-CN"/>
          </a:p>
        </p:txBody>
      </p:sp>
    </p:spTree>
    <p:extLst>
      <p:ext uri="{BB962C8B-B14F-4D97-AF65-F5344CB8AC3E}">
        <p14:creationId xmlns:p14="http://schemas.microsoft.com/office/powerpoint/2010/main" val="10311498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05C3A-0F8D-D225-46D4-736A0C9B45BA}"/>
              </a:ext>
            </a:extLst>
          </p:cNvPr>
          <p:cNvSpPr>
            <a:spLocks noGrp="1"/>
          </p:cNvSpPr>
          <p:nvPr>
            <p:ph type="title"/>
          </p:nvPr>
        </p:nvSpPr>
        <p:spPr/>
        <p:txBody>
          <a:bodyPr/>
          <a:lstStyle/>
          <a:p>
            <a:r>
              <a:rPr lang="en-US" altLang="zh-CN" dirty="0"/>
              <a:t>TPM</a:t>
            </a:r>
            <a:r>
              <a:rPr lang="zh-CN" altLang="en-US" dirty="0"/>
              <a:t>上下文管理</a:t>
            </a:r>
          </a:p>
        </p:txBody>
      </p:sp>
      <p:sp>
        <p:nvSpPr>
          <p:cNvPr id="3" name="内容占位符 2">
            <a:extLst>
              <a:ext uri="{FF2B5EF4-FFF2-40B4-BE49-F238E27FC236}">
                <a16:creationId xmlns:a16="http://schemas.microsoft.com/office/drawing/2014/main" id="{90F9C19D-5340-539D-5F60-FFD070113377}"/>
              </a:ext>
            </a:extLst>
          </p:cNvPr>
          <p:cNvSpPr>
            <a:spLocks noGrp="1"/>
          </p:cNvSpPr>
          <p:nvPr>
            <p:ph idx="1"/>
          </p:nvPr>
        </p:nvSpPr>
        <p:spPr/>
        <p:txBody>
          <a:bodyPr/>
          <a:lstStyle/>
          <a:p>
            <a:r>
              <a:rPr lang="zh-CN" altLang="en-US" dirty="0"/>
              <a:t>相对于</a:t>
            </a:r>
            <a:r>
              <a:rPr lang="en-US" altLang="zh-CN" dirty="0"/>
              <a:t>TPM</a:t>
            </a:r>
            <a:r>
              <a:rPr lang="zh-CN" altLang="en-US" dirty="0"/>
              <a:t>大量的功能来说，它的内存是非常受限的，这主要是为了降低成本。这就意味着对象，会话，以及中间序列在必要的时候需要换入换出</a:t>
            </a:r>
            <a:r>
              <a:rPr lang="en-US" altLang="zh-CN" dirty="0"/>
              <a:t>TPM</a:t>
            </a:r>
            <a:r>
              <a:rPr lang="zh-CN" altLang="en-US" dirty="0"/>
              <a:t>设备。这很大程度上和虚拟内存管理器将内存页在磁盘中换入换出一样。这两种情况中，应用程序都会认为它们能够访问比实际情况更多的对象和会话（</a:t>
            </a:r>
            <a:r>
              <a:rPr lang="en-US" altLang="zh-CN" dirty="0"/>
              <a:t>TPM</a:t>
            </a:r>
            <a:r>
              <a:rPr lang="zh-CN" altLang="en-US" dirty="0"/>
              <a:t>），或者更多的内存（虚拟内存的情况）。</a:t>
            </a:r>
            <a:endParaRPr lang="en-US" altLang="zh-CN" dirty="0"/>
          </a:p>
          <a:p>
            <a:r>
              <a:rPr lang="zh-CN" altLang="en-US" dirty="0"/>
              <a:t>如果一个系统上确定只有一个应用会向</a:t>
            </a:r>
            <a:r>
              <a:rPr lang="en-US" altLang="zh-CN" dirty="0"/>
              <a:t>TPM</a:t>
            </a:r>
            <a:r>
              <a:rPr lang="zh-CN" altLang="en-US" dirty="0"/>
              <a:t>发送命令，那这些交换操作可以由应用本身来完成。但是，当同时有多个应用或者进程在访问</a:t>
            </a:r>
            <a:r>
              <a:rPr lang="en-US" altLang="zh-CN" dirty="0"/>
              <a:t>TPM</a:t>
            </a:r>
            <a:r>
              <a:rPr lang="zh-CN" altLang="en-US" dirty="0"/>
              <a:t>时，就需要</a:t>
            </a:r>
            <a:r>
              <a:rPr lang="en-US" altLang="zh-CN" dirty="0"/>
              <a:t>TSS</a:t>
            </a:r>
            <a:r>
              <a:rPr lang="zh-CN" altLang="en-US" dirty="0"/>
              <a:t>软件栈的两个组件：</a:t>
            </a:r>
            <a:r>
              <a:rPr lang="en-US" altLang="zh-CN" dirty="0"/>
              <a:t>TPM</a:t>
            </a:r>
            <a:r>
              <a:rPr lang="zh-CN" altLang="en-US" dirty="0"/>
              <a:t>访问中介（</a:t>
            </a:r>
            <a:r>
              <a:rPr lang="en-US" altLang="zh-CN" dirty="0"/>
              <a:t>TPM Access Broker</a:t>
            </a:r>
            <a:r>
              <a:rPr lang="zh-CN" altLang="en-US" dirty="0"/>
              <a:t>）和资源管理器（</a:t>
            </a:r>
            <a:r>
              <a:rPr lang="en-US" altLang="zh-CN" dirty="0"/>
              <a:t>Resource Manager</a:t>
            </a:r>
            <a:r>
              <a:rPr lang="zh-CN" altLang="en-US" dirty="0"/>
              <a:t>）。</a:t>
            </a:r>
          </a:p>
        </p:txBody>
      </p:sp>
      <p:sp>
        <p:nvSpPr>
          <p:cNvPr id="4" name="灯片编号占位符 3">
            <a:extLst>
              <a:ext uri="{FF2B5EF4-FFF2-40B4-BE49-F238E27FC236}">
                <a16:creationId xmlns:a16="http://schemas.microsoft.com/office/drawing/2014/main" id="{BE956656-5472-AB78-F726-02557F078C4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21</a:t>
            </a:fld>
            <a:endParaRPr lang="en-US" altLang="zh-CN"/>
          </a:p>
        </p:txBody>
      </p:sp>
    </p:spTree>
    <p:extLst>
      <p:ext uri="{BB962C8B-B14F-4D97-AF65-F5344CB8AC3E}">
        <p14:creationId xmlns:p14="http://schemas.microsoft.com/office/powerpoint/2010/main" val="2193865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583C82-C064-344C-BDB2-8EA2B2592E5D}"/>
              </a:ext>
            </a:extLst>
          </p:cNvPr>
          <p:cNvSpPr>
            <a:spLocks noGrp="1"/>
          </p:cNvSpPr>
          <p:nvPr>
            <p:ph type="title"/>
          </p:nvPr>
        </p:nvSpPr>
        <p:spPr/>
        <p:txBody>
          <a:bodyPr/>
          <a:lstStyle/>
          <a:p>
            <a:r>
              <a:rPr lang="en-US" altLang="zh-CN" dirty="0"/>
              <a:t>TAB</a:t>
            </a:r>
            <a:r>
              <a:rPr lang="zh-CN" altLang="en-US" dirty="0"/>
              <a:t>和资源管理器</a:t>
            </a:r>
          </a:p>
        </p:txBody>
      </p:sp>
      <p:sp>
        <p:nvSpPr>
          <p:cNvPr id="3" name="内容占位符 2">
            <a:extLst>
              <a:ext uri="{FF2B5EF4-FFF2-40B4-BE49-F238E27FC236}">
                <a16:creationId xmlns:a16="http://schemas.microsoft.com/office/drawing/2014/main" id="{15455783-20D5-3214-00AC-5EA0A433650D}"/>
              </a:ext>
            </a:extLst>
          </p:cNvPr>
          <p:cNvSpPr>
            <a:spLocks noGrp="1"/>
          </p:cNvSpPr>
          <p:nvPr>
            <p:ph idx="1"/>
          </p:nvPr>
        </p:nvSpPr>
        <p:spPr/>
        <p:txBody>
          <a:bodyPr/>
          <a:lstStyle/>
          <a:p>
            <a:r>
              <a:rPr lang="en-US" altLang="zh-CN" dirty="0"/>
              <a:t>TAB</a:t>
            </a:r>
            <a:r>
              <a:rPr lang="zh-CN" altLang="en-US" dirty="0"/>
              <a:t>和</a:t>
            </a:r>
            <a:r>
              <a:rPr lang="en-US" altLang="zh-CN" dirty="0"/>
              <a:t>RM</a:t>
            </a:r>
            <a:r>
              <a:rPr lang="zh-CN" altLang="en-US" dirty="0"/>
              <a:t>将应用、多进程访问</a:t>
            </a:r>
            <a:r>
              <a:rPr lang="en-US" altLang="zh-CN" dirty="0"/>
              <a:t>TPM</a:t>
            </a:r>
            <a:r>
              <a:rPr lang="zh-CN" altLang="en-US" dirty="0"/>
              <a:t>以及对象、会话、序列在必要时换入换出</a:t>
            </a:r>
            <a:r>
              <a:rPr lang="en-US" altLang="zh-CN" dirty="0"/>
              <a:t>TPM</a:t>
            </a:r>
            <a:r>
              <a:rPr lang="zh-CN" altLang="en-US" dirty="0"/>
              <a:t>的繁杂事务隔离开来。</a:t>
            </a:r>
            <a:r>
              <a:rPr lang="en-US" altLang="zh-CN" dirty="0"/>
              <a:t>TAB</a:t>
            </a:r>
            <a:r>
              <a:rPr lang="zh-CN" altLang="en-US" dirty="0"/>
              <a:t>和</a:t>
            </a:r>
            <a:r>
              <a:rPr lang="en-US" altLang="zh-CN" dirty="0"/>
              <a:t>RM</a:t>
            </a:r>
            <a:r>
              <a:rPr lang="zh-CN" altLang="en-US" dirty="0"/>
              <a:t>关系非常紧密，并且通常会被集成到相同的软件模块中。根据系统设计具体情况，它们可能是</a:t>
            </a:r>
            <a:r>
              <a:rPr lang="en-US" altLang="zh-CN" dirty="0"/>
              <a:t>TPM</a:t>
            </a:r>
            <a:r>
              <a:rPr lang="zh-CN" altLang="en-US" dirty="0"/>
              <a:t>设备驱动的最上面一层软件，或者被集成为一个独立守护进程，处于</a:t>
            </a:r>
            <a:r>
              <a:rPr lang="en-US" altLang="zh-CN" dirty="0"/>
              <a:t>TSS SAPI</a:t>
            </a:r>
            <a:r>
              <a:rPr lang="zh-CN" altLang="en-US" dirty="0"/>
              <a:t>之下以及</a:t>
            </a:r>
            <a:r>
              <a:rPr lang="en-US" altLang="zh-CN" dirty="0"/>
              <a:t>TPM</a:t>
            </a:r>
            <a:r>
              <a:rPr lang="zh-CN" altLang="en-US" dirty="0"/>
              <a:t>设备驱动之上。</a:t>
            </a:r>
          </a:p>
        </p:txBody>
      </p:sp>
      <p:sp>
        <p:nvSpPr>
          <p:cNvPr id="4" name="灯片编号占位符 3">
            <a:extLst>
              <a:ext uri="{FF2B5EF4-FFF2-40B4-BE49-F238E27FC236}">
                <a16:creationId xmlns:a16="http://schemas.microsoft.com/office/drawing/2014/main" id="{7F632FE1-86DE-1FD7-64FE-1AA309CA2308}"/>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22</a:t>
            </a:fld>
            <a:endParaRPr lang="en-US" altLang="zh-CN"/>
          </a:p>
        </p:txBody>
      </p:sp>
    </p:spTree>
    <p:extLst>
      <p:ext uri="{BB962C8B-B14F-4D97-AF65-F5344CB8AC3E}">
        <p14:creationId xmlns:p14="http://schemas.microsoft.com/office/powerpoint/2010/main" val="36640604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57F9C-2CCA-4443-D666-61A096DEF998}"/>
              </a:ext>
            </a:extLst>
          </p:cNvPr>
          <p:cNvSpPr>
            <a:spLocks noGrp="1"/>
          </p:cNvSpPr>
          <p:nvPr>
            <p:ph type="title"/>
          </p:nvPr>
        </p:nvSpPr>
        <p:spPr/>
        <p:txBody>
          <a:bodyPr/>
          <a:lstStyle/>
          <a:p>
            <a:r>
              <a:rPr lang="en-US" altLang="zh-CN" dirty="0"/>
              <a:t>TAB</a:t>
            </a:r>
            <a:endParaRPr lang="zh-CN" altLang="en-US" dirty="0"/>
          </a:p>
        </p:txBody>
      </p:sp>
      <p:sp>
        <p:nvSpPr>
          <p:cNvPr id="3" name="内容占位符 2">
            <a:extLst>
              <a:ext uri="{FF2B5EF4-FFF2-40B4-BE49-F238E27FC236}">
                <a16:creationId xmlns:a16="http://schemas.microsoft.com/office/drawing/2014/main" id="{BBB3782A-F80A-0220-F7B3-3736A83D01E7}"/>
              </a:ext>
            </a:extLst>
          </p:cNvPr>
          <p:cNvSpPr>
            <a:spLocks noGrp="1"/>
          </p:cNvSpPr>
          <p:nvPr>
            <p:ph idx="1"/>
          </p:nvPr>
        </p:nvSpPr>
        <p:spPr/>
        <p:txBody>
          <a:bodyPr/>
          <a:lstStyle/>
          <a:p>
            <a:pPr marL="0" indent="0">
              <a:buNone/>
            </a:pPr>
            <a:r>
              <a:rPr lang="en-US" altLang="zh-CN" dirty="0"/>
              <a:t>TAB</a:t>
            </a:r>
            <a:r>
              <a:rPr lang="zh-CN" altLang="en-US" dirty="0"/>
              <a:t>的职责非常简单：仲裁多进程同时访问</a:t>
            </a:r>
            <a:r>
              <a:rPr lang="en-US" altLang="zh-CN" dirty="0"/>
              <a:t>TPM</a:t>
            </a:r>
            <a:r>
              <a:rPr lang="zh-CN" altLang="en-US" dirty="0"/>
              <a:t>。最小的要求是，必须保证所有进程在命令数据流开始发送到</a:t>
            </a:r>
            <a:r>
              <a:rPr lang="en-US" altLang="zh-CN" dirty="0"/>
              <a:t>TPM</a:t>
            </a:r>
            <a:r>
              <a:rPr lang="zh-CN" altLang="en-US" dirty="0"/>
              <a:t>直到从</a:t>
            </a:r>
            <a:r>
              <a:rPr lang="en-US" altLang="zh-CN" dirty="0"/>
              <a:t>TPM</a:t>
            </a:r>
            <a:r>
              <a:rPr lang="zh-CN" altLang="en-US" dirty="0"/>
              <a:t>接收命令响应数据的时间段内，没有其他的进程与</a:t>
            </a:r>
            <a:r>
              <a:rPr lang="en-US" altLang="zh-CN" dirty="0"/>
              <a:t>TPM</a:t>
            </a:r>
            <a:r>
              <a:rPr lang="zh-CN" altLang="en-US" dirty="0"/>
              <a:t>通信。</a:t>
            </a:r>
            <a:r>
              <a:rPr lang="zh-CN" altLang="en-US" dirty="0">
                <a:solidFill>
                  <a:srgbClr val="FF0000"/>
                </a:solidFill>
              </a:rPr>
              <a:t>下面是在没有</a:t>
            </a:r>
            <a:r>
              <a:rPr lang="en-US" altLang="zh-CN" dirty="0">
                <a:solidFill>
                  <a:srgbClr val="FF0000"/>
                </a:solidFill>
              </a:rPr>
              <a:t>TAB</a:t>
            </a:r>
            <a:r>
              <a:rPr lang="zh-CN" altLang="en-US" dirty="0">
                <a:solidFill>
                  <a:srgbClr val="FF0000"/>
                </a:solidFill>
              </a:rPr>
              <a:t>的时候，一些多进程访问</a:t>
            </a:r>
            <a:r>
              <a:rPr lang="en-US" altLang="zh-CN" dirty="0">
                <a:solidFill>
                  <a:srgbClr val="FF0000"/>
                </a:solidFill>
              </a:rPr>
              <a:t>TPM</a:t>
            </a:r>
            <a:r>
              <a:rPr lang="zh-CN" altLang="en-US" dirty="0">
                <a:solidFill>
                  <a:srgbClr val="FF0000"/>
                </a:solidFill>
              </a:rPr>
              <a:t>冲突的例子：</a:t>
            </a:r>
          </a:p>
          <a:p>
            <a:r>
              <a:rPr lang="zh-CN" altLang="en-US" dirty="0"/>
              <a:t>进程</a:t>
            </a:r>
            <a:r>
              <a:rPr lang="en-US" altLang="zh-CN" dirty="0"/>
              <a:t>A</a:t>
            </a:r>
            <a:r>
              <a:rPr lang="zh-CN" altLang="en-US" dirty="0"/>
              <a:t>的命令数据开始被传送到</a:t>
            </a:r>
            <a:r>
              <a:rPr lang="en-US" altLang="zh-CN" dirty="0"/>
              <a:t>TPM</a:t>
            </a:r>
            <a:r>
              <a:rPr lang="zh-CN" altLang="en-US" dirty="0"/>
              <a:t>，在传送完成之前，进程</a:t>
            </a:r>
            <a:r>
              <a:rPr lang="en-US" altLang="zh-CN" dirty="0"/>
              <a:t>B</a:t>
            </a:r>
            <a:r>
              <a:rPr lang="zh-CN" altLang="en-US" dirty="0"/>
              <a:t>的命令数据开始发送。这就会导致发送到</a:t>
            </a:r>
            <a:r>
              <a:rPr lang="en-US" altLang="zh-CN" dirty="0"/>
              <a:t>TPM</a:t>
            </a:r>
            <a:r>
              <a:rPr lang="zh-CN" altLang="en-US" dirty="0"/>
              <a:t>的数据变成两个命令的混合，</a:t>
            </a:r>
            <a:r>
              <a:rPr lang="en-US" altLang="zh-CN" dirty="0"/>
              <a:t>TPM</a:t>
            </a:r>
            <a:r>
              <a:rPr lang="zh-CN" altLang="en-US" dirty="0"/>
              <a:t>很可能会返回一个错误代码。</a:t>
            </a:r>
          </a:p>
          <a:p>
            <a:r>
              <a:rPr lang="zh-CN" altLang="en-US" dirty="0"/>
              <a:t>进程</a:t>
            </a:r>
            <a:r>
              <a:rPr lang="en-US" altLang="zh-CN" dirty="0"/>
              <a:t>A</a:t>
            </a:r>
            <a:r>
              <a:rPr lang="zh-CN" altLang="en-US" dirty="0"/>
              <a:t>发送了命令，但是进程</a:t>
            </a:r>
            <a:r>
              <a:rPr lang="en-US" altLang="zh-CN" dirty="0"/>
              <a:t>B</a:t>
            </a:r>
            <a:r>
              <a:rPr lang="zh-CN" altLang="en-US" dirty="0"/>
              <a:t>读取了这个命令的响应数据</a:t>
            </a:r>
          </a:p>
        </p:txBody>
      </p:sp>
      <p:sp>
        <p:nvSpPr>
          <p:cNvPr id="4" name="灯片编号占位符 3">
            <a:extLst>
              <a:ext uri="{FF2B5EF4-FFF2-40B4-BE49-F238E27FC236}">
                <a16:creationId xmlns:a16="http://schemas.microsoft.com/office/drawing/2014/main" id="{24B16B3F-127E-2CF0-FB46-B31CF0607BC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23</a:t>
            </a:fld>
            <a:endParaRPr lang="en-US" altLang="zh-CN"/>
          </a:p>
        </p:txBody>
      </p:sp>
    </p:spTree>
    <p:extLst>
      <p:ext uri="{BB962C8B-B14F-4D97-AF65-F5344CB8AC3E}">
        <p14:creationId xmlns:p14="http://schemas.microsoft.com/office/powerpoint/2010/main" val="29361762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B6687-10AC-EEF6-EF66-1243DA5ACC5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3F47B4E-059C-B1D3-52F1-790C42FBBFB1}"/>
              </a:ext>
            </a:extLst>
          </p:cNvPr>
          <p:cNvSpPr>
            <a:spLocks noGrp="1"/>
          </p:cNvSpPr>
          <p:nvPr>
            <p:ph idx="1"/>
          </p:nvPr>
        </p:nvSpPr>
        <p:spPr/>
        <p:txBody>
          <a:bodyPr/>
          <a:lstStyle/>
          <a:p>
            <a:r>
              <a:rPr lang="zh-CN" altLang="en-US" dirty="0"/>
              <a:t>进程</a:t>
            </a:r>
            <a:r>
              <a:rPr lang="en-US" altLang="zh-CN" dirty="0"/>
              <a:t>A</a:t>
            </a:r>
            <a:r>
              <a:rPr lang="zh-CN" altLang="en-US" dirty="0"/>
              <a:t>的命令数据已经被发送到</a:t>
            </a:r>
            <a:r>
              <a:rPr lang="en-US" altLang="zh-CN" dirty="0"/>
              <a:t>TPM</a:t>
            </a:r>
            <a:r>
              <a:rPr lang="zh-CN" altLang="en-US" dirty="0"/>
              <a:t>中，然后当</a:t>
            </a:r>
            <a:r>
              <a:rPr lang="en-US" altLang="zh-CN" dirty="0"/>
              <a:t>A</a:t>
            </a:r>
            <a:r>
              <a:rPr lang="zh-CN" altLang="en-US" dirty="0"/>
              <a:t>读取命令响应数据时，进程</a:t>
            </a:r>
            <a:r>
              <a:rPr lang="en-US" altLang="zh-CN" dirty="0"/>
              <a:t>B</a:t>
            </a:r>
            <a:r>
              <a:rPr lang="zh-CN" altLang="en-US" dirty="0"/>
              <a:t>开始发送命令数据。</a:t>
            </a:r>
          </a:p>
          <a:p>
            <a:r>
              <a:rPr lang="zh-CN" altLang="en-US" dirty="0"/>
              <a:t>进程</a:t>
            </a:r>
            <a:r>
              <a:rPr lang="en-US" altLang="zh-CN" dirty="0"/>
              <a:t>A</a:t>
            </a:r>
            <a:r>
              <a:rPr lang="zh-CN" altLang="en-US" dirty="0"/>
              <a:t>创建并加载一个只能它自己使用的密钥。进程</a:t>
            </a:r>
            <a:r>
              <a:rPr lang="en-US" altLang="zh-CN" dirty="0"/>
              <a:t>B</a:t>
            </a:r>
            <a:r>
              <a:rPr lang="zh-CN" altLang="en-US" dirty="0"/>
              <a:t>保存了这个密钥的上下文（使用</a:t>
            </a:r>
            <a:r>
              <a:rPr lang="en-US" altLang="zh-CN" dirty="0"/>
              <a:t>TPM2_ContextSave</a:t>
            </a:r>
            <a:r>
              <a:rPr lang="zh-CN" altLang="en-US" dirty="0"/>
              <a:t>命令），之后在某个时间加载这个密钥的上下文（使用</a:t>
            </a:r>
            <a:r>
              <a:rPr lang="en-US" altLang="zh-CN" dirty="0"/>
              <a:t>TPM2_ContextLoad</a:t>
            </a:r>
            <a:r>
              <a:rPr lang="zh-CN" altLang="en-US" dirty="0"/>
              <a:t>命令）并开始使用这个密钥。</a:t>
            </a:r>
            <a:endParaRPr lang="en-US" altLang="zh-CN" dirty="0"/>
          </a:p>
          <a:p>
            <a:endParaRPr lang="en-US" altLang="zh-CN" dirty="0"/>
          </a:p>
          <a:p>
            <a:pPr>
              <a:buFont typeface="Wingdings" panose="05000000000000000000" pitchFamily="2" charset="2"/>
              <a:buChar char="u"/>
            </a:pPr>
            <a:r>
              <a:rPr lang="zh-CN" altLang="en-US" dirty="0"/>
              <a:t>一个</a:t>
            </a:r>
            <a:r>
              <a:rPr lang="en-US" altLang="zh-CN" dirty="0"/>
              <a:t>TAB</a:t>
            </a:r>
            <a:r>
              <a:rPr lang="zh-CN" altLang="en-US" dirty="0"/>
              <a:t>可以用以下两种方式实现：</a:t>
            </a:r>
            <a:endParaRPr lang="en-US" altLang="zh-CN" dirty="0"/>
          </a:p>
          <a:p>
            <a:pPr marL="0" indent="0">
              <a:buNone/>
            </a:pPr>
            <a:r>
              <a:rPr lang="en-US" altLang="zh-CN" dirty="0"/>
              <a:t>1</a:t>
            </a:r>
            <a:r>
              <a:rPr lang="zh-CN" altLang="en-US" dirty="0"/>
              <a:t>、使用</a:t>
            </a:r>
            <a:r>
              <a:rPr lang="en-US" altLang="zh-CN" dirty="0"/>
              <a:t>TPM</a:t>
            </a:r>
            <a:r>
              <a:rPr lang="zh-CN" altLang="en-US" dirty="0"/>
              <a:t>锁</a:t>
            </a:r>
            <a:endParaRPr lang="en-US" altLang="zh-CN" dirty="0"/>
          </a:p>
          <a:p>
            <a:pPr marL="0" indent="0">
              <a:buNone/>
            </a:pPr>
            <a:r>
              <a:rPr lang="en-US" altLang="zh-CN" dirty="0"/>
              <a:t>2</a:t>
            </a:r>
            <a:r>
              <a:rPr lang="zh-CN" altLang="en-US" dirty="0"/>
              <a:t>、不使用</a:t>
            </a:r>
            <a:r>
              <a:rPr lang="en-US" altLang="zh-CN" dirty="0"/>
              <a:t>TPM</a:t>
            </a:r>
            <a:r>
              <a:rPr lang="zh-CN" altLang="en-US" dirty="0"/>
              <a:t>锁。</a:t>
            </a:r>
          </a:p>
          <a:p>
            <a:endParaRPr lang="zh-CN" altLang="en-US" dirty="0"/>
          </a:p>
        </p:txBody>
      </p:sp>
      <p:sp>
        <p:nvSpPr>
          <p:cNvPr id="4" name="灯片编号占位符 3">
            <a:extLst>
              <a:ext uri="{FF2B5EF4-FFF2-40B4-BE49-F238E27FC236}">
                <a16:creationId xmlns:a16="http://schemas.microsoft.com/office/drawing/2014/main" id="{91A4E28C-3D29-22AD-D11F-6A69612348D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24</a:t>
            </a:fld>
            <a:endParaRPr lang="en-US" altLang="zh-CN"/>
          </a:p>
        </p:txBody>
      </p:sp>
    </p:spTree>
    <p:extLst>
      <p:ext uri="{BB962C8B-B14F-4D97-AF65-F5344CB8AC3E}">
        <p14:creationId xmlns:p14="http://schemas.microsoft.com/office/powerpoint/2010/main" val="18520471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A89FCF-0341-4E42-A8F0-0926CCC4AC6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ABD7BF4-1458-BB17-B65F-FCF00825488E}"/>
              </a:ext>
            </a:extLst>
          </p:cNvPr>
          <p:cNvSpPr>
            <a:spLocks noGrp="1"/>
          </p:cNvSpPr>
          <p:nvPr>
            <p:ph idx="1"/>
          </p:nvPr>
        </p:nvSpPr>
        <p:spPr/>
        <p:txBody>
          <a:bodyPr/>
          <a:lstStyle/>
          <a:p>
            <a:r>
              <a:rPr lang="zh-CN" altLang="en-US" dirty="0"/>
              <a:t>无锁架构相对来说更简单，它允许任何进程在不受其他进程访问</a:t>
            </a:r>
            <a:r>
              <a:rPr lang="en-US" altLang="zh-CN" dirty="0"/>
              <a:t>TPM</a:t>
            </a:r>
            <a:r>
              <a:rPr lang="zh-CN" altLang="en-US" dirty="0"/>
              <a:t>的情况下，独占地发送</a:t>
            </a:r>
            <a:r>
              <a:rPr lang="en-US" altLang="zh-CN" dirty="0"/>
              <a:t>TPM</a:t>
            </a:r>
            <a:r>
              <a:rPr lang="zh-CN" altLang="en-US" dirty="0"/>
              <a:t>命令和接收命令响应。这种机制减少了应用程序独占访问</a:t>
            </a:r>
            <a:r>
              <a:rPr lang="en-US" altLang="zh-CN" dirty="0"/>
              <a:t>TPM</a:t>
            </a:r>
            <a:r>
              <a:rPr lang="zh-CN" altLang="en-US" dirty="0"/>
              <a:t>的时间和进程发送命令、接收命令响应占用的时间。这个架构需要背后有</a:t>
            </a:r>
            <a:r>
              <a:rPr lang="en-US" altLang="zh-CN" dirty="0"/>
              <a:t>RM</a:t>
            </a:r>
            <a:r>
              <a:rPr lang="zh-CN" altLang="en-US" dirty="0"/>
              <a:t>的支撑，因为多个相互竞争的应用不可能相互管理它们的对象、会话和序列。</a:t>
            </a:r>
          </a:p>
        </p:txBody>
      </p:sp>
      <p:sp>
        <p:nvSpPr>
          <p:cNvPr id="4" name="灯片编号占位符 3">
            <a:extLst>
              <a:ext uri="{FF2B5EF4-FFF2-40B4-BE49-F238E27FC236}">
                <a16:creationId xmlns:a16="http://schemas.microsoft.com/office/drawing/2014/main" id="{436DADA7-6FE1-5500-6510-EA8295AF54A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25</a:t>
            </a:fld>
            <a:endParaRPr lang="en-US" altLang="zh-CN"/>
          </a:p>
        </p:txBody>
      </p:sp>
    </p:spTree>
    <p:extLst>
      <p:ext uri="{BB962C8B-B14F-4D97-AF65-F5344CB8AC3E}">
        <p14:creationId xmlns:p14="http://schemas.microsoft.com/office/powerpoint/2010/main" val="22075372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B9DD3-67EA-CBBF-D07A-B1A2CD15CC3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E3145C3-B8E4-4F3A-03B1-F4E702CC8A8C}"/>
              </a:ext>
            </a:extLst>
          </p:cNvPr>
          <p:cNvSpPr>
            <a:spLocks noGrp="1"/>
          </p:cNvSpPr>
          <p:nvPr>
            <p:ph idx="1"/>
          </p:nvPr>
        </p:nvSpPr>
        <p:spPr/>
        <p:txBody>
          <a:bodyPr/>
          <a:lstStyle/>
          <a:p>
            <a:r>
              <a:rPr lang="en-US" altLang="zh-CN" dirty="0"/>
              <a:t>1. </a:t>
            </a:r>
            <a:r>
              <a:rPr lang="zh-CN" altLang="en-US" dirty="0"/>
              <a:t>一段时间内进程</a:t>
            </a:r>
            <a:r>
              <a:rPr lang="en-US" altLang="zh-CN" dirty="0"/>
              <a:t>A</a:t>
            </a:r>
            <a:r>
              <a:rPr lang="zh-CN" altLang="en-US" dirty="0"/>
              <a:t>恰好是唯一访问</a:t>
            </a:r>
            <a:r>
              <a:rPr lang="en-US" altLang="zh-CN" dirty="0"/>
              <a:t>TPM</a:t>
            </a:r>
            <a:r>
              <a:rPr lang="zh-CN" altLang="en-US" dirty="0"/>
              <a:t>的进程，在此期间它启动了三个会话并加载了三个密钥。</a:t>
            </a:r>
          </a:p>
          <a:p>
            <a:r>
              <a:rPr lang="en-US" altLang="zh-CN" dirty="0"/>
              <a:t>2. </a:t>
            </a:r>
            <a:r>
              <a:rPr lang="zh-CN" altLang="en-US" dirty="0"/>
              <a:t>进程</a:t>
            </a:r>
            <a:r>
              <a:rPr lang="en-US" altLang="zh-CN" dirty="0"/>
              <a:t>B</a:t>
            </a:r>
            <a:r>
              <a:rPr lang="zh-CN" altLang="en-US" dirty="0"/>
              <a:t>准备好与</a:t>
            </a:r>
            <a:r>
              <a:rPr lang="en-US" altLang="zh-CN" dirty="0"/>
              <a:t>TPM</a:t>
            </a:r>
            <a:r>
              <a:rPr lang="zh-CN" altLang="en-US" dirty="0"/>
              <a:t>通信并且想要创建一个会话和一个密钥。如果</a:t>
            </a:r>
            <a:r>
              <a:rPr lang="en-US" altLang="zh-CN" dirty="0"/>
              <a:t>TPM</a:t>
            </a:r>
            <a:r>
              <a:rPr lang="zh-CN" altLang="en-US" dirty="0"/>
              <a:t>只有三个用于会话的内存槽位，和三个用于对象的内存槽位，进程</a:t>
            </a:r>
            <a:r>
              <a:rPr lang="en-US" altLang="zh-CN" dirty="0"/>
              <a:t>B</a:t>
            </a:r>
            <a:r>
              <a:rPr lang="zh-CN" altLang="en-US" dirty="0"/>
              <a:t>必须首先清除进程</a:t>
            </a:r>
            <a:r>
              <a:rPr lang="en-US" altLang="zh-CN" dirty="0"/>
              <a:t>A</a:t>
            </a:r>
            <a:r>
              <a:rPr lang="zh-CN" altLang="en-US" dirty="0"/>
              <a:t>的至少一个会话和一个密钥对象。</a:t>
            </a:r>
          </a:p>
          <a:p>
            <a:r>
              <a:rPr lang="en-US" altLang="zh-CN" dirty="0"/>
              <a:t>3. </a:t>
            </a:r>
            <a:r>
              <a:rPr lang="zh-CN" altLang="en-US" dirty="0"/>
              <a:t>这就要求进程</a:t>
            </a:r>
            <a:r>
              <a:rPr lang="en-US" altLang="zh-CN" dirty="0"/>
              <a:t>B</a:t>
            </a:r>
            <a:r>
              <a:rPr lang="zh-CN" altLang="en-US" dirty="0"/>
              <a:t>能够管理进程</a:t>
            </a:r>
            <a:r>
              <a:rPr lang="en-US" altLang="zh-CN" dirty="0"/>
              <a:t>A</a:t>
            </a:r>
            <a:r>
              <a:rPr lang="zh-CN" altLang="en-US" dirty="0"/>
              <a:t>的状态</a:t>
            </a:r>
            <a:r>
              <a:rPr lang="en-US" altLang="zh-CN" dirty="0"/>
              <a:t>——</a:t>
            </a:r>
            <a:r>
              <a:rPr lang="zh-CN" altLang="en-US" dirty="0"/>
              <a:t>从进程隔离和软件复杂度的角度考虑，这不太可能。如果没有一个中心化的</a:t>
            </a:r>
            <a:r>
              <a:rPr lang="en-US" altLang="zh-CN" dirty="0"/>
              <a:t>RM</a:t>
            </a:r>
            <a:r>
              <a:rPr lang="zh-CN" altLang="en-US" dirty="0"/>
              <a:t>，应用程序必须管理所有的</a:t>
            </a:r>
            <a:r>
              <a:rPr lang="en-US" altLang="zh-CN" dirty="0"/>
              <a:t>TPM</a:t>
            </a:r>
            <a:r>
              <a:rPr lang="zh-CN" altLang="en-US" dirty="0"/>
              <a:t>上下文，而且这会导致大量应用之间的</a:t>
            </a:r>
            <a:r>
              <a:rPr lang="en-US" altLang="zh-CN" dirty="0"/>
              <a:t>TPM</a:t>
            </a:r>
            <a:r>
              <a:rPr lang="zh-CN" altLang="en-US" dirty="0"/>
              <a:t>上下文混合在一起。</a:t>
            </a:r>
            <a:endParaRPr lang="en-US" altLang="zh-CN" dirty="0"/>
          </a:p>
          <a:p>
            <a:pPr marL="0" indent="0">
              <a:buNone/>
            </a:pPr>
            <a:r>
              <a:rPr lang="zh-CN" altLang="en-US" dirty="0"/>
              <a:t>       </a:t>
            </a:r>
            <a:r>
              <a:rPr lang="zh-CN" altLang="en-US" dirty="0">
                <a:solidFill>
                  <a:srgbClr val="FF0000"/>
                </a:solidFill>
              </a:rPr>
              <a:t>要避免出现上述问题，就需要一个资源管理器</a:t>
            </a:r>
            <a:r>
              <a:rPr lang="en-US" altLang="zh-CN" dirty="0">
                <a:solidFill>
                  <a:srgbClr val="FF0000"/>
                </a:solidFill>
              </a:rPr>
              <a:t>RM</a:t>
            </a:r>
            <a:r>
              <a:rPr lang="zh-CN" altLang="en-US" dirty="0">
                <a:solidFill>
                  <a:srgbClr val="FF0000"/>
                </a:solidFill>
              </a:rPr>
              <a:t>来管理进程对</a:t>
            </a:r>
            <a:r>
              <a:rPr lang="en-US" altLang="zh-CN" dirty="0">
                <a:solidFill>
                  <a:srgbClr val="FF0000"/>
                </a:solidFill>
              </a:rPr>
              <a:t>TPM</a:t>
            </a:r>
            <a:r>
              <a:rPr lang="zh-CN" altLang="en-US" dirty="0">
                <a:solidFill>
                  <a:srgbClr val="FF0000"/>
                </a:solidFill>
              </a:rPr>
              <a:t>资源的访问。</a:t>
            </a:r>
          </a:p>
          <a:p>
            <a:endParaRPr lang="zh-CN" altLang="en-US" dirty="0"/>
          </a:p>
        </p:txBody>
      </p:sp>
      <p:sp>
        <p:nvSpPr>
          <p:cNvPr id="4" name="灯片编号占位符 3">
            <a:extLst>
              <a:ext uri="{FF2B5EF4-FFF2-40B4-BE49-F238E27FC236}">
                <a16:creationId xmlns:a16="http://schemas.microsoft.com/office/drawing/2014/main" id="{7AE8BAAD-2C11-1896-F6F2-9DE4A39E867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26</a:t>
            </a:fld>
            <a:endParaRPr lang="en-US" altLang="zh-CN"/>
          </a:p>
        </p:txBody>
      </p:sp>
    </p:spTree>
    <p:extLst>
      <p:ext uri="{BB962C8B-B14F-4D97-AF65-F5344CB8AC3E}">
        <p14:creationId xmlns:p14="http://schemas.microsoft.com/office/powerpoint/2010/main" val="26733512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49DE0-2F5E-4CD0-AA81-19F16F9153E7}"/>
              </a:ext>
            </a:extLst>
          </p:cNvPr>
          <p:cNvSpPr>
            <a:spLocks noGrp="1"/>
          </p:cNvSpPr>
          <p:nvPr>
            <p:ph type="title"/>
          </p:nvPr>
        </p:nvSpPr>
        <p:spPr/>
        <p:txBody>
          <a:bodyPr/>
          <a:lstStyle/>
          <a:p>
            <a:r>
              <a:rPr lang="zh-CN" altLang="en-US" dirty="0"/>
              <a:t>资源管理器</a:t>
            </a:r>
          </a:p>
        </p:txBody>
      </p:sp>
      <p:sp>
        <p:nvSpPr>
          <p:cNvPr id="3" name="内容占位符 2">
            <a:extLst>
              <a:ext uri="{FF2B5EF4-FFF2-40B4-BE49-F238E27FC236}">
                <a16:creationId xmlns:a16="http://schemas.microsoft.com/office/drawing/2014/main" id="{0C6C68F4-8898-3FD2-4AE1-D2A78A32D7B9}"/>
              </a:ext>
            </a:extLst>
          </p:cNvPr>
          <p:cNvSpPr>
            <a:spLocks noGrp="1"/>
          </p:cNvSpPr>
          <p:nvPr>
            <p:ph idx="1"/>
          </p:nvPr>
        </p:nvSpPr>
        <p:spPr/>
        <p:txBody>
          <a:bodyPr/>
          <a:lstStyle/>
          <a:p>
            <a:r>
              <a:rPr lang="zh-CN" altLang="en-US" dirty="0"/>
              <a:t>资源管理器</a:t>
            </a:r>
            <a:r>
              <a:rPr lang="en-US" altLang="zh-CN" dirty="0"/>
              <a:t>RM</a:t>
            </a:r>
            <a:r>
              <a:rPr lang="zh-CN" altLang="en-US" dirty="0"/>
              <a:t>负责处理对象、会话、和序列换入换出</a:t>
            </a:r>
            <a:r>
              <a:rPr lang="en-US" altLang="zh-CN" dirty="0"/>
              <a:t>TPM</a:t>
            </a:r>
            <a:r>
              <a:rPr lang="zh-CN" altLang="en-US" dirty="0"/>
              <a:t>的细节，这个处理对应用来说是透明的。单用户应用可能会选择自己处理这些事情，但是大多数系统是多用户的，所以必然需要</a:t>
            </a:r>
            <a:r>
              <a:rPr lang="en-US" altLang="zh-CN" dirty="0"/>
              <a:t>RM</a:t>
            </a:r>
            <a:r>
              <a:rPr lang="zh-CN" altLang="en-US" dirty="0"/>
              <a:t>的存在。</a:t>
            </a:r>
            <a:endParaRPr lang="en-US" altLang="zh-CN" dirty="0"/>
          </a:p>
          <a:p>
            <a:r>
              <a:rPr lang="zh-CN" altLang="en-US" dirty="0"/>
              <a:t>作为类比，</a:t>
            </a:r>
            <a:r>
              <a:rPr lang="en-US" altLang="zh-CN" dirty="0"/>
              <a:t>PC</a:t>
            </a:r>
            <a:r>
              <a:rPr lang="zh-CN" altLang="en-US" dirty="0"/>
              <a:t>上的应用程序自己并不负责将虚拟内存换入换出到硬盘，而是依赖操作系统来高效完成这件事情。</a:t>
            </a:r>
            <a:r>
              <a:rPr lang="en-US" altLang="zh-CN" dirty="0"/>
              <a:t>RM</a:t>
            </a:r>
            <a:r>
              <a:rPr lang="zh-CN" altLang="en-US" dirty="0"/>
              <a:t>在处理</a:t>
            </a:r>
            <a:r>
              <a:rPr lang="en-US" altLang="zh-CN" dirty="0"/>
              <a:t>TPM</a:t>
            </a:r>
            <a:r>
              <a:rPr lang="zh-CN" altLang="en-US" dirty="0"/>
              <a:t>的访问时与操作系统的角色类似。</a:t>
            </a:r>
          </a:p>
        </p:txBody>
      </p:sp>
      <p:sp>
        <p:nvSpPr>
          <p:cNvPr id="4" name="灯片编号占位符 3">
            <a:extLst>
              <a:ext uri="{FF2B5EF4-FFF2-40B4-BE49-F238E27FC236}">
                <a16:creationId xmlns:a16="http://schemas.microsoft.com/office/drawing/2014/main" id="{9B85FBE5-94D2-5B2C-1A00-E44084FFA91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27</a:t>
            </a:fld>
            <a:endParaRPr lang="en-US" altLang="zh-CN"/>
          </a:p>
        </p:txBody>
      </p:sp>
    </p:spTree>
    <p:extLst>
      <p:ext uri="{BB962C8B-B14F-4D97-AF65-F5344CB8AC3E}">
        <p14:creationId xmlns:p14="http://schemas.microsoft.com/office/powerpoint/2010/main" val="23864183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4ECFDC-A03C-8005-ACC8-66FF76DFA624}"/>
              </a:ext>
            </a:extLst>
          </p:cNvPr>
          <p:cNvSpPr>
            <a:spLocks noGrp="1"/>
          </p:cNvSpPr>
          <p:nvPr>
            <p:ph type="title"/>
          </p:nvPr>
        </p:nvSpPr>
        <p:spPr/>
        <p:txBody>
          <a:bodyPr/>
          <a:lstStyle/>
          <a:p>
            <a:r>
              <a:rPr lang="zh-CN" altLang="en-US" dirty="0"/>
              <a:t>资源管理器的基本操作</a:t>
            </a:r>
          </a:p>
        </p:txBody>
      </p:sp>
      <p:sp>
        <p:nvSpPr>
          <p:cNvPr id="3" name="内容占位符 2">
            <a:extLst>
              <a:ext uri="{FF2B5EF4-FFF2-40B4-BE49-F238E27FC236}">
                <a16:creationId xmlns:a16="http://schemas.microsoft.com/office/drawing/2014/main" id="{09A758E5-D5AC-570D-13A6-E1D39DF6C3DF}"/>
              </a:ext>
            </a:extLst>
          </p:cNvPr>
          <p:cNvSpPr>
            <a:spLocks noGrp="1"/>
          </p:cNvSpPr>
          <p:nvPr>
            <p:ph idx="1"/>
          </p:nvPr>
        </p:nvSpPr>
        <p:spPr/>
        <p:txBody>
          <a:bodyPr/>
          <a:lstStyle/>
          <a:p>
            <a:r>
              <a:rPr lang="zh-CN" altLang="en-US" dirty="0"/>
              <a:t>如果一个命令要使用临时性的实体，这个实体必须首先加载到</a:t>
            </a:r>
            <a:r>
              <a:rPr lang="en-US" altLang="zh-CN" dirty="0"/>
              <a:t>TPM</a:t>
            </a:r>
            <a:r>
              <a:rPr lang="zh-CN" altLang="en-US" dirty="0"/>
              <a:t>内存中。这就意味着</a:t>
            </a:r>
            <a:r>
              <a:rPr lang="en-US" altLang="zh-CN" dirty="0"/>
              <a:t>RM</a:t>
            </a:r>
            <a:r>
              <a:rPr lang="zh-CN" altLang="en-US" dirty="0"/>
              <a:t>必须在命令发送到</a:t>
            </a:r>
            <a:r>
              <a:rPr lang="en-US" altLang="zh-CN" dirty="0"/>
              <a:t>TPM</a:t>
            </a:r>
            <a:r>
              <a:rPr lang="zh-CN" altLang="en-US" dirty="0"/>
              <a:t>之前解析命令数据流，并且做出合适的动作以确保命令使用的临时性对象都被加载到</a:t>
            </a:r>
            <a:r>
              <a:rPr lang="en-US" altLang="zh-CN" dirty="0"/>
              <a:t>TPM</a:t>
            </a:r>
            <a:r>
              <a:rPr lang="zh-CN" altLang="en-US" dirty="0"/>
              <a:t>中。这些对象包括授权区域引用的所有会话，所有命令句柄区域对应的对象，会话，以及序列。</a:t>
            </a:r>
            <a:endParaRPr lang="en-US" altLang="zh-CN" dirty="0"/>
          </a:p>
          <a:p>
            <a:r>
              <a:rPr lang="zh-CN" altLang="en-US" dirty="0"/>
              <a:t>将所有发送和接收的对象和序列的句柄虚拟化。</a:t>
            </a:r>
          </a:p>
          <a:p>
            <a:r>
              <a:rPr lang="zh-CN" altLang="en-US" dirty="0"/>
              <a:t>维护用来记录对象和序列上下文的表。</a:t>
            </a:r>
          </a:p>
          <a:p>
            <a:r>
              <a:rPr lang="zh-CN" altLang="en-US" dirty="0"/>
              <a:t>为加载到</a:t>
            </a:r>
            <a:r>
              <a:rPr lang="en-US" altLang="zh-CN" dirty="0"/>
              <a:t>TPM</a:t>
            </a:r>
            <a:r>
              <a:rPr lang="zh-CN" altLang="en-US" dirty="0"/>
              <a:t>中的对象和序列，维护一个虚拟句柄到</a:t>
            </a:r>
            <a:r>
              <a:rPr lang="en-US" altLang="zh-CN" dirty="0"/>
              <a:t>TPM</a:t>
            </a:r>
            <a:r>
              <a:rPr lang="zh-CN" altLang="en-US" dirty="0"/>
              <a:t>句柄的映射关系。</a:t>
            </a:r>
          </a:p>
          <a:p>
            <a:endParaRPr lang="zh-CN" altLang="en-US" dirty="0"/>
          </a:p>
        </p:txBody>
      </p:sp>
      <p:sp>
        <p:nvSpPr>
          <p:cNvPr id="4" name="灯片编号占位符 3">
            <a:extLst>
              <a:ext uri="{FF2B5EF4-FFF2-40B4-BE49-F238E27FC236}">
                <a16:creationId xmlns:a16="http://schemas.microsoft.com/office/drawing/2014/main" id="{6DA8BC80-A7C2-C5C5-ED7B-62E9697EFEB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28</a:t>
            </a:fld>
            <a:endParaRPr lang="en-US" altLang="zh-CN"/>
          </a:p>
        </p:txBody>
      </p:sp>
    </p:spTree>
    <p:extLst>
      <p:ext uri="{BB962C8B-B14F-4D97-AF65-F5344CB8AC3E}">
        <p14:creationId xmlns:p14="http://schemas.microsoft.com/office/powerpoint/2010/main" val="36153960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21748B-3016-7904-4942-60F7A6CF8B8C}"/>
              </a:ext>
            </a:extLst>
          </p:cNvPr>
          <p:cNvSpPr>
            <a:spLocks noGrp="1"/>
          </p:cNvSpPr>
          <p:nvPr>
            <p:ph type="title"/>
          </p:nvPr>
        </p:nvSpPr>
        <p:spPr/>
        <p:txBody>
          <a:bodyPr/>
          <a:lstStyle/>
          <a:p>
            <a:r>
              <a:rPr lang="zh-CN" altLang="en-US" dirty="0"/>
              <a:t>资源管理器的基本操作</a:t>
            </a:r>
          </a:p>
        </p:txBody>
      </p:sp>
      <p:sp>
        <p:nvSpPr>
          <p:cNvPr id="3" name="内容占位符 2">
            <a:extLst>
              <a:ext uri="{FF2B5EF4-FFF2-40B4-BE49-F238E27FC236}">
                <a16:creationId xmlns:a16="http://schemas.microsoft.com/office/drawing/2014/main" id="{DA49603A-8FCA-319D-E58A-C4EA6B6747A1}"/>
              </a:ext>
            </a:extLst>
          </p:cNvPr>
          <p:cNvSpPr>
            <a:spLocks noGrp="1"/>
          </p:cNvSpPr>
          <p:nvPr>
            <p:ph idx="1"/>
          </p:nvPr>
        </p:nvSpPr>
        <p:spPr/>
        <p:txBody>
          <a:bodyPr/>
          <a:lstStyle/>
          <a:p>
            <a:pPr marL="0" indent="0">
              <a:buNone/>
            </a:pPr>
            <a:r>
              <a:rPr lang="zh-CN" altLang="en-US" dirty="0">
                <a:solidFill>
                  <a:srgbClr val="FF0000"/>
                </a:solidFill>
              </a:rPr>
              <a:t>对于要发送到</a:t>
            </a:r>
            <a:r>
              <a:rPr lang="en-US" altLang="zh-CN" dirty="0">
                <a:solidFill>
                  <a:srgbClr val="FF0000"/>
                </a:solidFill>
              </a:rPr>
              <a:t>TPM</a:t>
            </a:r>
            <a:r>
              <a:rPr lang="zh-CN" altLang="en-US" dirty="0">
                <a:solidFill>
                  <a:srgbClr val="FF0000"/>
                </a:solidFill>
              </a:rPr>
              <a:t>的命令</a:t>
            </a:r>
            <a:r>
              <a:rPr lang="zh-CN" altLang="en-US" dirty="0"/>
              <a:t>：</a:t>
            </a:r>
            <a:endParaRPr lang="en-US" altLang="zh-CN" dirty="0"/>
          </a:p>
          <a:p>
            <a:r>
              <a:rPr lang="zh-CN" altLang="en-US" dirty="0"/>
              <a:t>在它们发送到</a:t>
            </a:r>
            <a:r>
              <a:rPr lang="en-US" altLang="zh-CN" dirty="0"/>
              <a:t>TPM</a:t>
            </a:r>
            <a:r>
              <a:rPr lang="zh-CN" altLang="en-US" dirty="0"/>
              <a:t>之前，捕获所有的命令字节流。检查在授权域和句柄域的所有句柄，确保它们的上下文已经加载到</a:t>
            </a:r>
            <a:r>
              <a:rPr lang="en-US" altLang="zh-CN" dirty="0"/>
              <a:t>TPM</a:t>
            </a:r>
            <a:r>
              <a:rPr lang="zh-CN" altLang="en-US" dirty="0"/>
              <a:t>中。其中对于</a:t>
            </a:r>
            <a:r>
              <a:rPr lang="zh-CN" altLang="en-US" dirty="0">
                <a:solidFill>
                  <a:srgbClr val="FF0000"/>
                </a:solidFill>
              </a:rPr>
              <a:t>对象</a:t>
            </a:r>
            <a:r>
              <a:rPr lang="zh-CN" altLang="en-US" dirty="0"/>
              <a:t>和</a:t>
            </a:r>
            <a:r>
              <a:rPr lang="zh-CN" altLang="en-US" dirty="0">
                <a:solidFill>
                  <a:srgbClr val="FF0000"/>
                </a:solidFill>
              </a:rPr>
              <a:t>序列</a:t>
            </a:r>
            <a:r>
              <a:rPr lang="zh-CN" altLang="en-US" dirty="0"/>
              <a:t>，在命令被发送到</a:t>
            </a:r>
            <a:r>
              <a:rPr lang="en-US" altLang="zh-CN" dirty="0"/>
              <a:t>TPM</a:t>
            </a:r>
            <a:r>
              <a:rPr lang="zh-CN" altLang="en-US" dirty="0"/>
              <a:t>之前，还需要将命令字节流中的虚拟</a:t>
            </a:r>
            <a:r>
              <a:rPr lang="en-US" altLang="zh-CN" dirty="0"/>
              <a:t>handle</a:t>
            </a:r>
            <a:r>
              <a:rPr lang="zh-CN" altLang="en-US" dirty="0"/>
              <a:t>替换成加载上下文后返回的真实的</a:t>
            </a:r>
            <a:r>
              <a:rPr lang="en-US" altLang="zh-CN" dirty="0"/>
              <a:t>handle</a:t>
            </a:r>
            <a:r>
              <a:rPr lang="zh-CN" altLang="en-US" dirty="0"/>
              <a:t>。</a:t>
            </a:r>
            <a:endParaRPr lang="en-US" altLang="zh-CN" dirty="0"/>
          </a:p>
          <a:p>
            <a:r>
              <a:rPr lang="zh-CN" altLang="en-US" dirty="0"/>
              <a:t>对于对象和序列这两类句柄，在命令发送给</a:t>
            </a:r>
            <a:r>
              <a:rPr lang="en-US" altLang="zh-CN" dirty="0"/>
              <a:t>TPM</a:t>
            </a:r>
            <a:r>
              <a:rPr lang="zh-CN" altLang="en-US" dirty="0"/>
              <a:t>之前，在命令字节流中将它们的虚拟句柄替换为真实的句柄，而对于会话句柄，则不进行替换，因为会话句柄本身就没有进行虚拟化，它们在会话的生命周期中一直存在。</a:t>
            </a:r>
          </a:p>
        </p:txBody>
      </p:sp>
      <p:sp>
        <p:nvSpPr>
          <p:cNvPr id="4" name="灯片编号占位符 3">
            <a:extLst>
              <a:ext uri="{FF2B5EF4-FFF2-40B4-BE49-F238E27FC236}">
                <a16:creationId xmlns:a16="http://schemas.microsoft.com/office/drawing/2014/main" id="{F835D5B7-BC71-4AD8-22C0-DB59D363CB6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29</a:t>
            </a:fld>
            <a:endParaRPr lang="en-US" altLang="zh-CN"/>
          </a:p>
        </p:txBody>
      </p:sp>
    </p:spTree>
    <p:extLst>
      <p:ext uri="{BB962C8B-B14F-4D97-AF65-F5344CB8AC3E}">
        <p14:creationId xmlns:p14="http://schemas.microsoft.com/office/powerpoint/2010/main" val="34802833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7735F3-C2F3-80B5-0765-2EF057F75063}"/>
              </a:ext>
            </a:extLst>
          </p:cNvPr>
          <p:cNvSpPr>
            <a:spLocks noGrp="1"/>
          </p:cNvSpPr>
          <p:nvPr>
            <p:ph type="title"/>
          </p:nvPr>
        </p:nvSpPr>
        <p:spPr/>
        <p:txBody>
          <a:bodyPr/>
          <a:lstStyle/>
          <a:p>
            <a:r>
              <a:rPr lang="zh-CN" altLang="en-US" dirty="0"/>
              <a:t>资源管理器的基本操作</a:t>
            </a:r>
          </a:p>
        </p:txBody>
      </p:sp>
      <p:sp>
        <p:nvSpPr>
          <p:cNvPr id="3" name="内容占位符 2">
            <a:extLst>
              <a:ext uri="{FF2B5EF4-FFF2-40B4-BE49-F238E27FC236}">
                <a16:creationId xmlns:a16="http://schemas.microsoft.com/office/drawing/2014/main" id="{02EAD4DF-535B-D087-AA49-64BCC232643C}"/>
              </a:ext>
            </a:extLst>
          </p:cNvPr>
          <p:cNvSpPr>
            <a:spLocks noGrp="1"/>
          </p:cNvSpPr>
          <p:nvPr>
            <p:ph idx="1"/>
          </p:nvPr>
        </p:nvSpPr>
        <p:spPr/>
        <p:txBody>
          <a:bodyPr/>
          <a:lstStyle/>
          <a:p>
            <a:pPr marL="0" indent="0">
              <a:buNone/>
            </a:pPr>
            <a:r>
              <a:rPr lang="zh-CN" altLang="en-US" dirty="0">
                <a:solidFill>
                  <a:srgbClr val="FF0000"/>
                </a:solidFill>
              </a:rPr>
              <a:t>对于来自</a:t>
            </a:r>
            <a:r>
              <a:rPr lang="en-US" altLang="zh-CN" dirty="0">
                <a:solidFill>
                  <a:srgbClr val="FF0000"/>
                </a:solidFill>
              </a:rPr>
              <a:t>TPM</a:t>
            </a:r>
            <a:r>
              <a:rPr lang="zh-CN" altLang="en-US" dirty="0">
                <a:solidFill>
                  <a:srgbClr val="FF0000"/>
                </a:solidFill>
              </a:rPr>
              <a:t>的响应：</a:t>
            </a:r>
            <a:endParaRPr lang="en-US" altLang="zh-CN" dirty="0">
              <a:solidFill>
                <a:srgbClr val="FF0000"/>
              </a:solidFill>
            </a:endParaRPr>
          </a:p>
          <a:p>
            <a:r>
              <a:rPr lang="zh-CN" altLang="en-US" dirty="0"/>
              <a:t>在响应返回更高软件层之前捕获它们。</a:t>
            </a:r>
          </a:p>
          <a:p>
            <a:r>
              <a:rPr lang="zh-CN" altLang="en-US" dirty="0"/>
              <a:t> 将响应中的对象或者序列的句柄全部虚拟化，把响应字节流中</a:t>
            </a:r>
            <a:r>
              <a:rPr lang="en-US" altLang="zh-CN" dirty="0"/>
              <a:t>TPM</a:t>
            </a:r>
            <a:r>
              <a:rPr lang="zh-CN" altLang="en-US" dirty="0"/>
              <a:t>返回的句柄替换为这些虚拟句柄。</a:t>
            </a:r>
          </a:p>
          <a:p>
            <a:pPr marL="0" indent="0">
              <a:buNone/>
            </a:pPr>
            <a:r>
              <a:rPr lang="en-US" altLang="zh-CN" dirty="0"/>
              <a:t>    </a:t>
            </a:r>
          </a:p>
          <a:p>
            <a:pPr marL="0" indent="0">
              <a:buNone/>
            </a:pPr>
            <a:r>
              <a:rPr lang="en-US" altLang="zh-CN" dirty="0"/>
              <a:t>      RM</a:t>
            </a:r>
            <a:r>
              <a:rPr lang="zh-CN" altLang="en-US" dirty="0"/>
              <a:t>的工作就是保证永远不会因为</a:t>
            </a:r>
            <a:r>
              <a:rPr lang="en-US" altLang="zh-CN" dirty="0"/>
              <a:t>TPM</a:t>
            </a:r>
            <a:r>
              <a:rPr lang="zh-CN" altLang="en-US" dirty="0"/>
              <a:t>内存不够而导致命令执行失败。</a:t>
            </a:r>
          </a:p>
        </p:txBody>
      </p:sp>
      <p:sp>
        <p:nvSpPr>
          <p:cNvPr id="4" name="灯片编号占位符 3">
            <a:extLst>
              <a:ext uri="{FF2B5EF4-FFF2-40B4-BE49-F238E27FC236}">
                <a16:creationId xmlns:a16="http://schemas.microsoft.com/office/drawing/2014/main" id="{B5C4309E-E9F2-498C-7EFB-4C4BC3CFCED2}"/>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30</a:t>
            </a:fld>
            <a:endParaRPr lang="en-US" altLang="zh-CN"/>
          </a:p>
        </p:txBody>
      </p:sp>
    </p:spTree>
    <p:extLst>
      <p:ext uri="{BB962C8B-B14F-4D97-AF65-F5344CB8AC3E}">
        <p14:creationId xmlns:p14="http://schemas.microsoft.com/office/powerpoint/2010/main" val="13131151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81AFD4-205B-565A-1B12-6DE717083482}"/>
              </a:ext>
            </a:extLst>
          </p:cNvPr>
          <p:cNvSpPr>
            <a:spLocks noGrp="1"/>
          </p:cNvSpPr>
          <p:nvPr>
            <p:ph type="title"/>
          </p:nvPr>
        </p:nvSpPr>
        <p:spPr/>
        <p:txBody>
          <a:bodyPr/>
          <a:lstStyle/>
          <a:p>
            <a:r>
              <a:rPr lang="zh-CN" altLang="en-US" dirty="0"/>
              <a:t>对象、会话和序列的管理</a:t>
            </a:r>
          </a:p>
        </p:txBody>
      </p:sp>
      <p:sp>
        <p:nvSpPr>
          <p:cNvPr id="3" name="内容占位符 2">
            <a:extLst>
              <a:ext uri="{FF2B5EF4-FFF2-40B4-BE49-F238E27FC236}">
                <a16:creationId xmlns:a16="http://schemas.microsoft.com/office/drawing/2014/main" id="{3EB4B3DD-342F-FEF1-6874-BD6F2B2FE1DE}"/>
              </a:ext>
            </a:extLst>
          </p:cNvPr>
          <p:cNvSpPr>
            <a:spLocks noGrp="1"/>
          </p:cNvSpPr>
          <p:nvPr>
            <p:ph idx="1"/>
          </p:nvPr>
        </p:nvSpPr>
        <p:spPr/>
        <p:txBody>
          <a:bodyPr/>
          <a:lstStyle/>
          <a:p>
            <a:r>
              <a:rPr lang="zh-CN" altLang="en-US" dirty="0"/>
              <a:t>因为</a:t>
            </a:r>
            <a:r>
              <a:rPr lang="en-US" altLang="zh-CN" dirty="0"/>
              <a:t>TPM</a:t>
            </a:r>
            <a:r>
              <a:rPr lang="zh-CN" altLang="en-US" dirty="0"/>
              <a:t>内存有限，所以对象，会话，以及序列需要动态地换入换出</a:t>
            </a:r>
            <a:r>
              <a:rPr lang="en-US" altLang="zh-CN" dirty="0"/>
              <a:t>TPM</a:t>
            </a:r>
            <a:r>
              <a:rPr lang="zh-CN" altLang="en-US" dirty="0"/>
              <a:t>。举例来说，微软的</a:t>
            </a:r>
            <a:r>
              <a:rPr lang="en-US" altLang="zh-CN" dirty="0"/>
              <a:t>TPM</a:t>
            </a:r>
            <a:r>
              <a:rPr lang="zh-CN" altLang="en-US" dirty="0"/>
              <a:t>模拟器作为</a:t>
            </a:r>
            <a:r>
              <a:rPr lang="en-US" altLang="zh-CN" dirty="0"/>
              <a:t>TPM2.0</a:t>
            </a:r>
            <a:r>
              <a:rPr lang="zh-CN" altLang="en-US" dirty="0"/>
              <a:t>的参考实现，它只允许有三个对象存储槽。一个对象存储槽就是用于存储一个对象或者序列的</a:t>
            </a:r>
            <a:r>
              <a:rPr lang="en-US" altLang="zh-CN" dirty="0"/>
              <a:t>TPM</a:t>
            </a:r>
            <a:r>
              <a:rPr lang="zh-CN" altLang="en-US" dirty="0"/>
              <a:t>内存区域。还有三个会话存储槽位。因此，虚拟化临时性实体（这里的临时性实体就是指对象和序列）是非常必要的。</a:t>
            </a:r>
          </a:p>
        </p:txBody>
      </p:sp>
      <p:sp>
        <p:nvSpPr>
          <p:cNvPr id="4" name="灯片编号占位符 3">
            <a:extLst>
              <a:ext uri="{FF2B5EF4-FFF2-40B4-BE49-F238E27FC236}">
                <a16:creationId xmlns:a16="http://schemas.microsoft.com/office/drawing/2014/main" id="{8BD198DE-567C-488C-0F2B-3F642570DDD7}"/>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31</a:t>
            </a:fld>
            <a:endParaRPr lang="en-US" altLang="zh-CN"/>
          </a:p>
        </p:txBody>
      </p:sp>
    </p:spTree>
    <p:extLst>
      <p:ext uri="{BB962C8B-B14F-4D97-AF65-F5344CB8AC3E}">
        <p14:creationId xmlns:p14="http://schemas.microsoft.com/office/powerpoint/2010/main" val="523279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E3CBCC-1680-712C-5A54-0652578495CA}"/>
              </a:ext>
            </a:extLst>
          </p:cNvPr>
          <p:cNvSpPr>
            <a:spLocks noGrp="1"/>
          </p:cNvSpPr>
          <p:nvPr>
            <p:ph type="title"/>
          </p:nvPr>
        </p:nvSpPr>
        <p:spPr/>
        <p:txBody>
          <a:bodyPr/>
          <a:lstStyle/>
          <a:p>
            <a:r>
              <a:rPr lang="en-US" altLang="zh-CN" dirty="0"/>
              <a:t>TPM</a:t>
            </a:r>
            <a:r>
              <a:rPr lang="zh-CN" altLang="en-US" dirty="0"/>
              <a:t>上下文管理特性</a:t>
            </a:r>
          </a:p>
        </p:txBody>
      </p:sp>
      <p:sp>
        <p:nvSpPr>
          <p:cNvPr id="3" name="内容占位符 2">
            <a:extLst>
              <a:ext uri="{FF2B5EF4-FFF2-40B4-BE49-F238E27FC236}">
                <a16:creationId xmlns:a16="http://schemas.microsoft.com/office/drawing/2014/main" id="{98E5ACCE-1D4F-B190-1C77-5BFAC177B55E}"/>
              </a:ext>
            </a:extLst>
          </p:cNvPr>
          <p:cNvSpPr>
            <a:spLocks noGrp="1"/>
          </p:cNvSpPr>
          <p:nvPr>
            <p:ph idx="1"/>
          </p:nvPr>
        </p:nvSpPr>
        <p:spPr/>
        <p:txBody>
          <a:bodyPr/>
          <a:lstStyle/>
          <a:p>
            <a:r>
              <a:rPr lang="en-US" altLang="zh-CN" dirty="0"/>
              <a:t>TPM</a:t>
            </a:r>
            <a:r>
              <a:rPr lang="zh-CN" altLang="en-US" dirty="0"/>
              <a:t>用于管理临时实体上下文的能力包括：查询、特殊的错误代码，三个</a:t>
            </a:r>
            <a:r>
              <a:rPr lang="en-US" altLang="zh-CN" dirty="0"/>
              <a:t>TPM</a:t>
            </a:r>
            <a:r>
              <a:rPr lang="zh-CN" altLang="en-US" dirty="0"/>
              <a:t>命令，以及针对</a:t>
            </a:r>
            <a:r>
              <a:rPr lang="en-US" altLang="zh-CN" dirty="0"/>
              <a:t>TPM2_Startup</a:t>
            </a:r>
            <a:r>
              <a:rPr lang="zh-CN" altLang="en-US" dirty="0"/>
              <a:t>和</a:t>
            </a:r>
            <a:r>
              <a:rPr lang="en-US" altLang="zh-CN" dirty="0"/>
              <a:t>TPM2_Shutdown</a:t>
            </a:r>
            <a:r>
              <a:rPr lang="zh-CN" altLang="en-US" dirty="0"/>
              <a:t>需要做的特殊处理。应用开发者可以调用这些功能或者由</a:t>
            </a:r>
            <a:r>
              <a:rPr lang="en-US" altLang="zh-CN" dirty="0"/>
              <a:t>RM</a:t>
            </a:r>
            <a:r>
              <a:rPr lang="zh-CN" altLang="en-US" dirty="0"/>
              <a:t>进行调用。</a:t>
            </a:r>
          </a:p>
        </p:txBody>
      </p:sp>
      <p:sp>
        <p:nvSpPr>
          <p:cNvPr id="4" name="灯片编号占位符 3">
            <a:extLst>
              <a:ext uri="{FF2B5EF4-FFF2-40B4-BE49-F238E27FC236}">
                <a16:creationId xmlns:a16="http://schemas.microsoft.com/office/drawing/2014/main" id="{E3709ADA-30C7-24CB-6EE0-64223CE7D5D6}"/>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32</a:t>
            </a:fld>
            <a:endParaRPr lang="en-US" altLang="zh-CN"/>
          </a:p>
        </p:txBody>
      </p:sp>
    </p:spTree>
    <p:extLst>
      <p:ext uri="{BB962C8B-B14F-4D97-AF65-F5344CB8AC3E}">
        <p14:creationId xmlns:p14="http://schemas.microsoft.com/office/powerpoint/2010/main" val="758306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E5720A-7DCE-CB71-C9E7-D081C9462F98}"/>
              </a:ext>
            </a:extLst>
          </p:cNvPr>
          <p:cNvSpPr>
            <a:spLocks noGrp="1"/>
          </p:cNvSpPr>
          <p:nvPr>
            <p:ph type="title"/>
          </p:nvPr>
        </p:nvSpPr>
        <p:spPr/>
        <p:txBody>
          <a:bodyPr/>
          <a:lstStyle/>
          <a:p>
            <a:r>
              <a:rPr lang="en-US" altLang="zh-CN" dirty="0"/>
              <a:t>TPM</a:t>
            </a:r>
            <a:r>
              <a:rPr lang="zh-CN" altLang="en-US" dirty="0"/>
              <a:t>内部存储槽</a:t>
            </a:r>
          </a:p>
        </p:txBody>
      </p:sp>
      <p:sp>
        <p:nvSpPr>
          <p:cNvPr id="3" name="内容占位符 2">
            <a:extLst>
              <a:ext uri="{FF2B5EF4-FFF2-40B4-BE49-F238E27FC236}">
                <a16:creationId xmlns:a16="http://schemas.microsoft.com/office/drawing/2014/main" id="{89C8D842-AFF8-77AF-4FE4-C0765799630A}"/>
              </a:ext>
            </a:extLst>
          </p:cNvPr>
          <p:cNvSpPr>
            <a:spLocks noGrp="1"/>
          </p:cNvSpPr>
          <p:nvPr>
            <p:ph idx="1"/>
          </p:nvPr>
        </p:nvSpPr>
        <p:spPr/>
        <p:txBody>
          <a:bodyPr/>
          <a:lstStyle/>
          <a:p>
            <a:r>
              <a:rPr lang="en-US" altLang="zh-CN" dirty="0"/>
              <a:t>TPM</a:t>
            </a:r>
            <a:r>
              <a:rPr lang="zh-CN" altLang="en-US" dirty="0"/>
              <a:t>将内部用于存储临时实体的内存由存储槽组成。用于对象和序列的最大存储槽数量是</a:t>
            </a:r>
            <a:r>
              <a:rPr lang="en-US" altLang="zh-CN" dirty="0"/>
              <a:t>MAX_LOADED_OBJECTS</a:t>
            </a:r>
            <a:r>
              <a:rPr lang="zh-CN" altLang="en-US" dirty="0"/>
              <a:t>。一个用于会话的类似定义是</a:t>
            </a:r>
            <a:r>
              <a:rPr lang="en-US" altLang="zh-CN" dirty="0"/>
              <a:t>MAX_LOADED_SESSIONS</a:t>
            </a:r>
            <a:r>
              <a:rPr lang="zh-CN" altLang="en-US" dirty="0"/>
              <a:t>。可以使用</a:t>
            </a:r>
            <a:r>
              <a:rPr lang="en-US" altLang="zh-CN" dirty="0"/>
              <a:t>TPM2_GetCapability</a:t>
            </a:r>
            <a:r>
              <a:rPr lang="zh-CN" altLang="en-US" dirty="0"/>
              <a:t>命令查询这两个定义的值。</a:t>
            </a:r>
            <a:r>
              <a:rPr lang="en-US" altLang="zh-CN" dirty="0"/>
              <a:t>RM</a:t>
            </a:r>
            <a:r>
              <a:rPr lang="zh-CN" altLang="en-US" dirty="0"/>
              <a:t>可以查询这两个定义的数值并将它们用于管理已经加载的上下文。或者它也可以依赖</a:t>
            </a:r>
            <a:r>
              <a:rPr lang="en-US" altLang="zh-CN" dirty="0"/>
              <a:t>TPM</a:t>
            </a:r>
            <a:r>
              <a:rPr lang="zh-CN" altLang="en-US" dirty="0"/>
              <a:t>返回的错误代码来管理资源。因为</a:t>
            </a:r>
            <a:r>
              <a:rPr lang="en-US" altLang="zh-CN" dirty="0"/>
              <a:t>_</a:t>
            </a:r>
            <a:r>
              <a:rPr lang="en-US" altLang="zh-CN" dirty="0" err="1"/>
              <a:t>TPM_Hash_Start</a:t>
            </a:r>
            <a:r>
              <a:rPr lang="zh-CN" altLang="en-US" dirty="0"/>
              <a:t>相关的特殊情况，一些</a:t>
            </a:r>
            <a:r>
              <a:rPr lang="en-US" altLang="zh-CN" dirty="0"/>
              <a:t>RM</a:t>
            </a:r>
            <a:r>
              <a:rPr lang="zh-CN" altLang="en-US" dirty="0"/>
              <a:t>需要前述两种方式来实现资源管理。</a:t>
            </a:r>
          </a:p>
        </p:txBody>
      </p:sp>
      <p:sp>
        <p:nvSpPr>
          <p:cNvPr id="4" name="灯片编号占位符 3">
            <a:extLst>
              <a:ext uri="{FF2B5EF4-FFF2-40B4-BE49-F238E27FC236}">
                <a16:creationId xmlns:a16="http://schemas.microsoft.com/office/drawing/2014/main" id="{111B9795-81B4-B547-659C-09B8BE3A1805}"/>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33</a:t>
            </a:fld>
            <a:endParaRPr lang="en-US" altLang="zh-CN"/>
          </a:p>
        </p:txBody>
      </p:sp>
    </p:spTree>
    <p:extLst>
      <p:ext uri="{BB962C8B-B14F-4D97-AF65-F5344CB8AC3E}">
        <p14:creationId xmlns:p14="http://schemas.microsoft.com/office/powerpoint/2010/main" val="8484862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3BD16-9836-793F-C091-A638C3CC94E7}"/>
              </a:ext>
            </a:extLst>
          </p:cNvPr>
          <p:cNvSpPr>
            <a:spLocks noGrp="1"/>
          </p:cNvSpPr>
          <p:nvPr>
            <p:ph type="title"/>
          </p:nvPr>
        </p:nvSpPr>
        <p:spPr/>
        <p:txBody>
          <a:bodyPr/>
          <a:lstStyle/>
          <a:p>
            <a:r>
              <a:rPr lang="zh-CN" altLang="en-US" dirty="0"/>
              <a:t>特殊错误码</a:t>
            </a:r>
          </a:p>
        </p:txBody>
      </p:sp>
      <p:sp>
        <p:nvSpPr>
          <p:cNvPr id="3" name="内容占位符 2">
            <a:extLst>
              <a:ext uri="{FF2B5EF4-FFF2-40B4-BE49-F238E27FC236}">
                <a16:creationId xmlns:a16="http://schemas.microsoft.com/office/drawing/2014/main" id="{2EFE57E8-26F0-8FA1-280F-C24ABFFDBE55}"/>
              </a:ext>
            </a:extLst>
          </p:cNvPr>
          <p:cNvSpPr>
            <a:spLocks noGrp="1"/>
          </p:cNvSpPr>
          <p:nvPr>
            <p:ph idx="1"/>
          </p:nvPr>
        </p:nvSpPr>
        <p:spPr/>
        <p:txBody>
          <a:bodyPr/>
          <a:lstStyle/>
          <a:p>
            <a:r>
              <a:rPr lang="zh-CN" altLang="en-US" dirty="0"/>
              <a:t>特殊的错误代码用于指示</a:t>
            </a:r>
            <a:r>
              <a:rPr lang="en-US" altLang="zh-CN" dirty="0"/>
              <a:t>RM TPM</a:t>
            </a:r>
            <a:r>
              <a:rPr lang="zh-CN" altLang="en-US" dirty="0"/>
              <a:t>内存不足，意思是说没有多余的存储槽位了，</a:t>
            </a:r>
            <a:r>
              <a:rPr lang="en-US" altLang="zh-CN" dirty="0"/>
              <a:t>RM</a:t>
            </a:r>
            <a:r>
              <a:rPr lang="zh-CN" altLang="en-US" dirty="0"/>
              <a:t>必须做些什么：</a:t>
            </a:r>
            <a:r>
              <a:rPr lang="en-US" altLang="zh-CN" dirty="0"/>
              <a:t>TPM_RC_OBJECT_MEMORY</a:t>
            </a:r>
            <a:r>
              <a:rPr lang="zh-CN" altLang="en-US" dirty="0"/>
              <a:t>（对象和序列的内存空间不足），</a:t>
            </a:r>
            <a:r>
              <a:rPr lang="en-US" altLang="zh-CN" dirty="0"/>
              <a:t>TPM_RC_SESSION_MEMORY</a:t>
            </a:r>
            <a:r>
              <a:rPr lang="zh-CN" altLang="en-US" dirty="0"/>
              <a:t>（会话内存不足），或者</a:t>
            </a:r>
            <a:r>
              <a:rPr lang="en-US" altLang="zh-CN" dirty="0"/>
              <a:t>TPM_RC_MEMORY</a:t>
            </a:r>
            <a:r>
              <a:rPr lang="zh-CN" altLang="en-US" dirty="0"/>
              <a:t>（通用内存不足）。需要使用对象，序列或者会话存储槽的</a:t>
            </a:r>
            <a:r>
              <a:rPr lang="en-US" altLang="zh-CN" dirty="0"/>
              <a:t>TPM</a:t>
            </a:r>
            <a:r>
              <a:rPr lang="zh-CN" altLang="en-US" dirty="0"/>
              <a:t>命令都有可能返回上述的错误代码。</a:t>
            </a:r>
          </a:p>
          <a:p>
            <a:endParaRPr lang="zh-CN" altLang="en-US" dirty="0"/>
          </a:p>
        </p:txBody>
      </p:sp>
      <p:sp>
        <p:nvSpPr>
          <p:cNvPr id="4" name="灯片编号占位符 3">
            <a:extLst>
              <a:ext uri="{FF2B5EF4-FFF2-40B4-BE49-F238E27FC236}">
                <a16:creationId xmlns:a16="http://schemas.microsoft.com/office/drawing/2014/main" id="{26DCEDCE-1873-0B37-0F0E-5589DE39DC73}"/>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34</a:t>
            </a:fld>
            <a:endParaRPr lang="en-US" altLang="zh-CN"/>
          </a:p>
        </p:txBody>
      </p:sp>
    </p:spTree>
    <p:extLst>
      <p:ext uri="{BB962C8B-B14F-4D97-AF65-F5344CB8AC3E}">
        <p14:creationId xmlns:p14="http://schemas.microsoft.com/office/powerpoint/2010/main" val="22627006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3EE3-FFD8-ED43-91C9-093B50784CE9}"/>
              </a:ext>
            </a:extLst>
          </p:cNvPr>
          <p:cNvSpPr>
            <a:spLocks noGrp="1"/>
          </p:cNvSpPr>
          <p:nvPr>
            <p:ph type="title"/>
          </p:nvPr>
        </p:nvSpPr>
        <p:spPr/>
        <p:txBody>
          <a:bodyPr/>
          <a:lstStyle/>
          <a:p>
            <a:r>
              <a:rPr lang="en-US" altLang="zh-CN" dirty="0"/>
              <a:t>TPM</a:t>
            </a:r>
            <a:r>
              <a:rPr lang="zh-CN" altLang="en-US" dirty="0"/>
              <a:t>上下文管理方法</a:t>
            </a:r>
          </a:p>
        </p:txBody>
      </p:sp>
      <p:sp>
        <p:nvSpPr>
          <p:cNvPr id="3" name="内容占位符 2">
            <a:extLst>
              <a:ext uri="{FF2B5EF4-FFF2-40B4-BE49-F238E27FC236}">
                <a16:creationId xmlns:a16="http://schemas.microsoft.com/office/drawing/2014/main" id="{0D583E66-9222-F54E-B61A-70A87C8D4886}"/>
              </a:ext>
            </a:extLst>
          </p:cNvPr>
          <p:cNvSpPr>
            <a:spLocks noGrp="1"/>
          </p:cNvSpPr>
          <p:nvPr>
            <p:ph idx="1"/>
          </p:nvPr>
        </p:nvSpPr>
        <p:spPr/>
        <p:txBody>
          <a:bodyPr/>
          <a:lstStyle/>
          <a:p>
            <a:r>
              <a:rPr lang="zh-CN" altLang="en-US" sz="2200" dirty="0"/>
              <a:t>用于管理临时性实体的</a:t>
            </a:r>
            <a:r>
              <a:rPr lang="en-US" altLang="zh-CN" sz="2200" dirty="0"/>
              <a:t>TPM</a:t>
            </a:r>
            <a:r>
              <a:rPr lang="zh-CN" altLang="en-US" sz="2200" dirty="0"/>
              <a:t>命令是</a:t>
            </a:r>
            <a:r>
              <a:rPr lang="en-US" altLang="zh-CN" sz="2200" dirty="0"/>
              <a:t>TPM2_ContextSave</a:t>
            </a:r>
            <a:r>
              <a:rPr lang="zh-CN" altLang="en-US" sz="2200" dirty="0"/>
              <a:t>，</a:t>
            </a:r>
            <a:r>
              <a:rPr lang="en-US" altLang="zh-CN" sz="2200" dirty="0"/>
              <a:t>TPM2_ContextLoad</a:t>
            </a:r>
            <a:r>
              <a:rPr lang="zh-CN" altLang="en-US" sz="2200" dirty="0"/>
              <a:t>，以及</a:t>
            </a:r>
            <a:r>
              <a:rPr lang="en-US" altLang="zh-CN" sz="2200" dirty="0"/>
              <a:t>TPM2_FlushContext</a:t>
            </a:r>
            <a:r>
              <a:rPr lang="zh-CN" altLang="en-US" sz="2200" dirty="0"/>
              <a:t>。这些命令会根据不同的临时实体产生不同的结果。</a:t>
            </a:r>
          </a:p>
          <a:p>
            <a:r>
              <a:rPr lang="en-US" altLang="zh-CN" sz="2200" dirty="0"/>
              <a:t>TPM2_ContextSave</a:t>
            </a:r>
            <a:r>
              <a:rPr lang="zh-CN" altLang="en-US" sz="2200" dirty="0"/>
              <a:t>用于存储一个临时实体的上下文，并返回实体的上下文。这个命令返回的实体上下文是经过加密和完整性保护的。这是通过限制实体上下文只能被加载到同一个</a:t>
            </a:r>
            <a:r>
              <a:rPr lang="en-US" altLang="zh-CN" sz="2200" dirty="0"/>
              <a:t>TPM</a:t>
            </a:r>
            <a:r>
              <a:rPr lang="zh-CN" altLang="en-US" sz="2200" dirty="0"/>
              <a:t>上来实现的；也就是说一个实体的上下文不能被加载到其他的</a:t>
            </a:r>
            <a:r>
              <a:rPr lang="en-US" altLang="zh-CN" sz="2200" dirty="0"/>
              <a:t>TPM</a:t>
            </a:r>
            <a:r>
              <a:rPr lang="zh-CN" altLang="en-US" sz="2200" dirty="0"/>
              <a:t>中。需要特别提醒的是，将一个实体的上下文保存意味着上下文会保存到系统内存中，这个内存有可能是易失性的。因此如果遇到一些会擦除系统内存的事件时，如深度休眠和睡眠，需要一些其他机制来保护这些上下文。对于</a:t>
            </a:r>
            <a:r>
              <a:rPr lang="en-US" altLang="zh-CN" sz="2200" dirty="0"/>
              <a:t>PC</a:t>
            </a:r>
            <a:r>
              <a:rPr lang="zh-CN" altLang="en-US" sz="2200" dirty="0"/>
              <a:t>来说，对于休眠的情况，系统会将所有的内存信息保存到非易失性内存中，比如说硬盘中；对于一个睡眠事件，内存会继续保持上电状态，所以内存信息并没有消失。</a:t>
            </a:r>
          </a:p>
        </p:txBody>
      </p:sp>
      <p:sp>
        <p:nvSpPr>
          <p:cNvPr id="4" name="灯片编号占位符 3">
            <a:extLst>
              <a:ext uri="{FF2B5EF4-FFF2-40B4-BE49-F238E27FC236}">
                <a16:creationId xmlns:a16="http://schemas.microsoft.com/office/drawing/2014/main" id="{A7DD7AEC-8DD8-13E3-EC69-871FF59C701D}"/>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35</a:t>
            </a:fld>
            <a:endParaRPr lang="en-US" altLang="zh-CN"/>
          </a:p>
        </p:txBody>
      </p:sp>
    </p:spTree>
    <p:extLst>
      <p:ext uri="{BB962C8B-B14F-4D97-AF65-F5344CB8AC3E}">
        <p14:creationId xmlns:p14="http://schemas.microsoft.com/office/powerpoint/2010/main" val="15482317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000EBC-35A1-7A15-3EE0-FEA6E5EE7C2C}"/>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EA7C745-AA53-3392-DADF-03D353F40299}"/>
              </a:ext>
            </a:extLst>
          </p:cNvPr>
          <p:cNvSpPr>
            <a:spLocks noGrp="1"/>
          </p:cNvSpPr>
          <p:nvPr>
            <p:ph idx="1"/>
          </p:nvPr>
        </p:nvSpPr>
        <p:spPr/>
        <p:txBody>
          <a:bodyPr/>
          <a:lstStyle/>
          <a:p>
            <a:r>
              <a:rPr lang="zh-CN" altLang="en-US" sz="2200" dirty="0"/>
              <a:t>实体的上下文被保存以后，如果实体是一个对象或者序列，那它还会驻留在</a:t>
            </a:r>
            <a:r>
              <a:rPr lang="en-US" altLang="zh-CN" sz="2200" dirty="0"/>
              <a:t>TPM</a:t>
            </a:r>
            <a:r>
              <a:rPr lang="zh-CN" altLang="en-US" sz="2200" dirty="0"/>
              <a:t>中，并且具有相同的</a:t>
            </a:r>
            <a:r>
              <a:rPr lang="en-US" altLang="zh-CN" sz="2200" dirty="0"/>
              <a:t>handle</a:t>
            </a:r>
            <a:r>
              <a:rPr lang="zh-CN" altLang="en-US" sz="2200" dirty="0"/>
              <a:t>。因此保存的上下文就是一份新的实体或者序列的拷贝。但是对于会话来说，</a:t>
            </a:r>
            <a:r>
              <a:rPr lang="en-US" altLang="zh-CN" sz="2200" dirty="0"/>
              <a:t>TPM</a:t>
            </a:r>
            <a:r>
              <a:rPr lang="zh-CN" altLang="en-US" sz="2200" dirty="0"/>
              <a:t>的处理方式是不同的。当会话的上下文通过</a:t>
            </a:r>
            <a:r>
              <a:rPr lang="en-US" altLang="zh-CN" sz="2200" dirty="0"/>
              <a:t>TPM2_ContextSave</a:t>
            </a:r>
            <a:r>
              <a:rPr lang="zh-CN" altLang="en-US" sz="2200" dirty="0"/>
              <a:t>命令保存以后，会话会被清除出</a:t>
            </a:r>
            <a:r>
              <a:rPr lang="en-US" altLang="zh-CN" sz="2200" dirty="0"/>
              <a:t>TPM</a:t>
            </a:r>
            <a:r>
              <a:rPr lang="zh-CN" altLang="en-US" sz="2200" dirty="0"/>
              <a:t>内存。会话上下文的处理方式是非常独特的：上下文要么被清除出</a:t>
            </a:r>
            <a:r>
              <a:rPr lang="en-US" altLang="zh-CN" sz="2200" dirty="0"/>
              <a:t>TPM</a:t>
            </a:r>
            <a:r>
              <a:rPr lang="zh-CN" altLang="en-US" sz="2200" dirty="0"/>
              <a:t>，并存在于系统内存中，要么被加载到</a:t>
            </a:r>
            <a:r>
              <a:rPr lang="en-US" altLang="zh-CN" sz="2200" dirty="0"/>
              <a:t>TPM</a:t>
            </a:r>
            <a:r>
              <a:rPr lang="zh-CN" altLang="en-US" sz="2200" dirty="0"/>
              <a:t>中，但是这两种情况不能同时存在。不管会话的上下文存在于哪里，它总是有相同的</a:t>
            </a:r>
            <a:r>
              <a:rPr lang="en-US" altLang="zh-CN" sz="2200" dirty="0"/>
              <a:t>handle</a:t>
            </a:r>
            <a:r>
              <a:rPr lang="zh-CN" altLang="en-US" sz="2200" dirty="0"/>
              <a:t>，并且会话总是激活状态，直到上下文通过</a:t>
            </a:r>
            <a:r>
              <a:rPr lang="en-US" altLang="zh-CN" sz="2200" dirty="0"/>
              <a:t>TPM2_FlushContext</a:t>
            </a:r>
            <a:r>
              <a:rPr lang="zh-CN" altLang="en-US" sz="2200" dirty="0"/>
              <a:t>命令被清除，或者执行一个使用这个会话并且将</a:t>
            </a:r>
            <a:r>
              <a:rPr lang="en-US" altLang="zh-CN" sz="2200" dirty="0" err="1"/>
              <a:t>continueSession</a:t>
            </a:r>
            <a:r>
              <a:rPr lang="zh-CN" altLang="en-US" sz="2200" dirty="0"/>
              <a:t>标志位清除的</a:t>
            </a:r>
            <a:r>
              <a:rPr lang="en-US" altLang="zh-CN" sz="2200" dirty="0"/>
              <a:t>TPM</a:t>
            </a:r>
            <a:r>
              <a:rPr lang="zh-CN" altLang="en-US" sz="2200" dirty="0"/>
              <a:t>命令。上述对会话进行特殊处理的目的是为了阻止一个会话多个拷贝的存在，因为一旦有多个会话的拷贝，就有可能发生针对会话的重放攻击。会话的上下文被保存之后，只有一小部分会话的上下文还保留在</a:t>
            </a:r>
            <a:r>
              <a:rPr lang="en-US" altLang="zh-CN" sz="2200" dirty="0"/>
              <a:t>TPM</a:t>
            </a:r>
            <a:r>
              <a:rPr lang="zh-CN" altLang="en-US" sz="2200" dirty="0"/>
              <a:t>中。</a:t>
            </a:r>
          </a:p>
        </p:txBody>
      </p:sp>
      <p:sp>
        <p:nvSpPr>
          <p:cNvPr id="4" name="灯片编号占位符 3">
            <a:extLst>
              <a:ext uri="{FF2B5EF4-FFF2-40B4-BE49-F238E27FC236}">
                <a16:creationId xmlns:a16="http://schemas.microsoft.com/office/drawing/2014/main" id="{DE39AB51-1A81-CB32-A96A-B3F9996FD81A}"/>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36</a:t>
            </a:fld>
            <a:endParaRPr lang="en-US" altLang="zh-CN"/>
          </a:p>
        </p:txBody>
      </p:sp>
    </p:spTree>
    <p:extLst>
      <p:ext uri="{BB962C8B-B14F-4D97-AF65-F5344CB8AC3E}">
        <p14:creationId xmlns:p14="http://schemas.microsoft.com/office/powerpoint/2010/main" val="19119707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36998-DDEB-08FB-3F13-C6D1825718B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B28F63D-5774-7266-0677-5E7BD26EFF41}"/>
              </a:ext>
            </a:extLst>
          </p:cNvPr>
          <p:cNvSpPr>
            <a:spLocks noGrp="1"/>
          </p:cNvSpPr>
          <p:nvPr>
            <p:ph idx="1"/>
          </p:nvPr>
        </p:nvSpPr>
        <p:spPr/>
        <p:txBody>
          <a:bodyPr/>
          <a:lstStyle/>
          <a:p>
            <a:r>
              <a:rPr lang="zh-CN" altLang="en-US" dirty="0"/>
              <a:t>对于对象，序列，以及会话来说，</a:t>
            </a:r>
            <a:r>
              <a:rPr lang="en-US" altLang="zh-CN" dirty="0"/>
              <a:t>TPM2_FlushContext</a:t>
            </a:r>
            <a:r>
              <a:rPr lang="zh-CN" altLang="en-US" dirty="0"/>
              <a:t>命令会清除所有临时实体的上下文。其中对于一个对象或者序列来说，一个对象</a:t>
            </a:r>
            <a:r>
              <a:rPr lang="en-US" altLang="zh-CN" dirty="0"/>
              <a:t>——</a:t>
            </a:r>
            <a:r>
              <a:rPr lang="zh-CN" altLang="en-US" dirty="0"/>
              <a:t>在执行</a:t>
            </a:r>
            <a:r>
              <a:rPr lang="en-US" altLang="zh-CN" dirty="0"/>
              <a:t>TPM2_ContextSave</a:t>
            </a:r>
            <a:r>
              <a:rPr lang="zh-CN" altLang="en-US" dirty="0"/>
              <a:t>之后对象仍然存在于</a:t>
            </a:r>
            <a:r>
              <a:rPr lang="en-US" altLang="zh-CN" dirty="0"/>
              <a:t>TPM</a:t>
            </a:r>
            <a:r>
              <a:rPr lang="zh-CN" altLang="en-US" dirty="0"/>
              <a:t>中</a:t>
            </a:r>
            <a:r>
              <a:rPr lang="en-US" altLang="zh-CN" dirty="0"/>
              <a:t>——</a:t>
            </a:r>
            <a:r>
              <a:rPr lang="zh-CN" altLang="en-US" dirty="0"/>
              <a:t>会被彻底地清除，但是它被保存的上下文仍可以被重新加载到</a:t>
            </a:r>
            <a:r>
              <a:rPr lang="en-US" altLang="zh-CN" dirty="0"/>
              <a:t>TPM</a:t>
            </a:r>
            <a:r>
              <a:rPr lang="zh-CN" altLang="en-US" dirty="0"/>
              <a:t>中。对于会话来说，上一段中提到的被保留的一小部分会话上下文会被</a:t>
            </a:r>
            <a:r>
              <a:rPr lang="en-US" altLang="zh-CN" dirty="0"/>
              <a:t>TPM2_FlushContext</a:t>
            </a:r>
            <a:r>
              <a:rPr lang="zh-CN" altLang="en-US" dirty="0"/>
              <a:t>命令清除，这也就意味着会话不再是激活状态了，之前保存的会话上下文也不能再加载到</a:t>
            </a:r>
            <a:r>
              <a:rPr lang="en-US" altLang="zh-CN" dirty="0"/>
              <a:t>TPM</a:t>
            </a:r>
            <a:r>
              <a:rPr lang="zh-CN" altLang="en-US" dirty="0"/>
              <a:t>中了，并且会话的</a:t>
            </a:r>
            <a:r>
              <a:rPr lang="en-US" altLang="zh-CN" dirty="0"/>
              <a:t>handle</a:t>
            </a:r>
            <a:r>
              <a:rPr lang="zh-CN" altLang="en-US" dirty="0"/>
              <a:t>会被释放，从而用于其他的会话。</a:t>
            </a:r>
          </a:p>
        </p:txBody>
      </p:sp>
      <p:sp>
        <p:nvSpPr>
          <p:cNvPr id="4" name="灯片编号占位符 3">
            <a:extLst>
              <a:ext uri="{FF2B5EF4-FFF2-40B4-BE49-F238E27FC236}">
                <a16:creationId xmlns:a16="http://schemas.microsoft.com/office/drawing/2014/main" id="{FC157D22-9B5A-0698-FDE3-2F221C3377EB}"/>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37</a:t>
            </a:fld>
            <a:endParaRPr lang="en-US" altLang="zh-CN"/>
          </a:p>
        </p:txBody>
      </p:sp>
    </p:spTree>
    <p:extLst>
      <p:ext uri="{BB962C8B-B14F-4D97-AF65-F5344CB8AC3E}">
        <p14:creationId xmlns:p14="http://schemas.microsoft.com/office/powerpoint/2010/main" val="316822577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8EF392-7419-4130-6A3B-09664C40DA1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FFE5EE5-2FDB-63AA-705D-7BC8E0674A03}"/>
              </a:ext>
            </a:extLst>
          </p:cNvPr>
          <p:cNvSpPr>
            <a:spLocks noGrp="1"/>
          </p:cNvSpPr>
          <p:nvPr>
            <p:ph idx="1"/>
          </p:nvPr>
        </p:nvSpPr>
        <p:spPr/>
        <p:txBody>
          <a:bodyPr/>
          <a:lstStyle/>
          <a:p>
            <a:r>
              <a:rPr lang="en-US" altLang="zh-CN" dirty="0"/>
              <a:t>TPM2_ContextLoad</a:t>
            </a:r>
            <a:r>
              <a:rPr lang="zh-CN" altLang="en-US" dirty="0"/>
              <a:t>命令用于将保存的实体上下文重新加载到</a:t>
            </a:r>
            <a:r>
              <a:rPr lang="en-US" altLang="zh-CN" dirty="0"/>
              <a:t>TPM</a:t>
            </a:r>
            <a:r>
              <a:rPr lang="zh-CN" altLang="en-US" dirty="0"/>
              <a:t>中。（这里需要特别注意的一点是，尽管</a:t>
            </a:r>
            <a:r>
              <a:rPr lang="en-US" altLang="zh-CN" dirty="0"/>
              <a:t>TPM2_Load</a:t>
            </a:r>
            <a:r>
              <a:rPr lang="zh-CN" altLang="en-US" dirty="0"/>
              <a:t>和</a:t>
            </a:r>
            <a:r>
              <a:rPr lang="en-US" altLang="zh-CN" dirty="0"/>
              <a:t>TPM2_ContextLoad</a:t>
            </a:r>
            <a:r>
              <a:rPr lang="zh-CN" altLang="en-US" dirty="0"/>
              <a:t>在名字上很像，但是它们的功能差别很大。</a:t>
            </a:r>
            <a:r>
              <a:rPr lang="en-US" altLang="zh-CN" dirty="0"/>
              <a:t>TPM2_Load</a:t>
            </a:r>
            <a:r>
              <a:rPr lang="zh-CN" altLang="en-US" dirty="0"/>
              <a:t>主要用在</a:t>
            </a:r>
            <a:r>
              <a:rPr lang="en-US" altLang="zh-CN" dirty="0"/>
              <a:t>TPM2_Create</a:t>
            </a:r>
            <a:r>
              <a:rPr lang="zh-CN" altLang="en-US" dirty="0"/>
              <a:t>命令创建新的对象之后，把实体加载到</a:t>
            </a:r>
            <a:r>
              <a:rPr lang="en-US" altLang="zh-CN" dirty="0"/>
              <a:t>TPM</a:t>
            </a:r>
            <a:r>
              <a:rPr lang="zh-CN" altLang="en-US" dirty="0"/>
              <a:t>中。这个加载命令不能用于会话，也不能用于加载一个对象或者序列已保存的上下文。</a:t>
            </a:r>
            <a:r>
              <a:rPr lang="en-US" altLang="zh-CN" dirty="0"/>
              <a:t>TPM2_ContextLoad</a:t>
            </a:r>
            <a:r>
              <a:rPr lang="zh-CN" altLang="en-US" dirty="0"/>
              <a:t>用于加载使用</a:t>
            </a:r>
            <a:r>
              <a:rPr lang="en-US" altLang="zh-CN" dirty="0"/>
              <a:t>TPM2_ContextSave</a:t>
            </a:r>
            <a:r>
              <a:rPr lang="zh-CN" altLang="en-US" dirty="0"/>
              <a:t>命令保存的临时实体的上下文。</a:t>
            </a:r>
          </a:p>
        </p:txBody>
      </p:sp>
      <p:sp>
        <p:nvSpPr>
          <p:cNvPr id="4" name="灯片编号占位符 3">
            <a:extLst>
              <a:ext uri="{FF2B5EF4-FFF2-40B4-BE49-F238E27FC236}">
                <a16:creationId xmlns:a16="http://schemas.microsoft.com/office/drawing/2014/main" id="{4750D65C-9F8C-D64B-B0C1-AA188165A7F1}"/>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38</a:t>
            </a:fld>
            <a:endParaRPr lang="en-US" altLang="zh-CN"/>
          </a:p>
        </p:txBody>
      </p:sp>
    </p:spTree>
    <p:extLst>
      <p:ext uri="{BB962C8B-B14F-4D97-AF65-F5344CB8AC3E}">
        <p14:creationId xmlns:p14="http://schemas.microsoft.com/office/powerpoint/2010/main" val="1575772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D0BC0-496F-CAC6-65C5-AAA1792F484F}"/>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B77BFA6-F81B-302C-D7A3-C21413875B30}"/>
              </a:ext>
            </a:extLst>
          </p:cNvPr>
          <p:cNvSpPr>
            <a:spLocks noGrp="1"/>
          </p:cNvSpPr>
          <p:nvPr>
            <p:ph idx="1"/>
          </p:nvPr>
        </p:nvSpPr>
        <p:spPr/>
        <p:txBody>
          <a:bodyPr/>
          <a:lstStyle/>
          <a:p>
            <a:r>
              <a:rPr lang="zh-CN" altLang="en-US" dirty="0"/>
              <a:t>对于一个对象或者序列，上下文被重新加载以后，</a:t>
            </a:r>
            <a:r>
              <a:rPr lang="en-US" altLang="zh-CN" dirty="0"/>
              <a:t>TPM</a:t>
            </a:r>
            <a:r>
              <a:rPr lang="zh-CN" altLang="en-US" dirty="0"/>
              <a:t>会为对象重新生成一个</a:t>
            </a:r>
            <a:r>
              <a:rPr lang="en-US" altLang="zh-CN" dirty="0"/>
              <a:t>handle</a:t>
            </a:r>
            <a:r>
              <a:rPr lang="zh-CN" altLang="en-US" dirty="0"/>
              <a:t>。一个对象或者序列的上下文可以多次被加载，每次都会返回不同的</a:t>
            </a:r>
            <a:r>
              <a:rPr lang="en-US" altLang="zh-CN" dirty="0"/>
              <a:t>handle</a:t>
            </a:r>
            <a:r>
              <a:rPr lang="zh-CN" altLang="en-US" dirty="0"/>
              <a:t>。这就意味着任何时刻都可能有多个对象或者序列的拷贝同时存在于</a:t>
            </a:r>
            <a:r>
              <a:rPr lang="en-US" altLang="zh-CN" dirty="0"/>
              <a:t>TPM</a:t>
            </a:r>
            <a:r>
              <a:rPr lang="zh-CN" altLang="en-US" dirty="0"/>
              <a:t>中。（多个对象副本同时存在于</a:t>
            </a:r>
            <a:r>
              <a:rPr lang="en-US" altLang="zh-CN" dirty="0"/>
              <a:t>TPM</a:t>
            </a:r>
            <a:r>
              <a:rPr lang="zh-CN" altLang="en-US" dirty="0"/>
              <a:t>中并没有实际的用途，还会占用额外的对象存储槽位）对于一个会话来说，</a:t>
            </a:r>
            <a:r>
              <a:rPr lang="en-US" altLang="zh-CN" dirty="0"/>
              <a:t>TPM2_ContextLoad</a:t>
            </a:r>
            <a:r>
              <a:rPr lang="zh-CN" altLang="en-US" dirty="0"/>
              <a:t>命令会重新加载会话并返回之前相同的会话</a:t>
            </a:r>
            <a:r>
              <a:rPr lang="en-US" altLang="zh-CN" dirty="0"/>
              <a:t>handle</a:t>
            </a:r>
            <a:r>
              <a:rPr lang="zh-CN" altLang="en-US" dirty="0"/>
              <a:t>。一个会话的上下文只能在它的上下文被保存之后（保存的操作会将会话清除出</a:t>
            </a:r>
            <a:r>
              <a:rPr lang="en-US" altLang="zh-CN" dirty="0"/>
              <a:t>TPM</a:t>
            </a:r>
            <a:r>
              <a:rPr lang="zh-CN" altLang="en-US" dirty="0"/>
              <a:t>）重新加载，这样就可以防止针对会话的重放攻击。</a:t>
            </a:r>
          </a:p>
        </p:txBody>
      </p:sp>
      <p:sp>
        <p:nvSpPr>
          <p:cNvPr id="4" name="灯片编号占位符 3">
            <a:extLst>
              <a:ext uri="{FF2B5EF4-FFF2-40B4-BE49-F238E27FC236}">
                <a16:creationId xmlns:a16="http://schemas.microsoft.com/office/drawing/2014/main" id="{A1AF36C7-11BE-2350-FC6D-305347796CDC}"/>
              </a:ext>
            </a:extLst>
          </p:cNvPr>
          <p:cNvSpPr>
            <a:spLocks noGrp="1"/>
          </p:cNvSpPr>
          <p:nvPr>
            <p:ph type="sldNum" sz="quarter" idx="10"/>
          </p:nvPr>
        </p:nvSpPr>
        <p:spPr/>
        <p:txBody>
          <a:bodyPr/>
          <a:lstStyle/>
          <a:p>
            <a:r>
              <a:rPr lang="en-US" altLang="zh-CN"/>
              <a:t>Page </a:t>
            </a:r>
            <a:fld id="{AF655B59-12D5-4828-87B1-F838F673600E}" type="slidenum">
              <a:rPr lang="en-US" altLang="zh-CN" smtClean="0"/>
              <a:pPr/>
              <a:t>39</a:t>
            </a:fld>
            <a:endParaRPr lang="en-US" altLang="zh-CN"/>
          </a:p>
        </p:txBody>
      </p:sp>
    </p:spTree>
    <p:extLst>
      <p:ext uri="{BB962C8B-B14F-4D97-AF65-F5344CB8AC3E}">
        <p14:creationId xmlns:p14="http://schemas.microsoft.com/office/powerpoint/2010/main" val="34541238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2E74F02F-C04D-4CB3-87F6-184607FE477C}"/>
              </a:ext>
            </a:extLst>
          </p:cNvPr>
          <p:cNvGraphicFramePr>
            <a:graphicFrameLocks noChangeAspect="1"/>
          </p:cNvGraphicFramePr>
          <p:nvPr/>
        </p:nvGraphicFramePr>
        <p:xfrm>
          <a:off x="2667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2E74F02F-C04D-4CB3-87F6-184607FE4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A3860E94-EC58-438B-9415-54200DDD4B9B}"/>
              </a:ext>
            </a:extLst>
          </p:cNvPr>
          <p:cNvSpPr>
            <a:spLocks noChangeArrowheads="1"/>
          </p:cNvSpPr>
          <p:nvPr/>
        </p:nvSpPr>
        <p:spPr bwMode="auto">
          <a:xfrm>
            <a:off x="3124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18442</TotalTime>
  <Words>4834</Words>
  <Application>Microsoft Office PowerPoint</Application>
  <PresentationFormat>全屏显示(4:3)</PresentationFormat>
  <Paragraphs>171</Paragraphs>
  <Slides>40</Slides>
  <Notes>0</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46" baseType="lpstr">
      <vt:lpstr>黑体</vt:lpstr>
      <vt:lpstr>Arial</vt:lpstr>
      <vt:lpstr>Times New Roman</vt:lpstr>
      <vt:lpstr>Wingdings</vt:lpstr>
      <vt:lpstr>默认设计模板</vt:lpstr>
      <vt:lpstr>剪辑</vt:lpstr>
      <vt:lpstr>PowerPoint 演示文稿</vt:lpstr>
      <vt:lpstr>TPM命令审计</vt:lpstr>
      <vt:lpstr>应用案例：我正在连接哪一个TPM？</vt:lpstr>
      <vt:lpstr>PowerPoint 演示文稿</vt:lpstr>
      <vt:lpstr>审计类型</vt:lpstr>
      <vt:lpstr>命令审计案例</vt:lpstr>
      <vt:lpstr>会话审计</vt:lpstr>
      <vt:lpstr>会话审计</vt:lpstr>
      <vt:lpstr>审计日志</vt:lpstr>
      <vt:lpstr>审计日志案例</vt:lpstr>
      <vt:lpstr>审计数据</vt:lpstr>
      <vt:lpstr>专属审计</vt:lpstr>
      <vt:lpstr>专属审计案例</vt:lpstr>
      <vt:lpstr>命令审计总结</vt:lpstr>
      <vt:lpstr>解密和加密会话</vt:lpstr>
      <vt:lpstr>加密和解密的限制条件</vt:lpstr>
      <vt:lpstr>解密和加密设置</vt:lpstr>
      <vt:lpstr>PowerPoint 演示文稿</vt:lpstr>
      <vt:lpstr>PowerPoint 演示文稿</vt:lpstr>
      <vt:lpstr>PowerPoint 演示文稿</vt:lpstr>
      <vt:lpstr>TPM上下文管理</vt:lpstr>
      <vt:lpstr>TAB和资源管理器</vt:lpstr>
      <vt:lpstr>TAB</vt:lpstr>
      <vt:lpstr>PowerPoint 演示文稿</vt:lpstr>
      <vt:lpstr>PowerPoint 演示文稿</vt:lpstr>
      <vt:lpstr>PowerPoint 演示文稿</vt:lpstr>
      <vt:lpstr>资源管理器</vt:lpstr>
      <vt:lpstr>资源管理器的基本操作</vt:lpstr>
      <vt:lpstr>资源管理器的基本操作</vt:lpstr>
      <vt:lpstr>资源管理器的基本操作</vt:lpstr>
      <vt:lpstr>对象、会话和序列的管理</vt:lpstr>
      <vt:lpstr>TPM上下文管理特性</vt:lpstr>
      <vt:lpstr>TPM内部存储槽</vt:lpstr>
      <vt:lpstr>特殊错误码</vt:lpstr>
      <vt:lpstr>TPM上下文管理方法</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jiahy</dc:creator>
  <cp:lastModifiedBy>贾洪勇</cp:lastModifiedBy>
  <cp:revision>221</cp:revision>
  <cp:lastPrinted>1601-01-01T00:00:00Z</cp:lastPrinted>
  <dcterms:created xsi:type="dcterms:W3CDTF">1601-01-01T00:00:00Z</dcterms:created>
  <dcterms:modified xsi:type="dcterms:W3CDTF">2023-05-15T03:16:52Z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