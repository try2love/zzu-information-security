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4"/>
  </p:notesMasterIdLst>
  <p:sldIdLst>
    <p:sldId id="456" r:id="rId2"/>
    <p:sldId id="457" r:id="rId3"/>
    <p:sldId id="458" r:id="rId4"/>
    <p:sldId id="459" r:id="rId5"/>
    <p:sldId id="460" r:id="rId6"/>
    <p:sldId id="461" r:id="rId7"/>
    <p:sldId id="462" r:id="rId8"/>
    <p:sldId id="463" r:id="rId9"/>
    <p:sldId id="464" r:id="rId10"/>
    <p:sldId id="465" r:id="rId11"/>
    <p:sldId id="466" r:id="rId12"/>
    <p:sldId id="467" r:id="rId13"/>
    <p:sldId id="468" r:id="rId14"/>
    <p:sldId id="473" r:id="rId15"/>
    <p:sldId id="475" r:id="rId16"/>
    <p:sldId id="474" r:id="rId17"/>
    <p:sldId id="476" r:id="rId18"/>
    <p:sldId id="470" r:id="rId19"/>
    <p:sldId id="469" r:id="rId20"/>
    <p:sldId id="471" r:id="rId21"/>
    <p:sldId id="477" r:id="rId22"/>
    <p:sldId id="478" r:id="rId23"/>
    <p:sldId id="479" r:id="rId24"/>
    <p:sldId id="480" r:id="rId25"/>
    <p:sldId id="481" r:id="rId26"/>
    <p:sldId id="482" r:id="rId27"/>
    <p:sldId id="484" r:id="rId28"/>
    <p:sldId id="485" r:id="rId29"/>
    <p:sldId id="486" r:id="rId30"/>
    <p:sldId id="488" r:id="rId31"/>
    <p:sldId id="483" r:id="rId32"/>
    <p:sldId id="489" r:id="rId33"/>
    <p:sldId id="490" r:id="rId34"/>
    <p:sldId id="491" r:id="rId35"/>
    <p:sldId id="492" r:id="rId36"/>
    <p:sldId id="493" r:id="rId37"/>
    <p:sldId id="494" r:id="rId38"/>
    <p:sldId id="495" r:id="rId39"/>
    <p:sldId id="496" r:id="rId40"/>
    <p:sldId id="497" r:id="rId41"/>
    <p:sldId id="498" r:id="rId42"/>
    <p:sldId id="499" r:id="rId43"/>
    <p:sldId id="500" r:id="rId44"/>
    <p:sldId id="501" r:id="rId45"/>
    <p:sldId id="502" r:id="rId46"/>
    <p:sldId id="503" r:id="rId47"/>
    <p:sldId id="504" r:id="rId48"/>
    <p:sldId id="505" r:id="rId49"/>
    <p:sldId id="506" r:id="rId50"/>
    <p:sldId id="507" r:id="rId51"/>
    <p:sldId id="508" r:id="rId52"/>
    <p:sldId id="313" r:id="rId53"/>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2051DC"/>
    <a:srgbClr val="1F4EDA"/>
    <a:srgbClr val="1D4AD7"/>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52" autoAdjust="0"/>
    <p:restoredTop sz="94660"/>
  </p:normalViewPr>
  <p:slideViewPr>
    <p:cSldViewPr snapToGrid="0">
      <p:cViewPr varScale="1">
        <p:scale>
          <a:sx n="141" d="100"/>
          <a:sy n="141" d="100"/>
        </p:scale>
        <p:origin x="1135"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07BF5804-BF74-4971-9D4F-BD0FE04A05A8}"/>
    <pc:docChg chg="modSld">
      <pc:chgData name="贾洪勇" userId="c61acc37-df11-4a3b-9efd-dde9ef084f5f" providerId="ADAL" clId="{07BF5804-BF74-4971-9D4F-BD0FE04A05A8}" dt="2023-04-24T04:12:01.318" v="6"/>
      <pc:docMkLst>
        <pc:docMk/>
      </pc:docMkLst>
      <pc:sldChg chg="modSp mod">
        <pc:chgData name="贾洪勇" userId="c61acc37-df11-4a3b-9efd-dde9ef084f5f" providerId="ADAL" clId="{07BF5804-BF74-4971-9D4F-BD0FE04A05A8}" dt="2023-04-24T04:12:01.318" v="6"/>
        <pc:sldMkLst>
          <pc:docMk/>
          <pc:sldMk cId="2352163671" sldId="506"/>
        </pc:sldMkLst>
        <pc:spChg chg="mod">
          <ac:chgData name="贾洪勇" userId="c61acc37-df11-4a3b-9efd-dde9ef084f5f" providerId="ADAL" clId="{07BF5804-BF74-4971-9D4F-BD0FE04A05A8}" dt="2023-04-24T04:12:01.318" v="6"/>
          <ac:spMkLst>
            <pc:docMk/>
            <pc:sldMk cId="2352163671" sldId="506"/>
            <ac:spMk id="3" creationId="{48CE629A-5475-D2E3-D116-1A997E03EE6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B45750-45CF-43FF-8F39-4BF6D8A993C6}"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B4CD88FA-708B-4E0A-B5B9-A0B4EC0B2903}">
      <dgm:prSet phldrT="[文本]"/>
      <dgm:spPr/>
      <dgm:t>
        <a:bodyPr/>
        <a:lstStyle/>
        <a:p>
          <a:r>
            <a:rPr lang="en-US" altLang="zh-CN" dirty="0"/>
            <a:t>TPM</a:t>
          </a:r>
          <a:r>
            <a:rPr lang="zh-CN" altLang="en-US" dirty="0"/>
            <a:t>授权方式</a:t>
          </a:r>
        </a:p>
      </dgm:t>
    </dgm:pt>
    <dgm:pt modelId="{0455ADBD-4EA7-445E-A3F8-C193EB3C58CF}" type="parTrans" cxnId="{307191F7-4BFA-4B67-8BA8-AD67170C8E20}">
      <dgm:prSet/>
      <dgm:spPr/>
      <dgm:t>
        <a:bodyPr/>
        <a:lstStyle/>
        <a:p>
          <a:endParaRPr lang="zh-CN" altLang="en-US"/>
        </a:p>
      </dgm:t>
    </dgm:pt>
    <dgm:pt modelId="{12116703-9522-43DC-9FC3-30852C16417D}" type="sibTrans" cxnId="{307191F7-4BFA-4B67-8BA8-AD67170C8E20}">
      <dgm:prSet/>
      <dgm:spPr/>
      <dgm:t>
        <a:bodyPr/>
        <a:lstStyle/>
        <a:p>
          <a:endParaRPr lang="zh-CN" altLang="en-US"/>
        </a:p>
      </dgm:t>
    </dgm:pt>
    <dgm:pt modelId="{92C939CB-8D19-4237-84D9-A06BA7AE422C}">
      <dgm:prSet phldrT="[文本]"/>
      <dgm:spPr/>
      <dgm:t>
        <a:bodyPr/>
        <a:lstStyle/>
        <a:p>
          <a:r>
            <a:rPr lang="zh-CN" altLang="en-US" dirty="0"/>
            <a:t>口令授权</a:t>
          </a:r>
          <a:endParaRPr lang="en-US" altLang="zh-CN" dirty="0"/>
        </a:p>
        <a:p>
          <a:r>
            <a:rPr lang="zh-CN" altLang="en-US" dirty="0"/>
            <a:t>不需要启动会话</a:t>
          </a:r>
          <a:endParaRPr lang="en-US" altLang="zh-CN" dirty="0"/>
        </a:p>
        <a:p>
          <a:r>
            <a:rPr lang="zh-CN" altLang="en-US" dirty="0"/>
            <a:t>用途：授权</a:t>
          </a:r>
        </a:p>
      </dgm:t>
    </dgm:pt>
    <dgm:pt modelId="{79EAB97E-75BA-4E48-9FFF-77F8095263CF}" type="parTrans" cxnId="{1739FBA6-45B9-4083-B466-26B9688685BB}">
      <dgm:prSet/>
      <dgm:spPr/>
      <dgm:t>
        <a:bodyPr/>
        <a:lstStyle/>
        <a:p>
          <a:endParaRPr lang="zh-CN" altLang="en-US"/>
        </a:p>
      </dgm:t>
    </dgm:pt>
    <dgm:pt modelId="{151BC224-DD74-4ECA-B11A-3CA1132007DE}" type="sibTrans" cxnId="{1739FBA6-45B9-4083-B466-26B9688685BB}">
      <dgm:prSet/>
      <dgm:spPr/>
      <dgm:t>
        <a:bodyPr/>
        <a:lstStyle/>
        <a:p>
          <a:endParaRPr lang="zh-CN" altLang="en-US"/>
        </a:p>
      </dgm:t>
    </dgm:pt>
    <dgm:pt modelId="{E523E375-B109-49EE-92B9-6629B6AFBC70}">
      <dgm:prSet phldrT="[文本]"/>
      <dgm:spPr/>
      <dgm:t>
        <a:bodyPr/>
        <a:lstStyle/>
        <a:p>
          <a:r>
            <a:rPr lang="zh-CN" altLang="en-US" dirty="0"/>
            <a:t>会话授权</a:t>
          </a:r>
          <a:endParaRPr lang="en-US" altLang="zh-CN" dirty="0"/>
        </a:p>
        <a:p>
          <a:r>
            <a:rPr lang="zh-CN" altLang="en-US" dirty="0"/>
            <a:t>需要启动会话</a:t>
          </a:r>
          <a:r>
            <a:rPr lang="en-US" altLang="zh-CN" dirty="0"/>
            <a:t>—</a:t>
          </a:r>
          <a:r>
            <a:rPr lang="zh-CN" altLang="en-US" dirty="0"/>
            <a:t>存储在</a:t>
          </a:r>
          <a:r>
            <a:rPr lang="en-US" altLang="zh-CN" dirty="0"/>
            <a:t>TPM</a:t>
          </a:r>
          <a:r>
            <a:rPr lang="zh-CN" altLang="en-US" dirty="0"/>
            <a:t>中的</a:t>
          </a:r>
          <a:r>
            <a:rPr lang="en-US" altLang="zh-CN" dirty="0" err="1"/>
            <a:t>SessionKey</a:t>
          </a:r>
          <a:endParaRPr lang="en-US" altLang="zh-CN" dirty="0"/>
        </a:p>
        <a:p>
          <a:r>
            <a:rPr lang="zh-CN" altLang="en-US" dirty="0"/>
            <a:t>用途：授权和单个命令修饰符</a:t>
          </a:r>
        </a:p>
      </dgm:t>
    </dgm:pt>
    <dgm:pt modelId="{66A1DD04-2F62-418D-A7EB-3B7D92963796}" type="parTrans" cxnId="{4CF2DE19-B73E-4432-8153-EE23D1FDE501}">
      <dgm:prSet/>
      <dgm:spPr/>
      <dgm:t>
        <a:bodyPr/>
        <a:lstStyle/>
        <a:p>
          <a:endParaRPr lang="zh-CN" altLang="en-US"/>
        </a:p>
      </dgm:t>
    </dgm:pt>
    <dgm:pt modelId="{8C262CF1-33B8-4100-9370-55A43E827A99}" type="sibTrans" cxnId="{4CF2DE19-B73E-4432-8153-EE23D1FDE501}">
      <dgm:prSet/>
      <dgm:spPr/>
      <dgm:t>
        <a:bodyPr/>
        <a:lstStyle/>
        <a:p>
          <a:endParaRPr lang="zh-CN" altLang="en-US"/>
        </a:p>
      </dgm:t>
    </dgm:pt>
    <dgm:pt modelId="{7F490AD9-2009-4011-B22B-7D206F352823}">
      <dgm:prSet phldrT="[文本]"/>
      <dgm:spPr/>
      <dgm:t>
        <a:bodyPr/>
        <a:lstStyle/>
        <a:p>
          <a:r>
            <a:rPr lang="en-US" altLang="zh-CN" dirty="0"/>
            <a:t>HMAC</a:t>
          </a:r>
        </a:p>
        <a:p>
          <a:r>
            <a:rPr lang="zh-CN" altLang="en-US" dirty="0"/>
            <a:t>用途：授权和单个命令修饰符</a:t>
          </a:r>
          <a:r>
            <a:rPr lang="en-US" altLang="zh-CN" dirty="0"/>
            <a:t>--</a:t>
          </a:r>
          <a:r>
            <a:rPr lang="zh-CN" altLang="en-US" dirty="0"/>
            <a:t>加密、解密和审计</a:t>
          </a:r>
        </a:p>
      </dgm:t>
    </dgm:pt>
    <dgm:pt modelId="{69DEF1B6-CB7A-460B-8169-9218D2EF722C}" type="parTrans" cxnId="{677D1397-89A3-446D-ABFB-02C29970682B}">
      <dgm:prSet/>
      <dgm:spPr/>
      <dgm:t>
        <a:bodyPr/>
        <a:lstStyle/>
        <a:p>
          <a:endParaRPr lang="zh-CN" altLang="en-US"/>
        </a:p>
      </dgm:t>
    </dgm:pt>
    <dgm:pt modelId="{014568ED-C721-448C-8615-0799758AF4ED}" type="sibTrans" cxnId="{677D1397-89A3-446D-ABFB-02C29970682B}">
      <dgm:prSet/>
      <dgm:spPr/>
      <dgm:t>
        <a:bodyPr/>
        <a:lstStyle/>
        <a:p>
          <a:endParaRPr lang="zh-CN" altLang="en-US"/>
        </a:p>
      </dgm:t>
    </dgm:pt>
    <dgm:pt modelId="{39A14CB5-6A69-4659-8907-4B07238DC7F3}">
      <dgm:prSet/>
      <dgm:spPr/>
      <dgm:t>
        <a:bodyPr/>
        <a:lstStyle/>
        <a:p>
          <a:r>
            <a:rPr lang="zh-CN" altLang="en-US" dirty="0"/>
            <a:t>策略</a:t>
          </a:r>
          <a:endParaRPr lang="en-US" altLang="zh-CN" dirty="0"/>
        </a:p>
        <a:p>
          <a:r>
            <a:rPr lang="zh-CN" altLang="en-US" dirty="0"/>
            <a:t>扩展授权</a:t>
          </a:r>
          <a:endParaRPr lang="en-US" altLang="zh-CN" dirty="0"/>
        </a:p>
        <a:p>
          <a:r>
            <a:rPr lang="zh-CN" altLang="en-US" dirty="0"/>
            <a:t>用途：授权和单个命令修饰符</a:t>
          </a:r>
          <a:r>
            <a:rPr lang="en-US" altLang="zh-CN" dirty="0"/>
            <a:t>—</a:t>
          </a:r>
          <a:r>
            <a:rPr lang="zh-CN" altLang="en-US" dirty="0"/>
            <a:t>加密和解密</a:t>
          </a:r>
        </a:p>
      </dgm:t>
    </dgm:pt>
    <dgm:pt modelId="{75B2D9C3-59C2-4EEF-AC13-5F1C37C0F3A5}" type="parTrans" cxnId="{74B26D9A-BEB3-4BF5-B8EB-4BC1D7ACEA80}">
      <dgm:prSet/>
      <dgm:spPr/>
      <dgm:t>
        <a:bodyPr/>
        <a:lstStyle/>
        <a:p>
          <a:endParaRPr lang="zh-CN" altLang="en-US"/>
        </a:p>
      </dgm:t>
    </dgm:pt>
    <dgm:pt modelId="{F17D88E8-EA2B-430D-8E87-FE73AFD5ABB1}" type="sibTrans" cxnId="{74B26D9A-BEB3-4BF5-B8EB-4BC1D7ACEA80}">
      <dgm:prSet/>
      <dgm:spPr/>
      <dgm:t>
        <a:bodyPr/>
        <a:lstStyle/>
        <a:p>
          <a:endParaRPr lang="zh-CN" altLang="en-US"/>
        </a:p>
      </dgm:t>
    </dgm:pt>
    <dgm:pt modelId="{2B2F929A-1F8C-4207-BD37-7E1704EEC73A}">
      <dgm:prSet/>
      <dgm:spPr/>
      <dgm:t>
        <a:bodyPr/>
        <a:lstStyle/>
        <a:p>
          <a:r>
            <a:rPr lang="zh-CN" altLang="en-US" dirty="0"/>
            <a:t>试用策略</a:t>
          </a:r>
          <a:endParaRPr lang="en-US" altLang="zh-CN" dirty="0"/>
        </a:p>
        <a:p>
          <a:r>
            <a:rPr lang="zh-CN" altLang="en-US" dirty="0"/>
            <a:t>用途：生成</a:t>
          </a:r>
          <a:r>
            <a:rPr lang="en-US" altLang="zh-CN" dirty="0" err="1"/>
            <a:t>authPolicy</a:t>
          </a:r>
          <a:r>
            <a:rPr lang="zh-CN" altLang="en-US" dirty="0"/>
            <a:t>哈希</a:t>
          </a:r>
        </a:p>
      </dgm:t>
    </dgm:pt>
    <dgm:pt modelId="{AB9AA957-C1A3-4EFF-98D0-9DB2DC2D0470}" type="parTrans" cxnId="{0D29F320-FB30-4E4B-8DBB-A2755245041B}">
      <dgm:prSet/>
      <dgm:spPr/>
      <dgm:t>
        <a:bodyPr/>
        <a:lstStyle/>
        <a:p>
          <a:endParaRPr lang="zh-CN" altLang="en-US"/>
        </a:p>
      </dgm:t>
    </dgm:pt>
    <dgm:pt modelId="{0080CF12-8A63-4AE8-9966-68705342AA4B}" type="sibTrans" cxnId="{0D29F320-FB30-4E4B-8DBB-A2755245041B}">
      <dgm:prSet/>
      <dgm:spPr/>
      <dgm:t>
        <a:bodyPr/>
        <a:lstStyle/>
        <a:p>
          <a:endParaRPr lang="zh-CN" altLang="en-US"/>
        </a:p>
      </dgm:t>
    </dgm:pt>
    <dgm:pt modelId="{BA12BBD6-4429-4D8D-B973-D3810A57673F}" type="pres">
      <dgm:prSet presAssocID="{0AB45750-45CF-43FF-8F39-4BF6D8A993C6}" presName="hierChild1" presStyleCnt="0">
        <dgm:presLayoutVars>
          <dgm:chPref val="1"/>
          <dgm:dir/>
          <dgm:animOne val="branch"/>
          <dgm:animLvl val="lvl"/>
          <dgm:resizeHandles/>
        </dgm:presLayoutVars>
      </dgm:prSet>
      <dgm:spPr/>
    </dgm:pt>
    <dgm:pt modelId="{985DD856-192D-485A-AE16-495092A83224}" type="pres">
      <dgm:prSet presAssocID="{B4CD88FA-708B-4E0A-B5B9-A0B4EC0B2903}" presName="hierRoot1" presStyleCnt="0"/>
      <dgm:spPr/>
    </dgm:pt>
    <dgm:pt modelId="{84FB5469-BDC4-414D-8587-01AA21364886}" type="pres">
      <dgm:prSet presAssocID="{B4CD88FA-708B-4E0A-B5B9-A0B4EC0B2903}" presName="composite" presStyleCnt="0"/>
      <dgm:spPr/>
    </dgm:pt>
    <dgm:pt modelId="{61D1E785-CBE8-4D29-BAC5-9AB33564FB3F}" type="pres">
      <dgm:prSet presAssocID="{B4CD88FA-708B-4E0A-B5B9-A0B4EC0B2903}" presName="background" presStyleLbl="node0" presStyleIdx="0" presStyleCnt="1"/>
      <dgm:spPr/>
    </dgm:pt>
    <dgm:pt modelId="{922D5AC4-9C93-43BE-8206-F0DC0967FC34}" type="pres">
      <dgm:prSet presAssocID="{B4CD88FA-708B-4E0A-B5B9-A0B4EC0B2903}" presName="text" presStyleLbl="fgAcc0" presStyleIdx="0" presStyleCnt="1">
        <dgm:presLayoutVars>
          <dgm:chPref val="3"/>
        </dgm:presLayoutVars>
      </dgm:prSet>
      <dgm:spPr/>
    </dgm:pt>
    <dgm:pt modelId="{983BB44F-D9C1-4BCB-A8C8-893D7F7CC254}" type="pres">
      <dgm:prSet presAssocID="{B4CD88FA-708B-4E0A-B5B9-A0B4EC0B2903}" presName="hierChild2" presStyleCnt="0"/>
      <dgm:spPr/>
    </dgm:pt>
    <dgm:pt modelId="{2771FF82-5FCE-4265-9126-9F9F246E0799}" type="pres">
      <dgm:prSet presAssocID="{79EAB97E-75BA-4E48-9FFF-77F8095263CF}" presName="Name10" presStyleLbl="parChTrans1D2" presStyleIdx="0" presStyleCnt="2"/>
      <dgm:spPr/>
    </dgm:pt>
    <dgm:pt modelId="{D9F5E8AD-EAEE-447B-9E44-9B4BE4B84096}" type="pres">
      <dgm:prSet presAssocID="{92C939CB-8D19-4237-84D9-A06BA7AE422C}" presName="hierRoot2" presStyleCnt="0"/>
      <dgm:spPr/>
    </dgm:pt>
    <dgm:pt modelId="{7061A1B2-1E5F-44A6-B0E8-A1BFD95A01EC}" type="pres">
      <dgm:prSet presAssocID="{92C939CB-8D19-4237-84D9-A06BA7AE422C}" presName="composite2" presStyleCnt="0"/>
      <dgm:spPr/>
    </dgm:pt>
    <dgm:pt modelId="{7AA6E696-4147-40C0-A696-822D9267ECA3}" type="pres">
      <dgm:prSet presAssocID="{92C939CB-8D19-4237-84D9-A06BA7AE422C}" presName="background2" presStyleLbl="node2" presStyleIdx="0" presStyleCnt="2"/>
      <dgm:spPr/>
    </dgm:pt>
    <dgm:pt modelId="{2CC182D4-D920-402A-AA29-86434C91AABB}" type="pres">
      <dgm:prSet presAssocID="{92C939CB-8D19-4237-84D9-A06BA7AE422C}" presName="text2" presStyleLbl="fgAcc2" presStyleIdx="0" presStyleCnt="2">
        <dgm:presLayoutVars>
          <dgm:chPref val="3"/>
        </dgm:presLayoutVars>
      </dgm:prSet>
      <dgm:spPr/>
    </dgm:pt>
    <dgm:pt modelId="{8ED4A425-057A-48B9-A06A-9ED938F7C800}" type="pres">
      <dgm:prSet presAssocID="{92C939CB-8D19-4237-84D9-A06BA7AE422C}" presName="hierChild3" presStyleCnt="0"/>
      <dgm:spPr/>
    </dgm:pt>
    <dgm:pt modelId="{5E4F25F1-7E97-4051-A5FA-A8E380D363BB}" type="pres">
      <dgm:prSet presAssocID="{66A1DD04-2F62-418D-A7EB-3B7D92963796}" presName="Name10" presStyleLbl="parChTrans1D2" presStyleIdx="1" presStyleCnt="2"/>
      <dgm:spPr/>
    </dgm:pt>
    <dgm:pt modelId="{BEAC7ED6-616F-40D5-B8D5-ED58217D31C8}" type="pres">
      <dgm:prSet presAssocID="{E523E375-B109-49EE-92B9-6629B6AFBC70}" presName="hierRoot2" presStyleCnt="0"/>
      <dgm:spPr/>
    </dgm:pt>
    <dgm:pt modelId="{C31432EB-2FEE-424F-9FAA-5E0FEAAFB411}" type="pres">
      <dgm:prSet presAssocID="{E523E375-B109-49EE-92B9-6629B6AFBC70}" presName="composite2" presStyleCnt="0"/>
      <dgm:spPr/>
    </dgm:pt>
    <dgm:pt modelId="{C9702EC0-C0DE-4575-8346-FA4E3752C2BF}" type="pres">
      <dgm:prSet presAssocID="{E523E375-B109-49EE-92B9-6629B6AFBC70}" presName="background2" presStyleLbl="node2" presStyleIdx="1" presStyleCnt="2"/>
      <dgm:spPr/>
    </dgm:pt>
    <dgm:pt modelId="{694FBF23-3B47-4732-9F41-9539CECF101A}" type="pres">
      <dgm:prSet presAssocID="{E523E375-B109-49EE-92B9-6629B6AFBC70}" presName="text2" presStyleLbl="fgAcc2" presStyleIdx="1" presStyleCnt="2" custScaleX="149574" custLinFactNeighborX="64620" custLinFactNeighborY="322">
        <dgm:presLayoutVars>
          <dgm:chPref val="3"/>
        </dgm:presLayoutVars>
      </dgm:prSet>
      <dgm:spPr/>
    </dgm:pt>
    <dgm:pt modelId="{F8A0F2DC-ED68-45AA-9B55-4DB252C0746B}" type="pres">
      <dgm:prSet presAssocID="{E523E375-B109-49EE-92B9-6629B6AFBC70}" presName="hierChild3" presStyleCnt="0"/>
      <dgm:spPr/>
    </dgm:pt>
    <dgm:pt modelId="{D46AEBC6-57CF-4E4D-8930-D6EDC6F1ABAA}" type="pres">
      <dgm:prSet presAssocID="{69DEF1B6-CB7A-460B-8169-9218D2EF722C}" presName="Name17" presStyleLbl="parChTrans1D3" presStyleIdx="0" presStyleCnt="3"/>
      <dgm:spPr/>
    </dgm:pt>
    <dgm:pt modelId="{66F75D58-934A-4C47-9441-BCB71F7845B8}" type="pres">
      <dgm:prSet presAssocID="{7F490AD9-2009-4011-B22B-7D206F352823}" presName="hierRoot3" presStyleCnt="0"/>
      <dgm:spPr/>
    </dgm:pt>
    <dgm:pt modelId="{20860FF6-86C7-4A54-8D62-19656CB472FC}" type="pres">
      <dgm:prSet presAssocID="{7F490AD9-2009-4011-B22B-7D206F352823}" presName="composite3" presStyleCnt="0"/>
      <dgm:spPr/>
    </dgm:pt>
    <dgm:pt modelId="{2F6EEB69-C17D-4EFE-B58B-15CCACBE1558}" type="pres">
      <dgm:prSet presAssocID="{7F490AD9-2009-4011-B22B-7D206F352823}" presName="background3" presStyleLbl="node3" presStyleIdx="0" presStyleCnt="3"/>
      <dgm:spPr/>
    </dgm:pt>
    <dgm:pt modelId="{FD842FA0-5635-4CB6-BF61-81ABF66AE362}" type="pres">
      <dgm:prSet presAssocID="{7F490AD9-2009-4011-B22B-7D206F352823}" presName="text3" presStyleLbl="fgAcc3" presStyleIdx="0" presStyleCnt="3">
        <dgm:presLayoutVars>
          <dgm:chPref val="3"/>
        </dgm:presLayoutVars>
      </dgm:prSet>
      <dgm:spPr/>
    </dgm:pt>
    <dgm:pt modelId="{D6904EC7-B761-427C-A8EE-F9656850F584}" type="pres">
      <dgm:prSet presAssocID="{7F490AD9-2009-4011-B22B-7D206F352823}" presName="hierChild4" presStyleCnt="0"/>
      <dgm:spPr/>
    </dgm:pt>
    <dgm:pt modelId="{126CF240-EC5B-4504-B46B-2E3CE2BFA7F2}" type="pres">
      <dgm:prSet presAssocID="{75B2D9C3-59C2-4EEF-AC13-5F1C37C0F3A5}" presName="Name17" presStyleLbl="parChTrans1D3" presStyleIdx="1" presStyleCnt="3"/>
      <dgm:spPr/>
    </dgm:pt>
    <dgm:pt modelId="{6D212B92-7278-4CEC-8E58-3829468FA0F0}" type="pres">
      <dgm:prSet presAssocID="{39A14CB5-6A69-4659-8907-4B07238DC7F3}" presName="hierRoot3" presStyleCnt="0"/>
      <dgm:spPr/>
    </dgm:pt>
    <dgm:pt modelId="{B6707056-9BA6-455D-B1C7-D949A618C4A4}" type="pres">
      <dgm:prSet presAssocID="{39A14CB5-6A69-4659-8907-4B07238DC7F3}" presName="composite3" presStyleCnt="0"/>
      <dgm:spPr/>
    </dgm:pt>
    <dgm:pt modelId="{F2A1A433-BFFA-404E-8583-901EE8903EB6}" type="pres">
      <dgm:prSet presAssocID="{39A14CB5-6A69-4659-8907-4B07238DC7F3}" presName="background3" presStyleLbl="node3" presStyleIdx="1" presStyleCnt="3"/>
      <dgm:spPr/>
    </dgm:pt>
    <dgm:pt modelId="{B30DCC45-479A-4733-BAA8-38C5364433D9}" type="pres">
      <dgm:prSet presAssocID="{39A14CB5-6A69-4659-8907-4B07238DC7F3}" presName="text3" presStyleLbl="fgAcc3" presStyleIdx="1" presStyleCnt="3">
        <dgm:presLayoutVars>
          <dgm:chPref val="3"/>
        </dgm:presLayoutVars>
      </dgm:prSet>
      <dgm:spPr/>
    </dgm:pt>
    <dgm:pt modelId="{E9F4C468-B041-4A08-918A-A0432E81A3AB}" type="pres">
      <dgm:prSet presAssocID="{39A14CB5-6A69-4659-8907-4B07238DC7F3}" presName="hierChild4" presStyleCnt="0"/>
      <dgm:spPr/>
    </dgm:pt>
    <dgm:pt modelId="{BC940141-CA32-442C-87A9-3D0EC23B506D}" type="pres">
      <dgm:prSet presAssocID="{AB9AA957-C1A3-4EFF-98D0-9DB2DC2D0470}" presName="Name17" presStyleLbl="parChTrans1D3" presStyleIdx="2" presStyleCnt="3"/>
      <dgm:spPr/>
    </dgm:pt>
    <dgm:pt modelId="{70D583AF-2CEB-4788-A14A-3442A67B84A2}" type="pres">
      <dgm:prSet presAssocID="{2B2F929A-1F8C-4207-BD37-7E1704EEC73A}" presName="hierRoot3" presStyleCnt="0"/>
      <dgm:spPr/>
    </dgm:pt>
    <dgm:pt modelId="{304EE26E-D5AA-42C4-B7A2-24FD9F26E289}" type="pres">
      <dgm:prSet presAssocID="{2B2F929A-1F8C-4207-BD37-7E1704EEC73A}" presName="composite3" presStyleCnt="0"/>
      <dgm:spPr/>
    </dgm:pt>
    <dgm:pt modelId="{35B872D8-C529-4678-84A1-DB8A411914D5}" type="pres">
      <dgm:prSet presAssocID="{2B2F929A-1F8C-4207-BD37-7E1704EEC73A}" presName="background3" presStyleLbl="node3" presStyleIdx="2" presStyleCnt="3"/>
      <dgm:spPr/>
    </dgm:pt>
    <dgm:pt modelId="{09DDFEFB-7FF8-4049-BB97-977B03D0C39E}" type="pres">
      <dgm:prSet presAssocID="{2B2F929A-1F8C-4207-BD37-7E1704EEC73A}" presName="text3" presStyleLbl="fgAcc3" presStyleIdx="2" presStyleCnt="3">
        <dgm:presLayoutVars>
          <dgm:chPref val="3"/>
        </dgm:presLayoutVars>
      </dgm:prSet>
      <dgm:spPr/>
    </dgm:pt>
    <dgm:pt modelId="{B76691BB-87AE-4861-B082-F995C1560285}" type="pres">
      <dgm:prSet presAssocID="{2B2F929A-1F8C-4207-BD37-7E1704EEC73A}" presName="hierChild4" presStyleCnt="0"/>
      <dgm:spPr/>
    </dgm:pt>
  </dgm:ptLst>
  <dgm:cxnLst>
    <dgm:cxn modelId="{A1EBE611-98B5-476E-8FB4-CD6BC465467A}" type="presOf" srcId="{2B2F929A-1F8C-4207-BD37-7E1704EEC73A}" destId="{09DDFEFB-7FF8-4049-BB97-977B03D0C39E}" srcOrd="0" destOrd="0" presId="urn:microsoft.com/office/officeart/2005/8/layout/hierarchy1"/>
    <dgm:cxn modelId="{7516DA15-66E0-4916-9185-4966A3140C44}" type="presOf" srcId="{E523E375-B109-49EE-92B9-6629B6AFBC70}" destId="{694FBF23-3B47-4732-9F41-9539CECF101A}" srcOrd="0" destOrd="0" presId="urn:microsoft.com/office/officeart/2005/8/layout/hierarchy1"/>
    <dgm:cxn modelId="{14A84918-2974-4372-89D0-D2BC193E342E}" type="presOf" srcId="{AB9AA957-C1A3-4EFF-98D0-9DB2DC2D0470}" destId="{BC940141-CA32-442C-87A9-3D0EC23B506D}" srcOrd="0" destOrd="0" presId="urn:microsoft.com/office/officeart/2005/8/layout/hierarchy1"/>
    <dgm:cxn modelId="{4CF2DE19-B73E-4432-8153-EE23D1FDE501}" srcId="{B4CD88FA-708B-4E0A-B5B9-A0B4EC0B2903}" destId="{E523E375-B109-49EE-92B9-6629B6AFBC70}" srcOrd="1" destOrd="0" parTransId="{66A1DD04-2F62-418D-A7EB-3B7D92963796}" sibTransId="{8C262CF1-33B8-4100-9370-55A43E827A99}"/>
    <dgm:cxn modelId="{0D29F320-FB30-4E4B-8DBB-A2755245041B}" srcId="{E523E375-B109-49EE-92B9-6629B6AFBC70}" destId="{2B2F929A-1F8C-4207-BD37-7E1704EEC73A}" srcOrd="2" destOrd="0" parTransId="{AB9AA957-C1A3-4EFF-98D0-9DB2DC2D0470}" sibTransId="{0080CF12-8A63-4AE8-9966-68705342AA4B}"/>
    <dgm:cxn modelId="{6F8A6E63-E964-40DC-8284-971137A0FDEB}" type="presOf" srcId="{66A1DD04-2F62-418D-A7EB-3B7D92963796}" destId="{5E4F25F1-7E97-4051-A5FA-A8E380D363BB}" srcOrd="0" destOrd="0" presId="urn:microsoft.com/office/officeart/2005/8/layout/hierarchy1"/>
    <dgm:cxn modelId="{6D12D36B-D56F-41EB-AC0E-DE3B06012528}" type="presOf" srcId="{69DEF1B6-CB7A-460B-8169-9218D2EF722C}" destId="{D46AEBC6-57CF-4E4D-8930-D6EDC6F1ABAA}" srcOrd="0" destOrd="0" presId="urn:microsoft.com/office/officeart/2005/8/layout/hierarchy1"/>
    <dgm:cxn modelId="{9B734C53-F19F-4964-995C-14E790CE4D30}" type="presOf" srcId="{92C939CB-8D19-4237-84D9-A06BA7AE422C}" destId="{2CC182D4-D920-402A-AA29-86434C91AABB}" srcOrd="0" destOrd="0" presId="urn:microsoft.com/office/officeart/2005/8/layout/hierarchy1"/>
    <dgm:cxn modelId="{153B9F7F-2F8B-4054-856B-1DB71F3C9611}" type="presOf" srcId="{39A14CB5-6A69-4659-8907-4B07238DC7F3}" destId="{B30DCC45-479A-4733-BAA8-38C5364433D9}" srcOrd="0" destOrd="0" presId="urn:microsoft.com/office/officeart/2005/8/layout/hierarchy1"/>
    <dgm:cxn modelId="{677D1397-89A3-446D-ABFB-02C29970682B}" srcId="{E523E375-B109-49EE-92B9-6629B6AFBC70}" destId="{7F490AD9-2009-4011-B22B-7D206F352823}" srcOrd="0" destOrd="0" parTransId="{69DEF1B6-CB7A-460B-8169-9218D2EF722C}" sibTransId="{014568ED-C721-448C-8615-0799758AF4ED}"/>
    <dgm:cxn modelId="{74B26D9A-BEB3-4BF5-B8EB-4BC1D7ACEA80}" srcId="{E523E375-B109-49EE-92B9-6629B6AFBC70}" destId="{39A14CB5-6A69-4659-8907-4B07238DC7F3}" srcOrd="1" destOrd="0" parTransId="{75B2D9C3-59C2-4EEF-AC13-5F1C37C0F3A5}" sibTransId="{F17D88E8-EA2B-430D-8E87-FE73AFD5ABB1}"/>
    <dgm:cxn modelId="{1739FBA6-45B9-4083-B466-26B9688685BB}" srcId="{B4CD88FA-708B-4E0A-B5B9-A0B4EC0B2903}" destId="{92C939CB-8D19-4237-84D9-A06BA7AE422C}" srcOrd="0" destOrd="0" parTransId="{79EAB97E-75BA-4E48-9FFF-77F8095263CF}" sibTransId="{151BC224-DD74-4ECA-B11A-3CA1132007DE}"/>
    <dgm:cxn modelId="{81143FB9-F6E9-4753-A457-06EE4A01A417}" type="presOf" srcId="{B4CD88FA-708B-4E0A-B5B9-A0B4EC0B2903}" destId="{922D5AC4-9C93-43BE-8206-F0DC0967FC34}" srcOrd="0" destOrd="0" presId="urn:microsoft.com/office/officeart/2005/8/layout/hierarchy1"/>
    <dgm:cxn modelId="{8399B1C0-203A-416D-80AC-8A22BC9572AE}" type="presOf" srcId="{75B2D9C3-59C2-4EEF-AC13-5F1C37C0F3A5}" destId="{126CF240-EC5B-4504-B46B-2E3CE2BFA7F2}" srcOrd="0" destOrd="0" presId="urn:microsoft.com/office/officeart/2005/8/layout/hierarchy1"/>
    <dgm:cxn modelId="{67F7A7DD-D2E2-49B7-9C93-103E474F6E74}" type="presOf" srcId="{7F490AD9-2009-4011-B22B-7D206F352823}" destId="{FD842FA0-5635-4CB6-BF61-81ABF66AE362}" srcOrd="0" destOrd="0" presId="urn:microsoft.com/office/officeart/2005/8/layout/hierarchy1"/>
    <dgm:cxn modelId="{ED9D85E9-435F-44E1-8BC2-3EB51EAEDAE8}" type="presOf" srcId="{79EAB97E-75BA-4E48-9FFF-77F8095263CF}" destId="{2771FF82-5FCE-4265-9126-9F9F246E0799}" srcOrd="0" destOrd="0" presId="urn:microsoft.com/office/officeart/2005/8/layout/hierarchy1"/>
    <dgm:cxn modelId="{A26AF9F4-6582-48F8-9683-274FA3BCB8AF}" type="presOf" srcId="{0AB45750-45CF-43FF-8F39-4BF6D8A993C6}" destId="{BA12BBD6-4429-4D8D-B973-D3810A57673F}" srcOrd="0" destOrd="0" presId="urn:microsoft.com/office/officeart/2005/8/layout/hierarchy1"/>
    <dgm:cxn modelId="{307191F7-4BFA-4B67-8BA8-AD67170C8E20}" srcId="{0AB45750-45CF-43FF-8F39-4BF6D8A993C6}" destId="{B4CD88FA-708B-4E0A-B5B9-A0B4EC0B2903}" srcOrd="0" destOrd="0" parTransId="{0455ADBD-4EA7-445E-A3F8-C193EB3C58CF}" sibTransId="{12116703-9522-43DC-9FC3-30852C16417D}"/>
    <dgm:cxn modelId="{71428ADE-02EB-48DB-9204-1DF4230D5F34}" type="presParOf" srcId="{BA12BBD6-4429-4D8D-B973-D3810A57673F}" destId="{985DD856-192D-485A-AE16-495092A83224}" srcOrd="0" destOrd="0" presId="urn:microsoft.com/office/officeart/2005/8/layout/hierarchy1"/>
    <dgm:cxn modelId="{86E4FBFE-267B-4969-9B77-A010BFD64E79}" type="presParOf" srcId="{985DD856-192D-485A-AE16-495092A83224}" destId="{84FB5469-BDC4-414D-8587-01AA21364886}" srcOrd="0" destOrd="0" presId="urn:microsoft.com/office/officeart/2005/8/layout/hierarchy1"/>
    <dgm:cxn modelId="{18D887A2-C3FC-49FD-96AE-E7A36724E5C5}" type="presParOf" srcId="{84FB5469-BDC4-414D-8587-01AA21364886}" destId="{61D1E785-CBE8-4D29-BAC5-9AB33564FB3F}" srcOrd="0" destOrd="0" presId="urn:microsoft.com/office/officeart/2005/8/layout/hierarchy1"/>
    <dgm:cxn modelId="{E8C2D79A-F33C-4757-8063-7E9991FDDFF8}" type="presParOf" srcId="{84FB5469-BDC4-414D-8587-01AA21364886}" destId="{922D5AC4-9C93-43BE-8206-F0DC0967FC34}" srcOrd="1" destOrd="0" presId="urn:microsoft.com/office/officeart/2005/8/layout/hierarchy1"/>
    <dgm:cxn modelId="{5762020E-8901-46B9-B832-63B54FF2A98D}" type="presParOf" srcId="{985DD856-192D-485A-AE16-495092A83224}" destId="{983BB44F-D9C1-4BCB-A8C8-893D7F7CC254}" srcOrd="1" destOrd="0" presId="urn:microsoft.com/office/officeart/2005/8/layout/hierarchy1"/>
    <dgm:cxn modelId="{34B9B0DC-30E7-4198-B2FC-3479DD700BF0}" type="presParOf" srcId="{983BB44F-D9C1-4BCB-A8C8-893D7F7CC254}" destId="{2771FF82-5FCE-4265-9126-9F9F246E0799}" srcOrd="0" destOrd="0" presId="urn:microsoft.com/office/officeart/2005/8/layout/hierarchy1"/>
    <dgm:cxn modelId="{5BD4D790-C2B3-4BA3-91CC-2EF0840D186E}" type="presParOf" srcId="{983BB44F-D9C1-4BCB-A8C8-893D7F7CC254}" destId="{D9F5E8AD-EAEE-447B-9E44-9B4BE4B84096}" srcOrd="1" destOrd="0" presId="urn:microsoft.com/office/officeart/2005/8/layout/hierarchy1"/>
    <dgm:cxn modelId="{8A330E97-941A-4BD8-966E-79F55ADFA857}" type="presParOf" srcId="{D9F5E8AD-EAEE-447B-9E44-9B4BE4B84096}" destId="{7061A1B2-1E5F-44A6-B0E8-A1BFD95A01EC}" srcOrd="0" destOrd="0" presId="urn:microsoft.com/office/officeart/2005/8/layout/hierarchy1"/>
    <dgm:cxn modelId="{27B2D3E3-4804-4A78-B656-39EBD7971D1D}" type="presParOf" srcId="{7061A1B2-1E5F-44A6-B0E8-A1BFD95A01EC}" destId="{7AA6E696-4147-40C0-A696-822D9267ECA3}" srcOrd="0" destOrd="0" presId="urn:microsoft.com/office/officeart/2005/8/layout/hierarchy1"/>
    <dgm:cxn modelId="{112D799F-856D-45C6-AC7D-E7CC8B70AE9B}" type="presParOf" srcId="{7061A1B2-1E5F-44A6-B0E8-A1BFD95A01EC}" destId="{2CC182D4-D920-402A-AA29-86434C91AABB}" srcOrd="1" destOrd="0" presId="urn:microsoft.com/office/officeart/2005/8/layout/hierarchy1"/>
    <dgm:cxn modelId="{AD921C35-A5A8-4531-9A2A-74D2BDB157BB}" type="presParOf" srcId="{D9F5E8AD-EAEE-447B-9E44-9B4BE4B84096}" destId="{8ED4A425-057A-48B9-A06A-9ED938F7C800}" srcOrd="1" destOrd="0" presId="urn:microsoft.com/office/officeart/2005/8/layout/hierarchy1"/>
    <dgm:cxn modelId="{6BCB9037-5263-42E6-AC1B-F7EBBA0D4776}" type="presParOf" srcId="{983BB44F-D9C1-4BCB-A8C8-893D7F7CC254}" destId="{5E4F25F1-7E97-4051-A5FA-A8E380D363BB}" srcOrd="2" destOrd="0" presId="urn:microsoft.com/office/officeart/2005/8/layout/hierarchy1"/>
    <dgm:cxn modelId="{C0689EBE-1135-4596-98E1-D4D427B2C01F}" type="presParOf" srcId="{983BB44F-D9C1-4BCB-A8C8-893D7F7CC254}" destId="{BEAC7ED6-616F-40D5-B8D5-ED58217D31C8}" srcOrd="3" destOrd="0" presId="urn:microsoft.com/office/officeart/2005/8/layout/hierarchy1"/>
    <dgm:cxn modelId="{9A0FBD14-6485-4189-8667-88FD97AADF02}" type="presParOf" srcId="{BEAC7ED6-616F-40D5-B8D5-ED58217D31C8}" destId="{C31432EB-2FEE-424F-9FAA-5E0FEAAFB411}" srcOrd="0" destOrd="0" presId="urn:microsoft.com/office/officeart/2005/8/layout/hierarchy1"/>
    <dgm:cxn modelId="{07779DB3-F36D-4CA1-8DF8-1F06A27097F4}" type="presParOf" srcId="{C31432EB-2FEE-424F-9FAA-5E0FEAAFB411}" destId="{C9702EC0-C0DE-4575-8346-FA4E3752C2BF}" srcOrd="0" destOrd="0" presId="urn:microsoft.com/office/officeart/2005/8/layout/hierarchy1"/>
    <dgm:cxn modelId="{DEF55451-44E7-40E9-8276-5AA454BE032F}" type="presParOf" srcId="{C31432EB-2FEE-424F-9FAA-5E0FEAAFB411}" destId="{694FBF23-3B47-4732-9F41-9539CECF101A}" srcOrd="1" destOrd="0" presId="urn:microsoft.com/office/officeart/2005/8/layout/hierarchy1"/>
    <dgm:cxn modelId="{1F67222F-BCCD-46F0-9DC3-9E640EA8C2BE}" type="presParOf" srcId="{BEAC7ED6-616F-40D5-B8D5-ED58217D31C8}" destId="{F8A0F2DC-ED68-45AA-9B55-4DB252C0746B}" srcOrd="1" destOrd="0" presId="urn:microsoft.com/office/officeart/2005/8/layout/hierarchy1"/>
    <dgm:cxn modelId="{14603E21-FF04-4192-B32E-822C820880E3}" type="presParOf" srcId="{F8A0F2DC-ED68-45AA-9B55-4DB252C0746B}" destId="{D46AEBC6-57CF-4E4D-8930-D6EDC6F1ABAA}" srcOrd="0" destOrd="0" presId="urn:microsoft.com/office/officeart/2005/8/layout/hierarchy1"/>
    <dgm:cxn modelId="{64AE69C5-690C-4C18-9112-15AA05C705E2}" type="presParOf" srcId="{F8A0F2DC-ED68-45AA-9B55-4DB252C0746B}" destId="{66F75D58-934A-4C47-9441-BCB71F7845B8}" srcOrd="1" destOrd="0" presId="urn:microsoft.com/office/officeart/2005/8/layout/hierarchy1"/>
    <dgm:cxn modelId="{5A273BF6-EAA3-44C0-8B29-E8DDA525983A}" type="presParOf" srcId="{66F75D58-934A-4C47-9441-BCB71F7845B8}" destId="{20860FF6-86C7-4A54-8D62-19656CB472FC}" srcOrd="0" destOrd="0" presId="urn:microsoft.com/office/officeart/2005/8/layout/hierarchy1"/>
    <dgm:cxn modelId="{314A245C-5FF7-4128-A332-8C00BBF08314}" type="presParOf" srcId="{20860FF6-86C7-4A54-8D62-19656CB472FC}" destId="{2F6EEB69-C17D-4EFE-B58B-15CCACBE1558}" srcOrd="0" destOrd="0" presId="urn:microsoft.com/office/officeart/2005/8/layout/hierarchy1"/>
    <dgm:cxn modelId="{FBBF0E0B-BA49-4956-B37F-DDAE3D952C13}" type="presParOf" srcId="{20860FF6-86C7-4A54-8D62-19656CB472FC}" destId="{FD842FA0-5635-4CB6-BF61-81ABF66AE362}" srcOrd="1" destOrd="0" presId="urn:microsoft.com/office/officeart/2005/8/layout/hierarchy1"/>
    <dgm:cxn modelId="{B8C3C283-7949-43D7-BB54-0B75B8D09C17}" type="presParOf" srcId="{66F75D58-934A-4C47-9441-BCB71F7845B8}" destId="{D6904EC7-B761-427C-A8EE-F9656850F584}" srcOrd="1" destOrd="0" presId="urn:microsoft.com/office/officeart/2005/8/layout/hierarchy1"/>
    <dgm:cxn modelId="{88748FCC-58B2-4DC0-AFE0-E2C6C6EA4CC9}" type="presParOf" srcId="{F8A0F2DC-ED68-45AA-9B55-4DB252C0746B}" destId="{126CF240-EC5B-4504-B46B-2E3CE2BFA7F2}" srcOrd="2" destOrd="0" presId="urn:microsoft.com/office/officeart/2005/8/layout/hierarchy1"/>
    <dgm:cxn modelId="{3688174C-1603-476E-9231-C3F8C702490A}" type="presParOf" srcId="{F8A0F2DC-ED68-45AA-9B55-4DB252C0746B}" destId="{6D212B92-7278-4CEC-8E58-3829468FA0F0}" srcOrd="3" destOrd="0" presId="urn:microsoft.com/office/officeart/2005/8/layout/hierarchy1"/>
    <dgm:cxn modelId="{9521CCFA-3CA8-4CD0-BD48-29F555CE6A05}" type="presParOf" srcId="{6D212B92-7278-4CEC-8E58-3829468FA0F0}" destId="{B6707056-9BA6-455D-B1C7-D949A618C4A4}" srcOrd="0" destOrd="0" presId="urn:microsoft.com/office/officeart/2005/8/layout/hierarchy1"/>
    <dgm:cxn modelId="{4A25EA33-9188-4583-91E7-3EA9B042B175}" type="presParOf" srcId="{B6707056-9BA6-455D-B1C7-D949A618C4A4}" destId="{F2A1A433-BFFA-404E-8583-901EE8903EB6}" srcOrd="0" destOrd="0" presId="urn:microsoft.com/office/officeart/2005/8/layout/hierarchy1"/>
    <dgm:cxn modelId="{D8B1E7FA-06CD-49BB-8FB1-1C05B73E38C9}" type="presParOf" srcId="{B6707056-9BA6-455D-B1C7-D949A618C4A4}" destId="{B30DCC45-479A-4733-BAA8-38C5364433D9}" srcOrd="1" destOrd="0" presId="urn:microsoft.com/office/officeart/2005/8/layout/hierarchy1"/>
    <dgm:cxn modelId="{8404481D-B3EF-4209-9F73-4D7C7BD39D1F}" type="presParOf" srcId="{6D212B92-7278-4CEC-8E58-3829468FA0F0}" destId="{E9F4C468-B041-4A08-918A-A0432E81A3AB}" srcOrd="1" destOrd="0" presId="urn:microsoft.com/office/officeart/2005/8/layout/hierarchy1"/>
    <dgm:cxn modelId="{C1C460AC-7228-4081-A98A-43B19C52B042}" type="presParOf" srcId="{F8A0F2DC-ED68-45AA-9B55-4DB252C0746B}" destId="{BC940141-CA32-442C-87A9-3D0EC23B506D}" srcOrd="4" destOrd="0" presId="urn:microsoft.com/office/officeart/2005/8/layout/hierarchy1"/>
    <dgm:cxn modelId="{8E9D250E-7607-4CA1-8784-48B89B69810C}" type="presParOf" srcId="{F8A0F2DC-ED68-45AA-9B55-4DB252C0746B}" destId="{70D583AF-2CEB-4788-A14A-3442A67B84A2}" srcOrd="5" destOrd="0" presId="urn:microsoft.com/office/officeart/2005/8/layout/hierarchy1"/>
    <dgm:cxn modelId="{4DD51BC9-0970-43C0-9FA3-086FB30648F4}" type="presParOf" srcId="{70D583AF-2CEB-4788-A14A-3442A67B84A2}" destId="{304EE26E-D5AA-42C4-B7A2-24FD9F26E289}" srcOrd="0" destOrd="0" presId="urn:microsoft.com/office/officeart/2005/8/layout/hierarchy1"/>
    <dgm:cxn modelId="{31C7D1F4-54ED-45A9-AE1C-146C7297B3D3}" type="presParOf" srcId="{304EE26E-D5AA-42C4-B7A2-24FD9F26E289}" destId="{35B872D8-C529-4678-84A1-DB8A411914D5}" srcOrd="0" destOrd="0" presId="urn:microsoft.com/office/officeart/2005/8/layout/hierarchy1"/>
    <dgm:cxn modelId="{8922C169-C42B-42A2-B97A-5AD2F9DEB492}" type="presParOf" srcId="{304EE26E-D5AA-42C4-B7A2-24FD9F26E289}" destId="{09DDFEFB-7FF8-4049-BB97-977B03D0C39E}" srcOrd="1" destOrd="0" presId="urn:microsoft.com/office/officeart/2005/8/layout/hierarchy1"/>
    <dgm:cxn modelId="{C219865F-6162-424F-94C4-FB9948CCC7C9}" type="presParOf" srcId="{70D583AF-2CEB-4788-A14A-3442A67B84A2}" destId="{B76691BB-87AE-4861-B082-F995C156028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40141-CA32-442C-87A9-3D0EC23B506D}">
      <dsp:nvSpPr>
        <dsp:cNvPr id="0" name=""/>
        <dsp:cNvSpPr/>
      </dsp:nvSpPr>
      <dsp:spPr>
        <a:xfrm>
          <a:off x="5364504" y="2659192"/>
          <a:ext cx="979872" cy="491259"/>
        </a:xfrm>
        <a:custGeom>
          <a:avLst/>
          <a:gdLst/>
          <a:ahLst/>
          <a:cxnLst/>
          <a:rect l="0" t="0" r="0" b="0"/>
          <a:pathLst>
            <a:path>
              <a:moveTo>
                <a:pt x="0" y="0"/>
              </a:moveTo>
              <a:lnTo>
                <a:pt x="0" y="333670"/>
              </a:lnTo>
              <a:lnTo>
                <a:pt x="979872" y="333670"/>
              </a:lnTo>
              <a:lnTo>
                <a:pt x="979872" y="4912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6CF240-EC5B-4504-B46B-2E3CE2BFA7F2}">
      <dsp:nvSpPr>
        <dsp:cNvPr id="0" name=""/>
        <dsp:cNvSpPr/>
      </dsp:nvSpPr>
      <dsp:spPr>
        <a:xfrm>
          <a:off x="4265251" y="2659192"/>
          <a:ext cx="1099252" cy="491259"/>
        </a:xfrm>
        <a:custGeom>
          <a:avLst/>
          <a:gdLst/>
          <a:ahLst/>
          <a:cxnLst/>
          <a:rect l="0" t="0" r="0" b="0"/>
          <a:pathLst>
            <a:path>
              <a:moveTo>
                <a:pt x="1099252" y="0"/>
              </a:moveTo>
              <a:lnTo>
                <a:pt x="1099252" y="333670"/>
              </a:lnTo>
              <a:lnTo>
                <a:pt x="0" y="333670"/>
              </a:lnTo>
              <a:lnTo>
                <a:pt x="0" y="4912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6AEBC6-57CF-4E4D-8930-D6EDC6F1ABAA}">
      <dsp:nvSpPr>
        <dsp:cNvPr id="0" name=""/>
        <dsp:cNvSpPr/>
      </dsp:nvSpPr>
      <dsp:spPr>
        <a:xfrm>
          <a:off x="2186126" y="2659192"/>
          <a:ext cx="3178377" cy="491259"/>
        </a:xfrm>
        <a:custGeom>
          <a:avLst/>
          <a:gdLst/>
          <a:ahLst/>
          <a:cxnLst/>
          <a:rect l="0" t="0" r="0" b="0"/>
          <a:pathLst>
            <a:path>
              <a:moveTo>
                <a:pt x="3178377" y="0"/>
              </a:moveTo>
              <a:lnTo>
                <a:pt x="3178377" y="333670"/>
              </a:lnTo>
              <a:lnTo>
                <a:pt x="0" y="333670"/>
              </a:lnTo>
              <a:lnTo>
                <a:pt x="0" y="4912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4F25F1-7E97-4051-A5FA-A8E380D363BB}">
      <dsp:nvSpPr>
        <dsp:cNvPr id="0" name=""/>
        <dsp:cNvSpPr/>
      </dsp:nvSpPr>
      <dsp:spPr>
        <a:xfrm>
          <a:off x="3225689" y="1080776"/>
          <a:ext cx="2138814" cy="498215"/>
        </a:xfrm>
        <a:custGeom>
          <a:avLst/>
          <a:gdLst/>
          <a:ahLst/>
          <a:cxnLst/>
          <a:rect l="0" t="0" r="0" b="0"/>
          <a:pathLst>
            <a:path>
              <a:moveTo>
                <a:pt x="0" y="0"/>
              </a:moveTo>
              <a:lnTo>
                <a:pt x="0" y="340627"/>
              </a:lnTo>
              <a:lnTo>
                <a:pt x="2138814" y="340627"/>
              </a:lnTo>
              <a:lnTo>
                <a:pt x="2138814" y="49821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71FF82-5FCE-4265-9126-9F9F246E0799}">
      <dsp:nvSpPr>
        <dsp:cNvPr id="0" name=""/>
        <dsp:cNvSpPr/>
      </dsp:nvSpPr>
      <dsp:spPr>
        <a:xfrm>
          <a:off x="1764474" y="1080776"/>
          <a:ext cx="1461214" cy="494737"/>
        </a:xfrm>
        <a:custGeom>
          <a:avLst/>
          <a:gdLst/>
          <a:ahLst/>
          <a:cxnLst/>
          <a:rect l="0" t="0" r="0" b="0"/>
          <a:pathLst>
            <a:path>
              <a:moveTo>
                <a:pt x="1461214" y="0"/>
              </a:moveTo>
              <a:lnTo>
                <a:pt x="1461214" y="337149"/>
              </a:lnTo>
              <a:lnTo>
                <a:pt x="0" y="337149"/>
              </a:lnTo>
              <a:lnTo>
                <a:pt x="0" y="4947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D1E785-CBE8-4D29-BAC5-9AB33564FB3F}">
      <dsp:nvSpPr>
        <dsp:cNvPr id="0" name=""/>
        <dsp:cNvSpPr/>
      </dsp:nvSpPr>
      <dsp:spPr>
        <a:xfrm>
          <a:off x="2375138" y="576"/>
          <a:ext cx="1701102" cy="10802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2D5AC4-9C93-43BE-8206-F0DC0967FC34}">
      <dsp:nvSpPr>
        <dsp:cNvPr id="0" name=""/>
        <dsp:cNvSpPr/>
      </dsp:nvSpPr>
      <dsp:spPr>
        <a:xfrm>
          <a:off x="2564149" y="180137"/>
          <a:ext cx="1701102" cy="10802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dirty="0"/>
            <a:t>TPM</a:t>
          </a:r>
          <a:r>
            <a:rPr lang="zh-CN" altLang="en-US" sz="1200" kern="1200" dirty="0"/>
            <a:t>授权方式</a:t>
          </a:r>
        </a:p>
      </dsp:txBody>
      <dsp:txXfrm>
        <a:off x="2595787" y="211775"/>
        <a:ext cx="1637826" cy="1016924"/>
      </dsp:txXfrm>
    </dsp:sp>
    <dsp:sp modelId="{7AA6E696-4147-40C0-A696-822D9267ECA3}">
      <dsp:nvSpPr>
        <dsp:cNvPr id="0" name=""/>
        <dsp:cNvSpPr/>
      </dsp:nvSpPr>
      <dsp:spPr>
        <a:xfrm>
          <a:off x="913923" y="1575514"/>
          <a:ext cx="1701102" cy="10802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C182D4-D920-402A-AA29-86434C91AABB}">
      <dsp:nvSpPr>
        <dsp:cNvPr id="0" name=""/>
        <dsp:cNvSpPr/>
      </dsp:nvSpPr>
      <dsp:spPr>
        <a:xfrm>
          <a:off x="1102934" y="1755074"/>
          <a:ext cx="1701102" cy="10802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口令授权</a:t>
          </a:r>
          <a:endParaRPr lang="en-US" altLang="zh-CN" sz="1200" kern="1200" dirty="0"/>
        </a:p>
        <a:p>
          <a:pPr marL="0" lvl="0" indent="0" algn="ctr" defTabSz="533400">
            <a:lnSpc>
              <a:spcPct val="90000"/>
            </a:lnSpc>
            <a:spcBef>
              <a:spcPct val="0"/>
            </a:spcBef>
            <a:spcAft>
              <a:spcPct val="35000"/>
            </a:spcAft>
            <a:buNone/>
          </a:pPr>
          <a:r>
            <a:rPr lang="zh-CN" altLang="en-US" sz="1200" kern="1200" dirty="0"/>
            <a:t>不需要启动会话</a:t>
          </a:r>
          <a:endParaRPr lang="en-US" altLang="zh-CN" sz="1200" kern="1200" dirty="0"/>
        </a:p>
        <a:p>
          <a:pPr marL="0" lvl="0" indent="0" algn="ctr" defTabSz="533400">
            <a:lnSpc>
              <a:spcPct val="90000"/>
            </a:lnSpc>
            <a:spcBef>
              <a:spcPct val="0"/>
            </a:spcBef>
            <a:spcAft>
              <a:spcPct val="35000"/>
            </a:spcAft>
            <a:buNone/>
          </a:pPr>
          <a:r>
            <a:rPr lang="zh-CN" altLang="en-US" sz="1200" kern="1200" dirty="0"/>
            <a:t>用途：授权</a:t>
          </a:r>
        </a:p>
      </dsp:txBody>
      <dsp:txXfrm>
        <a:off x="1134572" y="1786712"/>
        <a:ext cx="1637826" cy="1016924"/>
      </dsp:txXfrm>
    </dsp:sp>
    <dsp:sp modelId="{C9702EC0-C0DE-4575-8346-FA4E3752C2BF}">
      <dsp:nvSpPr>
        <dsp:cNvPr id="0" name=""/>
        <dsp:cNvSpPr/>
      </dsp:nvSpPr>
      <dsp:spPr>
        <a:xfrm>
          <a:off x="4092300" y="1578992"/>
          <a:ext cx="2544406" cy="10802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4FBF23-3B47-4732-9F41-9539CECF101A}">
      <dsp:nvSpPr>
        <dsp:cNvPr id="0" name=""/>
        <dsp:cNvSpPr/>
      </dsp:nvSpPr>
      <dsp:spPr>
        <a:xfrm>
          <a:off x="4281312" y="1758553"/>
          <a:ext cx="2544406" cy="10802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会话授权</a:t>
          </a:r>
          <a:endParaRPr lang="en-US" altLang="zh-CN" sz="1200" kern="1200" dirty="0"/>
        </a:p>
        <a:p>
          <a:pPr marL="0" lvl="0" indent="0" algn="ctr" defTabSz="533400">
            <a:lnSpc>
              <a:spcPct val="90000"/>
            </a:lnSpc>
            <a:spcBef>
              <a:spcPct val="0"/>
            </a:spcBef>
            <a:spcAft>
              <a:spcPct val="35000"/>
            </a:spcAft>
            <a:buNone/>
          </a:pPr>
          <a:r>
            <a:rPr lang="zh-CN" altLang="en-US" sz="1200" kern="1200" dirty="0"/>
            <a:t>需要启动会话</a:t>
          </a:r>
          <a:r>
            <a:rPr lang="en-US" altLang="zh-CN" sz="1200" kern="1200" dirty="0"/>
            <a:t>—</a:t>
          </a:r>
          <a:r>
            <a:rPr lang="zh-CN" altLang="en-US" sz="1200" kern="1200" dirty="0"/>
            <a:t>存储在</a:t>
          </a:r>
          <a:r>
            <a:rPr lang="en-US" altLang="zh-CN" sz="1200" kern="1200" dirty="0"/>
            <a:t>TPM</a:t>
          </a:r>
          <a:r>
            <a:rPr lang="zh-CN" altLang="en-US" sz="1200" kern="1200" dirty="0"/>
            <a:t>中的</a:t>
          </a:r>
          <a:r>
            <a:rPr lang="en-US" altLang="zh-CN" sz="1200" kern="1200" dirty="0" err="1"/>
            <a:t>SessionKey</a:t>
          </a:r>
          <a:endParaRPr lang="en-US" altLang="zh-CN" sz="1200" kern="1200" dirty="0"/>
        </a:p>
        <a:p>
          <a:pPr marL="0" lvl="0" indent="0" algn="ctr" defTabSz="533400">
            <a:lnSpc>
              <a:spcPct val="90000"/>
            </a:lnSpc>
            <a:spcBef>
              <a:spcPct val="0"/>
            </a:spcBef>
            <a:spcAft>
              <a:spcPct val="35000"/>
            </a:spcAft>
            <a:buNone/>
          </a:pPr>
          <a:r>
            <a:rPr lang="zh-CN" altLang="en-US" sz="1200" kern="1200" dirty="0"/>
            <a:t>用途：授权和单个命令修饰符</a:t>
          </a:r>
        </a:p>
      </dsp:txBody>
      <dsp:txXfrm>
        <a:off x="4312950" y="1790191"/>
        <a:ext cx="2481130" cy="1016924"/>
      </dsp:txXfrm>
    </dsp:sp>
    <dsp:sp modelId="{2F6EEB69-C17D-4EFE-B58B-15CCACBE1558}">
      <dsp:nvSpPr>
        <dsp:cNvPr id="0" name=""/>
        <dsp:cNvSpPr/>
      </dsp:nvSpPr>
      <dsp:spPr>
        <a:xfrm>
          <a:off x="1335575" y="3150451"/>
          <a:ext cx="1701102" cy="10802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842FA0-5635-4CB6-BF61-81ABF66AE362}">
      <dsp:nvSpPr>
        <dsp:cNvPr id="0" name=""/>
        <dsp:cNvSpPr/>
      </dsp:nvSpPr>
      <dsp:spPr>
        <a:xfrm>
          <a:off x="1524586" y="3330012"/>
          <a:ext cx="1701102" cy="10802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dirty="0"/>
            <a:t>HMAC</a:t>
          </a:r>
        </a:p>
        <a:p>
          <a:pPr marL="0" lvl="0" indent="0" algn="ctr" defTabSz="533400">
            <a:lnSpc>
              <a:spcPct val="90000"/>
            </a:lnSpc>
            <a:spcBef>
              <a:spcPct val="0"/>
            </a:spcBef>
            <a:spcAft>
              <a:spcPct val="35000"/>
            </a:spcAft>
            <a:buNone/>
          </a:pPr>
          <a:r>
            <a:rPr lang="zh-CN" altLang="en-US" sz="1200" kern="1200" dirty="0"/>
            <a:t>用途：授权和单个命令修饰符</a:t>
          </a:r>
          <a:r>
            <a:rPr lang="en-US" altLang="zh-CN" sz="1200" kern="1200" dirty="0"/>
            <a:t>--</a:t>
          </a:r>
          <a:r>
            <a:rPr lang="zh-CN" altLang="en-US" sz="1200" kern="1200" dirty="0"/>
            <a:t>加密、解密和审计</a:t>
          </a:r>
        </a:p>
      </dsp:txBody>
      <dsp:txXfrm>
        <a:off x="1556224" y="3361650"/>
        <a:ext cx="1637826" cy="1016924"/>
      </dsp:txXfrm>
    </dsp:sp>
    <dsp:sp modelId="{F2A1A433-BFFA-404E-8583-901EE8903EB6}">
      <dsp:nvSpPr>
        <dsp:cNvPr id="0" name=""/>
        <dsp:cNvSpPr/>
      </dsp:nvSpPr>
      <dsp:spPr>
        <a:xfrm>
          <a:off x="3414700" y="3150451"/>
          <a:ext cx="1701102" cy="10802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0DCC45-479A-4733-BAA8-38C5364433D9}">
      <dsp:nvSpPr>
        <dsp:cNvPr id="0" name=""/>
        <dsp:cNvSpPr/>
      </dsp:nvSpPr>
      <dsp:spPr>
        <a:xfrm>
          <a:off x="3603712" y="3330012"/>
          <a:ext cx="1701102" cy="10802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策略</a:t>
          </a:r>
          <a:endParaRPr lang="en-US" altLang="zh-CN" sz="1200" kern="1200" dirty="0"/>
        </a:p>
        <a:p>
          <a:pPr marL="0" lvl="0" indent="0" algn="ctr" defTabSz="533400">
            <a:lnSpc>
              <a:spcPct val="90000"/>
            </a:lnSpc>
            <a:spcBef>
              <a:spcPct val="0"/>
            </a:spcBef>
            <a:spcAft>
              <a:spcPct val="35000"/>
            </a:spcAft>
            <a:buNone/>
          </a:pPr>
          <a:r>
            <a:rPr lang="zh-CN" altLang="en-US" sz="1200" kern="1200" dirty="0"/>
            <a:t>扩展授权</a:t>
          </a:r>
          <a:endParaRPr lang="en-US" altLang="zh-CN" sz="1200" kern="1200" dirty="0"/>
        </a:p>
        <a:p>
          <a:pPr marL="0" lvl="0" indent="0" algn="ctr" defTabSz="533400">
            <a:lnSpc>
              <a:spcPct val="90000"/>
            </a:lnSpc>
            <a:spcBef>
              <a:spcPct val="0"/>
            </a:spcBef>
            <a:spcAft>
              <a:spcPct val="35000"/>
            </a:spcAft>
            <a:buNone/>
          </a:pPr>
          <a:r>
            <a:rPr lang="zh-CN" altLang="en-US" sz="1200" kern="1200" dirty="0"/>
            <a:t>用途：授权和单个命令修饰符</a:t>
          </a:r>
          <a:r>
            <a:rPr lang="en-US" altLang="zh-CN" sz="1200" kern="1200" dirty="0"/>
            <a:t>—</a:t>
          </a:r>
          <a:r>
            <a:rPr lang="zh-CN" altLang="en-US" sz="1200" kern="1200" dirty="0"/>
            <a:t>加密和解密</a:t>
          </a:r>
        </a:p>
      </dsp:txBody>
      <dsp:txXfrm>
        <a:off x="3635350" y="3361650"/>
        <a:ext cx="1637826" cy="1016924"/>
      </dsp:txXfrm>
    </dsp:sp>
    <dsp:sp modelId="{35B872D8-C529-4678-84A1-DB8A411914D5}">
      <dsp:nvSpPr>
        <dsp:cNvPr id="0" name=""/>
        <dsp:cNvSpPr/>
      </dsp:nvSpPr>
      <dsp:spPr>
        <a:xfrm>
          <a:off x="5493825" y="3150451"/>
          <a:ext cx="1701102" cy="10802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DDFEFB-7FF8-4049-BB97-977B03D0C39E}">
      <dsp:nvSpPr>
        <dsp:cNvPr id="0" name=""/>
        <dsp:cNvSpPr/>
      </dsp:nvSpPr>
      <dsp:spPr>
        <a:xfrm>
          <a:off x="5682837" y="3330012"/>
          <a:ext cx="1701102" cy="10802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试用策略</a:t>
          </a:r>
          <a:endParaRPr lang="en-US" altLang="zh-CN" sz="1200" kern="1200" dirty="0"/>
        </a:p>
        <a:p>
          <a:pPr marL="0" lvl="0" indent="0" algn="ctr" defTabSz="533400">
            <a:lnSpc>
              <a:spcPct val="90000"/>
            </a:lnSpc>
            <a:spcBef>
              <a:spcPct val="0"/>
            </a:spcBef>
            <a:spcAft>
              <a:spcPct val="35000"/>
            </a:spcAft>
            <a:buNone/>
          </a:pPr>
          <a:r>
            <a:rPr lang="zh-CN" altLang="en-US" sz="1200" kern="1200" dirty="0"/>
            <a:t>用途：生成</a:t>
          </a:r>
          <a:r>
            <a:rPr lang="en-US" altLang="zh-CN" sz="1200" kern="1200" dirty="0" err="1"/>
            <a:t>authPolicy</a:t>
          </a:r>
          <a:r>
            <a:rPr lang="zh-CN" altLang="en-US" sz="1200" kern="1200" dirty="0"/>
            <a:t>哈希</a:t>
          </a:r>
        </a:p>
      </dsp:txBody>
      <dsp:txXfrm>
        <a:off x="5714475" y="3361650"/>
        <a:ext cx="1637826" cy="10169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lvl1pPr algn="just">
              <a:defRPr/>
            </a:lvl1pPr>
            <a:lvl2pPr algn="just">
              <a:defRPr/>
            </a:lvl2pPr>
            <a:lvl3pPr algn="just">
              <a:defRPr/>
            </a:lvl3pPr>
            <a:lvl4pPr algn="just">
              <a:defRPr/>
            </a:lvl4pPr>
            <a:lvl5pPr algn="jus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830997"/>
          </a:xfrm>
          <a:prstGeom prst="rect">
            <a:avLst/>
          </a:prstGeom>
          <a:noFill/>
        </p:spPr>
        <p:txBody>
          <a:bodyPr wrap="square" rtlCol="0">
            <a:spAutoFit/>
          </a:bodyPr>
          <a:lstStyle/>
          <a:p>
            <a:pPr algn="ctr"/>
            <a:r>
              <a:rPr lang="en-US" altLang="zh-CN" sz="4800" b="1" dirty="0">
                <a:latin typeface="+mj-ea"/>
                <a:ea typeface="+mj-ea"/>
              </a:rPr>
              <a:t>TPM</a:t>
            </a:r>
            <a:r>
              <a:rPr lang="zh-CN" altLang="en-US" sz="4800" b="1" dirty="0">
                <a:latin typeface="+mj-ea"/>
                <a:ea typeface="+mj-ea"/>
              </a:rPr>
              <a:t>授权与会话</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BF86C3-EDE9-5F35-C254-F592C9006FC1}"/>
              </a:ext>
            </a:extLst>
          </p:cNvPr>
          <p:cNvSpPr>
            <a:spLocks noGrp="1"/>
          </p:cNvSpPr>
          <p:nvPr>
            <p:ph type="title"/>
          </p:nvPr>
        </p:nvSpPr>
        <p:spPr/>
        <p:txBody>
          <a:bodyPr/>
          <a:lstStyle/>
          <a:p>
            <a:r>
              <a:rPr lang="zh-CN" altLang="en-US" dirty="0"/>
              <a:t>一、授权与会话</a:t>
            </a:r>
          </a:p>
        </p:txBody>
      </p:sp>
      <p:sp>
        <p:nvSpPr>
          <p:cNvPr id="3" name="内容占位符 2">
            <a:extLst>
              <a:ext uri="{FF2B5EF4-FFF2-40B4-BE49-F238E27FC236}">
                <a16:creationId xmlns:a16="http://schemas.microsoft.com/office/drawing/2014/main" id="{51005A08-50CD-E922-227D-0D235BD37082}"/>
              </a:ext>
            </a:extLst>
          </p:cNvPr>
          <p:cNvSpPr>
            <a:spLocks noGrp="1"/>
          </p:cNvSpPr>
          <p:nvPr>
            <p:ph idx="1"/>
          </p:nvPr>
        </p:nvSpPr>
        <p:spPr/>
        <p:txBody>
          <a:bodyPr/>
          <a:lstStyle/>
          <a:p>
            <a:r>
              <a:rPr lang="zh-CN" altLang="en-US" dirty="0"/>
              <a:t>什么是授权？</a:t>
            </a:r>
            <a:endParaRPr lang="en-US" altLang="zh-CN" dirty="0"/>
          </a:p>
          <a:p>
            <a:pPr marL="0" indent="0">
              <a:buNone/>
            </a:pPr>
            <a:r>
              <a:rPr lang="en-US" altLang="zh-CN" dirty="0"/>
              <a:t>        </a:t>
            </a:r>
            <a:r>
              <a:rPr lang="zh-CN" altLang="en-US" dirty="0"/>
              <a:t>授权是</a:t>
            </a:r>
            <a:r>
              <a:rPr lang="en-US" altLang="zh-CN" dirty="0"/>
              <a:t>TPM2.0</a:t>
            </a:r>
            <a:r>
              <a:rPr lang="zh-CN" altLang="en-US" dirty="0"/>
              <a:t>规范中的核心概念，</a:t>
            </a:r>
            <a:r>
              <a:rPr lang="en-US" altLang="zh-CN" dirty="0"/>
              <a:t>TPM</a:t>
            </a:r>
            <a:r>
              <a:rPr lang="zh-CN" altLang="en-US" dirty="0"/>
              <a:t>所有的规范都在保证对各类资源的访问必须得到授权。授权用于控制对</a:t>
            </a:r>
            <a:r>
              <a:rPr lang="en-US" altLang="zh-CN" dirty="0"/>
              <a:t>TPM</a:t>
            </a:r>
            <a:r>
              <a:rPr lang="zh-CN" altLang="en-US" dirty="0"/>
              <a:t>实体的访问，类似于操作系统中的访问控制机制，为</a:t>
            </a:r>
            <a:r>
              <a:rPr lang="en-US" altLang="zh-CN" dirty="0"/>
              <a:t>TPM</a:t>
            </a:r>
            <a:r>
              <a:rPr lang="zh-CN" altLang="en-US" dirty="0"/>
              <a:t>提供了安全保障。</a:t>
            </a:r>
            <a:endParaRPr lang="en-US" altLang="zh-CN" dirty="0"/>
          </a:p>
          <a:p>
            <a:r>
              <a:rPr lang="zh-CN" altLang="en-US" dirty="0"/>
              <a:t>什么是会话？</a:t>
            </a:r>
          </a:p>
          <a:p>
            <a:pPr marL="0" indent="0">
              <a:buNone/>
            </a:pPr>
            <a:r>
              <a:rPr lang="zh-CN" altLang="en-US" dirty="0"/>
              <a:t>       在</a:t>
            </a:r>
            <a:r>
              <a:rPr lang="en-US" altLang="zh-CN" dirty="0"/>
              <a:t>TPM</a:t>
            </a:r>
            <a:r>
              <a:rPr lang="zh-CN" altLang="en-US" dirty="0"/>
              <a:t>中，会话与授权紧密联系，有时在概念上会有一些重叠。会话是</a:t>
            </a:r>
            <a:r>
              <a:rPr lang="en-US" altLang="zh-CN" dirty="0"/>
              <a:t>TPM</a:t>
            </a:r>
            <a:r>
              <a:rPr lang="zh-CN" altLang="en-US" dirty="0"/>
              <a:t>完成授权的载体和工具。通过设置会话的各种属性和状态来完成各种授权。当然，会话也可以单独完成自己的任务，不用于授权。</a:t>
            </a:r>
          </a:p>
        </p:txBody>
      </p:sp>
      <p:sp>
        <p:nvSpPr>
          <p:cNvPr id="4" name="灯片编号占位符 3">
            <a:extLst>
              <a:ext uri="{FF2B5EF4-FFF2-40B4-BE49-F238E27FC236}">
                <a16:creationId xmlns:a16="http://schemas.microsoft.com/office/drawing/2014/main" id="{94F5B6FB-1C04-7657-4608-5AC0AB000E8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spTree>
    <p:extLst>
      <p:ext uri="{BB962C8B-B14F-4D97-AF65-F5344CB8AC3E}">
        <p14:creationId xmlns:p14="http://schemas.microsoft.com/office/powerpoint/2010/main" val="41103113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E25CA5-AF48-58DC-78A6-D295256F1D85}"/>
              </a:ext>
            </a:extLst>
          </p:cNvPr>
          <p:cNvSpPr>
            <a:spLocks noGrp="1"/>
          </p:cNvSpPr>
          <p:nvPr>
            <p:ph type="title"/>
          </p:nvPr>
        </p:nvSpPr>
        <p:spPr/>
        <p:txBody>
          <a:bodyPr/>
          <a:lstStyle/>
          <a:p>
            <a:r>
              <a:rPr lang="en-US" altLang="zh-CN" dirty="0"/>
              <a:t>1.1 </a:t>
            </a:r>
            <a:r>
              <a:rPr lang="zh-CN" altLang="en-US" dirty="0"/>
              <a:t>口令会话</a:t>
            </a:r>
          </a:p>
        </p:txBody>
      </p:sp>
      <p:sp>
        <p:nvSpPr>
          <p:cNvPr id="3" name="内容占位符 2">
            <a:extLst>
              <a:ext uri="{FF2B5EF4-FFF2-40B4-BE49-F238E27FC236}">
                <a16:creationId xmlns:a16="http://schemas.microsoft.com/office/drawing/2014/main" id="{5E891CF2-4FA4-E1A2-305A-B5217A7B52B3}"/>
              </a:ext>
            </a:extLst>
          </p:cNvPr>
          <p:cNvSpPr>
            <a:spLocks noGrp="1"/>
          </p:cNvSpPr>
          <p:nvPr>
            <p:ph idx="1"/>
          </p:nvPr>
        </p:nvSpPr>
        <p:spPr/>
        <p:txBody>
          <a:bodyPr/>
          <a:lstStyle/>
          <a:p>
            <a:r>
              <a:rPr lang="zh-CN" altLang="en-US" dirty="0"/>
              <a:t>这是三种基本的会话形式之一。</a:t>
            </a:r>
            <a:r>
              <a:rPr lang="en-US" altLang="zh-CN" dirty="0"/>
              <a:t>TPM</a:t>
            </a:r>
            <a:r>
              <a:rPr lang="zh-CN" altLang="en-US" dirty="0"/>
              <a:t>在进行访问授权时，可根据安全性需要，选择不同形式的会话完成授权。</a:t>
            </a:r>
            <a:endParaRPr lang="en-US" altLang="zh-CN" dirty="0"/>
          </a:p>
          <a:p>
            <a:endParaRPr lang="en-US" altLang="zh-CN" dirty="0"/>
          </a:p>
          <a:p>
            <a:r>
              <a:rPr lang="zh-CN" altLang="en-US" dirty="0"/>
              <a:t>口令会话是最简单的授权类型：</a:t>
            </a:r>
            <a:r>
              <a:rPr lang="en-US" altLang="zh-CN" dirty="0"/>
              <a:t>TPM</a:t>
            </a:r>
            <a:r>
              <a:rPr lang="zh-CN" altLang="en-US" dirty="0"/>
              <a:t>进行授权时，可以通过把明文口令传递到</a:t>
            </a:r>
            <a:r>
              <a:rPr lang="en-US" altLang="zh-CN" dirty="0"/>
              <a:t>TPM</a:t>
            </a:r>
            <a:r>
              <a:rPr lang="zh-CN" altLang="en-US" dirty="0"/>
              <a:t>设备中完成任务。口令会话只能用于本地</a:t>
            </a:r>
            <a:r>
              <a:rPr lang="en-US" altLang="zh-CN" dirty="0"/>
              <a:t>TPM</a:t>
            </a:r>
            <a:r>
              <a:rPr lang="zh-CN" altLang="en-US" dirty="0"/>
              <a:t>实体访问授权，用于远程授权则会存在安全性问题，因为口令是明文的，无法进行远程传送。</a:t>
            </a:r>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06B9C269-5D91-6A13-909A-7B423689354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36055314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C62375-28C6-7063-ABF3-AE645E6B1C75}"/>
              </a:ext>
            </a:extLst>
          </p:cNvPr>
          <p:cNvSpPr>
            <a:spLocks noGrp="1"/>
          </p:cNvSpPr>
          <p:nvPr>
            <p:ph type="title"/>
          </p:nvPr>
        </p:nvSpPr>
        <p:spPr/>
        <p:txBody>
          <a:bodyPr/>
          <a:lstStyle/>
          <a:p>
            <a:r>
              <a:rPr lang="en-US" altLang="zh-CN" dirty="0"/>
              <a:t>1.2 HMAC</a:t>
            </a:r>
            <a:r>
              <a:rPr lang="zh-CN" altLang="en-US" dirty="0"/>
              <a:t>会话</a:t>
            </a:r>
          </a:p>
        </p:txBody>
      </p:sp>
      <p:sp>
        <p:nvSpPr>
          <p:cNvPr id="3" name="内容占位符 2">
            <a:extLst>
              <a:ext uri="{FF2B5EF4-FFF2-40B4-BE49-F238E27FC236}">
                <a16:creationId xmlns:a16="http://schemas.microsoft.com/office/drawing/2014/main" id="{5339DD36-1E72-19F5-9F42-0A830BAD456B}"/>
              </a:ext>
            </a:extLst>
          </p:cNvPr>
          <p:cNvSpPr>
            <a:spLocks noGrp="1"/>
          </p:cNvSpPr>
          <p:nvPr>
            <p:ph idx="1"/>
          </p:nvPr>
        </p:nvSpPr>
        <p:spPr/>
        <p:txBody>
          <a:bodyPr/>
          <a:lstStyle/>
          <a:p>
            <a:r>
              <a:rPr lang="zh-CN" altLang="en-US" dirty="0"/>
              <a:t>一旦应用程序和</a:t>
            </a:r>
            <a:r>
              <a:rPr lang="en-US" altLang="zh-CN" dirty="0"/>
              <a:t>TPM</a:t>
            </a:r>
            <a:r>
              <a:rPr lang="zh-CN" altLang="en-US" dirty="0"/>
              <a:t>设备针对口令达成一致（这是在实体被创建或者实体的授权值被修改时形成的一种共识）后，就再也不需要传输口令了。而在创建实体或者修改实体授权信息时的一次性口令传输也可以以一种安全的方式完成：那就是口令可以用加密形式传输。</a:t>
            </a:r>
            <a:endParaRPr lang="en-US" altLang="zh-CN" dirty="0"/>
          </a:p>
          <a:p>
            <a:r>
              <a:rPr lang="zh-CN" altLang="en-US" dirty="0"/>
              <a:t>一个</a:t>
            </a:r>
            <a:r>
              <a:rPr lang="en-US" altLang="zh-CN" dirty="0"/>
              <a:t>HMAC</a:t>
            </a:r>
            <a:r>
              <a:rPr lang="zh-CN" altLang="en-US" dirty="0"/>
              <a:t>会话可以把口令（这个口令在</a:t>
            </a:r>
            <a:r>
              <a:rPr lang="en-US" altLang="zh-CN" dirty="0"/>
              <a:t>TPM2.0</a:t>
            </a:r>
            <a:r>
              <a:rPr lang="zh-CN" altLang="en-US" dirty="0"/>
              <a:t>规范中叫做</a:t>
            </a:r>
            <a:r>
              <a:rPr lang="en-US" altLang="zh-CN" dirty="0" err="1"/>
              <a:t>authValue</a:t>
            </a:r>
            <a:r>
              <a:rPr lang="zh-CN" altLang="en-US" dirty="0"/>
              <a:t>）作为命令和响应计算</a:t>
            </a:r>
            <a:r>
              <a:rPr lang="en-US" altLang="zh-CN" dirty="0"/>
              <a:t>HMAC</a:t>
            </a:r>
            <a:r>
              <a:rPr lang="zh-CN" altLang="en-US" dirty="0"/>
              <a:t>时的一个输入参数，从而使授权达到一个很高的安全级别。</a:t>
            </a:r>
          </a:p>
        </p:txBody>
      </p:sp>
      <p:sp>
        <p:nvSpPr>
          <p:cNvPr id="4" name="灯片编号占位符 3">
            <a:extLst>
              <a:ext uri="{FF2B5EF4-FFF2-40B4-BE49-F238E27FC236}">
                <a16:creationId xmlns:a16="http://schemas.microsoft.com/office/drawing/2014/main" id="{53639CC2-8084-674A-2B46-D8E92FD8972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37341667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E22617-AE4C-9886-66BF-205FDC9C330F}"/>
              </a:ext>
            </a:extLst>
          </p:cNvPr>
          <p:cNvSpPr>
            <a:spLocks noGrp="1"/>
          </p:cNvSpPr>
          <p:nvPr>
            <p:ph type="title"/>
          </p:nvPr>
        </p:nvSpPr>
        <p:spPr/>
        <p:txBody>
          <a:bodyPr/>
          <a:lstStyle/>
          <a:p>
            <a:r>
              <a:rPr lang="en-US" altLang="zh-CN" dirty="0"/>
              <a:t>HMAC</a:t>
            </a:r>
            <a:r>
              <a:rPr lang="zh-CN" altLang="en-US" dirty="0"/>
              <a:t>会话</a:t>
            </a:r>
          </a:p>
        </p:txBody>
      </p:sp>
      <p:sp>
        <p:nvSpPr>
          <p:cNvPr id="3" name="内容占位符 2">
            <a:extLst>
              <a:ext uri="{FF2B5EF4-FFF2-40B4-BE49-F238E27FC236}">
                <a16:creationId xmlns:a16="http://schemas.microsoft.com/office/drawing/2014/main" id="{FDD89D4E-D878-353E-654A-B1136E2F624F}"/>
              </a:ext>
            </a:extLst>
          </p:cNvPr>
          <p:cNvSpPr>
            <a:spLocks noGrp="1"/>
          </p:cNvSpPr>
          <p:nvPr>
            <p:ph idx="1"/>
          </p:nvPr>
        </p:nvSpPr>
        <p:spPr/>
        <p:txBody>
          <a:bodyPr/>
          <a:lstStyle/>
          <a:p>
            <a:r>
              <a:rPr lang="zh-CN" altLang="en-US" dirty="0"/>
              <a:t>在执行一个命令时，调用命令的应用程序会计算</a:t>
            </a:r>
            <a:r>
              <a:rPr lang="en-US" altLang="zh-CN" dirty="0"/>
              <a:t>HMAC</a:t>
            </a:r>
            <a:r>
              <a:rPr lang="zh-CN" altLang="en-US" dirty="0"/>
              <a:t>值并将这个值插入到命令字节流中。当</a:t>
            </a:r>
            <a:r>
              <a:rPr lang="en-US" altLang="zh-CN" dirty="0"/>
              <a:t>TPM</a:t>
            </a:r>
            <a:r>
              <a:rPr lang="zh-CN" altLang="en-US" dirty="0"/>
              <a:t>收到这个命令字节流后，如果</a:t>
            </a:r>
            <a:r>
              <a:rPr lang="en-US" altLang="zh-CN" dirty="0"/>
              <a:t>TPM</a:t>
            </a:r>
            <a:r>
              <a:rPr lang="zh-CN" altLang="en-US" dirty="0"/>
              <a:t>判定</a:t>
            </a:r>
            <a:r>
              <a:rPr lang="en-US" altLang="zh-CN" dirty="0"/>
              <a:t>HMAC</a:t>
            </a:r>
            <a:r>
              <a:rPr lang="zh-CN" altLang="en-US" dirty="0"/>
              <a:t>被正确地计算，那么相应的动作就被授权。在响应一个命令时，</a:t>
            </a:r>
            <a:r>
              <a:rPr lang="en-US" altLang="zh-CN" dirty="0"/>
              <a:t>TPM</a:t>
            </a:r>
            <a:r>
              <a:rPr lang="zh-CN" altLang="en-US" dirty="0"/>
              <a:t>会计算响应数据的</a:t>
            </a:r>
            <a:r>
              <a:rPr lang="en-US" altLang="zh-CN" dirty="0"/>
              <a:t>HMAC</a:t>
            </a:r>
            <a:r>
              <a:rPr lang="zh-CN" altLang="en-US" dirty="0"/>
              <a:t>值然后将这个值插入到响应字节流中。调用命令的应用程序收到命令响应数据流后会再单独计算一次</a:t>
            </a:r>
            <a:r>
              <a:rPr lang="en-US" altLang="zh-CN" dirty="0"/>
              <a:t>HMAC</a:t>
            </a:r>
            <a:r>
              <a:rPr lang="zh-CN" altLang="en-US" dirty="0"/>
              <a:t>，然后再与响应字节流中</a:t>
            </a:r>
            <a:r>
              <a:rPr lang="en-US" altLang="zh-CN" dirty="0"/>
              <a:t>TPM</a:t>
            </a:r>
            <a:r>
              <a:rPr lang="zh-CN" altLang="en-US" dirty="0"/>
              <a:t>计算的结果对比。如果这两个值匹配，那么响应数据就是可信的。所有的这些过程都是建立在应用程序和</a:t>
            </a:r>
            <a:r>
              <a:rPr lang="en-US" altLang="zh-CN" dirty="0"/>
              <a:t>TPM</a:t>
            </a:r>
            <a:r>
              <a:rPr lang="zh-CN" altLang="en-US" dirty="0"/>
              <a:t>都知道并且达成共识的</a:t>
            </a:r>
            <a:r>
              <a:rPr lang="en-US" altLang="zh-CN" dirty="0" err="1"/>
              <a:t>authValue</a:t>
            </a:r>
            <a:r>
              <a:rPr lang="zh-CN" altLang="en-US" dirty="0"/>
              <a:t>之上的。</a:t>
            </a:r>
          </a:p>
          <a:p>
            <a:endParaRPr lang="zh-CN" altLang="en-US" dirty="0"/>
          </a:p>
        </p:txBody>
      </p:sp>
      <p:sp>
        <p:nvSpPr>
          <p:cNvPr id="4" name="灯片编号占位符 3">
            <a:extLst>
              <a:ext uri="{FF2B5EF4-FFF2-40B4-BE49-F238E27FC236}">
                <a16:creationId xmlns:a16="http://schemas.microsoft.com/office/drawing/2014/main" id="{5B68ABCB-5C52-ACE9-6434-20FA005A614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7954398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D9E5BF-7377-7D82-D8EE-A09E9AAAC643}"/>
              </a:ext>
            </a:extLst>
          </p:cNvPr>
          <p:cNvSpPr>
            <a:spLocks noGrp="1"/>
          </p:cNvSpPr>
          <p:nvPr>
            <p:ph type="title"/>
          </p:nvPr>
        </p:nvSpPr>
        <p:spPr/>
        <p:txBody>
          <a:bodyPr/>
          <a:lstStyle/>
          <a:p>
            <a:r>
              <a:rPr lang="en-US" altLang="zh-CN" dirty="0"/>
              <a:t>HMAC</a:t>
            </a:r>
            <a:r>
              <a:rPr lang="zh-CN" altLang="en-US" dirty="0"/>
              <a:t>会话</a:t>
            </a:r>
          </a:p>
        </p:txBody>
      </p:sp>
      <p:sp>
        <p:nvSpPr>
          <p:cNvPr id="3" name="内容占位符 2">
            <a:extLst>
              <a:ext uri="{FF2B5EF4-FFF2-40B4-BE49-F238E27FC236}">
                <a16:creationId xmlns:a16="http://schemas.microsoft.com/office/drawing/2014/main" id="{1D522D1D-B43C-37DF-7DF3-515755E784BF}"/>
              </a:ext>
            </a:extLst>
          </p:cNvPr>
          <p:cNvSpPr>
            <a:spLocks noGrp="1"/>
          </p:cNvSpPr>
          <p:nvPr>
            <p:ph idx="1"/>
          </p:nvPr>
        </p:nvSpPr>
        <p:spPr/>
        <p:txBody>
          <a:bodyPr/>
          <a:lstStyle/>
          <a:p>
            <a:r>
              <a:rPr lang="en-US" altLang="zh-CN" dirty="0"/>
              <a:t>HMAC</a:t>
            </a:r>
            <a:r>
              <a:rPr lang="zh-CN" altLang="en-US" dirty="0"/>
              <a:t>会话会用到两个随机数，又叫作</a:t>
            </a:r>
            <a:r>
              <a:rPr lang="en-US" altLang="zh-CN" dirty="0"/>
              <a:t>nonce</a:t>
            </a:r>
            <a:r>
              <a:rPr lang="zh-CN" altLang="en-US" dirty="0"/>
              <a:t>，一个来自于调用者（</a:t>
            </a:r>
            <a:r>
              <a:rPr lang="en-US" altLang="zh-CN" dirty="0" err="1"/>
              <a:t>nonceCaller</a:t>
            </a:r>
            <a:r>
              <a:rPr lang="zh-CN" altLang="en-US" dirty="0"/>
              <a:t>），另外一个来自</a:t>
            </a:r>
            <a:r>
              <a:rPr lang="en-US" altLang="zh-CN" dirty="0"/>
              <a:t>TPM</a:t>
            </a:r>
            <a:r>
              <a:rPr lang="zh-CN" altLang="en-US" dirty="0"/>
              <a:t>（</a:t>
            </a:r>
            <a:r>
              <a:rPr lang="en-US" altLang="zh-CN" dirty="0" err="1"/>
              <a:t>nonceTPM</a:t>
            </a:r>
            <a:r>
              <a:rPr lang="zh-CN" altLang="en-US" dirty="0"/>
              <a:t>），这两个随机数可以用于防止重放攻击。随机数会用于</a:t>
            </a:r>
            <a:r>
              <a:rPr lang="en-US" altLang="zh-CN" dirty="0"/>
              <a:t>HMAC</a:t>
            </a:r>
            <a:r>
              <a:rPr lang="zh-CN" altLang="en-US" dirty="0"/>
              <a:t>的计算中。因为</a:t>
            </a:r>
            <a:r>
              <a:rPr lang="en-US" altLang="zh-CN" dirty="0" err="1"/>
              <a:t>nonceTPM</a:t>
            </a:r>
            <a:r>
              <a:rPr lang="zh-CN" altLang="en-US" dirty="0"/>
              <a:t>在每次执行命令时都会改变，调用命令的应用程序如果愿意的话也可以在每次执行命令的时候修改</a:t>
            </a:r>
            <a:r>
              <a:rPr lang="en-US" altLang="zh-CN" dirty="0" err="1"/>
              <a:t>nonceCaller</a:t>
            </a:r>
            <a:r>
              <a:rPr lang="zh-CN" altLang="en-US" dirty="0"/>
              <a:t>，所以攻击者就不能重复使用命令数据流。重复使用的命令字节流用于</a:t>
            </a:r>
            <a:r>
              <a:rPr lang="en-US" altLang="zh-CN" dirty="0"/>
              <a:t>HMAC</a:t>
            </a:r>
            <a:r>
              <a:rPr lang="zh-CN" altLang="en-US" dirty="0"/>
              <a:t>计算时一定会失败，这是因为随机数（确切的说是</a:t>
            </a:r>
            <a:r>
              <a:rPr lang="en-US" altLang="zh-CN" dirty="0" err="1"/>
              <a:t>nonceTPM</a:t>
            </a:r>
            <a:r>
              <a:rPr lang="zh-CN" altLang="en-US" dirty="0"/>
              <a:t>）在重复使用时会变化。</a:t>
            </a:r>
          </a:p>
        </p:txBody>
      </p:sp>
      <p:sp>
        <p:nvSpPr>
          <p:cNvPr id="4" name="灯片编号占位符 3">
            <a:extLst>
              <a:ext uri="{FF2B5EF4-FFF2-40B4-BE49-F238E27FC236}">
                <a16:creationId xmlns:a16="http://schemas.microsoft.com/office/drawing/2014/main" id="{0BF96894-1AEB-E9EF-0A16-234E15F5F6A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10124515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59C2A-0AD9-11D0-B664-C773C7AB56D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1B428C3-49BC-CF2C-5A28-F3A5819B15DA}"/>
              </a:ext>
            </a:extLst>
          </p:cNvPr>
          <p:cNvSpPr>
            <a:spLocks noGrp="1"/>
          </p:cNvSpPr>
          <p:nvPr>
            <p:ph idx="1"/>
          </p:nvPr>
        </p:nvSpPr>
        <p:spPr/>
        <p:txBody>
          <a:bodyPr/>
          <a:lstStyle/>
          <a:p>
            <a:r>
              <a:rPr lang="en-US" altLang="zh-CN" dirty="0"/>
              <a:t>HMAC</a:t>
            </a:r>
            <a:r>
              <a:rPr lang="zh-CN" altLang="en-US" dirty="0"/>
              <a:t>会话会维护会话生命周期内的状态，因此会话可以用于针对</a:t>
            </a:r>
            <a:r>
              <a:rPr lang="en-US" altLang="zh-CN" dirty="0"/>
              <a:t>TPM</a:t>
            </a:r>
            <a:r>
              <a:rPr lang="zh-CN" altLang="en-US" dirty="0"/>
              <a:t>实体的多个动作。启动一个</a:t>
            </a:r>
            <a:r>
              <a:rPr lang="en-US" altLang="zh-CN" dirty="0"/>
              <a:t>HMAC</a:t>
            </a:r>
            <a:r>
              <a:rPr lang="zh-CN" altLang="en-US" dirty="0"/>
              <a:t>会话使用</a:t>
            </a:r>
            <a:r>
              <a:rPr lang="en-US" altLang="zh-CN" dirty="0"/>
              <a:t>TPM2_StartAuthSession</a:t>
            </a:r>
            <a:r>
              <a:rPr lang="zh-CN" altLang="en-US" dirty="0"/>
              <a:t>命令。当启动会话时，它可以被配置为</a:t>
            </a:r>
            <a:r>
              <a:rPr lang="en-US" altLang="zh-CN" dirty="0"/>
              <a:t>bound vs. unbound</a:t>
            </a:r>
            <a:r>
              <a:rPr lang="zh-CN" altLang="en-US" dirty="0"/>
              <a:t>以及</a:t>
            </a:r>
            <a:r>
              <a:rPr lang="en-US" altLang="zh-CN" dirty="0"/>
              <a:t>salted vs. unsalted</a:t>
            </a:r>
            <a:r>
              <a:rPr lang="zh-CN" altLang="en-US" dirty="0"/>
              <a:t>会话。这两种选择的组合构成了四种</a:t>
            </a:r>
            <a:r>
              <a:rPr lang="en-US" altLang="zh-CN" dirty="0"/>
              <a:t>HMAC</a:t>
            </a:r>
            <a:r>
              <a:rPr lang="zh-CN" altLang="en-US" dirty="0"/>
              <a:t>会话的变量；这四个变量决定了会话密钥和</a:t>
            </a:r>
            <a:r>
              <a:rPr lang="en-US" altLang="zh-CN" dirty="0"/>
              <a:t>HMAC</a:t>
            </a:r>
            <a:r>
              <a:rPr lang="zh-CN" altLang="en-US" dirty="0"/>
              <a:t>如何被创建。</a:t>
            </a:r>
          </a:p>
        </p:txBody>
      </p:sp>
      <p:sp>
        <p:nvSpPr>
          <p:cNvPr id="4" name="灯片编号占位符 3">
            <a:extLst>
              <a:ext uri="{FF2B5EF4-FFF2-40B4-BE49-F238E27FC236}">
                <a16:creationId xmlns:a16="http://schemas.microsoft.com/office/drawing/2014/main" id="{65F59E80-0478-F013-3A1F-1F1BB1EE44F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Tree>
    <p:extLst>
      <p:ext uri="{BB962C8B-B14F-4D97-AF65-F5344CB8AC3E}">
        <p14:creationId xmlns:p14="http://schemas.microsoft.com/office/powerpoint/2010/main" val="3855751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3B682-3771-23F9-7E88-FE37C8DF5D4C}"/>
              </a:ext>
            </a:extLst>
          </p:cNvPr>
          <p:cNvSpPr>
            <a:spLocks noGrp="1"/>
          </p:cNvSpPr>
          <p:nvPr>
            <p:ph type="title"/>
          </p:nvPr>
        </p:nvSpPr>
        <p:spPr/>
        <p:txBody>
          <a:bodyPr/>
          <a:lstStyle/>
          <a:p>
            <a:r>
              <a:rPr lang="en-US" altLang="zh-CN" dirty="0"/>
              <a:t>1.3 </a:t>
            </a:r>
            <a:r>
              <a:rPr lang="zh-CN" altLang="en-US" dirty="0"/>
              <a:t>策略会话</a:t>
            </a:r>
          </a:p>
        </p:txBody>
      </p:sp>
      <p:sp>
        <p:nvSpPr>
          <p:cNvPr id="3" name="内容占位符 2">
            <a:extLst>
              <a:ext uri="{FF2B5EF4-FFF2-40B4-BE49-F238E27FC236}">
                <a16:creationId xmlns:a16="http://schemas.microsoft.com/office/drawing/2014/main" id="{59A5A808-D080-DE25-1B86-E026234B7625}"/>
              </a:ext>
            </a:extLst>
          </p:cNvPr>
          <p:cNvSpPr>
            <a:spLocks noGrp="1"/>
          </p:cNvSpPr>
          <p:nvPr>
            <p:ph idx="1"/>
          </p:nvPr>
        </p:nvSpPr>
        <p:spPr/>
        <p:txBody>
          <a:bodyPr/>
          <a:lstStyle/>
          <a:p>
            <a:r>
              <a:rPr lang="zh-CN" altLang="en-US" dirty="0"/>
              <a:t>策略会话，又被称作增强的授权（</a:t>
            </a:r>
            <a:r>
              <a:rPr lang="en-US" altLang="zh-CN" dirty="0"/>
              <a:t>Enhanced </a:t>
            </a:r>
            <a:r>
              <a:rPr lang="en-US" altLang="zh-CN" dirty="0" err="1"/>
              <a:t>Authorizaiton</a:t>
            </a:r>
            <a:r>
              <a:rPr lang="zh-CN" altLang="en-US" dirty="0"/>
              <a:t>），是建立在</a:t>
            </a:r>
            <a:r>
              <a:rPr lang="en-US" altLang="zh-CN" dirty="0"/>
              <a:t>HMAC</a:t>
            </a:r>
            <a:r>
              <a:rPr lang="zh-CN" altLang="en-US" dirty="0"/>
              <a:t>会话的基础上的，并且增加了额外的授权级别。</a:t>
            </a:r>
            <a:r>
              <a:rPr lang="en-US" altLang="zh-CN" dirty="0"/>
              <a:t>HMAC</a:t>
            </a:r>
            <a:r>
              <a:rPr lang="zh-CN" altLang="en-US" dirty="0"/>
              <a:t>授权仅仅使用授权值或者口令，</a:t>
            </a:r>
            <a:r>
              <a:rPr lang="en-US" altLang="zh-CN" dirty="0"/>
              <a:t>Policy</a:t>
            </a:r>
            <a:r>
              <a:rPr lang="zh-CN" altLang="en-US" dirty="0"/>
              <a:t>授权在此基础上做了增强，它可以根据</a:t>
            </a:r>
            <a:r>
              <a:rPr lang="en-US" altLang="zh-CN" dirty="0"/>
              <a:t>TPM</a:t>
            </a:r>
            <a:r>
              <a:rPr lang="zh-CN" altLang="en-US" dirty="0"/>
              <a:t>命令的顺序，</a:t>
            </a:r>
            <a:r>
              <a:rPr lang="en-US" altLang="zh-CN" dirty="0"/>
              <a:t>TPM</a:t>
            </a:r>
            <a:r>
              <a:rPr lang="zh-CN" altLang="en-US" dirty="0"/>
              <a:t>状态，以及外部设备如指纹读卡器，视网膜扫描器，和智能卡等信息来做授权。多个普通授权条件可以通过</a:t>
            </a:r>
            <a:r>
              <a:rPr lang="en-US" altLang="zh-CN" dirty="0"/>
              <a:t>AND</a:t>
            </a:r>
            <a:r>
              <a:rPr lang="zh-CN" altLang="en-US" dirty="0"/>
              <a:t>和</a:t>
            </a:r>
            <a:r>
              <a:rPr lang="en-US" altLang="zh-CN" dirty="0"/>
              <a:t>OR</a:t>
            </a:r>
            <a:r>
              <a:rPr lang="zh-CN" altLang="en-US" dirty="0"/>
              <a:t>操作组合成复杂的授权树，从而提供无限多的授权可能。</a:t>
            </a:r>
          </a:p>
        </p:txBody>
      </p:sp>
      <p:sp>
        <p:nvSpPr>
          <p:cNvPr id="4" name="灯片编号占位符 3">
            <a:extLst>
              <a:ext uri="{FF2B5EF4-FFF2-40B4-BE49-F238E27FC236}">
                <a16:creationId xmlns:a16="http://schemas.microsoft.com/office/drawing/2014/main" id="{A07BB99F-E2FA-FF4B-8D60-6B65D5B7B48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23354951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2D2DA7-0328-EF86-BBC6-5DFF4D195950}"/>
              </a:ext>
            </a:extLst>
          </p:cNvPr>
          <p:cNvSpPr>
            <a:spLocks noGrp="1"/>
          </p:cNvSpPr>
          <p:nvPr>
            <p:ph type="title"/>
          </p:nvPr>
        </p:nvSpPr>
        <p:spPr/>
        <p:txBody>
          <a:bodyPr/>
          <a:lstStyle/>
          <a:p>
            <a:r>
              <a:rPr lang="en-US" altLang="zh-CN" dirty="0"/>
              <a:t>1.4 </a:t>
            </a:r>
            <a:r>
              <a:rPr lang="zh-CN" altLang="en-US" dirty="0"/>
              <a:t>三种会话对比</a:t>
            </a:r>
          </a:p>
        </p:txBody>
      </p:sp>
      <p:graphicFrame>
        <p:nvGraphicFramePr>
          <p:cNvPr id="5" name="表格 5">
            <a:extLst>
              <a:ext uri="{FF2B5EF4-FFF2-40B4-BE49-F238E27FC236}">
                <a16:creationId xmlns:a16="http://schemas.microsoft.com/office/drawing/2014/main" id="{BB3294F5-4F4D-D443-00B4-E50605BDBC0E}"/>
              </a:ext>
            </a:extLst>
          </p:cNvPr>
          <p:cNvGraphicFramePr>
            <a:graphicFrameLocks noGrp="1"/>
          </p:cNvGraphicFramePr>
          <p:nvPr>
            <p:ph idx="1"/>
            <p:extLst>
              <p:ext uri="{D42A27DB-BD31-4B8C-83A1-F6EECF244321}">
                <p14:modId xmlns:p14="http://schemas.microsoft.com/office/powerpoint/2010/main" val="3576406233"/>
              </p:ext>
            </p:extLst>
          </p:nvPr>
        </p:nvGraphicFramePr>
        <p:xfrm>
          <a:off x="-2" y="1058333"/>
          <a:ext cx="9144000" cy="616359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1468553951"/>
                    </a:ext>
                  </a:extLst>
                </a:gridCol>
                <a:gridCol w="2286000">
                  <a:extLst>
                    <a:ext uri="{9D8B030D-6E8A-4147-A177-3AD203B41FA5}">
                      <a16:colId xmlns:a16="http://schemas.microsoft.com/office/drawing/2014/main" val="2718643176"/>
                    </a:ext>
                  </a:extLst>
                </a:gridCol>
                <a:gridCol w="2286000">
                  <a:extLst>
                    <a:ext uri="{9D8B030D-6E8A-4147-A177-3AD203B41FA5}">
                      <a16:colId xmlns:a16="http://schemas.microsoft.com/office/drawing/2014/main" val="1500984767"/>
                    </a:ext>
                  </a:extLst>
                </a:gridCol>
                <a:gridCol w="2286000">
                  <a:extLst>
                    <a:ext uri="{9D8B030D-6E8A-4147-A177-3AD203B41FA5}">
                      <a16:colId xmlns:a16="http://schemas.microsoft.com/office/drawing/2014/main" val="2098690740"/>
                    </a:ext>
                  </a:extLst>
                </a:gridCol>
              </a:tblGrid>
              <a:tr h="835330">
                <a:tc>
                  <a:txBody>
                    <a:bodyPr/>
                    <a:lstStyle/>
                    <a:p>
                      <a:pPr algn="ctr"/>
                      <a:endParaRPr lang="zh-CN" altLang="en-US" dirty="0"/>
                    </a:p>
                  </a:txBody>
                  <a:tcPr/>
                </a:tc>
                <a:tc>
                  <a:txBody>
                    <a:bodyPr/>
                    <a:lstStyle/>
                    <a:p>
                      <a:pPr algn="ctr"/>
                      <a:r>
                        <a:rPr lang="zh-CN" altLang="en-US" baseline="0" dirty="0">
                          <a:solidFill>
                            <a:srgbClr val="FF0000"/>
                          </a:solidFill>
                        </a:rPr>
                        <a:t>口令</a:t>
                      </a:r>
                    </a:p>
                  </a:txBody>
                  <a:tcPr/>
                </a:tc>
                <a:tc>
                  <a:txBody>
                    <a:bodyPr/>
                    <a:lstStyle/>
                    <a:p>
                      <a:pPr algn="ctr"/>
                      <a:r>
                        <a:rPr lang="en-US" altLang="zh-CN" baseline="0" dirty="0">
                          <a:solidFill>
                            <a:srgbClr val="FF0000"/>
                          </a:solidFill>
                        </a:rPr>
                        <a:t>HMAC</a:t>
                      </a:r>
                      <a:endParaRPr lang="zh-CN" altLang="en-US" baseline="0" dirty="0">
                        <a:solidFill>
                          <a:srgbClr val="FF0000"/>
                        </a:solidFill>
                      </a:endParaRPr>
                    </a:p>
                  </a:txBody>
                  <a:tcPr/>
                </a:tc>
                <a:tc>
                  <a:txBody>
                    <a:bodyPr/>
                    <a:lstStyle/>
                    <a:p>
                      <a:pPr algn="ctr"/>
                      <a:r>
                        <a:rPr lang="zh-CN" altLang="en-US" baseline="0" dirty="0">
                          <a:solidFill>
                            <a:srgbClr val="FF0000"/>
                          </a:solidFill>
                        </a:rPr>
                        <a:t>策略</a:t>
                      </a:r>
                    </a:p>
                  </a:txBody>
                  <a:tcPr/>
                </a:tc>
                <a:extLst>
                  <a:ext uri="{0D108BD9-81ED-4DB2-BD59-A6C34878D82A}">
                    <a16:rowId xmlns:a16="http://schemas.microsoft.com/office/drawing/2014/main" val="1132255153"/>
                  </a:ext>
                </a:extLst>
              </a:tr>
              <a:tr h="1223366">
                <a:tc>
                  <a:txBody>
                    <a:bodyPr/>
                    <a:lstStyle/>
                    <a:p>
                      <a:r>
                        <a:rPr lang="zh-CN" altLang="en-US" sz="1900" b="1" i="0" baseline="0" dirty="0">
                          <a:solidFill>
                            <a:srgbClr val="FF0000"/>
                          </a:solidFill>
                        </a:rPr>
                        <a:t>状态或其它信息</a:t>
                      </a:r>
                    </a:p>
                  </a:txBody>
                  <a:tcPr/>
                </a:tc>
                <a:tc>
                  <a:txBody>
                    <a:bodyPr/>
                    <a:lstStyle/>
                    <a:p>
                      <a:r>
                        <a:rPr lang="zh-CN" altLang="en-US" sz="1900" b="1" i="0" baseline="0" dirty="0">
                          <a:solidFill>
                            <a:schemeClr val="tx1"/>
                          </a:solidFill>
                        </a:rPr>
                        <a:t>在后续使用之间不保持状态</a:t>
                      </a:r>
                    </a:p>
                  </a:txBody>
                  <a:tcPr/>
                </a:tc>
                <a:tc>
                  <a:txBody>
                    <a:bodyPr/>
                    <a:lstStyle/>
                    <a:p>
                      <a:r>
                        <a:rPr lang="zh-CN" altLang="en-US" sz="1900" b="1" i="0" baseline="0" dirty="0">
                          <a:solidFill>
                            <a:schemeClr val="tx1"/>
                          </a:solidFill>
                        </a:rPr>
                        <a:t>在会话生命周期中保持状态</a:t>
                      </a:r>
                    </a:p>
                  </a:txBody>
                  <a:tcPr/>
                </a:tc>
                <a:tc>
                  <a:txBody>
                    <a:bodyPr/>
                    <a:lstStyle/>
                    <a:p>
                      <a:r>
                        <a:rPr lang="en-US" altLang="zh-CN" sz="1900" b="1" i="0" baseline="0" dirty="0">
                          <a:solidFill>
                            <a:schemeClr val="tx1"/>
                          </a:solidFill>
                        </a:rPr>
                        <a:t>1</a:t>
                      </a:r>
                      <a:r>
                        <a:rPr lang="zh-CN" altLang="en-US" sz="1900" b="1" i="0" baseline="0" dirty="0">
                          <a:solidFill>
                            <a:schemeClr val="tx1"/>
                          </a:solidFill>
                        </a:rPr>
                        <a:t>、在会话生命周期中保持状态</a:t>
                      </a:r>
                      <a:endParaRPr lang="en-US" altLang="zh-CN" sz="1900" b="1" i="0" baseline="0" dirty="0">
                        <a:solidFill>
                          <a:schemeClr val="tx1"/>
                        </a:solidFill>
                      </a:endParaRPr>
                    </a:p>
                    <a:p>
                      <a:r>
                        <a:rPr lang="en-US" altLang="zh-CN" sz="1900" b="1" i="0" baseline="0" dirty="0">
                          <a:solidFill>
                            <a:schemeClr val="tx1"/>
                          </a:solidFill>
                        </a:rPr>
                        <a:t>2</a:t>
                      </a:r>
                      <a:r>
                        <a:rPr lang="zh-CN" altLang="en-US" sz="1900" b="1" i="0" baseline="0" dirty="0">
                          <a:solidFill>
                            <a:schemeClr val="tx1"/>
                          </a:solidFill>
                        </a:rPr>
                        <a:t>、建立在</a:t>
                      </a:r>
                      <a:r>
                        <a:rPr lang="en-US" altLang="zh-CN" sz="1900" b="1" i="0" baseline="0" dirty="0">
                          <a:solidFill>
                            <a:schemeClr val="tx1"/>
                          </a:solidFill>
                        </a:rPr>
                        <a:t>HMAC</a:t>
                      </a:r>
                      <a:r>
                        <a:rPr lang="zh-CN" altLang="en-US" sz="1900" b="1" i="0" baseline="0" dirty="0">
                          <a:solidFill>
                            <a:schemeClr val="tx1"/>
                          </a:solidFill>
                        </a:rPr>
                        <a:t>之上</a:t>
                      </a:r>
                    </a:p>
                  </a:txBody>
                  <a:tcPr/>
                </a:tc>
                <a:extLst>
                  <a:ext uri="{0D108BD9-81ED-4DB2-BD59-A6C34878D82A}">
                    <a16:rowId xmlns:a16="http://schemas.microsoft.com/office/drawing/2014/main" val="336632959"/>
                  </a:ext>
                </a:extLst>
              </a:tr>
              <a:tr h="2070312">
                <a:tc>
                  <a:txBody>
                    <a:bodyPr/>
                    <a:lstStyle/>
                    <a:p>
                      <a:r>
                        <a:rPr lang="zh-CN" altLang="en-US" sz="1900" b="1" i="0" baseline="0" dirty="0">
                          <a:solidFill>
                            <a:srgbClr val="FF0000"/>
                          </a:solidFill>
                        </a:rPr>
                        <a:t>安全性</a:t>
                      </a:r>
                    </a:p>
                  </a:txBody>
                  <a:tcPr/>
                </a:tc>
                <a:tc>
                  <a:txBody>
                    <a:bodyPr/>
                    <a:lstStyle/>
                    <a:p>
                      <a:r>
                        <a:rPr lang="zh-CN" altLang="en-US" sz="1900" b="1" i="0" baseline="0" dirty="0">
                          <a:solidFill>
                            <a:schemeClr val="tx1"/>
                          </a:solidFill>
                        </a:rPr>
                        <a:t>口令是明文形式，攻击者很容易获得</a:t>
                      </a:r>
                    </a:p>
                  </a:txBody>
                  <a:tcPr/>
                </a:tc>
                <a:tc>
                  <a:txBody>
                    <a:bodyPr/>
                    <a:lstStyle/>
                    <a:p>
                      <a:r>
                        <a:rPr lang="en-US" altLang="zh-CN" sz="1900" b="1" i="0" baseline="0" dirty="0">
                          <a:solidFill>
                            <a:schemeClr val="tx1"/>
                          </a:solidFill>
                        </a:rPr>
                        <a:t>1</a:t>
                      </a:r>
                      <a:r>
                        <a:rPr lang="zh-CN" altLang="en-US" sz="1900" b="1" i="0" baseline="0" dirty="0">
                          <a:solidFill>
                            <a:schemeClr val="tx1"/>
                          </a:solidFill>
                        </a:rPr>
                        <a:t>、远比口令会话要安全（尤其是在远程访问</a:t>
                      </a:r>
                      <a:r>
                        <a:rPr lang="en-US" altLang="zh-CN" sz="1900" b="1" i="0" baseline="0" dirty="0">
                          <a:solidFill>
                            <a:schemeClr val="tx1"/>
                          </a:solidFill>
                        </a:rPr>
                        <a:t>TPM</a:t>
                      </a:r>
                      <a:r>
                        <a:rPr lang="zh-CN" altLang="en-US" sz="1900" b="1" i="0" baseline="0" dirty="0">
                          <a:solidFill>
                            <a:schemeClr val="tx1"/>
                          </a:solidFill>
                        </a:rPr>
                        <a:t>时）</a:t>
                      </a:r>
                      <a:endParaRPr lang="en-US" altLang="zh-CN" sz="1900" b="1" i="0" baseline="0" dirty="0">
                        <a:solidFill>
                          <a:schemeClr val="tx1"/>
                        </a:solidFill>
                      </a:endParaRPr>
                    </a:p>
                    <a:p>
                      <a:r>
                        <a:rPr lang="en-US" altLang="zh-CN" sz="1900" b="1" i="0" baseline="0" dirty="0">
                          <a:solidFill>
                            <a:schemeClr val="tx1"/>
                          </a:solidFill>
                        </a:rPr>
                        <a:t>2</a:t>
                      </a:r>
                      <a:r>
                        <a:rPr lang="zh-CN" altLang="en-US" sz="1900" b="1" i="0" baseline="0" dirty="0">
                          <a:solidFill>
                            <a:schemeClr val="tx1"/>
                          </a:solidFill>
                        </a:rPr>
                        <a:t>、使用随机数对抗重放攻击</a:t>
                      </a:r>
                    </a:p>
                  </a:txBody>
                  <a:tcPr/>
                </a:tc>
                <a:tc>
                  <a:txBody>
                    <a:bodyPr/>
                    <a:lstStyle/>
                    <a:p>
                      <a:r>
                        <a:rPr lang="en-US" altLang="zh-CN" sz="1900" b="1" i="0" baseline="0" dirty="0">
                          <a:solidFill>
                            <a:schemeClr val="tx1"/>
                          </a:solidFill>
                        </a:rPr>
                        <a:t>1</a:t>
                      </a:r>
                      <a:r>
                        <a:rPr lang="zh-CN" altLang="en-US" sz="1900" b="1" i="0" baseline="0" dirty="0">
                          <a:solidFill>
                            <a:schemeClr val="tx1"/>
                          </a:solidFill>
                        </a:rPr>
                        <a:t>、通过允许复杂的命令序列以及对内外部状态的授权来提高安全性</a:t>
                      </a:r>
                      <a:endParaRPr lang="en-US" altLang="zh-CN" sz="1900" b="1" i="0" baseline="0" dirty="0">
                        <a:solidFill>
                          <a:schemeClr val="tx1"/>
                        </a:solidFill>
                      </a:endParaRPr>
                    </a:p>
                    <a:p>
                      <a:r>
                        <a:rPr lang="en-US" altLang="zh-CN" sz="1900" b="1" i="0" baseline="0" dirty="0">
                          <a:solidFill>
                            <a:schemeClr val="tx1"/>
                          </a:solidFill>
                        </a:rPr>
                        <a:t>2</a:t>
                      </a:r>
                      <a:r>
                        <a:rPr lang="zh-CN" altLang="en-US" sz="1900" b="1" i="0" baseline="0" dirty="0">
                          <a:solidFill>
                            <a:schemeClr val="tx1"/>
                          </a:solidFill>
                        </a:rPr>
                        <a:t>、如果使用了</a:t>
                      </a:r>
                      <a:r>
                        <a:rPr lang="en-US" altLang="zh-CN" sz="1900" b="1" i="0" baseline="0" dirty="0">
                          <a:solidFill>
                            <a:schemeClr val="tx1"/>
                          </a:solidFill>
                        </a:rPr>
                        <a:t>HMAC</a:t>
                      </a:r>
                      <a:r>
                        <a:rPr lang="zh-CN" altLang="en-US" sz="1900" b="1" i="0" baseline="0" dirty="0">
                          <a:solidFill>
                            <a:schemeClr val="tx1"/>
                          </a:solidFill>
                        </a:rPr>
                        <a:t>，则会使用随机数对抗重放攻击</a:t>
                      </a:r>
                    </a:p>
                  </a:txBody>
                  <a:tcPr/>
                </a:tc>
                <a:extLst>
                  <a:ext uri="{0D108BD9-81ED-4DB2-BD59-A6C34878D82A}">
                    <a16:rowId xmlns:a16="http://schemas.microsoft.com/office/drawing/2014/main" val="1439951397"/>
                  </a:ext>
                </a:extLst>
              </a:tr>
              <a:tr h="835330">
                <a:tc>
                  <a:txBody>
                    <a:bodyPr/>
                    <a:lstStyle/>
                    <a:p>
                      <a:r>
                        <a:rPr lang="zh-CN" altLang="en-US" sz="1900" b="1" i="0" baseline="0" dirty="0">
                          <a:solidFill>
                            <a:srgbClr val="FF0000"/>
                          </a:solidFill>
                        </a:rPr>
                        <a:t>启动方式</a:t>
                      </a:r>
                    </a:p>
                  </a:txBody>
                  <a:tcPr/>
                </a:tc>
                <a:tc>
                  <a:txBody>
                    <a:bodyPr/>
                    <a:lstStyle/>
                    <a:p>
                      <a:r>
                        <a:rPr lang="zh-CN" altLang="en-US" sz="1900" b="1" i="0" baseline="0" dirty="0">
                          <a:solidFill>
                            <a:schemeClr val="tx1"/>
                          </a:solidFill>
                        </a:rPr>
                        <a:t>无</a:t>
                      </a:r>
                    </a:p>
                  </a:txBody>
                  <a:tcPr/>
                </a:tc>
                <a:tc>
                  <a:txBody>
                    <a:bodyPr/>
                    <a:lstStyle/>
                    <a:p>
                      <a:r>
                        <a:rPr lang="en-US" altLang="zh-CN" sz="1900" b="1" i="0" baseline="0" dirty="0">
                          <a:solidFill>
                            <a:schemeClr val="tx1"/>
                          </a:solidFill>
                        </a:rPr>
                        <a:t>TPM2_StartAuthSession</a:t>
                      </a:r>
                      <a:endParaRPr lang="zh-CN" altLang="en-US" sz="1900" b="1" i="0" baseline="0" dirty="0">
                        <a:solidFill>
                          <a:schemeClr val="tx1"/>
                        </a:solidFill>
                      </a:endParaRPr>
                    </a:p>
                  </a:txBody>
                  <a:tcPr/>
                </a:tc>
                <a:tc>
                  <a:txBody>
                    <a:bodyPr/>
                    <a:lstStyle/>
                    <a:p>
                      <a:r>
                        <a:rPr lang="en-US" altLang="zh-CN" sz="1900" b="1" i="0" baseline="0" dirty="0">
                          <a:solidFill>
                            <a:schemeClr val="tx1"/>
                          </a:solidFill>
                        </a:rPr>
                        <a:t>TPM2_StartAuthSession</a:t>
                      </a:r>
                      <a:endParaRPr lang="zh-CN" altLang="en-US" sz="1900" b="1" i="0" baseline="0" dirty="0">
                        <a:solidFill>
                          <a:schemeClr val="tx1"/>
                        </a:solidFill>
                      </a:endParaRPr>
                    </a:p>
                  </a:txBody>
                  <a:tcPr/>
                </a:tc>
                <a:extLst>
                  <a:ext uri="{0D108BD9-81ED-4DB2-BD59-A6C34878D82A}">
                    <a16:rowId xmlns:a16="http://schemas.microsoft.com/office/drawing/2014/main" val="3979771261"/>
                  </a:ext>
                </a:extLst>
              </a:tr>
              <a:tr h="835330">
                <a:tc>
                  <a:txBody>
                    <a:bodyPr/>
                    <a:lstStyle/>
                    <a:p>
                      <a:r>
                        <a:rPr lang="zh-CN" altLang="en-US" sz="1900" b="1" i="0" baseline="0" dirty="0">
                          <a:solidFill>
                            <a:srgbClr val="FF0000"/>
                          </a:solidFill>
                        </a:rPr>
                        <a:t>单命令会话修饰符</a:t>
                      </a:r>
                    </a:p>
                  </a:txBody>
                  <a:tcPr/>
                </a:tc>
                <a:tc>
                  <a:txBody>
                    <a:bodyPr/>
                    <a:lstStyle/>
                    <a:p>
                      <a:r>
                        <a:rPr lang="zh-CN" altLang="en-US" sz="1900" b="1" i="0" baseline="0" dirty="0">
                          <a:solidFill>
                            <a:schemeClr val="tx1"/>
                          </a:solidFill>
                        </a:rPr>
                        <a:t>无</a:t>
                      </a:r>
                    </a:p>
                  </a:txBody>
                  <a:tcPr/>
                </a:tc>
                <a:tc>
                  <a:txBody>
                    <a:bodyPr/>
                    <a:lstStyle/>
                    <a:p>
                      <a:r>
                        <a:rPr lang="zh-CN" altLang="en-US" sz="1900" b="1" i="0" baseline="0" dirty="0">
                          <a:solidFill>
                            <a:schemeClr val="tx1"/>
                          </a:solidFill>
                        </a:rPr>
                        <a:t>解密、加密、审计</a:t>
                      </a:r>
                    </a:p>
                  </a:txBody>
                  <a:tcPr/>
                </a:tc>
                <a:tc>
                  <a:txBody>
                    <a:bodyPr/>
                    <a:lstStyle/>
                    <a:p>
                      <a:r>
                        <a:rPr lang="zh-CN" altLang="en-US" sz="1900" b="1" i="0" baseline="0" dirty="0">
                          <a:solidFill>
                            <a:schemeClr val="tx1"/>
                          </a:solidFill>
                        </a:rPr>
                        <a:t>解密、加密</a:t>
                      </a:r>
                    </a:p>
                  </a:txBody>
                  <a:tcPr/>
                </a:tc>
                <a:extLst>
                  <a:ext uri="{0D108BD9-81ED-4DB2-BD59-A6C34878D82A}">
                    <a16:rowId xmlns:a16="http://schemas.microsoft.com/office/drawing/2014/main" val="958486381"/>
                  </a:ext>
                </a:extLst>
              </a:tr>
            </a:tbl>
          </a:graphicData>
        </a:graphic>
      </p:graphicFrame>
      <p:sp>
        <p:nvSpPr>
          <p:cNvPr id="4" name="灯片编号占位符 3">
            <a:extLst>
              <a:ext uri="{FF2B5EF4-FFF2-40B4-BE49-F238E27FC236}">
                <a16:creationId xmlns:a16="http://schemas.microsoft.com/office/drawing/2014/main" id="{9776F883-F9DF-AC3A-89EB-B0A976FCA0F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8205506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B4046D-5F94-17C5-91DF-E012A4ED1F8A}"/>
              </a:ext>
            </a:extLst>
          </p:cNvPr>
          <p:cNvSpPr>
            <a:spLocks noGrp="1"/>
          </p:cNvSpPr>
          <p:nvPr>
            <p:ph type="title"/>
          </p:nvPr>
        </p:nvSpPr>
        <p:spPr/>
        <p:txBody>
          <a:bodyPr/>
          <a:lstStyle/>
          <a:p>
            <a:r>
              <a:rPr lang="en-US" altLang="zh-CN" dirty="0"/>
              <a:t>1.5 </a:t>
            </a:r>
            <a:r>
              <a:rPr lang="zh-CN" altLang="en-US" dirty="0"/>
              <a:t>授权角色</a:t>
            </a:r>
          </a:p>
        </p:txBody>
      </p:sp>
      <p:sp>
        <p:nvSpPr>
          <p:cNvPr id="3" name="内容占位符 2">
            <a:extLst>
              <a:ext uri="{FF2B5EF4-FFF2-40B4-BE49-F238E27FC236}">
                <a16:creationId xmlns:a16="http://schemas.microsoft.com/office/drawing/2014/main" id="{B8554415-1A5D-E327-EB4C-90D7ACDEEDCC}"/>
              </a:ext>
            </a:extLst>
          </p:cNvPr>
          <p:cNvSpPr>
            <a:spLocks noGrp="1"/>
          </p:cNvSpPr>
          <p:nvPr>
            <p:ph idx="1"/>
          </p:nvPr>
        </p:nvSpPr>
        <p:spPr/>
        <p:txBody>
          <a:bodyPr/>
          <a:lstStyle/>
          <a:p>
            <a:r>
              <a:rPr lang="en-US" altLang="zh-CN" dirty="0"/>
              <a:t>TPM2.0</a:t>
            </a:r>
            <a:r>
              <a:rPr lang="zh-CN" altLang="en-US" dirty="0"/>
              <a:t>规范的第</a:t>
            </a:r>
            <a:r>
              <a:rPr lang="en-US" altLang="zh-CN" dirty="0"/>
              <a:t>3</a:t>
            </a:r>
            <a:r>
              <a:rPr lang="zh-CN" altLang="en-US" dirty="0"/>
              <a:t>部分对每一个命令都指定了授权角色。授权角色的规则与计算机操作系统中的</a:t>
            </a:r>
            <a:r>
              <a:rPr lang="en-US" altLang="zh-CN" dirty="0"/>
              <a:t>ACLs</a:t>
            </a:r>
            <a:r>
              <a:rPr lang="zh-CN" altLang="en-US" dirty="0"/>
              <a:t>（</a:t>
            </a:r>
            <a:r>
              <a:rPr lang="en-US" altLang="zh-CN" dirty="0"/>
              <a:t>Access  Control Lists</a:t>
            </a:r>
            <a:r>
              <a:rPr lang="zh-CN" altLang="en-US" dirty="0"/>
              <a:t>）的工作方式类似。授权角色控制着与命令执行相关的授权的类型，实际上也就是控制着谁可以在什么情况下执行哪些命令。</a:t>
            </a:r>
            <a:endParaRPr lang="en-US" altLang="zh-CN" dirty="0"/>
          </a:p>
          <a:p>
            <a:endParaRPr lang="en-US" altLang="zh-CN" dirty="0"/>
          </a:p>
          <a:p>
            <a:r>
              <a:rPr lang="zh-CN" altLang="en-US" dirty="0"/>
              <a:t>一共有三种可能的授权角色：</a:t>
            </a:r>
            <a:r>
              <a:rPr lang="en-US" altLang="zh-CN" dirty="0"/>
              <a:t>USER</a:t>
            </a:r>
            <a:r>
              <a:rPr lang="zh-CN" altLang="en-US" dirty="0"/>
              <a:t>，</a:t>
            </a:r>
            <a:r>
              <a:rPr lang="en-US" altLang="zh-CN" dirty="0"/>
              <a:t>ADMIN</a:t>
            </a:r>
            <a:r>
              <a:rPr lang="zh-CN" altLang="en-US" dirty="0"/>
              <a:t>，和</a:t>
            </a:r>
            <a:r>
              <a:rPr lang="en-US" altLang="zh-CN" dirty="0"/>
              <a:t>DUP</a:t>
            </a:r>
            <a:r>
              <a:rPr lang="zh-CN" altLang="en-US" dirty="0"/>
              <a:t>。</a:t>
            </a:r>
            <a:r>
              <a:rPr lang="en-US" altLang="zh-CN" dirty="0"/>
              <a:t>USER</a:t>
            </a:r>
            <a:r>
              <a:rPr lang="zh-CN" altLang="en-US" dirty="0"/>
              <a:t>用于</a:t>
            </a:r>
            <a:r>
              <a:rPr lang="en-US" altLang="zh-CN" dirty="0"/>
              <a:t>TPM</a:t>
            </a:r>
            <a:r>
              <a:rPr lang="zh-CN" altLang="en-US" dirty="0"/>
              <a:t>实体的正常使用。</a:t>
            </a:r>
            <a:r>
              <a:rPr lang="en-US" altLang="zh-CN" dirty="0"/>
              <a:t>ADMIN</a:t>
            </a:r>
            <a:r>
              <a:rPr lang="zh-CN" altLang="en-US" dirty="0"/>
              <a:t>用于系统管理相关的任务。</a:t>
            </a:r>
            <a:r>
              <a:rPr lang="en-US" altLang="zh-CN" dirty="0"/>
              <a:t>DUP</a:t>
            </a:r>
            <a:r>
              <a:rPr lang="zh-CN" altLang="en-US" dirty="0"/>
              <a:t>，一个不常用的角色，主要用在</a:t>
            </a:r>
            <a:r>
              <a:rPr lang="en-US" altLang="zh-CN" dirty="0"/>
              <a:t>TPM2_Duplicate</a:t>
            </a:r>
            <a:r>
              <a:rPr lang="zh-CN" altLang="en-US" dirty="0"/>
              <a:t>命令中。</a:t>
            </a:r>
          </a:p>
        </p:txBody>
      </p:sp>
      <p:sp>
        <p:nvSpPr>
          <p:cNvPr id="4" name="灯片编号占位符 3">
            <a:extLst>
              <a:ext uri="{FF2B5EF4-FFF2-40B4-BE49-F238E27FC236}">
                <a16:creationId xmlns:a16="http://schemas.microsoft.com/office/drawing/2014/main" id="{74F87545-CDBB-051A-BCFB-F4DEDB303F3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Tree>
    <p:extLst>
      <p:ext uri="{BB962C8B-B14F-4D97-AF65-F5344CB8AC3E}">
        <p14:creationId xmlns:p14="http://schemas.microsoft.com/office/powerpoint/2010/main" val="2865550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704366-8765-9121-162D-AC6321A0110D}"/>
              </a:ext>
            </a:extLst>
          </p:cNvPr>
          <p:cNvSpPr>
            <a:spLocks noGrp="1"/>
          </p:cNvSpPr>
          <p:nvPr>
            <p:ph type="title"/>
          </p:nvPr>
        </p:nvSpPr>
        <p:spPr/>
        <p:txBody>
          <a:bodyPr/>
          <a:lstStyle/>
          <a:p>
            <a:r>
              <a:rPr lang="zh-CN" altLang="en-US" dirty="0"/>
              <a:t>确定实体的授权方式</a:t>
            </a:r>
          </a:p>
        </p:txBody>
      </p:sp>
      <p:sp>
        <p:nvSpPr>
          <p:cNvPr id="3" name="内容占位符 2">
            <a:extLst>
              <a:ext uri="{FF2B5EF4-FFF2-40B4-BE49-F238E27FC236}">
                <a16:creationId xmlns:a16="http://schemas.microsoft.com/office/drawing/2014/main" id="{630AF154-CA58-1533-EC7C-C3EB0B413F50}"/>
              </a:ext>
            </a:extLst>
          </p:cNvPr>
          <p:cNvSpPr>
            <a:spLocks noGrp="1"/>
          </p:cNvSpPr>
          <p:nvPr>
            <p:ph idx="1"/>
          </p:nvPr>
        </p:nvSpPr>
        <p:spPr/>
        <p:txBody>
          <a:bodyPr/>
          <a:lstStyle/>
          <a:p>
            <a:r>
              <a:rPr lang="zh-CN" altLang="en-US" dirty="0"/>
              <a:t>决定</a:t>
            </a:r>
            <a:r>
              <a:rPr lang="en-US" altLang="zh-CN" dirty="0"/>
              <a:t>TPM</a:t>
            </a:r>
            <a:r>
              <a:rPr lang="zh-CN" altLang="en-US" dirty="0"/>
              <a:t>某个实体授权方式的两个属性是</a:t>
            </a:r>
            <a:r>
              <a:rPr lang="en-US" altLang="zh-CN" dirty="0" err="1"/>
              <a:t>userWithAuth</a:t>
            </a:r>
            <a:r>
              <a:rPr lang="zh-CN" altLang="en-US" dirty="0"/>
              <a:t>和</a:t>
            </a:r>
            <a:r>
              <a:rPr lang="en-US" altLang="zh-CN" dirty="0" err="1"/>
              <a:t>userWithPolicy</a:t>
            </a:r>
            <a:r>
              <a:rPr lang="zh-CN" altLang="en-US" dirty="0"/>
              <a:t>。这些属性既可以在创建对象的时候显式地指定，也可以通过特定的永久性</a:t>
            </a:r>
            <a:r>
              <a:rPr lang="en-US" altLang="zh-CN" dirty="0"/>
              <a:t>handle</a:t>
            </a:r>
            <a:r>
              <a:rPr lang="zh-CN" altLang="en-US" dirty="0"/>
              <a:t>和</a:t>
            </a:r>
            <a:r>
              <a:rPr lang="en-US" altLang="zh-CN" dirty="0"/>
              <a:t>NV</a:t>
            </a:r>
            <a:r>
              <a:rPr lang="zh-CN" altLang="en-US" dirty="0"/>
              <a:t>索引来决定：</a:t>
            </a:r>
            <a:endParaRPr lang="en-US" altLang="zh-CN" dirty="0"/>
          </a:p>
          <a:p>
            <a:r>
              <a:rPr lang="en-US" altLang="zh-CN" dirty="0" err="1"/>
              <a:t>userWithAuth</a:t>
            </a:r>
            <a:r>
              <a:rPr lang="zh-CN" altLang="en-US" dirty="0"/>
              <a:t>：</a:t>
            </a:r>
          </a:p>
          <a:p>
            <a:pPr>
              <a:buFont typeface="Wingdings" panose="05000000000000000000" pitchFamily="2" charset="2"/>
              <a:buChar char="l"/>
            </a:pPr>
            <a:r>
              <a:rPr lang="zh-CN" altLang="en-US" dirty="0"/>
              <a:t> 置为</a:t>
            </a:r>
            <a:r>
              <a:rPr lang="en-US" altLang="zh-CN" dirty="0"/>
              <a:t>1</a:t>
            </a:r>
            <a:r>
              <a:rPr lang="zh-CN" altLang="en-US" dirty="0"/>
              <a:t>表示</a:t>
            </a:r>
            <a:r>
              <a:rPr lang="en-US" altLang="zh-CN" dirty="0"/>
              <a:t>USER</a:t>
            </a:r>
            <a:r>
              <a:rPr lang="zh-CN" altLang="en-US" dirty="0"/>
              <a:t>角色的授权可以通过口令，</a:t>
            </a:r>
            <a:r>
              <a:rPr lang="en-US" altLang="zh-CN" dirty="0"/>
              <a:t>HMAC</a:t>
            </a:r>
            <a:r>
              <a:rPr lang="zh-CN" altLang="en-US" dirty="0"/>
              <a:t>，或者</a:t>
            </a:r>
            <a:r>
              <a:rPr lang="en-US" altLang="zh-CN" dirty="0"/>
              <a:t>Policy</a:t>
            </a:r>
            <a:r>
              <a:rPr lang="zh-CN" altLang="en-US" dirty="0"/>
              <a:t>会话提供。</a:t>
            </a:r>
            <a:endParaRPr lang="en-US" altLang="zh-CN" dirty="0"/>
          </a:p>
          <a:p>
            <a:pPr>
              <a:buFont typeface="Wingdings" panose="05000000000000000000" pitchFamily="2" charset="2"/>
              <a:buChar char="l"/>
            </a:pPr>
            <a:r>
              <a:rPr lang="zh-CN" altLang="en-US" dirty="0"/>
              <a:t>置为</a:t>
            </a:r>
            <a:r>
              <a:rPr lang="en-US" altLang="zh-CN" dirty="0"/>
              <a:t>0</a:t>
            </a:r>
            <a:r>
              <a:rPr lang="zh-CN" altLang="en-US" dirty="0"/>
              <a:t>表示</a:t>
            </a:r>
            <a:r>
              <a:rPr lang="en-US" altLang="zh-CN" dirty="0"/>
              <a:t>USER</a:t>
            </a:r>
            <a:r>
              <a:rPr lang="zh-CN" altLang="en-US" dirty="0"/>
              <a:t>角色的授权必须通过</a:t>
            </a:r>
            <a:r>
              <a:rPr lang="en-US" altLang="zh-CN" dirty="0"/>
              <a:t>Policy</a:t>
            </a:r>
            <a:r>
              <a:rPr lang="zh-CN" altLang="en-US" dirty="0"/>
              <a:t>会话提供。</a:t>
            </a:r>
          </a:p>
          <a:p>
            <a:r>
              <a:rPr lang="en-US" altLang="zh-CN" dirty="0" err="1"/>
              <a:t>adminWithPolicy</a:t>
            </a:r>
            <a:r>
              <a:rPr lang="zh-CN" altLang="en-US" dirty="0"/>
              <a:t>：</a:t>
            </a:r>
          </a:p>
          <a:p>
            <a:pPr>
              <a:buFont typeface="Wingdings" panose="05000000000000000000" pitchFamily="2" charset="2"/>
              <a:buChar char="l"/>
            </a:pPr>
            <a:r>
              <a:rPr lang="zh-CN" altLang="en-US" dirty="0"/>
              <a:t>置为</a:t>
            </a:r>
            <a:r>
              <a:rPr lang="en-US" altLang="zh-CN" dirty="0"/>
              <a:t>1</a:t>
            </a:r>
            <a:r>
              <a:rPr lang="zh-CN" altLang="en-US" dirty="0"/>
              <a:t>表示</a:t>
            </a:r>
            <a:r>
              <a:rPr lang="en-US" altLang="zh-CN" dirty="0"/>
              <a:t>ADMIN</a:t>
            </a:r>
            <a:r>
              <a:rPr lang="zh-CN" altLang="en-US" dirty="0"/>
              <a:t>角色的授权必须通过</a:t>
            </a:r>
            <a:r>
              <a:rPr lang="en-US" altLang="zh-CN" dirty="0"/>
              <a:t>Policy</a:t>
            </a:r>
            <a:r>
              <a:rPr lang="zh-CN" altLang="en-US" dirty="0"/>
              <a:t>会话提供。</a:t>
            </a:r>
            <a:endParaRPr lang="en-US" altLang="zh-CN" dirty="0"/>
          </a:p>
          <a:p>
            <a:pPr>
              <a:buFont typeface="Wingdings" panose="05000000000000000000" pitchFamily="2" charset="2"/>
              <a:buChar char="l"/>
            </a:pPr>
            <a:r>
              <a:rPr lang="zh-CN" altLang="en-US" dirty="0"/>
              <a:t>置为</a:t>
            </a:r>
            <a:r>
              <a:rPr lang="en-US" altLang="zh-CN" dirty="0"/>
              <a:t>0</a:t>
            </a:r>
            <a:r>
              <a:rPr lang="zh-CN" altLang="en-US" dirty="0"/>
              <a:t>表示</a:t>
            </a:r>
            <a:r>
              <a:rPr lang="en-US" altLang="zh-CN" dirty="0"/>
              <a:t>ADMIN</a:t>
            </a:r>
            <a:r>
              <a:rPr lang="zh-CN" altLang="en-US" dirty="0"/>
              <a:t>角色的授权可以通过口令，</a:t>
            </a:r>
            <a:r>
              <a:rPr lang="en-US" altLang="zh-CN" dirty="0"/>
              <a:t>HAMC</a:t>
            </a:r>
            <a:r>
              <a:rPr lang="zh-CN" altLang="en-US" dirty="0"/>
              <a:t>，或者</a:t>
            </a:r>
            <a:r>
              <a:rPr lang="en-US" altLang="zh-CN" dirty="0"/>
              <a:t>Policy</a:t>
            </a:r>
            <a:r>
              <a:rPr lang="zh-CN" altLang="en-US" dirty="0"/>
              <a:t>会话提供。</a:t>
            </a:r>
          </a:p>
        </p:txBody>
      </p:sp>
      <p:sp>
        <p:nvSpPr>
          <p:cNvPr id="4" name="灯片编号占位符 3">
            <a:extLst>
              <a:ext uri="{FF2B5EF4-FFF2-40B4-BE49-F238E27FC236}">
                <a16:creationId xmlns:a16="http://schemas.microsoft.com/office/drawing/2014/main" id="{50C5F3B4-3876-D427-1C38-C78CEB849A2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25085585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828E29-6A57-E7DF-9FA4-C8739E6AB286}"/>
              </a:ext>
            </a:extLst>
          </p:cNvPr>
          <p:cNvSpPr>
            <a:spLocks noGrp="1"/>
          </p:cNvSpPr>
          <p:nvPr>
            <p:ph type="title"/>
          </p:nvPr>
        </p:nvSpPr>
        <p:spPr/>
        <p:txBody>
          <a:bodyPr/>
          <a:lstStyle/>
          <a:p>
            <a:r>
              <a:rPr lang="zh-CN" altLang="en-US" dirty="0"/>
              <a:t>确定实体的授权方式</a:t>
            </a:r>
          </a:p>
        </p:txBody>
      </p:sp>
      <p:sp>
        <p:nvSpPr>
          <p:cNvPr id="3" name="内容占位符 2">
            <a:extLst>
              <a:ext uri="{FF2B5EF4-FFF2-40B4-BE49-F238E27FC236}">
                <a16:creationId xmlns:a16="http://schemas.microsoft.com/office/drawing/2014/main" id="{C8444CF9-E65A-E863-3681-0664FE8447B2}"/>
              </a:ext>
            </a:extLst>
          </p:cNvPr>
          <p:cNvSpPr>
            <a:spLocks noGrp="1"/>
          </p:cNvSpPr>
          <p:nvPr>
            <p:ph idx="1"/>
          </p:nvPr>
        </p:nvSpPr>
        <p:spPr/>
        <p:txBody>
          <a:bodyPr/>
          <a:lstStyle/>
          <a:p>
            <a:r>
              <a:rPr lang="zh-CN" altLang="en-US" dirty="0"/>
              <a:t>如果一个命令的授权角色是</a:t>
            </a:r>
            <a:r>
              <a:rPr lang="en-US" altLang="zh-CN" dirty="0"/>
              <a:t>ADMIN</a:t>
            </a:r>
            <a:r>
              <a:rPr lang="zh-CN" altLang="en-US" dirty="0"/>
              <a:t>：</a:t>
            </a:r>
          </a:p>
          <a:p>
            <a:r>
              <a:rPr lang="zh-CN" altLang="en-US" dirty="0"/>
              <a:t>对于</a:t>
            </a:r>
            <a:r>
              <a:rPr lang="en-US" altLang="zh-CN" dirty="0"/>
              <a:t>TPM</a:t>
            </a:r>
            <a:r>
              <a:rPr lang="zh-CN" altLang="en-US" dirty="0"/>
              <a:t>对象的</a:t>
            </a:r>
            <a:r>
              <a:rPr lang="en-US" altLang="zh-CN" dirty="0"/>
              <a:t>handle</a:t>
            </a:r>
            <a:r>
              <a:rPr lang="zh-CN" altLang="en-US" dirty="0"/>
              <a:t>来说，需要的授权由这个对象的</a:t>
            </a:r>
            <a:r>
              <a:rPr lang="en-US" altLang="zh-CN" dirty="0" err="1"/>
              <a:t>adminWithPolicy</a:t>
            </a:r>
            <a:r>
              <a:rPr lang="zh-CN" altLang="en-US" dirty="0"/>
              <a:t>属性决定，这个属性是在对象创建的时候设置的。</a:t>
            </a:r>
          </a:p>
          <a:p>
            <a:r>
              <a:rPr lang="zh-CN" altLang="en-US" dirty="0"/>
              <a:t>对于</a:t>
            </a:r>
            <a:r>
              <a:rPr lang="en-US" altLang="zh-CN" dirty="0"/>
              <a:t>TPM_RH_OWNER</a:t>
            </a:r>
            <a:r>
              <a:rPr lang="zh-CN" altLang="en-US" dirty="0"/>
              <a:t>，</a:t>
            </a:r>
            <a:r>
              <a:rPr lang="en-US" altLang="zh-CN" dirty="0"/>
              <a:t>TPM_RH_ENDORSEMENT</a:t>
            </a:r>
            <a:r>
              <a:rPr lang="zh-CN" altLang="en-US" dirty="0"/>
              <a:t>，以及</a:t>
            </a:r>
            <a:r>
              <a:rPr lang="en-US" altLang="zh-CN" dirty="0"/>
              <a:t>TPM_RH_PLATFORM</a:t>
            </a:r>
            <a:r>
              <a:rPr lang="zh-CN" altLang="en-US" dirty="0"/>
              <a:t>这些</a:t>
            </a:r>
            <a:r>
              <a:rPr lang="en-US" altLang="zh-CN" dirty="0"/>
              <a:t>handle</a:t>
            </a:r>
            <a:r>
              <a:rPr lang="zh-CN" altLang="en-US" dirty="0"/>
              <a:t>来说，它们的授权相当于</a:t>
            </a:r>
            <a:r>
              <a:rPr lang="en-US" altLang="zh-CN" dirty="0" err="1"/>
              <a:t>adminWithPolicy</a:t>
            </a:r>
            <a:r>
              <a:rPr lang="zh-CN" altLang="en-US" dirty="0"/>
              <a:t>置为</a:t>
            </a:r>
            <a:r>
              <a:rPr lang="en-US" altLang="zh-CN" dirty="0"/>
              <a:t>1</a:t>
            </a:r>
            <a:r>
              <a:rPr lang="zh-CN" altLang="en-US" dirty="0"/>
              <a:t>。也就是说必须通过</a:t>
            </a:r>
            <a:r>
              <a:rPr lang="en-US" altLang="zh-CN" dirty="0"/>
              <a:t>Policy</a:t>
            </a:r>
            <a:r>
              <a:rPr lang="zh-CN" altLang="en-US" dirty="0"/>
              <a:t>会话提供授权。</a:t>
            </a:r>
          </a:p>
          <a:p>
            <a:r>
              <a:rPr lang="zh-CN" altLang="en-US" dirty="0"/>
              <a:t>对于</a:t>
            </a:r>
            <a:r>
              <a:rPr lang="en-US" altLang="zh-CN" dirty="0"/>
              <a:t>NV</a:t>
            </a:r>
            <a:r>
              <a:rPr lang="zh-CN" altLang="en-US" dirty="0"/>
              <a:t>索引来说，它们的授权相当于创建</a:t>
            </a:r>
            <a:r>
              <a:rPr lang="en-US" altLang="zh-CN" dirty="0"/>
              <a:t>NV</a:t>
            </a:r>
            <a:r>
              <a:rPr lang="zh-CN" altLang="en-US" dirty="0"/>
              <a:t>索引时将</a:t>
            </a:r>
            <a:r>
              <a:rPr lang="en-US" altLang="zh-CN" dirty="0" err="1"/>
              <a:t>adminWithPolicy</a:t>
            </a:r>
            <a:r>
              <a:rPr lang="zh-CN" altLang="en-US" dirty="0"/>
              <a:t>这个属性置为</a:t>
            </a:r>
            <a:r>
              <a:rPr lang="en-US" altLang="zh-CN" dirty="0"/>
              <a:t>1</a:t>
            </a:r>
            <a:r>
              <a:rPr lang="zh-CN" altLang="en-US" dirty="0"/>
              <a:t>。</a:t>
            </a:r>
          </a:p>
        </p:txBody>
      </p:sp>
      <p:sp>
        <p:nvSpPr>
          <p:cNvPr id="4" name="灯片编号占位符 3">
            <a:extLst>
              <a:ext uri="{FF2B5EF4-FFF2-40B4-BE49-F238E27FC236}">
                <a16:creationId xmlns:a16="http://schemas.microsoft.com/office/drawing/2014/main" id="{9C03C9DE-8C1A-A4B2-A969-53CA37E7515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9315053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7BCA6B-F2BF-6070-6AD7-369DB5FAFF1D}"/>
              </a:ext>
            </a:extLst>
          </p:cNvPr>
          <p:cNvSpPr>
            <a:spLocks noGrp="1"/>
          </p:cNvSpPr>
          <p:nvPr>
            <p:ph type="title"/>
          </p:nvPr>
        </p:nvSpPr>
        <p:spPr/>
        <p:txBody>
          <a:bodyPr/>
          <a:lstStyle/>
          <a:p>
            <a:r>
              <a:rPr lang="en-US" altLang="zh-CN" dirty="0"/>
              <a:t>1.6 TPM</a:t>
            </a:r>
            <a:r>
              <a:rPr lang="zh-CN" altLang="en-US" dirty="0"/>
              <a:t>命令中的授权域</a:t>
            </a:r>
          </a:p>
        </p:txBody>
      </p:sp>
      <p:sp>
        <p:nvSpPr>
          <p:cNvPr id="3" name="内容占位符 2">
            <a:extLst>
              <a:ext uri="{FF2B5EF4-FFF2-40B4-BE49-F238E27FC236}">
                <a16:creationId xmlns:a16="http://schemas.microsoft.com/office/drawing/2014/main" id="{C162FA02-F377-E811-5BA5-A512473E4DAA}"/>
              </a:ext>
            </a:extLst>
          </p:cNvPr>
          <p:cNvSpPr>
            <a:spLocks noGrp="1"/>
          </p:cNvSpPr>
          <p:nvPr>
            <p:ph idx="1"/>
          </p:nvPr>
        </p:nvSpPr>
        <p:spPr/>
        <p:txBody>
          <a:bodyPr/>
          <a:lstStyle/>
          <a:p>
            <a:r>
              <a:rPr lang="zh-CN" altLang="en-US" dirty="0"/>
              <a:t>在</a:t>
            </a:r>
            <a:r>
              <a:rPr lang="en-US" altLang="zh-CN" dirty="0"/>
              <a:t>TPM</a:t>
            </a:r>
            <a:r>
              <a:rPr lang="zh-CN" altLang="en-US" dirty="0"/>
              <a:t>的命令和响应规范中，包含了一个重要字段</a:t>
            </a:r>
            <a:r>
              <a:rPr lang="en-US" altLang="zh-CN" dirty="0"/>
              <a:t>—</a:t>
            </a:r>
            <a:r>
              <a:rPr lang="zh-CN" altLang="en-US" dirty="0"/>
              <a:t>授权域，这个域指定了会话和授权的位置和类型。对于所有需要授权的命令来说，授权区域都会被放置在句柄区域之后以及参数区域之前。命令响应的授权区域被放置在响应的末尾，紧随响应参数之后。</a:t>
            </a:r>
            <a:endParaRPr lang="en-US" altLang="zh-CN" dirty="0"/>
          </a:p>
          <a:p>
            <a:r>
              <a:rPr lang="zh-CN" altLang="en-US" dirty="0"/>
              <a:t>对于任意可以使用授权的命令来说，授权区域最多可以有三个授权结构。对于一个成功执行的</a:t>
            </a:r>
            <a:r>
              <a:rPr lang="en-US" altLang="zh-CN" dirty="0"/>
              <a:t>TPM2.0</a:t>
            </a:r>
            <a:r>
              <a:rPr lang="zh-CN" altLang="en-US" dirty="0"/>
              <a:t>命令来说，命令响应的授权结构的数量总是与命令的授权数量相同。对于一个执行失败的</a:t>
            </a:r>
            <a:r>
              <a:rPr lang="en-US" altLang="zh-CN" dirty="0"/>
              <a:t>TPM2.0</a:t>
            </a:r>
            <a:r>
              <a:rPr lang="zh-CN" altLang="en-US" dirty="0"/>
              <a:t>命令来说，命令响应的授权数据结构的数量总是</a:t>
            </a:r>
            <a:r>
              <a:rPr lang="en-US" altLang="zh-CN" dirty="0"/>
              <a:t>0</a:t>
            </a:r>
            <a:r>
              <a:rPr lang="zh-CN" altLang="en-US" dirty="0"/>
              <a:t>。</a:t>
            </a:r>
          </a:p>
          <a:p>
            <a:r>
              <a:rPr lang="zh-CN" altLang="en-US" dirty="0"/>
              <a:t>如果一个命令的</a:t>
            </a:r>
            <a:r>
              <a:rPr lang="en-US" altLang="zh-CN" dirty="0" err="1"/>
              <a:t>authHandle</a:t>
            </a:r>
            <a:r>
              <a:rPr lang="zh-CN" altLang="en-US" dirty="0"/>
              <a:t>前面用</a:t>
            </a:r>
            <a:r>
              <a:rPr lang="en-US" altLang="zh-CN" dirty="0"/>
              <a:t>@</a:t>
            </a:r>
            <a:r>
              <a:rPr lang="zh-CN" altLang="en-US" dirty="0"/>
              <a:t>符号修饰：这就意味着</a:t>
            </a:r>
            <a:r>
              <a:rPr lang="en-US" altLang="zh-CN" dirty="0" err="1"/>
              <a:t>authHandle</a:t>
            </a:r>
            <a:r>
              <a:rPr lang="zh-CN" altLang="en-US" dirty="0"/>
              <a:t>对应的实体的授权数据需要加入到这个命令的授权区域中。而“</a:t>
            </a:r>
            <a:r>
              <a:rPr lang="en-US" altLang="zh-CN" dirty="0"/>
              <a:t>Auth </a:t>
            </a:r>
            <a:r>
              <a:rPr lang="en-US" altLang="zh-CN" dirty="0" err="1"/>
              <a:t>role:USER</a:t>
            </a:r>
            <a:r>
              <a:rPr lang="en-US" altLang="zh-CN" dirty="0"/>
              <a:t>”</a:t>
            </a:r>
            <a:r>
              <a:rPr lang="zh-CN" altLang="en-US" dirty="0"/>
              <a:t>表示这个命令需要授权角色。</a:t>
            </a:r>
          </a:p>
        </p:txBody>
      </p:sp>
      <p:sp>
        <p:nvSpPr>
          <p:cNvPr id="4" name="灯片编号占位符 3">
            <a:extLst>
              <a:ext uri="{FF2B5EF4-FFF2-40B4-BE49-F238E27FC236}">
                <a16:creationId xmlns:a16="http://schemas.microsoft.com/office/drawing/2014/main" id="{885CAB53-8AC3-6766-77DE-8C212D12581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38060203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7D05E-8A9F-2B54-AC87-18859D3A9C2D}"/>
              </a:ext>
            </a:extLst>
          </p:cNvPr>
          <p:cNvSpPr>
            <a:spLocks noGrp="1"/>
          </p:cNvSpPr>
          <p:nvPr>
            <p:ph type="title"/>
          </p:nvPr>
        </p:nvSpPr>
        <p:spPr/>
        <p:txBody>
          <a:bodyPr/>
          <a:lstStyle/>
          <a:p>
            <a:r>
              <a:rPr lang="en-US" altLang="zh-CN" dirty="0"/>
              <a:t>TPM</a:t>
            </a:r>
            <a:r>
              <a:rPr lang="zh-CN" altLang="en-US" dirty="0"/>
              <a:t>命令授权域</a:t>
            </a:r>
          </a:p>
        </p:txBody>
      </p:sp>
      <p:graphicFrame>
        <p:nvGraphicFramePr>
          <p:cNvPr id="6" name="表格 6">
            <a:extLst>
              <a:ext uri="{FF2B5EF4-FFF2-40B4-BE49-F238E27FC236}">
                <a16:creationId xmlns:a16="http://schemas.microsoft.com/office/drawing/2014/main" id="{FB42E50D-6690-489D-C12E-B7D213F2B693}"/>
              </a:ext>
            </a:extLst>
          </p:cNvPr>
          <p:cNvGraphicFramePr>
            <a:graphicFrameLocks noGrp="1"/>
          </p:cNvGraphicFramePr>
          <p:nvPr>
            <p:ph idx="1"/>
            <p:extLst>
              <p:ext uri="{D42A27DB-BD31-4B8C-83A1-F6EECF244321}">
                <p14:modId xmlns:p14="http://schemas.microsoft.com/office/powerpoint/2010/main" val="1107407075"/>
              </p:ext>
            </p:extLst>
          </p:nvPr>
        </p:nvGraphicFramePr>
        <p:xfrm>
          <a:off x="875763" y="1168758"/>
          <a:ext cx="8221656" cy="4084320"/>
        </p:xfrm>
        <a:graphic>
          <a:graphicData uri="http://schemas.openxmlformats.org/drawingml/2006/table">
            <a:tbl>
              <a:tblPr firstRow="1" bandRow="1">
                <a:tableStyleId>{5C22544A-7EE6-4342-B048-85BDC9FD1C3A}</a:tableStyleId>
              </a:tblPr>
              <a:tblGrid>
                <a:gridCol w="3309871">
                  <a:extLst>
                    <a:ext uri="{9D8B030D-6E8A-4147-A177-3AD203B41FA5}">
                      <a16:colId xmlns:a16="http://schemas.microsoft.com/office/drawing/2014/main" val="258872068"/>
                    </a:ext>
                  </a:extLst>
                </a:gridCol>
                <a:gridCol w="2171233">
                  <a:extLst>
                    <a:ext uri="{9D8B030D-6E8A-4147-A177-3AD203B41FA5}">
                      <a16:colId xmlns:a16="http://schemas.microsoft.com/office/drawing/2014/main" val="931694297"/>
                    </a:ext>
                  </a:extLst>
                </a:gridCol>
                <a:gridCol w="2740552">
                  <a:extLst>
                    <a:ext uri="{9D8B030D-6E8A-4147-A177-3AD203B41FA5}">
                      <a16:colId xmlns:a16="http://schemas.microsoft.com/office/drawing/2014/main" val="2339829557"/>
                    </a:ext>
                  </a:extLst>
                </a:gridCol>
              </a:tblGrid>
              <a:tr h="370840">
                <a:tc>
                  <a:txBody>
                    <a:bodyPr/>
                    <a:lstStyle/>
                    <a:p>
                      <a:r>
                        <a:rPr lang="zh-CN" altLang="en-US" sz="2200" baseline="0" dirty="0"/>
                        <a:t>类型</a:t>
                      </a:r>
                    </a:p>
                  </a:txBody>
                  <a:tcPr/>
                </a:tc>
                <a:tc>
                  <a:txBody>
                    <a:bodyPr/>
                    <a:lstStyle/>
                    <a:p>
                      <a:r>
                        <a:rPr lang="zh-CN" altLang="en-US" sz="2200" baseline="0" dirty="0"/>
                        <a:t>名称</a:t>
                      </a:r>
                    </a:p>
                  </a:txBody>
                  <a:tcPr/>
                </a:tc>
                <a:tc>
                  <a:txBody>
                    <a:bodyPr/>
                    <a:lstStyle/>
                    <a:p>
                      <a:r>
                        <a:rPr lang="zh-CN" altLang="en-US" sz="2200" baseline="0" dirty="0"/>
                        <a:t>描述</a:t>
                      </a:r>
                    </a:p>
                  </a:txBody>
                  <a:tcPr/>
                </a:tc>
                <a:extLst>
                  <a:ext uri="{0D108BD9-81ED-4DB2-BD59-A6C34878D82A}">
                    <a16:rowId xmlns:a16="http://schemas.microsoft.com/office/drawing/2014/main" val="1065284282"/>
                  </a:ext>
                </a:extLst>
              </a:tr>
              <a:tr h="370840">
                <a:tc>
                  <a:txBody>
                    <a:bodyPr/>
                    <a:lstStyle/>
                    <a:p>
                      <a:r>
                        <a:rPr lang="en-US" altLang="zh-CN" sz="2200" baseline="0" dirty="0"/>
                        <a:t>TPMI_ST_COMMAND_TAG</a:t>
                      </a:r>
                      <a:endParaRPr lang="zh-CN" altLang="en-US" sz="2200" baseline="0" dirty="0"/>
                    </a:p>
                  </a:txBody>
                  <a:tcPr/>
                </a:tc>
                <a:tc>
                  <a:txBody>
                    <a:bodyPr/>
                    <a:lstStyle/>
                    <a:p>
                      <a:r>
                        <a:rPr lang="en-US" altLang="zh-CN" sz="2200" baseline="0" dirty="0"/>
                        <a:t>Tag</a:t>
                      </a:r>
                      <a:endParaRPr lang="zh-CN" altLang="en-US" sz="2200" baseline="0" dirty="0"/>
                    </a:p>
                  </a:txBody>
                  <a:tcPr/>
                </a:tc>
                <a:tc>
                  <a:txBody>
                    <a:bodyPr/>
                    <a:lstStyle/>
                    <a:p>
                      <a:r>
                        <a:rPr lang="zh-CN" altLang="en-US" sz="2200" baseline="0" dirty="0"/>
                        <a:t>会话标识</a:t>
                      </a:r>
                    </a:p>
                  </a:txBody>
                  <a:tcPr/>
                </a:tc>
                <a:extLst>
                  <a:ext uri="{0D108BD9-81ED-4DB2-BD59-A6C34878D82A}">
                    <a16:rowId xmlns:a16="http://schemas.microsoft.com/office/drawing/2014/main" val="42708625"/>
                  </a:ext>
                </a:extLst>
              </a:tr>
              <a:tr h="370840">
                <a:tc>
                  <a:txBody>
                    <a:bodyPr/>
                    <a:lstStyle/>
                    <a:p>
                      <a:r>
                        <a:rPr lang="en-US" altLang="zh-CN" sz="2200" baseline="0" dirty="0"/>
                        <a:t>UINT32</a:t>
                      </a:r>
                      <a:endParaRPr lang="zh-CN" altLang="en-US" sz="2200" baseline="0" dirty="0"/>
                    </a:p>
                  </a:txBody>
                  <a:tcPr/>
                </a:tc>
                <a:tc>
                  <a:txBody>
                    <a:bodyPr/>
                    <a:lstStyle/>
                    <a:p>
                      <a:r>
                        <a:rPr lang="en-US" altLang="zh-CN" sz="2200" baseline="0" dirty="0" err="1"/>
                        <a:t>CommandSize</a:t>
                      </a:r>
                      <a:endParaRPr lang="zh-CN" altLang="en-US" sz="2200" baseline="0" dirty="0"/>
                    </a:p>
                  </a:txBody>
                  <a:tcPr/>
                </a:tc>
                <a:tc>
                  <a:txBody>
                    <a:bodyPr/>
                    <a:lstStyle/>
                    <a:p>
                      <a:r>
                        <a:rPr lang="zh-CN" altLang="en-US" sz="2200" baseline="0" dirty="0"/>
                        <a:t>命令大小</a:t>
                      </a:r>
                    </a:p>
                  </a:txBody>
                  <a:tcPr/>
                </a:tc>
                <a:extLst>
                  <a:ext uri="{0D108BD9-81ED-4DB2-BD59-A6C34878D82A}">
                    <a16:rowId xmlns:a16="http://schemas.microsoft.com/office/drawing/2014/main" val="3785272091"/>
                  </a:ext>
                </a:extLst>
              </a:tr>
              <a:tr h="370840">
                <a:tc>
                  <a:txBody>
                    <a:bodyPr/>
                    <a:lstStyle/>
                    <a:p>
                      <a:r>
                        <a:rPr lang="en-US" altLang="zh-CN" sz="2200" baseline="0" dirty="0"/>
                        <a:t>TPM_CC</a:t>
                      </a:r>
                      <a:endParaRPr lang="zh-CN" altLang="en-US" sz="2200" baseline="0" dirty="0"/>
                    </a:p>
                  </a:txBody>
                  <a:tcPr/>
                </a:tc>
                <a:tc>
                  <a:txBody>
                    <a:bodyPr/>
                    <a:lstStyle/>
                    <a:p>
                      <a:r>
                        <a:rPr lang="en-US" altLang="zh-CN" sz="2200" baseline="0" dirty="0" err="1"/>
                        <a:t>CommandCode</a:t>
                      </a:r>
                      <a:endParaRPr lang="zh-CN" altLang="en-US" sz="2200" baseline="0" dirty="0"/>
                    </a:p>
                  </a:txBody>
                  <a:tcPr/>
                </a:tc>
                <a:tc>
                  <a:txBody>
                    <a:bodyPr/>
                    <a:lstStyle/>
                    <a:p>
                      <a:r>
                        <a:rPr lang="en-US" altLang="zh-CN" sz="2200" baseline="0" dirty="0"/>
                        <a:t>NV</a:t>
                      </a:r>
                      <a:r>
                        <a:rPr lang="zh-CN" altLang="en-US" sz="2200" baseline="0" dirty="0"/>
                        <a:t>读命令代码</a:t>
                      </a:r>
                    </a:p>
                  </a:txBody>
                  <a:tcPr/>
                </a:tc>
                <a:extLst>
                  <a:ext uri="{0D108BD9-81ED-4DB2-BD59-A6C34878D82A}">
                    <a16:rowId xmlns:a16="http://schemas.microsoft.com/office/drawing/2014/main" val="3958220709"/>
                  </a:ext>
                </a:extLst>
              </a:tr>
              <a:tr h="370840">
                <a:tc>
                  <a:txBody>
                    <a:bodyPr/>
                    <a:lstStyle/>
                    <a:p>
                      <a:r>
                        <a:rPr lang="en-US" altLang="zh-CN" sz="2200" baseline="0" dirty="0"/>
                        <a:t>TPMI_RH_NV_AUTH</a:t>
                      </a:r>
                      <a:endParaRPr lang="zh-CN" altLang="en-US" sz="2200" baseline="0" dirty="0"/>
                    </a:p>
                  </a:txBody>
                  <a:tcPr/>
                </a:tc>
                <a:tc>
                  <a:txBody>
                    <a:bodyPr/>
                    <a:lstStyle/>
                    <a:p>
                      <a:r>
                        <a:rPr lang="en-US" altLang="zh-CN" sz="2200" baseline="0" dirty="0"/>
                        <a:t>@authHandle</a:t>
                      </a:r>
                      <a:endParaRPr lang="zh-CN" altLang="en-US" sz="2200" baseline="0" dirty="0"/>
                    </a:p>
                  </a:txBody>
                  <a:tcPr/>
                </a:tc>
                <a:tc>
                  <a:txBody>
                    <a:bodyPr/>
                    <a:lstStyle/>
                    <a:p>
                      <a:r>
                        <a:rPr lang="zh-CN" altLang="en-US" sz="2200" baseline="0" dirty="0"/>
                        <a:t>授权数据需要加入到授权域中</a:t>
                      </a:r>
                    </a:p>
                  </a:txBody>
                  <a:tcPr/>
                </a:tc>
                <a:extLst>
                  <a:ext uri="{0D108BD9-81ED-4DB2-BD59-A6C34878D82A}">
                    <a16:rowId xmlns:a16="http://schemas.microsoft.com/office/drawing/2014/main" val="1818903354"/>
                  </a:ext>
                </a:extLst>
              </a:tr>
              <a:tr h="370840">
                <a:tc>
                  <a:txBody>
                    <a:bodyPr/>
                    <a:lstStyle/>
                    <a:p>
                      <a:r>
                        <a:rPr lang="en-US" altLang="zh-CN" sz="2200" baseline="0" dirty="0"/>
                        <a:t>TPMI_RH_NV_INDEX</a:t>
                      </a:r>
                      <a:endParaRPr lang="zh-CN" altLang="en-US" sz="2200" baseline="0" dirty="0"/>
                    </a:p>
                  </a:txBody>
                  <a:tcPr/>
                </a:tc>
                <a:tc>
                  <a:txBody>
                    <a:bodyPr/>
                    <a:lstStyle/>
                    <a:p>
                      <a:r>
                        <a:rPr lang="en-US" altLang="zh-CN" sz="2200" baseline="0" dirty="0" err="1"/>
                        <a:t>nvIndex</a:t>
                      </a:r>
                      <a:endParaRPr lang="zh-CN" altLang="en-US" sz="2200" baseline="0" dirty="0"/>
                    </a:p>
                  </a:txBody>
                  <a:tcPr/>
                </a:tc>
                <a:tc>
                  <a:txBody>
                    <a:bodyPr/>
                    <a:lstStyle/>
                    <a:p>
                      <a:r>
                        <a:rPr lang="en-US" altLang="zh-CN" sz="2200" baseline="0" dirty="0"/>
                        <a:t>NV</a:t>
                      </a:r>
                      <a:r>
                        <a:rPr lang="zh-CN" altLang="en-US" sz="2200" baseline="0" dirty="0"/>
                        <a:t>索引</a:t>
                      </a:r>
                    </a:p>
                  </a:txBody>
                  <a:tcPr/>
                </a:tc>
                <a:extLst>
                  <a:ext uri="{0D108BD9-81ED-4DB2-BD59-A6C34878D82A}">
                    <a16:rowId xmlns:a16="http://schemas.microsoft.com/office/drawing/2014/main" val="575294304"/>
                  </a:ext>
                </a:extLst>
              </a:tr>
              <a:tr h="370840">
                <a:tc>
                  <a:txBody>
                    <a:bodyPr/>
                    <a:lstStyle/>
                    <a:p>
                      <a:r>
                        <a:rPr lang="en-US" altLang="zh-CN" sz="2200" baseline="0" dirty="0"/>
                        <a:t>UINT16</a:t>
                      </a:r>
                      <a:endParaRPr lang="zh-CN" altLang="en-US" sz="2200" baseline="0" dirty="0"/>
                    </a:p>
                  </a:txBody>
                  <a:tcPr>
                    <a:solidFill>
                      <a:srgbClr val="FFC000"/>
                    </a:solidFill>
                  </a:tcPr>
                </a:tc>
                <a:tc>
                  <a:txBody>
                    <a:bodyPr/>
                    <a:lstStyle/>
                    <a:p>
                      <a:r>
                        <a:rPr lang="en-US" altLang="zh-CN" sz="2200" baseline="0" dirty="0"/>
                        <a:t>size</a:t>
                      </a:r>
                      <a:endParaRPr lang="zh-CN" altLang="en-US" sz="2200" baseline="0" dirty="0"/>
                    </a:p>
                  </a:txBody>
                  <a:tcPr>
                    <a:solidFill>
                      <a:srgbClr val="FFC000"/>
                    </a:solidFill>
                  </a:tcPr>
                </a:tc>
                <a:tc>
                  <a:txBody>
                    <a:bodyPr/>
                    <a:lstStyle/>
                    <a:p>
                      <a:r>
                        <a:rPr lang="zh-CN" altLang="en-US" sz="2200" baseline="0" dirty="0"/>
                        <a:t>授权域长度</a:t>
                      </a:r>
                    </a:p>
                  </a:txBody>
                  <a:tcPr>
                    <a:solidFill>
                      <a:srgbClr val="FFC000"/>
                    </a:solidFill>
                  </a:tcPr>
                </a:tc>
                <a:extLst>
                  <a:ext uri="{0D108BD9-81ED-4DB2-BD59-A6C34878D82A}">
                    <a16:rowId xmlns:a16="http://schemas.microsoft.com/office/drawing/2014/main" val="2574369461"/>
                  </a:ext>
                </a:extLst>
              </a:tr>
              <a:tr h="370840">
                <a:tc>
                  <a:txBody>
                    <a:bodyPr/>
                    <a:lstStyle/>
                    <a:p>
                      <a:r>
                        <a:rPr lang="en-US" altLang="zh-CN" sz="2200" baseline="0" dirty="0"/>
                        <a:t>UINT16</a:t>
                      </a:r>
                      <a:endParaRPr lang="zh-CN" altLang="en-US" sz="2200" baseline="0" dirty="0"/>
                    </a:p>
                  </a:txBody>
                  <a:tcPr>
                    <a:solidFill>
                      <a:srgbClr val="FFC000"/>
                    </a:solidFill>
                  </a:tcPr>
                </a:tc>
                <a:tc>
                  <a:txBody>
                    <a:bodyPr/>
                    <a:lstStyle/>
                    <a:p>
                      <a:r>
                        <a:rPr lang="en-US" altLang="zh-CN" sz="2200" baseline="0" dirty="0"/>
                        <a:t>offset</a:t>
                      </a:r>
                      <a:endParaRPr lang="zh-CN" altLang="en-US" sz="2200" baseline="0" dirty="0"/>
                    </a:p>
                  </a:txBody>
                  <a:tcPr>
                    <a:solidFill>
                      <a:srgbClr val="FFC000"/>
                    </a:solidFill>
                  </a:tcPr>
                </a:tc>
                <a:tc>
                  <a:txBody>
                    <a:bodyPr/>
                    <a:lstStyle/>
                    <a:p>
                      <a:r>
                        <a:rPr lang="zh-CN" altLang="en-US" sz="2200" baseline="0" dirty="0"/>
                        <a:t>授权域偏移地址</a:t>
                      </a:r>
                    </a:p>
                  </a:txBody>
                  <a:tcPr>
                    <a:solidFill>
                      <a:srgbClr val="FFC000"/>
                    </a:solidFill>
                  </a:tcPr>
                </a:tc>
                <a:extLst>
                  <a:ext uri="{0D108BD9-81ED-4DB2-BD59-A6C34878D82A}">
                    <a16:rowId xmlns:a16="http://schemas.microsoft.com/office/drawing/2014/main" val="1039260490"/>
                  </a:ext>
                </a:extLst>
              </a:tr>
            </a:tbl>
          </a:graphicData>
        </a:graphic>
      </p:graphicFrame>
      <p:sp>
        <p:nvSpPr>
          <p:cNvPr id="4" name="灯片编号占位符 3">
            <a:extLst>
              <a:ext uri="{FF2B5EF4-FFF2-40B4-BE49-F238E27FC236}">
                <a16:creationId xmlns:a16="http://schemas.microsoft.com/office/drawing/2014/main" id="{3D9132EC-1F9B-4874-1F8C-012C319C48F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
        <p:nvSpPr>
          <p:cNvPr id="8" name="左大括号 7">
            <a:extLst>
              <a:ext uri="{FF2B5EF4-FFF2-40B4-BE49-F238E27FC236}">
                <a16:creationId xmlns:a16="http://schemas.microsoft.com/office/drawing/2014/main" id="{A85BAE8E-716C-D6C6-163B-7A1D6285F9FB}"/>
              </a:ext>
            </a:extLst>
          </p:cNvPr>
          <p:cNvSpPr/>
          <p:nvPr/>
        </p:nvSpPr>
        <p:spPr>
          <a:xfrm>
            <a:off x="437878" y="1604922"/>
            <a:ext cx="386367" cy="2768958"/>
          </a:xfrm>
          <a:prstGeom prst="leftBrace">
            <a:avLst>
              <a:gd name="adj1" fmla="val 8333"/>
              <a:gd name="adj2" fmla="val 49302"/>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9" name="左大括号 8">
            <a:extLst>
              <a:ext uri="{FF2B5EF4-FFF2-40B4-BE49-F238E27FC236}">
                <a16:creationId xmlns:a16="http://schemas.microsoft.com/office/drawing/2014/main" id="{B2CCF929-5C2F-285B-15E4-AA6E6C769752}"/>
              </a:ext>
            </a:extLst>
          </p:cNvPr>
          <p:cNvSpPr/>
          <p:nvPr/>
        </p:nvSpPr>
        <p:spPr>
          <a:xfrm>
            <a:off x="476524" y="4444709"/>
            <a:ext cx="386367" cy="804389"/>
          </a:xfrm>
          <a:prstGeom prst="leftBrace">
            <a:avLst/>
          </a:prstGeom>
          <a:ln>
            <a:solidFill>
              <a:srgbClr val="FF66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4961DB6F-900A-D3BF-C835-1EC60FA9FF6F}"/>
              </a:ext>
            </a:extLst>
          </p:cNvPr>
          <p:cNvSpPr txBox="1"/>
          <p:nvPr/>
        </p:nvSpPr>
        <p:spPr>
          <a:xfrm>
            <a:off x="-216" y="2067057"/>
            <a:ext cx="553998" cy="1983347"/>
          </a:xfrm>
          <a:prstGeom prst="rect">
            <a:avLst/>
          </a:prstGeom>
          <a:noFill/>
        </p:spPr>
        <p:txBody>
          <a:bodyPr vert="eaVert" wrap="square" rtlCol="0">
            <a:spAutoFit/>
          </a:bodyPr>
          <a:lstStyle/>
          <a:p>
            <a:r>
              <a:rPr lang="zh-CN" altLang="en-US" sz="2400" dirty="0">
                <a:solidFill>
                  <a:srgbClr val="FF0000"/>
                </a:solidFill>
              </a:rPr>
              <a:t>命令常规区域</a:t>
            </a:r>
          </a:p>
        </p:txBody>
      </p:sp>
      <p:sp>
        <p:nvSpPr>
          <p:cNvPr id="11" name="文本框 10">
            <a:extLst>
              <a:ext uri="{FF2B5EF4-FFF2-40B4-BE49-F238E27FC236}">
                <a16:creationId xmlns:a16="http://schemas.microsoft.com/office/drawing/2014/main" id="{42995689-2D7B-2B9D-6A12-F7FE3E0B38C2}"/>
              </a:ext>
            </a:extLst>
          </p:cNvPr>
          <p:cNvSpPr txBox="1"/>
          <p:nvPr/>
        </p:nvSpPr>
        <p:spPr>
          <a:xfrm>
            <a:off x="-40993" y="4260752"/>
            <a:ext cx="553998" cy="1373759"/>
          </a:xfrm>
          <a:prstGeom prst="rect">
            <a:avLst/>
          </a:prstGeom>
          <a:noFill/>
        </p:spPr>
        <p:txBody>
          <a:bodyPr vert="eaVert" wrap="square" rtlCol="0">
            <a:spAutoFit/>
          </a:bodyPr>
          <a:lstStyle/>
          <a:p>
            <a:r>
              <a:rPr lang="zh-CN" altLang="en-US" sz="2400" dirty="0">
                <a:solidFill>
                  <a:srgbClr val="00B050"/>
                </a:solidFill>
              </a:rPr>
              <a:t>授权区域</a:t>
            </a:r>
          </a:p>
        </p:txBody>
      </p:sp>
      <p:sp>
        <p:nvSpPr>
          <p:cNvPr id="14" name="标注: 弯曲线形 13">
            <a:extLst>
              <a:ext uri="{FF2B5EF4-FFF2-40B4-BE49-F238E27FC236}">
                <a16:creationId xmlns:a16="http://schemas.microsoft.com/office/drawing/2014/main" id="{6F20B7F1-FEE8-36E7-8C42-0D9BA5C9F91B}"/>
              </a:ext>
            </a:extLst>
          </p:cNvPr>
          <p:cNvSpPr/>
          <p:nvPr/>
        </p:nvSpPr>
        <p:spPr>
          <a:xfrm>
            <a:off x="2994338" y="5447763"/>
            <a:ext cx="3361386" cy="920839"/>
          </a:xfrm>
          <a:prstGeom prst="borderCallout2">
            <a:avLst>
              <a:gd name="adj1" fmla="val 18750"/>
              <a:gd name="adj2" fmla="val -8333"/>
              <a:gd name="adj3" fmla="val 18750"/>
              <a:gd name="adj4" fmla="val -16667"/>
              <a:gd name="adj5" fmla="val -10577"/>
              <a:gd name="adj6" fmla="val -474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6600"/>
                </a:solidFill>
                <a:effectLst/>
                <a:uLnTx/>
                <a:uFillTx/>
                <a:latin typeface="Arial"/>
                <a:ea typeface="华文细黑"/>
                <a:cs typeface="+mn-cs"/>
              </a:rPr>
              <a:t>这是</a:t>
            </a:r>
            <a:r>
              <a:rPr kumimoji="0" lang="en-US" altLang="zh-CN" sz="2400" b="0" i="0" u="none" strike="noStrike" kern="1200" cap="none" spc="0" normalizeH="0" baseline="0" noProof="0" dirty="0">
                <a:ln>
                  <a:noFill/>
                </a:ln>
                <a:solidFill>
                  <a:srgbClr val="FF6600"/>
                </a:solidFill>
                <a:effectLst/>
                <a:uLnTx/>
                <a:uFillTx/>
                <a:latin typeface="Arial"/>
                <a:ea typeface="华文细黑"/>
                <a:cs typeface="+mn-cs"/>
              </a:rPr>
              <a:t>NV_READ</a:t>
            </a:r>
            <a:r>
              <a:rPr kumimoji="0" lang="zh-CN" altLang="en-US" sz="2400" b="0" i="0" u="none" strike="noStrike" kern="1200" cap="none" spc="0" normalizeH="0" baseline="0" noProof="0" dirty="0">
                <a:ln>
                  <a:noFill/>
                </a:ln>
                <a:solidFill>
                  <a:srgbClr val="FF6600"/>
                </a:solidFill>
                <a:effectLst/>
                <a:uLnTx/>
                <a:uFillTx/>
                <a:latin typeface="Arial"/>
                <a:ea typeface="华文细黑"/>
                <a:cs typeface="+mn-cs"/>
              </a:rPr>
              <a:t>命令中涉及授权域时的结构</a:t>
            </a:r>
          </a:p>
        </p:txBody>
      </p:sp>
    </p:spTree>
    <p:extLst>
      <p:ext uri="{BB962C8B-B14F-4D97-AF65-F5344CB8AC3E}">
        <p14:creationId xmlns:p14="http://schemas.microsoft.com/office/powerpoint/2010/main" val="3187834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9E82CA-1DAE-DC0B-57F8-07DBF1C5491F}"/>
              </a:ext>
            </a:extLst>
          </p:cNvPr>
          <p:cNvSpPr>
            <a:spLocks noGrp="1"/>
          </p:cNvSpPr>
          <p:nvPr>
            <p:ph type="title"/>
          </p:nvPr>
        </p:nvSpPr>
        <p:spPr/>
        <p:txBody>
          <a:bodyPr/>
          <a:lstStyle/>
          <a:p>
            <a:r>
              <a:rPr lang="zh-CN" altLang="en-US" dirty="0"/>
              <a:t>命令授权结构</a:t>
            </a:r>
            <a:r>
              <a:rPr lang="en-US" altLang="zh-CN" dirty="0"/>
              <a:t>TPM_AUTH_COMMAND</a:t>
            </a:r>
            <a:endParaRPr lang="zh-CN" altLang="en-US" dirty="0"/>
          </a:p>
        </p:txBody>
      </p:sp>
      <p:sp>
        <p:nvSpPr>
          <p:cNvPr id="4" name="灯片编号占位符 3">
            <a:extLst>
              <a:ext uri="{FF2B5EF4-FFF2-40B4-BE49-F238E27FC236}">
                <a16:creationId xmlns:a16="http://schemas.microsoft.com/office/drawing/2014/main" id="{75132AB1-BCBB-3B08-F8D8-DA9216D98B2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graphicFrame>
        <p:nvGraphicFramePr>
          <p:cNvPr id="8" name="表格 8">
            <a:extLst>
              <a:ext uri="{FF2B5EF4-FFF2-40B4-BE49-F238E27FC236}">
                <a16:creationId xmlns:a16="http://schemas.microsoft.com/office/drawing/2014/main" id="{A849C9F7-DBD6-52AD-DE66-539749E0C1BB}"/>
              </a:ext>
            </a:extLst>
          </p:cNvPr>
          <p:cNvGraphicFramePr>
            <a:graphicFrameLocks noGrp="1"/>
          </p:cNvGraphicFramePr>
          <p:nvPr>
            <p:ph idx="1"/>
            <p:extLst>
              <p:ext uri="{D42A27DB-BD31-4B8C-83A1-F6EECF244321}">
                <p14:modId xmlns:p14="http://schemas.microsoft.com/office/powerpoint/2010/main" val="1393067470"/>
              </p:ext>
            </p:extLst>
          </p:nvPr>
        </p:nvGraphicFramePr>
        <p:xfrm>
          <a:off x="83713" y="2057396"/>
          <a:ext cx="8995893" cy="3230880"/>
        </p:xfrm>
        <a:graphic>
          <a:graphicData uri="http://schemas.openxmlformats.org/drawingml/2006/table">
            <a:tbl>
              <a:tblPr firstRow="1" bandRow="1">
                <a:tableStyleId>{5C22544A-7EE6-4342-B048-85BDC9FD1C3A}</a:tableStyleId>
              </a:tblPr>
              <a:tblGrid>
                <a:gridCol w="1886755">
                  <a:extLst>
                    <a:ext uri="{9D8B030D-6E8A-4147-A177-3AD203B41FA5}">
                      <a16:colId xmlns:a16="http://schemas.microsoft.com/office/drawing/2014/main" val="4036023918"/>
                    </a:ext>
                  </a:extLst>
                </a:gridCol>
                <a:gridCol w="7109138">
                  <a:extLst>
                    <a:ext uri="{9D8B030D-6E8A-4147-A177-3AD203B41FA5}">
                      <a16:colId xmlns:a16="http://schemas.microsoft.com/office/drawing/2014/main" val="1428495923"/>
                    </a:ext>
                  </a:extLst>
                </a:gridCol>
              </a:tblGrid>
              <a:tr h="370840">
                <a:tc>
                  <a:txBody>
                    <a:bodyPr/>
                    <a:lstStyle/>
                    <a:p>
                      <a:pPr algn="ctr"/>
                      <a:r>
                        <a:rPr lang="zh-CN" altLang="en-US" sz="2600" baseline="0" dirty="0"/>
                        <a:t>字段</a:t>
                      </a:r>
                    </a:p>
                  </a:txBody>
                  <a:tcPr/>
                </a:tc>
                <a:tc>
                  <a:txBody>
                    <a:bodyPr/>
                    <a:lstStyle/>
                    <a:p>
                      <a:r>
                        <a:rPr lang="zh-CN" altLang="en-US" sz="2600" baseline="0" dirty="0"/>
                        <a:t>功能</a:t>
                      </a:r>
                    </a:p>
                  </a:txBody>
                  <a:tcPr/>
                </a:tc>
                <a:extLst>
                  <a:ext uri="{0D108BD9-81ED-4DB2-BD59-A6C34878D82A}">
                    <a16:rowId xmlns:a16="http://schemas.microsoft.com/office/drawing/2014/main" val="1821618687"/>
                  </a:ext>
                </a:extLst>
              </a:tr>
              <a:tr h="370840">
                <a:tc>
                  <a:txBody>
                    <a:bodyPr/>
                    <a:lstStyle/>
                    <a:p>
                      <a:pPr algn="ctr"/>
                      <a:r>
                        <a:rPr lang="zh-CN" altLang="en-US" sz="2400" baseline="0" dirty="0"/>
                        <a:t>会话句柄</a:t>
                      </a:r>
                    </a:p>
                  </a:txBody>
                  <a:tcPr>
                    <a:solidFill>
                      <a:srgbClr val="FFC000"/>
                    </a:solidFill>
                  </a:tcPr>
                </a:tc>
                <a:tc>
                  <a:txBody>
                    <a:bodyPr/>
                    <a:lstStyle/>
                    <a:p>
                      <a:r>
                        <a:rPr lang="zh-CN" altLang="en-US" sz="2400" baseline="0" dirty="0"/>
                        <a:t>四个字节，表示与这个数据块相关的会话序号</a:t>
                      </a:r>
                    </a:p>
                  </a:txBody>
                  <a:tcPr/>
                </a:tc>
                <a:extLst>
                  <a:ext uri="{0D108BD9-81ED-4DB2-BD59-A6C34878D82A}">
                    <a16:rowId xmlns:a16="http://schemas.microsoft.com/office/drawing/2014/main" val="3731900773"/>
                  </a:ext>
                </a:extLst>
              </a:tr>
              <a:tr h="370840">
                <a:tc>
                  <a:txBody>
                    <a:bodyPr/>
                    <a:lstStyle/>
                    <a:p>
                      <a:pPr algn="ctr"/>
                      <a:r>
                        <a:rPr lang="zh-CN" altLang="en-US" sz="2400" baseline="0" dirty="0"/>
                        <a:t>大小字段</a:t>
                      </a:r>
                    </a:p>
                  </a:txBody>
                  <a:tcPr>
                    <a:solidFill>
                      <a:srgbClr val="FFC000"/>
                    </a:solidFill>
                  </a:tcPr>
                </a:tc>
                <a:tc>
                  <a:txBody>
                    <a:bodyPr/>
                    <a:lstStyle/>
                    <a:p>
                      <a:r>
                        <a:rPr lang="zh-CN" altLang="en-US" sz="2400" baseline="0" dirty="0"/>
                        <a:t>一个两字节的数值用于表示</a:t>
                      </a:r>
                      <a:r>
                        <a:rPr lang="en-US" altLang="zh-CN" sz="2400" baseline="0" dirty="0"/>
                        <a:t>nonce</a:t>
                      </a:r>
                      <a:r>
                        <a:rPr lang="zh-CN" altLang="en-US" sz="2400" baseline="0" dirty="0"/>
                        <a:t>中的字节数</a:t>
                      </a:r>
                    </a:p>
                  </a:txBody>
                  <a:tcPr/>
                </a:tc>
                <a:extLst>
                  <a:ext uri="{0D108BD9-81ED-4DB2-BD59-A6C34878D82A}">
                    <a16:rowId xmlns:a16="http://schemas.microsoft.com/office/drawing/2014/main" val="3504585924"/>
                  </a:ext>
                </a:extLst>
              </a:tr>
              <a:tr h="370840">
                <a:tc>
                  <a:txBody>
                    <a:bodyPr/>
                    <a:lstStyle/>
                    <a:p>
                      <a:pPr algn="ctr"/>
                      <a:r>
                        <a:rPr lang="zh-CN" altLang="en-US" sz="2400" baseline="0" dirty="0"/>
                        <a:t>随机数</a:t>
                      </a:r>
                    </a:p>
                  </a:txBody>
                  <a:tcPr>
                    <a:solidFill>
                      <a:srgbClr val="FFC000"/>
                    </a:solidFill>
                  </a:tcPr>
                </a:tc>
                <a:tc>
                  <a:txBody>
                    <a:bodyPr/>
                    <a:lstStyle/>
                    <a:p>
                      <a:r>
                        <a:rPr lang="zh-CN" altLang="en-US" sz="2400" baseline="0" dirty="0"/>
                        <a:t>如果存在的话就表示命令调用者的</a:t>
                      </a:r>
                      <a:r>
                        <a:rPr lang="en-US" altLang="zh-CN" sz="2400" baseline="0" dirty="0"/>
                        <a:t>nonce</a:t>
                      </a:r>
                      <a:r>
                        <a:rPr lang="zh-CN" altLang="en-US" sz="2400" baseline="0" dirty="0"/>
                        <a:t>值</a:t>
                      </a:r>
                    </a:p>
                  </a:txBody>
                  <a:tcPr/>
                </a:tc>
                <a:extLst>
                  <a:ext uri="{0D108BD9-81ED-4DB2-BD59-A6C34878D82A}">
                    <a16:rowId xmlns:a16="http://schemas.microsoft.com/office/drawing/2014/main" val="2920890324"/>
                  </a:ext>
                </a:extLst>
              </a:tr>
              <a:tr h="370840">
                <a:tc>
                  <a:txBody>
                    <a:bodyPr/>
                    <a:lstStyle/>
                    <a:p>
                      <a:pPr algn="ctr"/>
                      <a:r>
                        <a:rPr lang="zh-CN" altLang="en-US" sz="2400" baseline="0" dirty="0"/>
                        <a:t>会话属性</a:t>
                      </a:r>
                    </a:p>
                  </a:txBody>
                  <a:tcPr>
                    <a:solidFill>
                      <a:srgbClr val="FFC000"/>
                    </a:solidFill>
                  </a:tcPr>
                </a:tc>
                <a:tc>
                  <a:txBody>
                    <a:bodyPr/>
                    <a:lstStyle/>
                    <a:p>
                      <a:r>
                        <a:rPr lang="zh-CN" altLang="en-US" sz="2400" baseline="0" dirty="0"/>
                        <a:t>一个字节，表示会话的用途</a:t>
                      </a:r>
                    </a:p>
                  </a:txBody>
                  <a:tcPr/>
                </a:tc>
                <a:extLst>
                  <a:ext uri="{0D108BD9-81ED-4DB2-BD59-A6C34878D82A}">
                    <a16:rowId xmlns:a16="http://schemas.microsoft.com/office/drawing/2014/main" val="148423846"/>
                  </a:ext>
                </a:extLst>
              </a:tr>
              <a:tr h="370840">
                <a:tc>
                  <a:txBody>
                    <a:bodyPr/>
                    <a:lstStyle/>
                    <a:p>
                      <a:pPr algn="ctr"/>
                      <a:r>
                        <a:rPr lang="zh-CN" altLang="en-US" sz="2400" baseline="0" dirty="0"/>
                        <a:t>大小字段</a:t>
                      </a:r>
                    </a:p>
                  </a:txBody>
                  <a:tcPr>
                    <a:solidFill>
                      <a:srgbClr val="FFC000"/>
                    </a:solidFill>
                  </a:tcPr>
                </a:tc>
                <a:tc>
                  <a:txBody>
                    <a:bodyPr/>
                    <a:lstStyle/>
                    <a:p>
                      <a:r>
                        <a:rPr lang="zh-CN" altLang="en-US" sz="2400" baseline="0" dirty="0"/>
                        <a:t>一个两字节的数值用于指定</a:t>
                      </a:r>
                      <a:r>
                        <a:rPr lang="en-US" altLang="zh-CN" sz="2400" baseline="0" dirty="0"/>
                        <a:t>authorization</a:t>
                      </a:r>
                      <a:r>
                        <a:rPr lang="zh-CN" altLang="en-US" sz="2400" baseline="0" dirty="0"/>
                        <a:t>的大小</a:t>
                      </a:r>
                    </a:p>
                  </a:txBody>
                  <a:tcPr/>
                </a:tc>
                <a:extLst>
                  <a:ext uri="{0D108BD9-81ED-4DB2-BD59-A6C34878D82A}">
                    <a16:rowId xmlns:a16="http://schemas.microsoft.com/office/drawing/2014/main" val="2159885751"/>
                  </a:ext>
                </a:extLst>
              </a:tr>
              <a:tr h="370840">
                <a:tc>
                  <a:txBody>
                    <a:bodyPr/>
                    <a:lstStyle/>
                    <a:p>
                      <a:pPr algn="ctr"/>
                      <a:r>
                        <a:rPr lang="zh-CN" altLang="en-US" sz="2400" baseline="0" dirty="0"/>
                        <a:t>授权</a:t>
                      </a:r>
                    </a:p>
                  </a:txBody>
                  <a:tcPr>
                    <a:solidFill>
                      <a:srgbClr val="FFC000"/>
                    </a:solidFill>
                  </a:tcPr>
                </a:tc>
                <a:tc>
                  <a:txBody>
                    <a:bodyPr/>
                    <a:lstStyle/>
                    <a:p>
                      <a:r>
                        <a:rPr lang="zh-CN" altLang="en-US" sz="2400" baseline="0" dirty="0"/>
                        <a:t>如果存在的话，它包含一个口令或者</a:t>
                      </a:r>
                      <a:r>
                        <a:rPr lang="en-US" altLang="zh-CN" sz="2400" baseline="0" dirty="0"/>
                        <a:t>HMAC</a:t>
                      </a:r>
                      <a:r>
                        <a:rPr lang="zh-CN" altLang="en-US" sz="2400" baseline="0" dirty="0"/>
                        <a:t>值</a:t>
                      </a:r>
                    </a:p>
                  </a:txBody>
                  <a:tcPr/>
                </a:tc>
                <a:extLst>
                  <a:ext uri="{0D108BD9-81ED-4DB2-BD59-A6C34878D82A}">
                    <a16:rowId xmlns:a16="http://schemas.microsoft.com/office/drawing/2014/main" val="626339686"/>
                  </a:ext>
                </a:extLst>
              </a:tr>
            </a:tbl>
          </a:graphicData>
        </a:graphic>
      </p:graphicFrame>
    </p:spTree>
    <p:extLst>
      <p:ext uri="{BB962C8B-B14F-4D97-AF65-F5344CB8AC3E}">
        <p14:creationId xmlns:p14="http://schemas.microsoft.com/office/powerpoint/2010/main" val="38207955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DCC8E0-A141-1276-6E7E-E1AC8463C31A}"/>
              </a:ext>
            </a:extLst>
          </p:cNvPr>
          <p:cNvSpPr>
            <a:spLocks noGrp="1"/>
          </p:cNvSpPr>
          <p:nvPr>
            <p:ph type="title"/>
          </p:nvPr>
        </p:nvSpPr>
        <p:spPr/>
        <p:txBody>
          <a:bodyPr/>
          <a:lstStyle/>
          <a:p>
            <a:r>
              <a:rPr lang="en-US" altLang="zh-CN" dirty="0"/>
              <a:t>TPM</a:t>
            </a:r>
            <a:r>
              <a:rPr lang="zh-CN" altLang="en-US" dirty="0"/>
              <a:t>命令响应授权域</a:t>
            </a:r>
          </a:p>
        </p:txBody>
      </p:sp>
      <p:graphicFrame>
        <p:nvGraphicFramePr>
          <p:cNvPr id="5" name="表格 5">
            <a:extLst>
              <a:ext uri="{FF2B5EF4-FFF2-40B4-BE49-F238E27FC236}">
                <a16:creationId xmlns:a16="http://schemas.microsoft.com/office/drawing/2014/main" id="{89D1E311-7A69-FFE6-69C1-530ACF6E8250}"/>
              </a:ext>
            </a:extLst>
          </p:cNvPr>
          <p:cNvGraphicFramePr>
            <a:graphicFrameLocks noGrp="1"/>
          </p:cNvGraphicFramePr>
          <p:nvPr>
            <p:ph idx="1"/>
            <p:extLst>
              <p:ext uri="{D42A27DB-BD31-4B8C-83A1-F6EECF244321}">
                <p14:modId xmlns:p14="http://schemas.microsoft.com/office/powerpoint/2010/main" val="597849754"/>
              </p:ext>
            </p:extLst>
          </p:nvPr>
        </p:nvGraphicFramePr>
        <p:xfrm>
          <a:off x="381000" y="1632397"/>
          <a:ext cx="8297862" cy="2133600"/>
        </p:xfrm>
        <a:graphic>
          <a:graphicData uri="http://schemas.openxmlformats.org/drawingml/2006/table">
            <a:tbl>
              <a:tblPr firstRow="1" bandRow="1">
                <a:tableStyleId>{21E4AEA4-8DFA-4A89-87EB-49C32662AFE0}</a:tableStyleId>
              </a:tblPr>
              <a:tblGrid>
                <a:gridCol w="3715197">
                  <a:extLst>
                    <a:ext uri="{9D8B030D-6E8A-4147-A177-3AD203B41FA5}">
                      <a16:colId xmlns:a16="http://schemas.microsoft.com/office/drawing/2014/main" val="2768956193"/>
                    </a:ext>
                  </a:extLst>
                </a:gridCol>
                <a:gridCol w="2343240">
                  <a:extLst>
                    <a:ext uri="{9D8B030D-6E8A-4147-A177-3AD203B41FA5}">
                      <a16:colId xmlns:a16="http://schemas.microsoft.com/office/drawing/2014/main" val="2197960608"/>
                    </a:ext>
                  </a:extLst>
                </a:gridCol>
                <a:gridCol w="2239425">
                  <a:extLst>
                    <a:ext uri="{9D8B030D-6E8A-4147-A177-3AD203B41FA5}">
                      <a16:colId xmlns:a16="http://schemas.microsoft.com/office/drawing/2014/main" val="872774727"/>
                    </a:ext>
                  </a:extLst>
                </a:gridCol>
              </a:tblGrid>
              <a:tr h="370840">
                <a:tc>
                  <a:txBody>
                    <a:bodyPr/>
                    <a:lstStyle/>
                    <a:p>
                      <a:r>
                        <a:rPr lang="zh-CN" altLang="en-US" sz="2200" baseline="0" dirty="0"/>
                        <a:t>类型</a:t>
                      </a:r>
                    </a:p>
                  </a:txBody>
                  <a:tcPr/>
                </a:tc>
                <a:tc>
                  <a:txBody>
                    <a:bodyPr/>
                    <a:lstStyle/>
                    <a:p>
                      <a:r>
                        <a:rPr lang="zh-CN" altLang="en-US" sz="2200" baseline="0" dirty="0"/>
                        <a:t>名称</a:t>
                      </a:r>
                    </a:p>
                  </a:txBody>
                  <a:tcPr/>
                </a:tc>
                <a:tc>
                  <a:txBody>
                    <a:bodyPr/>
                    <a:lstStyle/>
                    <a:p>
                      <a:r>
                        <a:rPr lang="zh-CN" altLang="en-US" sz="2200" baseline="0" dirty="0"/>
                        <a:t>描述</a:t>
                      </a:r>
                    </a:p>
                  </a:txBody>
                  <a:tcPr/>
                </a:tc>
                <a:extLst>
                  <a:ext uri="{0D108BD9-81ED-4DB2-BD59-A6C34878D82A}">
                    <a16:rowId xmlns:a16="http://schemas.microsoft.com/office/drawing/2014/main" val="2899216669"/>
                  </a:ext>
                </a:extLst>
              </a:tr>
              <a:tr h="370840">
                <a:tc>
                  <a:txBody>
                    <a:bodyPr/>
                    <a:lstStyle/>
                    <a:p>
                      <a:r>
                        <a:rPr lang="en-US" altLang="zh-CN" sz="2200" baseline="0" dirty="0"/>
                        <a:t>TPM_ST</a:t>
                      </a:r>
                      <a:endParaRPr lang="zh-CN" altLang="en-US" sz="2200" baseline="0" dirty="0"/>
                    </a:p>
                  </a:txBody>
                  <a:tcPr/>
                </a:tc>
                <a:tc>
                  <a:txBody>
                    <a:bodyPr/>
                    <a:lstStyle/>
                    <a:p>
                      <a:r>
                        <a:rPr lang="en-US" altLang="zh-CN" sz="2200" baseline="0" dirty="0"/>
                        <a:t>Tag</a:t>
                      </a:r>
                      <a:endParaRPr lang="zh-CN" altLang="en-US" sz="2200" baseline="0" dirty="0"/>
                    </a:p>
                  </a:txBody>
                  <a:tcPr/>
                </a:tc>
                <a:tc>
                  <a:txBody>
                    <a:bodyPr/>
                    <a:lstStyle/>
                    <a:p>
                      <a:r>
                        <a:rPr lang="zh-CN" altLang="en-US" sz="2200" baseline="0" dirty="0"/>
                        <a:t>标志</a:t>
                      </a:r>
                    </a:p>
                  </a:txBody>
                  <a:tcPr/>
                </a:tc>
                <a:extLst>
                  <a:ext uri="{0D108BD9-81ED-4DB2-BD59-A6C34878D82A}">
                    <a16:rowId xmlns:a16="http://schemas.microsoft.com/office/drawing/2014/main" val="3047367996"/>
                  </a:ext>
                </a:extLst>
              </a:tr>
              <a:tr h="370840">
                <a:tc>
                  <a:txBody>
                    <a:bodyPr/>
                    <a:lstStyle/>
                    <a:p>
                      <a:r>
                        <a:rPr lang="en-US" altLang="zh-CN" sz="2200" baseline="0" dirty="0"/>
                        <a:t>UINT32</a:t>
                      </a:r>
                      <a:endParaRPr lang="zh-CN" altLang="en-US" sz="2200" baseline="0" dirty="0"/>
                    </a:p>
                  </a:txBody>
                  <a:tcPr/>
                </a:tc>
                <a:tc>
                  <a:txBody>
                    <a:bodyPr/>
                    <a:lstStyle/>
                    <a:p>
                      <a:r>
                        <a:rPr lang="en-US" altLang="zh-CN" sz="2200" baseline="0" dirty="0" err="1"/>
                        <a:t>responseSize</a:t>
                      </a:r>
                      <a:endParaRPr lang="zh-CN" altLang="en-US" sz="2200" baseline="0" dirty="0"/>
                    </a:p>
                  </a:txBody>
                  <a:tcPr/>
                </a:tc>
                <a:tc>
                  <a:txBody>
                    <a:bodyPr/>
                    <a:lstStyle/>
                    <a:p>
                      <a:r>
                        <a:rPr lang="zh-CN" altLang="en-US" sz="2200" baseline="0" dirty="0"/>
                        <a:t>响应数据大小</a:t>
                      </a:r>
                    </a:p>
                  </a:txBody>
                  <a:tcPr/>
                </a:tc>
                <a:extLst>
                  <a:ext uri="{0D108BD9-81ED-4DB2-BD59-A6C34878D82A}">
                    <a16:rowId xmlns:a16="http://schemas.microsoft.com/office/drawing/2014/main" val="2405364749"/>
                  </a:ext>
                </a:extLst>
              </a:tr>
              <a:tr h="370840">
                <a:tc>
                  <a:txBody>
                    <a:bodyPr/>
                    <a:lstStyle/>
                    <a:p>
                      <a:r>
                        <a:rPr lang="en-US" altLang="zh-CN" sz="2200" baseline="0" dirty="0"/>
                        <a:t>TPM_RC</a:t>
                      </a:r>
                      <a:endParaRPr lang="zh-CN" altLang="en-US" sz="2200" baseline="0" dirty="0"/>
                    </a:p>
                  </a:txBody>
                  <a:tcPr/>
                </a:tc>
                <a:tc>
                  <a:txBody>
                    <a:bodyPr/>
                    <a:lstStyle/>
                    <a:p>
                      <a:r>
                        <a:rPr lang="en-US" altLang="zh-CN" sz="2200" baseline="0" dirty="0" err="1"/>
                        <a:t>responseCode</a:t>
                      </a:r>
                      <a:endParaRPr lang="zh-CN" altLang="en-US" sz="2200" baseline="0" dirty="0"/>
                    </a:p>
                  </a:txBody>
                  <a:tcPr/>
                </a:tc>
                <a:tc>
                  <a:txBody>
                    <a:bodyPr/>
                    <a:lstStyle/>
                    <a:p>
                      <a:r>
                        <a:rPr lang="zh-CN" altLang="en-US" sz="2200" baseline="0" dirty="0"/>
                        <a:t>响应码</a:t>
                      </a:r>
                    </a:p>
                  </a:txBody>
                  <a:tcPr/>
                </a:tc>
                <a:extLst>
                  <a:ext uri="{0D108BD9-81ED-4DB2-BD59-A6C34878D82A}">
                    <a16:rowId xmlns:a16="http://schemas.microsoft.com/office/drawing/2014/main" val="787139748"/>
                  </a:ext>
                </a:extLst>
              </a:tr>
              <a:tr h="370840">
                <a:tc>
                  <a:txBody>
                    <a:bodyPr/>
                    <a:lstStyle/>
                    <a:p>
                      <a:r>
                        <a:rPr lang="en-US" altLang="zh-CN" sz="2200" baseline="0" dirty="0"/>
                        <a:t>TPM2B_MAX_NV_BUFFER</a:t>
                      </a:r>
                      <a:endParaRPr lang="zh-CN" altLang="en-US" sz="2200" baseline="0" dirty="0"/>
                    </a:p>
                  </a:txBody>
                  <a:tcPr>
                    <a:solidFill>
                      <a:srgbClr val="FFC000"/>
                    </a:solidFill>
                  </a:tcPr>
                </a:tc>
                <a:tc>
                  <a:txBody>
                    <a:bodyPr/>
                    <a:lstStyle/>
                    <a:p>
                      <a:r>
                        <a:rPr lang="en-US" altLang="zh-CN" sz="2200" baseline="0" dirty="0"/>
                        <a:t>data</a:t>
                      </a:r>
                      <a:endParaRPr lang="zh-CN" altLang="en-US" sz="2200" baseline="0" dirty="0"/>
                    </a:p>
                  </a:txBody>
                  <a:tcPr>
                    <a:solidFill>
                      <a:srgbClr val="FFC000"/>
                    </a:solidFill>
                  </a:tcPr>
                </a:tc>
                <a:tc>
                  <a:txBody>
                    <a:bodyPr/>
                    <a:lstStyle/>
                    <a:p>
                      <a:r>
                        <a:rPr lang="zh-CN" altLang="en-US" sz="2200" baseline="0" dirty="0"/>
                        <a:t>响应授权数据</a:t>
                      </a:r>
                    </a:p>
                  </a:txBody>
                  <a:tcPr>
                    <a:solidFill>
                      <a:srgbClr val="FFC000"/>
                    </a:solidFill>
                  </a:tcPr>
                </a:tc>
                <a:extLst>
                  <a:ext uri="{0D108BD9-81ED-4DB2-BD59-A6C34878D82A}">
                    <a16:rowId xmlns:a16="http://schemas.microsoft.com/office/drawing/2014/main" val="78638740"/>
                  </a:ext>
                </a:extLst>
              </a:tr>
            </a:tbl>
          </a:graphicData>
        </a:graphic>
      </p:graphicFrame>
      <p:sp>
        <p:nvSpPr>
          <p:cNvPr id="4" name="灯片编号占位符 3">
            <a:extLst>
              <a:ext uri="{FF2B5EF4-FFF2-40B4-BE49-F238E27FC236}">
                <a16:creationId xmlns:a16="http://schemas.microsoft.com/office/drawing/2014/main" id="{36191CFF-DAB6-A9D9-06FC-C94C294E9B2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Tree>
    <p:extLst>
      <p:ext uri="{BB962C8B-B14F-4D97-AF65-F5344CB8AC3E}">
        <p14:creationId xmlns:p14="http://schemas.microsoft.com/office/powerpoint/2010/main" val="22461640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520B8-F0D1-02F3-C7B5-989F9C298CD8}"/>
              </a:ext>
            </a:extLst>
          </p:cNvPr>
          <p:cNvSpPr>
            <a:spLocks noGrp="1"/>
          </p:cNvSpPr>
          <p:nvPr>
            <p:ph type="title"/>
          </p:nvPr>
        </p:nvSpPr>
        <p:spPr/>
        <p:txBody>
          <a:bodyPr/>
          <a:lstStyle/>
          <a:p>
            <a:r>
              <a:rPr lang="en-US" altLang="zh-CN" dirty="0"/>
              <a:t>TPM</a:t>
            </a:r>
            <a:r>
              <a:rPr lang="zh-CN" altLang="en-US" dirty="0"/>
              <a:t>命令响应授权结构</a:t>
            </a:r>
          </a:p>
        </p:txBody>
      </p:sp>
      <p:sp>
        <p:nvSpPr>
          <p:cNvPr id="3" name="内容占位符 2">
            <a:extLst>
              <a:ext uri="{FF2B5EF4-FFF2-40B4-BE49-F238E27FC236}">
                <a16:creationId xmlns:a16="http://schemas.microsoft.com/office/drawing/2014/main" id="{71BAE675-31F9-74F2-7ABC-1FFEC8E6BAF7}"/>
              </a:ext>
            </a:extLst>
          </p:cNvPr>
          <p:cNvSpPr>
            <a:spLocks noGrp="1"/>
          </p:cNvSpPr>
          <p:nvPr>
            <p:ph idx="1"/>
          </p:nvPr>
        </p:nvSpPr>
        <p:spPr/>
        <p:txBody>
          <a:bodyPr/>
          <a:lstStyle/>
          <a:p>
            <a:r>
              <a:rPr lang="zh-CN" altLang="en-US" dirty="0"/>
              <a:t>授权结构</a:t>
            </a:r>
            <a:r>
              <a:rPr lang="en-US" altLang="zh-CN" dirty="0"/>
              <a:t>TPM_AUTH_RESPONSE</a:t>
            </a:r>
            <a:r>
              <a:rPr lang="zh-CN" altLang="en-US" dirty="0"/>
              <a:t>显示了命令响应中授权域的详细信息。</a:t>
            </a:r>
            <a:endParaRPr lang="en-US" altLang="zh-CN" dirty="0"/>
          </a:p>
          <a:p>
            <a:endParaRPr lang="zh-CN" altLang="en-US" dirty="0"/>
          </a:p>
        </p:txBody>
      </p:sp>
      <p:sp>
        <p:nvSpPr>
          <p:cNvPr id="4" name="灯片编号占位符 3">
            <a:extLst>
              <a:ext uri="{FF2B5EF4-FFF2-40B4-BE49-F238E27FC236}">
                <a16:creationId xmlns:a16="http://schemas.microsoft.com/office/drawing/2014/main" id="{C46D8325-81F5-D554-AEB3-46ABB6C26EB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graphicFrame>
        <p:nvGraphicFramePr>
          <p:cNvPr id="5" name="表格 5">
            <a:extLst>
              <a:ext uri="{FF2B5EF4-FFF2-40B4-BE49-F238E27FC236}">
                <a16:creationId xmlns:a16="http://schemas.microsoft.com/office/drawing/2014/main" id="{DDB0E0F5-9F9B-AD61-6701-D81765CAAE57}"/>
              </a:ext>
            </a:extLst>
          </p:cNvPr>
          <p:cNvGraphicFramePr>
            <a:graphicFrameLocks noGrp="1"/>
          </p:cNvGraphicFramePr>
          <p:nvPr>
            <p:extLst>
              <p:ext uri="{D42A27DB-BD31-4B8C-83A1-F6EECF244321}">
                <p14:modId xmlns:p14="http://schemas.microsoft.com/office/powerpoint/2010/main" val="149419183"/>
              </p:ext>
            </p:extLst>
          </p:nvPr>
        </p:nvGraphicFramePr>
        <p:xfrm>
          <a:off x="540913" y="2240566"/>
          <a:ext cx="8188254" cy="2743200"/>
        </p:xfrm>
        <a:graphic>
          <a:graphicData uri="http://schemas.openxmlformats.org/drawingml/2006/table">
            <a:tbl>
              <a:tblPr firstRow="1" bandRow="1">
                <a:tableStyleId>{B301B821-A1FF-4177-AEE7-76D212191A09}</a:tableStyleId>
              </a:tblPr>
              <a:tblGrid>
                <a:gridCol w="1732796">
                  <a:extLst>
                    <a:ext uri="{9D8B030D-6E8A-4147-A177-3AD203B41FA5}">
                      <a16:colId xmlns:a16="http://schemas.microsoft.com/office/drawing/2014/main" val="3482605880"/>
                    </a:ext>
                  </a:extLst>
                </a:gridCol>
                <a:gridCol w="6455458">
                  <a:extLst>
                    <a:ext uri="{9D8B030D-6E8A-4147-A177-3AD203B41FA5}">
                      <a16:colId xmlns:a16="http://schemas.microsoft.com/office/drawing/2014/main" val="3732528925"/>
                    </a:ext>
                  </a:extLst>
                </a:gridCol>
              </a:tblGrid>
              <a:tr h="370840">
                <a:tc>
                  <a:txBody>
                    <a:bodyPr/>
                    <a:lstStyle/>
                    <a:p>
                      <a:r>
                        <a:rPr lang="zh-CN" altLang="en-US" sz="2400" baseline="0" dirty="0"/>
                        <a:t>字段</a:t>
                      </a:r>
                    </a:p>
                  </a:txBody>
                  <a:tcPr/>
                </a:tc>
                <a:tc>
                  <a:txBody>
                    <a:bodyPr/>
                    <a:lstStyle/>
                    <a:p>
                      <a:r>
                        <a:rPr lang="zh-CN" altLang="en-US" sz="2400" baseline="0" dirty="0"/>
                        <a:t>功能</a:t>
                      </a:r>
                    </a:p>
                  </a:txBody>
                  <a:tcPr/>
                </a:tc>
                <a:extLst>
                  <a:ext uri="{0D108BD9-81ED-4DB2-BD59-A6C34878D82A}">
                    <a16:rowId xmlns:a16="http://schemas.microsoft.com/office/drawing/2014/main" val="1237935656"/>
                  </a:ext>
                </a:extLst>
              </a:tr>
              <a:tr h="370840">
                <a:tc>
                  <a:txBody>
                    <a:bodyPr/>
                    <a:lstStyle/>
                    <a:p>
                      <a:r>
                        <a:rPr lang="zh-CN" altLang="en-US" sz="2400" baseline="0" dirty="0"/>
                        <a:t>大小</a:t>
                      </a:r>
                    </a:p>
                  </a:txBody>
                  <a:tcPr/>
                </a:tc>
                <a:tc>
                  <a:txBody>
                    <a:bodyPr/>
                    <a:lstStyle/>
                    <a:p>
                      <a:r>
                        <a:rPr lang="zh-CN" altLang="en-US" sz="2400" baseline="0" dirty="0"/>
                        <a:t>一个两字节的数值用于表示</a:t>
                      </a:r>
                      <a:r>
                        <a:rPr lang="en-US" altLang="zh-CN" sz="2400" baseline="0" dirty="0"/>
                        <a:t>nonce</a:t>
                      </a:r>
                      <a:r>
                        <a:rPr lang="zh-CN" altLang="en-US" sz="2400" baseline="0" dirty="0"/>
                        <a:t>中的字节数</a:t>
                      </a:r>
                    </a:p>
                  </a:txBody>
                  <a:tcPr/>
                </a:tc>
                <a:extLst>
                  <a:ext uri="{0D108BD9-81ED-4DB2-BD59-A6C34878D82A}">
                    <a16:rowId xmlns:a16="http://schemas.microsoft.com/office/drawing/2014/main" val="3353069381"/>
                  </a:ext>
                </a:extLst>
              </a:tr>
              <a:tr h="370840">
                <a:tc>
                  <a:txBody>
                    <a:bodyPr/>
                    <a:lstStyle/>
                    <a:p>
                      <a:r>
                        <a:rPr lang="zh-CN" altLang="en-US" sz="2400" baseline="0" dirty="0"/>
                        <a:t>随机数</a:t>
                      </a:r>
                    </a:p>
                  </a:txBody>
                  <a:tcPr/>
                </a:tc>
                <a:tc>
                  <a:txBody>
                    <a:bodyPr/>
                    <a:lstStyle/>
                    <a:p>
                      <a:r>
                        <a:rPr lang="zh-CN" altLang="en-US" sz="2400" baseline="0" dirty="0"/>
                        <a:t>如果存在的话就表示</a:t>
                      </a:r>
                      <a:r>
                        <a:rPr lang="en-US" altLang="zh-CN" sz="2400" baseline="0" dirty="0"/>
                        <a:t>TPM</a:t>
                      </a:r>
                      <a:r>
                        <a:rPr lang="zh-CN" altLang="en-US" sz="2400" baseline="0" dirty="0"/>
                        <a:t>的</a:t>
                      </a:r>
                      <a:r>
                        <a:rPr lang="en-US" altLang="zh-CN" sz="2400" baseline="0" dirty="0"/>
                        <a:t>nonce</a:t>
                      </a:r>
                      <a:r>
                        <a:rPr lang="zh-CN" altLang="en-US" sz="2400" baseline="0" dirty="0"/>
                        <a:t>值</a:t>
                      </a:r>
                    </a:p>
                  </a:txBody>
                  <a:tcPr/>
                </a:tc>
                <a:extLst>
                  <a:ext uri="{0D108BD9-81ED-4DB2-BD59-A6C34878D82A}">
                    <a16:rowId xmlns:a16="http://schemas.microsoft.com/office/drawing/2014/main" val="3836627726"/>
                  </a:ext>
                </a:extLst>
              </a:tr>
              <a:tr h="370840">
                <a:tc>
                  <a:txBody>
                    <a:bodyPr/>
                    <a:lstStyle/>
                    <a:p>
                      <a:r>
                        <a:rPr lang="zh-CN" altLang="en-US" sz="2400" baseline="0" dirty="0"/>
                        <a:t>会话属性</a:t>
                      </a:r>
                    </a:p>
                  </a:txBody>
                  <a:tcPr/>
                </a:tc>
                <a:tc>
                  <a:txBody>
                    <a:bodyPr/>
                    <a:lstStyle/>
                    <a:p>
                      <a:r>
                        <a:rPr lang="zh-CN" altLang="en-US" sz="2400" baseline="0" dirty="0"/>
                        <a:t>一个字节，其中的一些位用于表示会话的用途</a:t>
                      </a:r>
                    </a:p>
                  </a:txBody>
                  <a:tcPr/>
                </a:tc>
                <a:extLst>
                  <a:ext uri="{0D108BD9-81ED-4DB2-BD59-A6C34878D82A}">
                    <a16:rowId xmlns:a16="http://schemas.microsoft.com/office/drawing/2014/main" val="2991416070"/>
                  </a:ext>
                </a:extLst>
              </a:tr>
              <a:tr h="370840">
                <a:tc>
                  <a:txBody>
                    <a:bodyPr/>
                    <a:lstStyle/>
                    <a:p>
                      <a:r>
                        <a:rPr lang="zh-CN" altLang="en-US" sz="2400" baseline="0" dirty="0"/>
                        <a:t>大小</a:t>
                      </a:r>
                    </a:p>
                  </a:txBody>
                  <a:tcPr/>
                </a:tc>
                <a:tc>
                  <a:txBody>
                    <a:bodyPr/>
                    <a:lstStyle/>
                    <a:p>
                      <a:r>
                        <a:rPr lang="zh-CN" altLang="en-US" sz="2400" baseline="0" dirty="0"/>
                        <a:t>两字节，用于表明应答数据的大小</a:t>
                      </a:r>
                    </a:p>
                  </a:txBody>
                  <a:tcPr/>
                </a:tc>
                <a:extLst>
                  <a:ext uri="{0D108BD9-81ED-4DB2-BD59-A6C34878D82A}">
                    <a16:rowId xmlns:a16="http://schemas.microsoft.com/office/drawing/2014/main" val="116926822"/>
                  </a:ext>
                </a:extLst>
              </a:tr>
              <a:tr h="370840">
                <a:tc>
                  <a:txBody>
                    <a:bodyPr/>
                    <a:lstStyle/>
                    <a:p>
                      <a:r>
                        <a:rPr lang="zh-CN" altLang="en-US" sz="2400" baseline="0" dirty="0"/>
                        <a:t>应答</a:t>
                      </a:r>
                    </a:p>
                  </a:txBody>
                  <a:tcPr/>
                </a:tc>
                <a:tc>
                  <a:txBody>
                    <a:bodyPr/>
                    <a:lstStyle/>
                    <a:p>
                      <a:r>
                        <a:rPr lang="zh-CN" altLang="en-US" sz="2400" baseline="0" dirty="0"/>
                        <a:t>如果存在的话，它包含</a:t>
                      </a:r>
                      <a:r>
                        <a:rPr lang="en-US" altLang="zh-CN" sz="2400" baseline="0" dirty="0"/>
                        <a:t>HMAC</a:t>
                      </a:r>
                      <a:r>
                        <a:rPr lang="zh-CN" altLang="en-US" sz="2400" baseline="0" dirty="0"/>
                        <a:t>值</a:t>
                      </a:r>
                    </a:p>
                  </a:txBody>
                  <a:tcPr/>
                </a:tc>
                <a:extLst>
                  <a:ext uri="{0D108BD9-81ED-4DB2-BD59-A6C34878D82A}">
                    <a16:rowId xmlns:a16="http://schemas.microsoft.com/office/drawing/2014/main" val="1910533680"/>
                  </a:ext>
                </a:extLst>
              </a:tr>
            </a:tbl>
          </a:graphicData>
        </a:graphic>
      </p:graphicFrame>
    </p:spTree>
    <p:extLst>
      <p:ext uri="{BB962C8B-B14F-4D97-AF65-F5344CB8AC3E}">
        <p14:creationId xmlns:p14="http://schemas.microsoft.com/office/powerpoint/2010/main" val="10837976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1E82C0-7CCD-4B11-81AD-58318BC1441D}"/>
              </a:ext>
            </a:extLst>
          </p:cNvPr>
          <p:cNvSpPr>
            <a:spLocks noGrp="1"/>
          </p:cNvSpPr>
          <p:nvPr>
            <p:ph type="title"/>
          </p:nvPr>
        </p:nvSpPr>
        <p:spPr/>
        <p:txBody>
          <a:bodyPr/>
          <a:lstStyle/>
          <a:p>
            <a:r>
              <a:rPr lang="zh-CN" altLang="en-US" dirty="0"/>
              <a:t>授权与会话关系</a:t>
            </a:r>
          </a:p>
        </p:txBody>
      </p:sp>
      <p:sp>
        <p:nvSpPr>
          <p:cNvPr id="4" name="灯片编号占位符 3">
            <a:extLst>
              <a:ext uri="{FF2B5EF4-FFF2-40B4-BE49-F238E27FC236}">
                <a16:creationId xmlns:a16="http://schemas.microsoft.com/office/drawing/2014/main" id="{B063529D-692C-3E3F-255F-99DD7E05F0B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graphicFrame>
        <p:nvGraphicFramePr>
          <p:cNvPr id="10" name="内容占位符 9">
            <a:extLst>
              <a:ext uri="{FF2B5EF4-FFF2-40B4-BE49-F238E27FC236}">
                <a16:creationId xmlns:a16="http://schemas.microsoft.com/office/drawing/2014/main" id="{069BF879-2D7F-EAEA-627E-AC140E312C1C}"/>
              </a:ext>
            </a:extLst>
          </p:cNvPr>
          <p:cNvGraphicFramePr>
            <a:graphicFrameLocks noGrp="1"/>
          </p:cNvGraphicFramePr>
          <p:nvPr>
            <p:ph idx="1"/>
            <p:extLst>
              <p:ext uri="{D42A27DB-BD31-4B8C-83A1-F6EECF244321}">
                <p14:modId xmlns:p14="http://schemas.microsoft.com/office/powerpoint/2010/main" val="2956648017"/>
              </p:ext>
            </p:extLst>
          </p:nvPr>
        </p:nvGraphicFramePr>
        <p:xfrm>
          <a:off x="496261" y="1120462"/>
          <a:ext cx="8297863" cy="44107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矩形 11">
            <a:extLst>
              <a:ext uri="{FF2B5EF4-FFF2-40B4-BE49-F238E27FC236}">
                <a16:creationId xmlns:a16="http://schemas.microsoft.com/office/drawing/2014/main" id="{31C41846-6286-5D24-3A95-C862A4080BF6}"/>
              </a:ext>
            </a:extLst>
          </p:cNvPr>
          <p:cNvSpPr/>
          <p:nvPr/>
        </p:nvSpPr>
        <p:spPr>
          <a:xfrm>
            <a:off x="1654931" y="5588246"/>
            <a:ext cx="6381481" cy="907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0000"/>
                </a:solidFill>
              </a:rPr>
              <a:t>会话变体</a:t>
            </a:r>
            <a:endParaRPr lang="en-US" altLang="zh-CN" sz="1600" dirty="0">
              <a:solidFill>
                <a:srgbClr val="FF0000"/>
              </a:solidFill>
            </a:endParaRPr>
          </a:p>
          <a:p>
            <a:pPr algn="ctr"/>
            <a:r>
              <a:rPr lang="zh-CN" altLang="en-US" sz="1600" dirty="0">
                <a:solidFill>
                  <a:srgbClr val="FF0000"/>
                </a:solidFill>
              </a:rPr>
              <a:t>（</a:t>
            </a:r>
            <a:r>
              <a:rPr lang="en-US" altLang="zh-CN" sz="1600" dirty="0">
                <a:solidFill>
                  <a:srgbClr val="FF0000"/>
                </a:solidFill>
              </a:rPr>
              <a:t>HMAC</a:t>
            </a:r>
            <a:r>
              <a:rPr lang="zh-CN" altLang="en-US" sz="1600" dirty="0">
                <a:solidFill>
                  <a:srgbClr val="FF0000"/>
                </a:solidFill>
              </a:rPr>
              <a:t>和策略会话变体，应用于会话的整个生命周期）</a:t>
            </a:r>
            <a:endParaRPr lang="en-US" altLang="zh-CN" sz="1600" dirty="0">
              <a:solidFill>
                <a:srgbClr val="FF0000"/>
              </a:solidFill>
            </a:endParaRPr>
          </a:p>
          <a:p>
            <a:pPr algn="ctr"/>
            <a:r>
              <a:rPr lang="zh-CN" altLang="en-US" sz="1600" dirty="0">
                <a:solidFill>
                  <a:srgbClr val="FF0000"/>
                </a:solidFill>
              </a:rPr>
              <a:t>变体：未绑定</a:t>
            </a:r>
            <a:r>
              <a:rPr lang="en-US" altLang="zh-CN" sz="1600" dirty="0">
                <a:solidFill>
                  <a:srgbClr val="FF0000"/>
                </a:solidFill>
              </a:rPr>
              <a:t>/</a:t>
            </a:r>
            <a:r>
              <a:rPr lang="zh-CN" altLang="en-US" sz="1600" dirty="0">
                <a:solidFill>
                  <a:srgbClr val="FF0000"/>
                </a:solidFill>
              </a:rPr>
              <a:t>未加盐、绑定、加盐、加盐</a:t>
            </a:r>
            <a:r>
              <a:rPr lang="en-US" altLang="zh-CN" sz="1600" dirty="0">
                <a:solidFill>
                  <a:srgbClr val="FF0000"/>
                </a:solidFill>
              </a:rPr>
              <a:t>/</a:t>
            </a:r>
            <a:r>
              <a:rPr lang="zh-CN" altLang="en-US" sz="1600" dirty="0">
                <a:solidFill>
                  <a:srgbClr val="FF0000"/>
                </a:solidFill>
              </a:rPr>
              <a:t>绑定</a:t>
            </a:r>
          </a:p>
        </p:txBody>
      </p:sp>
    </p:spTree>
    <p:extLst>
      <p:ext uri="{BB962C8B-B14F-4D97-AF65-F5344CB8AC3E}">
        <p14:creationId xmlns:p14="http://schemas.microsoft.com/office/powerpoint/2010/main" val="11429469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CDBF3-249D-65B9-2C72-134C1C56F616}"/>
              </a:ext>
            </a:extLst>
          </p:cNvPr>
          <p:cNvSpPr>
            <a:spLocks noGrp="1"/>
          </p:cNvSpPr>
          <p:nvPr>
            <p:ph type="title"/>
          </p:nvPr>
        </p:nvSpPr>
        <p:spPr/>
        <p:txBody>
          <a:bodyPr/>
          <a:lstStyle/>
          <a:p>
            <a:r>
              <a:rPr lang="zh-CN" altLang="en-US" dirty="0"/>
              <a:t>授权与会话关系</a:t>
            </a:r>
          </a:p>
        </p:txBody>
      </p:sp>
      <p:pic>
        <p:nvPicPr>
          <p:cNvPr id="6" name="内容占位符 5">
            <a:extLst>
              <a:ext uri="{FF2B5EF4-FFF2-40B4-BE49-F238E27FC236}">
                <a16:creationId xmlns:a16="http://schemas.microsoft.com/office/drawing/2014/main" id="{B64A07EA-D7DA-5450-8D7D-16BD6065BE84}"/>
              </a:ext>
            </a:extLst>
          </p:cNvPr>
          <p:cNvPicPr>
            <a:picLocks noGrp="1" noChangeAspect="1"/>
          </p:cNvPicPr>
          <p:nvPr>
            <p:ph idx="1"/>
          </p:nvPr>
        </p:nvPicPr>
        <p:blipFill>
          <a:blip r:embed="rId2"/>
          <a:stretch>
            <a:fillRect/>
          </a:stretch>
        </p:blipFill>
        <p:spPr>
          <a:xfrm>
            <a:off x="1394523" y="1143000"/>
            <a:ext cx="6372416" cy="5410200"/>
          </a:xfrm>
        </p:spPr>
      </p:pic>
      <p:sp>
        <p:nvSpPr>
          <p:cNvPr id="4" name="灯片编号占位符 3">
            <a:extLst>
              <a:ext uri="{FF2B5EF4-FFF2-40B4-BE49-F238E27FC236}">
                <a16:creationId xmlns:a16="http://schemas.microsoft.com/office/drawing/2014/main" id="{E422E9CE-494F-797C-89D0-BBF239A021E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27718319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6DE315-D363-F792-0A29-CEB410992CE0}"/>
              </a:ext>
            </a:extLst>
          </p:cNvPr>
          <p:cNvSpPr>
            <a:spLocks noGrp="1"/>
          </p:cNvSpPr>
          <p:nvPr>
            <p:ph type="title"/>
          </p:nvPr>
        </p:nvSpPr>
        <p:spPr/>
        <p:txBody>
          <a:bodyPr/>
          <a:lstStyle/>
          <a:p>
            <a:r>
              <a:rPr lang="en-US" altLang="zh-CN" dirty="0"/>
              <a:t>1.7 </a:t>
            </a:r>
            <a:r>
              <a:rPr lang="zh-CN" altLang="en-US" dirty="0"/>
              <a:t>口令授权</a:t>
            </a:r>
          </a:p>
        </p:txBody>
      </p:sp>
      <p:sp>
        <p:nvSpPr>
          <p:cNvPr id="3" name="内容占位符 2">
            <a:extLst>
              <a:ext uri="{FF2B5EF4-FFF2-40B4-BE49-F238E27FC236}">
                <a16:creationId xmlns:a16="http://schemas.microsoft.com/office/drawing/2014/main" id="{C98D1D7F-2B68-B2B0-193B-55093DC543AA}"/>
              </a:ext>
            </a:extLst>
          </p:cNvPr>
          <p:cNvSpPr>
            <a:spLocks noGrp="1"/>
          </p:cNvSpPr>
          <p:nvPr>
            <p:ph idx="1"/>
          </p:nvPr>
        </p:nvSpPr>
        <p:spPr/>
        <p:txBody>
          <a:bodyPr/>
          <a:lstStyle/>
          <a:p>
            <a:r>
              <a:rPr lang="zh-CN" altLang="en-US" dirty="0"/>
              <a:t>口令授权生命周期：创建一个使用口令作为授权的实体，然后使用口令对实体相关的动作授权。具体来说，创建和使用口令授权所需要步骤如下：</a:t>
            </a:r>
          </a:p>
          <a:p>
            <a:pPr marL="0" indent="0">
              <a:buNone/>
            </a:pPr>
            <a:endParaRPr lang="en-US" altLang="zh-CN" dirty="0">
              <a:solidFill>
                <a:srgbClr val="FF6600"/>
              </a:solidFill>
            </a:endParaRPr>
          </a:p>
          <a:p>
            <a:pPr marL="0" indent="0">
              <a:buNone/>
            </a:pPr>
            <a:r>
              <a:rPr lang="en-US" altLang="zh-CN" dirty="0">
                <a:solidFill>
                  <a:srgbClr val="FF6600"/>
                </a:solidFill>
              </a:rPr>
              <a:t>1. </a:t>
            </a:r>
            <a:r>
              <a:rPr lang="zh-CN" altLang="en-US" dirty="0">
                <a:solidFill>
                  <a:srgbClr val="FF6600"/>
                </a:solidFill>
              </a:rPr>
              <a:t>创建一个使用口令授权的实体，或者修改已有实体的口令值。这个步骤对每一个实体来说只做一次。</a:t>
            </a:r>
          </a:p>
          <a:p>
            <a:pPr marL="0" indent="0">
              <a:buNone/>
            </a:pPr>
            <a:r>
              <a:rPr lang="en-US" altLang="zh-CN" dirty="0">
                <a:solidFill>
                  <a:srgbClr val="FF6600"/>
                </a:solidFill>
              </a:rPr>
              <a:t>2. </a:t>
            </a:r>
            <a:r>
              <a:rPr lang="zh-CN" altLang="en-US" dirty="0">
                <a:solidFill>
                  <a:srgbClr val="FF6600"/>
                </a:solidFill>
              </a:rPr>
              <a:t>使用口令授权实体相关的动作。这一步骤可以执行多次，并且一旦给实体设定好授权口令后随时都有可能发生。</a:t>
            </a:r>
          </a:p>
        </p:txBody>
      </p:sp>
      <p:sp>
        <p:nvSpPr>
          <p:cNvPr id="4" name="灯片编号占位符 3">
            <a:extLst>
              <a:ext uri="{FF2B5EF4-FFF2-40B4-BE49-F238E27FC236}">
                <a16:creationId xmlns:a16="http://schemas.microsoft.com/office/drawing/2014/main" id="{984C836D-52E3-E735-41F0-981605E6B9A6}"/>
              </a:ext>
            </a:extLst>
          </p:cNvPr>
          <p:cNvSpPr>
            <a:spLocks noGrp="1"/>
          </p:cNvSpPr>
          <p:nvPr>
            <p:ph type="sldNum" sz="quarter" idx="10"/>
          </p:nvPr>
        </p:nvSpPr>
        <p:spPr/>
        <p:txBody>
          <a:bodyPr/>
          <a:lstStyle/>
          <a:p>
            <a:r>
              <a:rPr lang="en-US" altLang="zh-CN" dirty="0"/>
              <a:t>Page </a:t>
            </a:r>
            <a:fld id="{AF655B59-12D5-4828-87B1-F838F673600E}" type="slidenum">
              <a:rPr lang="en-US" altLang="zh-CN" smtClean="0"/>
              <a:pPr/>
              <a:t>20</a:t>
            </a:fld>
            <a:endParaRPr lang="en-US" altLang="zh-CN" dirty="0"/>
          </a:p>
        </p:txBody>
      </p:sp>
    </p:spTree>
    <p:extLst>
      <p:ext uri="{BB962C8B-B14F-4D97-AF65-F5344CB8AC3E}">
        <p14:creationId xmlns:p14="http://schemas.microsoft.com/office/powerpoint/2010/main" val="14309736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B6DE0A-ECB7-62DB-3E5C-6CFB624E7A1C}"/>
              </a:ext>
            </a:extLst>
          </p:cNvPr>
          <p:cNvSpPr>
            <a:spLocks noGrp="1"/>
          </p:cNvSpPr>
          <p:nvPr>
            <p:ph type="title"/>
          </p:nvPr>
        </p:nvSpPr>
        <p:spPr/>
        <p:txBody>
          <a:bodyPr/>
          <a:lstStyle/>
          <a:p>
            <a:r>
              <a:rPr lang="en-US" altLang="zh-CN" dirty="0"/>
              <a:t>1.7.1 </a:t>
            </a:r>
            <a:r>
              <a:rPr lang="zh-CN" altLang="en-US" dirty="0"/>
              <a:t>创建一个口令授权实体</a:t>
            </a:r>
          </a:p>
        </p:txBody>
      </p:sp>
      <p:sp>
        <p:nvSpPr>
          <p:cNvPr id="3" name="内容占位符 2">
            <a:extLst>
              <a:ext uri="{FF2B5EF4-FFF2-40B4-BE49-F238E27FC236}">
                <a16:creationId xmlns:a16="http://schemas.microsoft.com/office/drawing/2014/main" id="{82CD3E07-D456-B391-938D-05E78E4BA12F}"/>
              </a:ext>
            </a:extLst>
          </p:cNvPr>
          <p:cNvSpPr>
            <a:spLocks noGrp="1"/>
          </p:cNvSpPr>
          <p:nvPr>
            <p:ph idx="1"/>
          </p:nvPr>
        </p:nvSpPr>
        <p:spPr/>
        <p:txBody>
          <a:bodyPr/>
          <a:lstStyle/>
          <a:p>
            <a:r>
              <a:rPr lang="zh-CN" altLang="en-US" dirty="0"/>
              <a:t>为了创建一个实体，需要使用以下命令：</a:t>
            </a:r>
            <a:r>
              <a:rPr lang="en-US" altLang="zh-CN" dirty="0"/>
              <a:t>TPM2_CreatePrimary</a:t>
            </a:r>
            <a:r>
              <a:rPr lang="zh-CN" altLang="en-US" dirty="0"/>
              <a:t>，</a:t>
            </a:r>
            <a:r>
              <a:rPr lang="en-US" altLang="zh-CN" dirty="0"/>
              <a:t>TPM2_Create</a:t>
            </a:r>
            <a:r>
              <a:rPr lang="zh-CN" altLang="en-US" dirty="0"/>
              <a:t>，以及</a:t>
            </a:r>
            <a:r>
              <a:rPr lang="en-US" altLang="zh-CN" dirty="0"/>
              <a:t>TPM2_NV_DefineSpace</a:t>
            </a:r>
            <a:r>
              <a:rPr lang="zh-CN" altLang="en-US" dirty="0"/>
              <a:t>。</a:t>
            </a:r>
            <a:endParaRPr lang="en-US" altLang="zh-CN" dirty="0"/>
          </a:p>
          <a:p>
            <a:endParaRPr lang="en-US" altLang="zh-CN" dirty="0"/>
          </a:p>
          <a:p>
            <a:r>
              <a:rPr lang="zh-CN" altLang="en-US" dirty="0"/>
              <a:t>这几个命令都有一个用户传递</a:t>
            </a:r>
            <a:r>
              <a:rPr lang="en-US" altLang="zh-CN" dirty="0" err="1"/>
              <a:t>authValue</a:t>
            </a:r>
            <a:r>
              <a:rPr lang="zh-CN" altLang="en-US" dirty="0"/>
              <a:t>的参数，这个</a:t>
            </a:r>
            <a:r>
              <a:rPr lang="en-US" altLang="zh-CN" dirty="0" err="1"/>
              <a:t>authValue</a:t>
            </a:r>
            <a:r>
              <a:rPr lang="zh-CN" altLang="en-US" dirty="0"/>
              <a:t>就是用于授权的口令。</a:t>
            </a:r>
            <a:r>
              <a:rPr lang="en-US" altLang="zh-CN" dirty="0" err="1"/>
              <a:t>authValue</a:t>
            </a:r>
            <a:r>
              <a:rPr lang="zh-CN" altLang="en-US" dirty="0"/>
              <a:t>既可以是一个明文口令，也可以是</a:t>
            </a:r>
            <a:r>
              <a:rPr lang="en-US" altLang="zh-CN" dirty="0"/>
              <a:t>HMAC</a:t>
            </a:r>
            <a:r>
              <a:rPr lang="zh-CN" altLang="en-US" dirty="0"/>
              <a:t>授权中的输入。</a:t>
            </a:r>
          </a:p>
        </p:txBody>
      </p:sp>
      <p:sp>
        <p:nvSpPr>
          <p:cNvPr id="4" name="灯片编号占位符 3">
            <a:extLst>
              <a:ext uri="{FF2B5EF4-FFF2-40B4-BE49-F238E27FC236}">
                <a16:creationId xmlns:a16="http://schemas.microsoft.com/office/drawing/2014/main" id="{E99CE801-8002-82B5-4FFF-D9F74163412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19246604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90257-D82B-7D30-40BE-03B8508596C1}"/>
              </a:ext>
            </a:extLst>
          </p:cNvPr>
          <p:cNvSpPr>
            <a:spLocks noGrp="1"/>
          </p:cNvSpPr>
          <p:nvPr>
            <p:ph type="title"/>
          </p:nvPr>
        </p:nvSpPr>
        <p:spPr/>
        <p:txBody>
          <a:bodyPr/>
          <a:lstStyle/>
          <a:p>
            <a:r>
              <a:rPr lang="zh-CN" altLang="en-US" dirty="0"/>
              <a:t>创建不同类型的口令授权实体</a:t>
            </a:r>
          </a:p>
        </p:txBody>
      </p:sp>
      <p:sp>
        <p:nvSpPr>
          <p:cNvPr id="3" name="内容占位符 2">
            <a:extLst>
              <a:ext uri="{FF2B5EF4-FFF2-40B4-BE49-F238E27FC236}">
                <a16:creationId xmlns:a16="http://schemas.microsoft.com/office/drawing/2014/main" id="{3BAE11AA-161E-E654-1B3B-3F9BCED0FBDB}"/>
              </a:ext>
            </a:extLst>
          </p:cNvPr>
          <p:cNvSpPr>
            <a:spLocks noGrp="1"/>
          </p:cNvSpPr>
          <p:nvPr>
            <p:ph idx="1"/>
          </p:nvPr>
        </p:nvSpPr>
        <p:spPr/>
        <p:txBody>
          <a:bodyPr/>
          <a:lstStyle/>
          <a:p>
            <a:r>
              <a:rPr lang="en-US" altLang="zh-CN" dirty="0"/>
              <a:t>TPM2_CreatePrimary</a:t>
            </a:r>
            <a:r>
              <a:rPr lang="zh-CN" altLang="en-US" dirty="0"/>
              <a:t>用于创建一个组织架构中的主对象。如果参数</a:t>
            </a:r>
            <a:r>
              <a:rPr lang="en-US" altLang="zh-CN" dirty="0" err="1"/>
              <a:t>inPublic</a:t>
            </a:r>
            <a:r>
              <a:rPr lang="zh-CN" altLang="en-US" dirty="0"/>
              <a:t>的</a:t>
            </a:r>
            <a:r>
              <a:rPr lang="en-US" altLang="zh-CN" dirty="0" err="1"/>
              <a:t>userWithAuth</a:t>
            </a:r>
            <a:r>
              <a:rPr lang="zh-CN" altLang="en-US" dirty="0"/>
              <a:t>属性为</a:t>
            </a:r>
            <a:r>
              <a:rPr lang="en-US" altLang="zh-CN" dirty="0"/>
              <a:t>1</a:t>
            </a:r>
            <a:r>
              <a:rPr lang="zh-CN" altLang="en-US" dirty="0"/>
              <a:t>，</a:t>
            </a:r>
            <a:r>
              <a:rPr lang="en-US" altLang="zh-CN" dirty="0"/>
              <a:t>USER</a:t>
            </a:r>
            <a:r>
              <a:rPr lang="zh-CN" altLang="en-US" dirty="0"/>
              <a:t>授权可以是一个口令授权；使用</a:t>
            </a:r>
            <a:r>
              <a:rPr lang="en-US" altLang="zh-CN" dirty="0"/>
              <a:t>USER</a:t>
            </a:r>
            <a:r>
              <a:rPr lang="zh-CN" altLang="en-US" dirty="0"/>
              <a:t>角色的授权动作可以是口令或者</a:t>
            </a:r>
            <a:r>
              <a:rPr lang="en-US" altLang="zh-CN" dirty="0"/>
              <a:t>HMAC</a:t>
            </a:r>
            <a:r>
              <a:rPr lang="zh-CN" altLang="en-US" dirty="0"/>
              <a:t>。</a:t>
            </a:r>
            <a:r>
              <a:rPr lang="en-US" altLang="zh-CN" dirty="0" err="1"/>
              <a:t>authValue</a:t>
            </a:r>
            <a:r>
              <a:rPr lang="zh-CN" altLang="en-US" dirty="0"/>
              <a:t>的值是通过参数</a:t>
            </a:r>
            <a:r>
              <a:rPr lang="en-US" altLang="zh-CN" dirty="0" err="1"/>
              <a:t>inSensitive</a:t>
            </a:r>
            <a:r>
              <a:rPr lang="zh-CN" altLang="en-US" dirty="0"/>
              <a:t>中的</a:t>
            </a:r>
            <a:r>
              <a:rPr lang="en-US" altLang="zh-CN" dirty="0" err="1"/>
              <a:t>userAuth</a:t>
            </a:r>
            <a:r>
              <a:rPr lang="zh-CN" altLang="en-US" dirty="0"/>
              <a:t>传递的，现在</a:t>
            </a:r>
            <a:r>
              <a:rPr lang="en-US" altLang="zh-CN" dirty="0" err="1"/>
              <a:t>authValue</a:t>
            </a:r>
            <a:r>
              <a:rPr lang="zh-CN" altLang="en-US" dirty="0"/>
              <a:t>指的就是口令值。</a:t>
            </a:r>
          </a:p>
          <a:p>
            <a:r>
              <a:rPr lang="en-US" altLang="zh-CN" dirty="0"/>
              <a:t>TPM2_Create</a:t>
            </a:r>
            <a:r>
              <a:rPr lang="zh-CN" altLang="en-US" dirty="0"/>
              <a:t>用于创建可以加载到</a:t>
            </a:r>
            <a:r>
              <a:rPr lang="en-US" altLang="zh-CN" dirty="0"/>
              <a:t>TPM</a:t>
            </a:r>
            <a:r>
              <a:rPr lang="zh-CN" altLang="en-US" dirty="0"/>
              <a:t>中的对象。这个命令的授权类型</a:t>
            </a:r>
            <a:r>
              <a:rPr lang="en-US" altLang="zh-CN" dirty="0" err="1"/>
              <a:t>userWithAuth</a:t>
            </a:r>
            <a:r>
              <a:rPr lang="zh-CN" altLang="en-US" dirty="0"/>
              <a:t>，以及</a:t>
            </a:r>
            <a:r>
              <a:rPr lang="en-US" altLang="zh-CN" dirty="0" err="1"/>
              <a:t>authValue</a:t>
            </a:r>
            <a:r>
              <a:rPr lang="zh-CN" altLang="en-US" dirty="0"/>
              <a:t>的配置方式都与</a:t>
            </a:r>
            <a:r>
              <a:rPr lang="en-US" altLang="zh-CN" dirty="0"/>
              <a:t>TPM2_CreatPrimary</a:t>
            </a:r>
            <a:r>
              <a:rPr lang="zh-CN" altLang="en-US" dirty="0"/>
              <a:t>相同。</a:t>
            </a:r>
          </a:p>
          <a:p>
            <a:r>
              <a:rPr lang="en-US" altLang="zh-CN" dirty="0"/>
              <a:t>TPM2_NV_DefineSpace</a:t>
            </a:r>
            <a:r>
              <a:rPr lang="zh-CN" altLang="en-US" dirty="0"/>
              <a:t>用于定义一个</a:t>
            </a:r>
            <a:r>
              <a:rPr lang="en-US" altLang="zh-CN" dirty="0"/>
              <a:t>NV</a:t>
            </a:r>
            <a:r>
              <a:rPr lang="zh-CN" altLang="en-US" dirty="0"/>
              <a:t>索引。如果属性</a:t>
            </a:r>
            <a:r>
              <a:rPr lang="en-US" altLang="zh-CN" dirty="0"/>
              <a:t>TPMA_NV_AUTHREAD</a:t>
            </a:r>
            <a:r>
              <a:rPr lang="zh-CN" altLang="en-US" dirty="0"/>
              <a:t>或者</a:t>
            </a:r>
            <a:r>
              <a:rPr lang="en-US" altLang="zh-CN" dirty="0"/>
              <a:t>TPMA_NV_AUTHWRITE</a:t>
            </a:r>
            <a:r>
              <a:rPr lang="zh-CN" altLang="en-US" dirty="0"/>
              <a:t>被设置，就可以使用口令授权。输入参数</a:t>
            </a:r>
            <a:r>
              <a:rPr lang="en-US" altLang="zh-CN" dirty="0" err="1"/>
              <a:t>authValue</a:t>
            </a:r>
            <a:r>
              <a:rPr lang="zh-CN" altLang="en-US" dirty="0"/>
              <a:t>是通过</a:t>
            </a:r>
            <a:r>
              <a:rPr lang="en-US" altLang="zh-CN" dirty="0"/>
              <a:t>TPM2_NV_DefineSpace</a:t>
            </a:r>
            <a:r>
              <a:rPr lang="zh-CN" altLang="en-US" dirty="0"/>
              <a:t>的</a:t>
            </a:r>
            <a:r>
              <a:rPr lang="en-US" altLang="zh-CN" dirty="0"/>
              <a:t>auth</a:t>
            </a:r>
            <a:r>
              <a:rPr lang="zh-CN" altLang="en-US" dirty="0"/>
              <a:t>参数来传递的。</a:t>
            </a:r>
          </a:p>
        </p:txBody>
      </p:sp>
      <p:sp>
        <p:nvSpPr>
          <p:cNvPr id="4" name="灯片编号占位符 3">
            <a:extLst>
              <a:ext uri="{FF2B5EF4-FFF2-40B4-BE49-F238E27FC236}">
                <a16:creationId xmlns:a16="http://schemas.microsoft.com/office/drawing/2014/main" id="{83D79FEB-CAAE-06F4-4B47-B6840369290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18277068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97643A-C7BD-3D23-EEAE-EAA61833A158}"/>
              </a:ext>
            </a:extLst>
          </p:cNvPr>
          <p:cNvSpPr>
            <a:spLocks noGrp="1"/>
          </p:cNvSpPr>
          <p:nvPr>
            <p:ph type="title"/>
          </p:nvPr>
        </p:nvSpPr>
        <p:spPr>
          <a:xfrm>
            <a:off x="380999" y="228600"/>
            <a:ext cx="7017913" cy="639763"/>
          </a:xfrm>
        </p:spPr>
        <p:txBody>
          <a:bodyPr/>
          <a:lstStyle/>
          <a:p>
            <a:r>
              <a:rPr lang="en-US" altLang="zh-CN" dirty="0"/>
              <a:t>1.7.2 </a:t>
            </a:r>
            <a:r>
              <a:rPr lang="zh-CN" altLang="en-US" dirty="0"/>
              <a:t>更改已创建的实体的口令授权</a:t>
            </a:r>
          </a:p>
        </p:txBody>
      </p:sp>
      <p:sp>
        <p:nvSpPr>
          <p:cNvPr id="3" name="内容占位符 2">
            <a:extLst>
              <a:ext uri="{FF2B5EF4-FFF2-40B4-BE49-F238E27FC236}">
                <a16:creationId xmlns:a16="http://schemas.microsoft.com/office/drawing/2014/main" id="{1DD41943-4714-979C-DBB0-A90990C12FFC}"/>
              </a:ext>
            </a:extLst>
          </p:cNvPr>
          <p:cNvSpPr>
            <a:spLocks noGrp="1"/>
          </p:cNvSpPr>
          <p:nvPr>
            <p:ph idx="1"/>
          </p:nvPr>
        </p:nvSpPr>
        <p:spPr/>
        <p:txBody>
          <a:bodyPr/>
          <a:lstStyle/>
          <a:p>
            <a:pPr marL="0" indent="0">
              <a:buNone/>
            </a:pPr>
            <a:r>
              <a:rPr lang="zh-CN" altLang="en-US" dirty="0"/>
              <a:t>如果需要修改一个实体的授权口令，可能需要以下命令：</a:t>
            </a:r>
          </a:p>
          <a:p>
            <a:r>
              <a:rPr lang="en-US" altLang="zh-CN" dirty="0"/>
              <a:t>TPM2_ObjectChangeAuth</a:t>
            </a:r>
            <a:r>
              <a:rPr lang="zh-CN" altLang="en-US" dirty="0"/>
              <a:t>：它可以用于修改“非”主对象的授权值。</a:t>
            </a:r>
          </a:p>
          <a:p>
            <a:r>
              <a:rPr lang="en-US" altLang="zh-CN" dirty="0"/>
              <a:t>TPM2_HierarchyChangeAuth</a:t>
            </a:r>
            <a:r>
              <a:rPr lang="zh-CN" altLang="en-US" dirty="0"/>
              <a:t>：用于修改一个组织架构的授权值（平台，存储，或者背书），或者是锁定机构的授权值。</a:t>
            </a:r>
          </a:p>
          <a:p>
            <a:r>
              <a:rPr lang="en-US" altLang="zh-CN" dirty="0"/>
              <a:t>TPM2_NV_ChangeAuth</a:t>
            </a:r>
            <a:r>
              <a:rPr lang="zh-CN" altLang="en-US" dirty="0"/>
              <a:t>：用于修改一个</a:t>
            </a:r>
            <a:r>
              <a:rPr lang="en-US" altLang="zh-CN" dirty="0"/>
              <a:t>NV</a:t>
            </a:r>
            <a:r>
              <a:rPr lang="zh-CN" altLang="en-US" dirty="0"/>
              <a:t>索引的授权值。</a:t>
            </a:r>
          </a:p>
        </p:txBody>
      </p:sp>
      <p:sp>
        <p:nvSpPr>
          <p:cNvPr id="4" name="灯片编号占位符 3">
            <a:extLst>
              <a:ext uri="{FF2B5EF4-FFF2-40B4-BE49-F238E27FC236}">
                <a16:creationId xmlns:a16="http://schemas.microsoft.com/office/drawing/2014/main" id="{8D29D7FC-AF37-7FA2-1A17-353EFB8B6C0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40758609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72B591-B021-A681-F5CE-4ECFE01E90AA}"/>
              </a:ext>
            </a:extLst>
          </p:cNvPr>
          <p:cNvSpPr>
            <a:spLocks noGrp="1"/>
          </p:cNvSpPr>
          <p:nvPr>
            <p:ph type="title"/>
          </p:nvPr>
        </p:nvSpPr>
        <p:spPr/>
        <p:txBody>
          <a:bodyPr/>
          <a:lstStyle/>
          <a:p>
            <a:r>
              <a:rPr lang="en-US" altLang="zh-CN" dirty="0"/>
              <a:t>1.7.3 </a:t>
            </a:r>
            <a:r>
              <a:rPr lang="zh-CN" altLang="en-US" dirty="0"/>
              <a:t>使用口令授权</a:t>
            </a:r>
          </a:p>
        </p:txBody>
      </p:sp>
      <p:sp>
        <p:nvSpPr>
          <p:cNvPr id="3" name="内容占位符 2">
            <a:extLst>
              <a:ext uri="{FF2B5EF4-FFF2-40B4-BE49-F238E27FC236}">
                <a16:creationId xmlns:a16="http://schemas.microsoft.com/office/drawing/2014/main" id="{60A7EFD8-D4F8-FDCE-97BE-88BBDD895B0B}"/>
              </a:ext>
            </a:extLst>
          </p:cNvPr>
          <p:cNvSpPr>
            <a:spLocks noGrp="1"/>
          </p:cNvSpPr>
          <p:nvPr>
            <p:ph idx="1"/>
          </p:nvPr>
        </p:nvSpPr>
        <p:spPr/>
        <p:txBody>
          <a:bodyPr/>
          <a:lstStyle/>
          <a:p>
            <a:r>
              <a:rPr lang="zh-CN" altLang="en-US" dirty="0"/>
              <a:t>要使用口令授权，不需要启动会话，调用者只需要填充命令和响应中的信息即可。</a:t>
            </a:r>
          </a:p>
        </p:txBody>
      </p:sp>
      <p:sp>
        <p:nvSpPr>
          <p:cNvPr id="4" name="灯片编号占位符 3">
            <a:extLst>
              <a:ext uri="{FF2B5EF4-FFF2-40B4-BE49-F238E27FC236}">
                <a16:creationId xmlns:a16="http://schemas.microsoft.com/office/drawing/2014/main" id="{D5615D43-AE7E-5C3A-27A0-790ACE9C45F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graphicFrame>
        <p:nvGraphicFramePr>
          <p:cNvPr id="5" name="表格 5">
            <a:extLst>
              <a:ext uri="{FF2B5EF4-FFF2-40B4-BE49-F238E27FC236}">
                <a16:creationId xmlns:a16="http://schemas.microsoft.com/office/drawing/2014/main" id="{B3013E2B-D6D1-4C41-53FE-1646F9D55746}"/>
              </a:ext>
            </a:extLst>
          </p:cNvPr>
          <p:cNvGraphicFramePr>
            <a:graphicFrameLocks noGrp="1"/>
          </p:cNvGraphicFramePr>
          <p:nvPr>
            <p:extLst>
              <p:ext uri="{D42A27DB-BD31-4B8C-83A1-F6EECF244321}">
                <p14:modId xmlns:p14="http://schemas.microsoft.com/office/powerpoint/2010/main" val="1110805789"/>
              </p:ext>
            </p:extLst>
          </p:nvPr>
        </p:nvGraphicFramePr>
        <p:xfrm>
          <a:off x="600499" y="3166307"/>
          <a:ext cx="8296656" cy="2123440"/>
        </p:xfrm>
        <a:graphic>
          <a:graphicData uri="http://schemas.openxmlformats.org/drawingml/2006/table">
            <a:tbl>
              <a:tblPr firstRow="1" bandRow="1">
                <a:tableStyleId>{5C22544A-7EE6-4342-B048-85BDC9FD1C3A}</a:tableStyleId>
              </a:tblPr>
              <a:tblGrid>
                <a:gridCol w="2765552">
                  <a:extLst>
                    <a:ext uri="{9D8B030D-6E8A-4147-A177-3AD203B41FA5}">
                      <a16:colId xmlns:a16="http://schemas.microsoft.com/office/drawing/2014/main" val="81149084"/>
                    </a:ext>
                  </a:extLst>
                </a:gridCol>
                <a:gridCol w="2765552">
                  <a:extLst>
                    <a:ext uri="{9D8B030D-6E8A-4147-A177-3AD203B41FA5}">
                      <a16:colId xmlns:a16="http://schemas.microsoft.com/office/drawing/2014/main" val="1136744026"/>
                    </a:ext>
                  </a:extLst>
                </a:gridCol>
                <a:gridCol w="2765552">
                  <a:extLst>
                    <a:ext uri="{9D8B030D-6E8A-4147-A177-3AD203B41FA5}">
                      <a16:colId xmlns:a16="http://schemas.microsoft.com/office/drawing/2014/main" val="550387210"/>
                    </a:ext>
                  </a:extLst>
                </a:gridCol>
              </a:tblGrid>
              <a:tr h="370840">
                <a:tc>
                  <a:txBody>
                    <a:bodyPr/>
                    <a:lstStyle/>
                    <a:p>
                      <a:r>
                        <a:rPr lang="zh-CN" altLang="en-US" dirty="0"/>
                        <a:t>类型</a:t>
                      </a:r>
                    </a:p>
                  </a:txBody>
                  <a:tcPr/>
                </a:tc>
                <a:tc>
                  <a:txBody>
                    <a:bodyPr/>
                    <a:lstStyle/>
                    <a:p>
                      <a:r>
                        <a:rPr lang="zh-CN" altLang="en-US" dirty="0"/>
                        <a:t>名称</a:t>
                      </a:r>
                    </a:p>
                  </a:txBody>
                  <a:tcPr/>
                </a:tc>
                <a:tc>
                  <a:txBody>
                    <a:bodyPr/>
                    <a:lstStyle/>
                    <a:p>
                      <a:r>
                        <a:rPr lang="zh-CN" altLang="en-US" dirty="0"/>
                        <a:t>描述</a:t>
                      </a:r>
                    </a:p>
                  </a:txBody>
                  <a:tcPr/>
                </a:tc>
                <a:extLst>
                  <a:ext uri="{0D108BD9-81ED-4DB2-BD59-A6C34878D82A}">
                    <a16:rowId xmlns:a16="http://schemas.microsoft.com/office/drawing/2014/main" val="612088375"/>
                  </a:ext>
                </a:extLst>
              </a:tr>
              <a:tr h="370840">
                <a:tc>
                  <a:txBody>
                    <a:bodyPr/>
                    <a:lstStyle/>
                    <a:p>
                      <a:r>
                        <a:rPr lang="en-US" altLang="zh-CN" dirty="0"/>
                        <a:t>TPMI_SH_AUTH_SESSION</a:t>
                      </a:r>
                      <a:endParaRPr lang="zh-CN" altLang="en-US" dirty="0"/>
                    </a:p>
                  </a:txBody>
                  <a:tcPr/>
                </a:tc>
                <a:tc>
                  <a:txBody>
                    <a:bodyPr/>
                    <a:lstStyle/>
                    <a:p>
                      <a:r>
                        <a:rPr lang="en-US" altLang="zh-CN" dirty="0" err="1"/>
                        <a:t>authHandle</a:t>
                      </a:r>
                      <a:endParaRPr lang="zh-CN" altLang="en-US" dirty="0"/>
                    </a:p>
                  </a:txBody>
                  <a:tcPr/>
                </a:tc>
                <a:tc>
                  <a:txBody>
                    <a:bodyPr/>
                    <a:lstStyle/>
                    <a:p>
                      <a:r>
                        <a:rPr lang="zh-CN" altLang="en-US" dirty="0"/>
                        <a:t>授权会话句柄</a:t>
                      </a:r>
                    </a:p>
                  </a:txBody>
                  <a:tcPr/>
                </a:tc>
                <a:extLst>
                  <a:ext uri="{0D108BD9-81ED-4DB2-BD59-A6C34878D82A}">
                    <a16:rowId xmlns:a16="http://schemas.microsoft.com/office/drawing/2014/main" val="2663156357"/>
                  </a:ext>
                </a:extLst>
              </a:tr>
              <a:tr h="370840">
                <a:tc>
                  <a:txBody>
                    <a:bodyPr/>
                    <a:lstStyle/>
                    <a:p>
                      <a:r>
                        <a:rPr lang="en-US" altLang="zh-CN" dirty="0"/>
                        <a:t>TPM2B_NONCE</a:t>
                      </a:r>
                      <a:endParaRPr lang="zh-CN" altLang="en-US" dirty="0"/>
                    </a:p>
                  </a:txBody>
                  <a:tcPr/>
                </a:tc>
                <a:tc>
                  <a:txBody>
                    <a:bodyPr/>
                    <a:lstStyle/>
                    <a:p>
                      <a:r>
                        <a:rPr lang="en-US" altLang="zh-CN" dirty="0"/>
                        <a:t>nonce</a:t>
                      </a:r>
                      <a:endParaRPr lang="zh-CN" altLang="en-US" dirty="0"/>
                    </a:p>
                  </a:txBody>
                  <a:tcPr/>
                </a:tc>
                <a:tc>
                  <a:txBody>
                    <a:bodyPr/>
                    <a:lstStyle/>
                    <a:p>
                      <a:r>
                        <a:rPr lang="zh-CN" altLang="en-US" dirty="0"/>
                        <a:t>随机数</a:t>
                      </a:r>
                    </a:p>
                  </a:txBody>
                  <a:tcPr/>
                </a:tc>
                <a:extLst>
                  <a:ext uri="{0D108BD9-81ED-4DB2-BD59-A6C34878D82A}">
                    <a16:rowId xmlns:a16="http://schemas.microsoft.com/office/drawing/2014/main" val="4122611710"/>
                  </a:ext>
                </a:extLst>
              </a:tr>
              <a:tr h="370840">
                <a:tc>
                  <a:txBody>
                    <a:bodyPr/>
                    <a:lstStyle/>
                    <a:p>
                      <a:r>
                        <a:rPr lang="en-US" altLang="zh-CN" dirty="0"/>
                        <a:t>TPMA_SESSION</a:t>
                      </a:r>
                      <a:endParaRPr lang="zh-CN" altLang="en-US" dirty="0"/>
                    </a:p>
                  </a:txBody>
                  <a:tcPr/>
                </a:tc>
                <a:tc>
                  <a:txBody>
                    <a:bodyPr/>
                    <a:lstStyle/>
                    <a:p>
                      <a:r>
                        <a:rPr lang="en-US" altLang="zh-CN" dirty="0" err="1"/>
                        <a:t>sessionAttributes</a:t>
                      </a:r>
                      <a:endParaRPr lang="zh-CN" altLang="en-US" dirty="0"/>
                    </a:p>
                  </a:txBody>
                  <a:tcPr/>
                </a:tc>
                <a:tc>
                  <a:txBody>
                    <a:bodyPr/>
                    <a:lstStyle/>
                    <a:p>
                      <a:r>
                        <a:rPr lang="zh-CN" altLang="en-US" dirty="0"/>
                        <a:t>会话属性</a:t>
                      </a:r>
                    </a:p>
                  </a:txBody>
                  <a:tcPr/>
                </a:tc>
                <a:extLst>
                  <a:ext uri="{0D108BD9-81ED-4DB2-BD59-A6C34878D82A}">
                    <a16:rowId xmlns:a16="http://schemas.microsoft.com/office/drawing/2014/main" val="2862608437"/>
                  </a:ext>
                </a:extLst>
              </a:tr>
              <a:tr h="370840">
                <a:tc>
                  <a:txBody>
                    <a:bodyPr/>
                    <a:lstStyle/>
                    <a:p>
                      <a:r>
                        <a:rPr lang="en-US" altLang="zh-CN" dirty="0"/>
                        <a:t>TPM2B_AUTH</a:t>
                      </a:r>
                      <a:endParaRPr lang="zh-CN" altLang="en-US" dirty="0"/>
                    </a:p>
                  </a:txBody>
                  <a:tcPr/>
                </a:tc>
                <a:tc>
                  <a:txBody>
                    <a:bodyPr/>
                    <a:lstStyle/>
                    <a:p>
                      <a:r>
                        <a:rPr lang="en-US" altLang="zh-CN" dirty="0"/>
                        <a:t>password</a:t>
                      </a:r>
                      <a:endParaRPr lang="zh-CN" altLang="en-US" dirty="0"/>
                    </a:p>
                  </a:txBody>
                  <a:tcPr/>
                </a:tc>
                <a:tc>
                  <a:txBody>
                    <a:bodyPr/>
                    <a:lstStyle/>
                    <a:p>
                      <a:r>
                        <a:rPr lang="zh-CN" altLang="en-US" dirty="0"/>
                        <a:t>口令</a:t>
                      </a:r>
                    </a:p>
                  </a:txBody>
                  <a:tcPr/>
                </a:tc>
                <a:extLst>
                  <a:ext uri="{0D108BD9-81ED-4DB2-BD59-A6C34878D82A}">
                    <a16:rowId xmlns:a16="http://schemas.microsoft.com/office/drawing/2014/main" val="4228627224"/>
                  </a:ext>
                </a:extLst>
              </a:tr>
            </a:tbl>
          </a:graphicData>
        </a:graphic>
      </p:graphicFrame>
      <p:sp>
        <p:nvSpPr>
          <p:cNvPr id="6" name="文本框 5">
            <a:extLst>
              <a:ext uri="{FF2B5EF4-FFF2-40B4-BE49-F238E27FC236}">
                <a16:creationId xmlns:a16="http://schemas.microsoft.com/office/drawing/2014/main" id="{E0D3976A-2352-99F0-89D8-AD0AF943171D}"/>
              </a:ext>
            </a:extLst>
          </p:cNvPr>
          <p:cNvSpPr txBox="1"/>
          <p:nvPr/>
        </p:nvSpPr>
        <p:spPr>
          <a:xfrm>
            <a:off x="2755821" y="2444213"/>
            <a:ext cx="3535251" cy="584775"/>
          </a:xfrm>
          <a:prstGeom prst="rect">
            <a:avLst/>
          </a:prstGeom>
          <a:noFill/>
        </p:spPr>
        <p:txBody>
          <a:bodyPr wrap="square" rtlCol="0">
            <a:spAutoFit/>
          </a:bodyPr>
          <a:lstStyle/>
          <a:p>
            <a:r>
              <a:rPr lang="zh-CN" altLang="en-US" sz="3200" dirty="0"/>
              <a:t>口令授权命令信息</a:t>
            </a:r>
          </a:p>
        </p:txBody>
      </p:sp>
    </p:spTree>
    <p:extLst>
      <p:ext uri="{BB962C8B-B14F-4D97-AF65-F5344CB8AC3E}">
        <p14:creationId xmlns:p14="http://schemas.microsoft.com/office/powerpoint/2010/main" val="3388674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A00B8-F5AF-512D-ED49-05ED148ABD8C}"/>
              </a:ext>
            </a:extLst>
          </p:cNvPr>
          <p:cNvSpPr>
            <a:spLocks noGrp="1"/>
          </p:cNvSpPr>
          <p:nvPr>
            <p:ph type="title"/>
          </p:nvPr>
        </p:nvSpPr>
        <p:spPr/>
        <p:txBody>
          <a:bodyPr/>
          <a:lstStyle/>
          <a:p>
            <a:r>
              <a:rPr lang="zh-CN" altLang="en-US" dirty="0"/>
              <a:t>使用口令授权</a:t>
            </a:r>
          </a:p>
        </p:txBody>
      </p:sp>
      <p:graphicFrame>
        <p:nvGraphicFramePr>
          <p:cNvPr id="5" name="表格 5">
            <a:extLst>
              <a:ext uri="{FF2B5EF4-FFF2-40B4-BE49-F238E27FC236}">
                <a16:creationId xmlns:a16="http://schemas.microsoft.com/office/drawing/2014/main" id="{1D98E99E-6ACC-B0AF-1B90-1AA7D929059E}"/>
              </a:ext>
            </a:extLst>
          </p:cNvPr>
          <p:cNvGraphicFramePr>
            <a:graphicFrameLocks noGrp="1"/>
          </p:cNvGraphicFramePr>
          <p:nvPr>
            <p:ph idx="1"/>
            <p:extLst>
              <p:ext uri="{D42A27DB-BD31-4B8C-83A1-F6EECF244321}">
                <p14:modId xmlns:p14="http://schemas.microsoft.com/office/powerpoint/2010/main" val="121484583"/>
              </p:ext>
            </p:extLst>
          </p:nvPr>
        </p:nvGraphicFramePr>
        <p:xfrm>
          <a:off x="541338" y="2687320"/>
          <a:ext cx="8297862" cy="2194560"/>
        </p:xfrm>
        <a:graphic>
          <a:graphicData uri="http://schemas.openxmlformats.org/drawingml/2006/table">
            <a:tbl>
              <a:tblPr firstRow="1" bandRow="1">
                <a:tableStyleId>{5C22544A-7EE6-4342-B048-85BDC9FD1C3A}</a:tableStyleId>
              </a:tblPr>
              <a:tblGrid>
                <a:gridCol w="2765954">
                  <a:extLst>
                    <a:ext uri="{9D8B030D-6E8A-4147-A177-3AD203B41FA5}">
                      <a16:colId xmlns:a16="http://schemas.microsoft.com/office/drawing/2014/main" val="342291609"/>
                    </a:ext>
                  </a:extLst>
                </a:gridCol>
                <a:gridCol w="2765954">
                  <a:extLst>
                    <a:ext uri="{9D8B030D-6E8A-4147-A177-3AD203B41FA5}">
                      <a16:colId xmlns:a16="http://schemas.microsoft.com/office/drawing/2014/main" val="2180645101"/>
                    </a:ext>
                  </a:extLst>
                </a:gridCol>
                <a:gridCol w="2765954">
                  <a:extLst>
                    <a:ext uri="{9D8B030D-6E8A-4147-A177-3AD203B41FA5}">
                      <a16:colId xmlns:a16="http://schemas.microsoft.com/office/drawing/2014/main" val="1074147073"/>
                    </a:ext>
                  </a:extLst>
                </a:gridCol>
              </a:tblGrid>
              <a:tr h="370840">
                <a:tc>
                  <a:txBody>
                    <a:bodyPr/>
                    <a:lstStyle/>
                    <a:p>
                      <a:r>
                        <a:rPr lang="zh-CN" altLang="en-US" sz="2400" baseline="0" dirty="0"/>
                        <a:t>类型</a:t>
                      </a:r>
                    </a:p>
                  </a:txBody>
                  <a:tcPr/>
                </a:tc>
                <a:tc>
                  <a:txBody>
                    <a:bodyPr/>
                    <a:lstStyle/>
                    <a:p>
                      <a:r>
                        <a:rPr lang="zh-CN" altLang="en-US" sz="2400" baseline="0" dirty="0"/>
                        <a:t>名称</a:t>
                      </a:r>
                    </a:p>
                  </a:txBody>
                  <a:tcPr/>
                </a:tc>
                <a:tc>
                  <a:txBody>
                    <a:bodyPr/>
                    <a:lstStyle/>
                    <a:p>
                      <a:r>
                        <a:rPr lang="zh-CN" altLang="en-US" sz="2400" baseline="0" dirty="0"/>
                        <a:t>描述</a:t>
                      </a:r>
                    </a:p>
                  </a:txBody>
                  <a:tcPr/>
                </a:tc>
                <a:extLst>
                  <a:ext uri="{0D108BD9-81ED-4DB2-BD59-A6C34878D82A}">
                    <a16:rowId xmlns:a16="http://schemas.microsoft.com/office/drawing/2014/main" val="299742258"/>
                  </a:ext>
                </a:extLst>
              </a:tr>
              <a:tr h="370840">
                <a:tc>
                  <a:txBody>
                    <a:bodyPr/>
                    <a:lstStyle/>
                    <a:p>
                      <a:r>
                        <a:rPr lang="en-US" altLang="zh-CN" sz="2400" baseline="0" dirty="0"/>
                        <a:t>TPM2B_NONCE</a:t>
                      </a:r>
                      <a:endParaRPr lang="zh-CN" altLang="en-US" sz="2400" baseline="0" dirty="0"/>
                    </a:p>
                  </a:txBody>
                  <a:tcPr/>
                </a:tc>
                <a:tc>
                  <a:txBody>
                    <a:bodyPr/>
                    <a:lstStyle/>
                    <a:p>
                      <a:r>
                        <a:rPr lang="en-US" altLang="zh-CN" sz="2400" baseline="0" dirty="0" err="1"/>
                        <a:t>nonceTPM</a:t>
                      </a:r>
                      <a:endParaRPr lang="zh-CN" altLang="en-US" sz="2400" baseline="0" dirty="0"/>
                    </a:p>
                  </a:txBody>
                  <a:tcPr/>
                </a:tc>
                <a:tc>
                  <a:txBody>
                    <a:bodyPr/>
                    <a:lstStyle/>
                    <a:p>
                      <a:r>
                        <a:rPr lang="zh-CN" altLang="en-US" sz="2400" baseline="0" dirty="0"/>
                        <a:t>用于口令授权的随机数</a:t>
                      </a:r>
                    </a:p>
                  </a:txBody>
                  <a:tcPr/>
                </a:tc>
                <a:extLst>
                  <a:ext uri="{0D108BD9-81ED-4DB2-BD59-A6C34878D82A}">
                    <a16:rowId xmlns:a16="http://schemas.microsoft.com/office/drawing/2014/main" val="769367080"/>
                  </a:ext>
                </a:extLst>
              </a:tr>
              <a:tr h="370840">
                <a:tc>
                  <a:txBody>
                    <a:bodyPr/>
                    <a:lstStyle/>
                    <a:p>
                      <a:r>
                        <a:rPr lang="en-US" altLang="zh-CN" sz="2400" baseline="0" dirty="0"/>
                        <a:t>TPMA_SESSION</a:t>
                      </a:r>
                      <a:endParaRPr lang="zh-CN" altLang="en-US" sz="2400" baseline="0" dirty="0"/>
                    </a:p>
                  </a:txBody>
                  <a:tcPr/>
                </a:tc>
                <a:tc>
                  <a:txBody>
                    <a:bodyPr/>
                    <a:lstStyle/>
                    <a:p>
                      <a:r>
                        <a:rPr lang="en-US" altLang="zh-CN" sz="2400" baseline="0" dirty="0" err="1"/>
                        <a:t>sessionAttributes</a:t>
                      </a:r>
                      <a:endParaRPr lang="zh-CN" altLang="en-US" sz="2400" baseline="0" dirty="0"/>
                    </a:p>
                  </a:txBody>
                  <a:tcPr/>
                </a:tc>
                <a:tc>
                  <a:txBody>
                    <a:bodyPr/>
                    <a:lstStyle/>
                    <a:p>
                      <a:r>
                        <a:rPr lang="zh-CN" altLang="en-US" sz="2400" baseline="0" dirty="0"/>
                        <a:t>会话属性</a:t>
                      </a:r>
                    </a:p>
                  </a:txBody>
                  <a:tcPr/>
                </a:tc>
                <a:extLst>
                  <a:ext uri="{0D108BD9-81ED-4DB2-BD59-A6C34878D82A}">
                    <a16:rowId xmlns:a16="http://schemas.microsoft.com/office/drawing/2014/main" val="1856285054"/>
                  </a:ext>
                </a:extLst>
              </a:tr>
              <a:tr h="370840">
                <a:tc>
                  <a:txBody>
                    <a:bodyPr/>
                    <a:lstStyle/>
                    <a:p>
                      <a:r>
                        <a:rPr lang="en-US" altLang="zh-CN" sz="2400" baseline="0" dirty="0"/>
                        <a:t>TPM2B_AUTH</a:t>
                      </a:r>
                      <a:endParaRPr lang="zh-CN" altLang="en-US" sz="2400" baseline="0" dirty="0"/>
                    </a:p>
                  </a:txBody>
                  <a:tcPr/>
                </a:tc>
                <a:tc>
                  <a:txBody>
                    <a:bodyPr/>
                    <a:lstStyle/>
                    <a:p>
                      <a:r>
                        <a:rPr lang="en-US" altLang="zh-CN" sz="2400" baseline="0" dirty="0"/>
                        <a:t>hmac3</a:t>
                      </a:r>
                      <a:endParaRPr lang="zh-CN" altLang="en-US" sz="2400" baseline="0" dirty="0"/>
                    </a:p>
                  </a:txBody>
                  <a:tcPr/>
                </a:tc>
                <a:tc>
                  <a:txBody>
                    <a:bodyPr/>
                    <a:lstStyle/>
                    <a:p>
                      <a:r>
                        <a:rPr lang="zh-CN" altLang="en-US" sz="2400" baseline="0" dirty="0"/>
                        <a:t>授权数据缓冲区</a:t>
                      </a:r>
                    </a:p>
                  </a:txBody>
                  <a:tcPr/>
                </a:tc>
                <a:extLst>
                  <a:ext uri="{0D108BD9-81ED-4DB2-BD59-A6C34878D82A}">
                    <a16:rowId xmlns:a16="http://schemas.microsoft.com/office/drawing/2014/main" val="3151250594"/>
                  </a:ext>
                </a:extLst>
              </a:tr>
            </a:tbl>
          </a:graphicData>
        </a:graphic>
      </p:graphicFrame>
      <p:sp>
        <p:nvSpPr>
          <p:cNvPr id="4" name="灯片编号占位符 3">
            <a:extLst>
              <a:ext uri="{FF2B5EF4-FFF2-40B4-BE49-F238E27FC236}">
                <a16:creationId xmlns:a16="http://schemas.microsoft.com/office/drawing/2014/main" id="{A6500641-1B9D-C1B2-B0CF-FBA67D26565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
        <p:nvSpPr>
          <p:cNvPr id="6" name="文本框 5">
            <a:extLst>
              <a:ext uri="{FF2B5EF4-FFF2-40B4-BE49-F238E27FC236}">
                <a16:creationId xmlns:a16="http://schemas.microsoft.com/office/drawing/2014/main" id="{631EDBE8-A71E-DEAA-4923-0B6C21965C6B}"/>
              </a:ext>
            </a:extLst>
          </p:cNvPr>
          <p:cNvSpPr txBox="1"/>
          <p:nvPr/>
        </p:nvSpPr>
        <p:spPr>
          <a:xfrm>
            <a:off x="2569336" y="1854558"/>
            <a:ext cx="4353059" cy="584775"/>
          </a:xfrm>
          <a:prstGeom prst="rect">
            <a:avLst/>
          </a:prstGeom>
          <a:noFill/>
        </p:spPr>
        <p:txBody>
          <a:bodyPr wrap="square" rtlCol="0">
            <a:spAutoFit/>
          </a:bodyPr>
          <a:lstStyle/>
          <a:p>
            <a:r>
              <a:rPr lang="zh-CN" altLang="en-US" sz="3200" dirty="0"/>
              <a:t>响应中的口令应答信息</a:t>
            </a:r>
          </a:p>
        </p:txBody>
      </p:sp>
    </p:spTree>
    <p:extLst>
      <p:ext uri="{BB962C8B-B14F-4D97-AF65-F5344CB8AC3E}">
        <p14:creationId xmlns:p14="http://schemas.microsoft.com/office/powerpoint/2010/main" val="2608079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D7356D-1F51-6714-2883-2D5713FAA743}"/>
              </a:ext>
            </a:extLst>
          </p:cNvPr>
          <p:cNvSpPr>
            <a:spLocks noGrp="1"/>
          </p:cNvSpPr>
          <p:nvPr>
            <p:ph type="title"/>
          </p:nvPr>
        </p:nvSpPr>
        <p:spPr/>
        <p:txBody>
          <a:bodyPr/>
          <a:lstStyle/>
          <a:p>
            <a:r>
              <a:rPr lang="en-US" altLang="zh-CN" dirty="0"/>
              <a:t>1.7.4 </a:t>
            </a:r>
            <a:r>
              <a:rPr lang="zh-CN" altLang="en-US" dirty="0"/>
              <a:t>开启</a:t>
            </a:r>
            <a:r>
              <a:rPr lang="en-US" altLang="zh-CN" dirty="0"/>
              <a:t>HMAC</a:t>
            </a:r>
            <a:r>
              <a:rPr lang="zh-CN" altLang="en-US" dirty="0"/>
              <a:t>和策略会话</a:t>
            </a:r>
          </a:p>
        </p:txBody>
      </p:sp>
      <p:sp>
        <p:nvSpPr>
          <p:cNvPr id="3" name="内容占位符 2">
            <a:extLst>
              <a:ext uri="{FF2B5EF4-FFF2-40B4-BE49-F238E27FC236}">
                <a16:creationId xmlns:a16="http://schemas.microsoft.com/office/drawing/2014/main" id="{3428F0B6-D047-5041-51A1-90D016EC76FB}"/>
              </a:ext>
            </a:extLst>
          </p:cNvPr>
          <p:cNvSpPr>
            <a:spLocks noGrp="1"/>
          </p:cNvSpPr>
          <p:nvPr>
            <p:ph idx="1"/>
          </p:nvPr>
        </p:nvSpPr>
        <p:spPr/>
        <p:txBody>
          <a:bodyPr/>
          <a:lstStyle/>
          <a:p>
            <a:r>
              <a:rPr lang="en-US" altLang="zh-CN" dirty="0"/>
              <a:t>HMAC</a:t>
            </a:r>
            <a:r>
              <a:rPr lang="zh-CN" altLang="en-US" dirty="0"/>
              <a:t>和</a:t>
            </a:r>
            <a:r>
              <a:rPr lang="en-US" altLang="zh-CN" dirty="0"/>
              <a:t>Policy</a:t>
            </a:r>
            <a:r>
              <a:rPr lang="zh-CN" altLang="en-US" dirty="0"/>
              <a:t>会话都是由</a:t>
            </a:r>
            <a:r>
              <a:rPr lang="en-US" altLang="zh-CN" dirty="0"/>
              <a:t>TPM2_StartAuthSession</a:t>
            </a:r>
            <a:r>
              <a:rPr lang="zh-CN" altLang="en-US" dirty="0"/>
              <a:t>命令来启动的。当会话被启动的时候，它必须是以下几种会话类型之一：</a:t>
            </a:r>
            <a:r>
              <a:rPr lang="en-US" altLang="zh-CN" dirty="0"/>
              <a:t>HMAC</a:t>
            </a:r>
            <a:r>
              <a:rPr lang="zh-CN" altLang="en-US" dirty="0"/>
              <a:t>，</a:t>
            </a:r>
            <a:r>
              <a:rPr lang="en-US" altLang="zh-CN" dirty="0"/>
              <a:t>Policy</a:t>
            </a:r>
            <a:r>
              <a:rPr lang="zh-CN" altLang="en-US" dirty="0"/>
              <a:t>，或者是</a:t>
            </a:r>
            <a:r>
              <a:rPr lang="en-US" altLang="zh-CN" dirty="0"/>
              <a:t>Trial Policy</a:t>
            </a:r>
            <a:r>
              <a:rPr lang="zh-CN" altLang="en-US" dirty="0"/>
              <a:t>。</a:t>
            </a:r>
            <a:r>
              <a:rPr lang="en-US" altLang="zh-CN" dirty="0">
                <a:solidFill>
                  <a:srgbClr val="FF0000"/>
                </a:solidFill>
              </a:rPr>
              <a:t>Trial Policy</a:t>
            </a:r>
            <a:r>
              <a:rPr lang="zh-CN" altLang="en-US" dirty="0">
                <a:solidFill>
                  <a:srgbClr val="FF0000"/>
                </a:solidFill>
              </a:rPr>
              <a:t>会话是一个功能不健全的</a:t>
            </a:r>
            <a:r>
              <a:rPr lang="en-US" altLang="zh-CN" dirty="0">
                <a:solidFill>
                  <a:srgbClr val="FF0000"/>
                </a:solidFill>
              </a:rPr>
              <a:t>Policy</a:t>
            </a:r>
            <a:r>
              <a:rPr lang="zh-CN" altLang="en-US" dirty="0">
                <a:solidFill>
                  <a:srgbClr val="FF0000"/>
                </a:solidFill>
              </a:rPr>
              <a:t>会话：它们不能被用于授权任何动作，但是可以用于在创建实体之前生成</a:t>
            </a:r>
            <a:r>
              <a:rPr lang="en-US" altLang="zh-CN" dirty="0">
                <a:solidFill>
                  <a:srgbClr val="FF0000"/>
                </a:solidFill>
              </a:rPr>
              <a:t>Policy</a:t>
            </a:r>
            <a:r>
              <a:rPr lang="zh-CN" altLang="en-US" dirty="0">
                <a:solidFill>
                  <a:srgbClr val="FF0000"/>
                </a:solidFill>
              </a:rPr>
              <a:t>摘要。</a:t>
            </a:r>
            <a:endParaRPr lang="en-US" altLang="zh-CN" dirty="0">
              <a:solidFill>
                <a:srgbClr val="FF0000"/>
              </a:solidFill>
            </a:endParaRPr>
          </a:p>
          <a:p>
            <a:r>
              <a:rPr lang="zh-CN" altLang="en-US" dirty="0"/>
              <a:t>当一个会话启动之后，会话的基本特性已经确定了。具体来说，会话是否绑定、加盐或不加盐、会话密钥的强度，防止重放攻击的强度，参数加解密的强度，以及会话的</a:t>
            </a:r>
            <a:r>
              <a:rPr lang="en-US" altLang="zh-CN" dirty="0"/>
              <a:t>HMAC</a:t>
            </a:r>
            <a:r>
              <a:rPr lang="zh-CN" altLang="en-US" dirty="0"/>
              <a:t>强度都通过</a:t>
            </a:r>
            <a:r>
              <a:rPr lang="en-US" altLang="zh-CN" dirty="0"/>
              <a:t>TPM2_StartAuthSession</a:t>
            </a:r>
            <a:r>
              <a:rPr lang="zh-CN" altLang="en-US" dirty="0"/>
              <a:t>的参数来确定。</a:t>
            </a:r>
          </a:p>
        </p:txBody>
      </p:sp>
      <p:sp>
        <p:nvSpPr>
          <p:cNvPr id="4" name="灯片编号占位符 3">
            <a:extLst>
              <a:ext uri="{FF2B5EF4-FFF2-40B4-BE49-F238E27FC236}">
                <a16:creationId xmlns:a16="http://schemas.microsoft.com/office/drawing/2014/main" id="{0DF2AB6B-D916-8292-173E-F1B0FE96950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39859519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7F6F2-D2CA-E0D5-C018-63228FA65EEA}"/>
              </a:ext>
            </a:extLst>
          </p:cNvPr>
          <p:cNvSpPr>
            <a:spLocks noGrp="1"/>
          </p:cNvSpPr>
          <p:nvPr>
            <p:ph type="title"/>
          </p:nvPr>
        </p:nvSpPr>
        <p:spPr>
          <a:xfrm>
            <a:off x="61175" y="182562"/>
            <a:ext cx="6644425" cy="639763"/>
          </a:xfrm>
        </p:spPr>
        <p:txBody>
          <a:bodyPr/>
          <a:lstStyle/>
          <a:p>
            <a:r>
              <a:rPr lang="en-US" altLang="zh-CN" dirty="0"/>
              <a:t>1.7.5 TPM2_StartAuthSession</a:t>
            </a:r>
            <a:r>
              <a:rPr lang="zh-CN" altLang="en-US" dirty="0"/>
              <a:t>命令特点</a:t>
            </a:r>
          </a:p>
        </p:txBody>
      </p:sp>
      <p:sp>
        <p:nvSpPr>
          <p:cNvPr id="3" name="内容占位符 2">
            <a:extLst>
              <a:ext uri="{FF2B5EF4-FFF2-40B4-BE49-F238E27FC236}">
                <a16:creationId xmlns:a16="http://schemas.microsoft.com/office/drawing/2014/main" id="{74C2E4C0-7BCD-0DB5-BA4E-F930DDFF2B6D}"/>
              </a:ext>
            </a:extLst>
          </p:cNvPr>
          <p:cNvSpPr>
            <a:spLocks noGrp="1"/>
          </p:cNvSpPr>
          <p:nvPr>
            <p:ph idx="1"/>
          </p:nvPr>
        </p:nvSpPr>
        <p:spPr/>
        <p:txBody>
          <a:bodyPr/>
          <a:lstStyle/>
          <a:p>
            <a:pPr>
              <a:buFont typeface="Wingdings" panose="05000000000000000000" pitchFamily="2" charset="2"/>
              <a:buChar char="u"/>
            </a:pPr>
            <a:r>
              <a:rPr lang="zh-CN" altLang="en-US" dirty="0"/>
              <a:t>两个</a:t>
            </a:r>
            <a:r>
              <a:rPr lang="en-US" altLang="zh-CN" dirty="0"/>
              <a:t>handle</a:t>
            </a:r>
            <a:r>
              <a:rPr lang="zh-CN" altLang="en-US" dirty="0"/>
              <a:t>：</a:t>
            </a:r>
          </a:p>
          <a:p>
            <a:pPr marL="0" indent="0">
              <a:buNone/>
            </a:pPr>
            <a:r>
              <a:rPr lang="zh-CN" altLang="en-US" dirty="0"/>
              <a:t>     如果</a:t>
            </a:r>
            <a:r>
              <a:rPr lang="en-US" altLang="zh-CN" dirty="0" err="1"/>
              <a:t>tpmKey</a:t>
            </a:r>
            <a:r>
              <a:rPr lang="zh-CN" altLang="en-US" dirty="0"/>
              <a:t>是</a:t>
            </a:r>
            <a:r>
              <a:rPr lang="en-US" altLang="zh-CN" dirty="0"/>
              <a:t>TPM_RH_NULL</a:t>
            </a:r>
            <a:r>
              <a:rPr lang="zh-CN" altLang="en-US" dirty="0"/>
              <a:t>，那么这个会话是未加盐的会话；否则，就是加盐的会话，并且</a:t>
            </a:r>
            <a:r>
              <a:rPr lang="en-US" altLang="zh-CN" dirty="0" err="1"/>
              <a:t>encryptedSalt</a:t>
            </a:r>
            <a:r>
              <a:rPr lang="zh-CN" altLang="en-US" dirty="0"/>
              <a:t>参数将会被</a:t>
            </a:r>
            <a:r>
              <a:rPr lang="en-US" altLang="zh-CN" dirty="0"/>
              <a:t>TPM</a:t>
            </a:r>
            <a:r>
              <a:rPr lang="zh-CN" altLang="en-US" dirty="0"/>
              <a:t>解密然后拿到</a:t>
            </a:r>
            <a:r>
              <a:rPr lang="en-US" altLang="zh-CN" dirty="0"/>
              <a:t>salt</a:t>
            </a:r>
            <a:r>
              <a:rPr lang="zh-CN" altLang="en-US" dirty="0"/>
              <a:t>值来增加熵值。</a:t>
            </a:r>
            <a:r>
              <a:rPr lang="en-US" altLang="zh-CN" dirty="0"/>
              <a:t>TPM</a:t>
            </a:r>
            <a:r>
              <a:rPr lang="zh-CN" altLang="en-US" dirty="0"/>
              <a:t>使用</a:t>
            </a:r>
            <a:r>
              <a:rPr lang="en-US" altLang="zh-CN" dirty="0" err="1"/>
              <a:t>tpmKey</a:t>
            </a:r>
            <a:r>
              <a:rPr lang="zh-CN" altLang="en-US" dirty="0"/>
              <a:t>这个</a:t>
            </a:r>
            <a:r>
              <a:rPr lang="en-US" altLang="zh-CN" dirty="0"/>
              <a:t>handle</a:t>
            </a:r>
            <a:r>
              <a:rPr lang="zh-CN" altLang="en-US" dirty="0"/>
              <a:t>指向的已加载密钥来解密</a:t>
            </a:r>
            <a:r>
              <a:rPr lang="en-US" altLang="zh-CN" dirty="0" err="1"/>
              <a:t>encryptSalt</a:t>
            </a:r>
            <a:r>
              <a:rPr lang="zh-CN" altLang="en-US" dirty="0"/>
              <a:t>。</a:t>
            </a:r>
          </a:p>
          <a:p>
            <a:pPr marL="0" indent="0">
              <a:buNone/>
            </a:pPr>
            <a:r>
              <a:rPr lang="zh-CN" altLang="en-US" dirty="0"/>
              <a:t>     如果</a:t>
            </a:r>
            <a:r>
              <a:rPr lang="en-US" altLang="zh-CN" dirty="0"/>
              <a:t>bind</a:t>
            </a:r>
            <a:r>
              <a:rPr lang="zh-CN" altLang="en-US" dirty="0"/>
              <a:t>是</a:t>
            </a:r>
            <a:r>
              <a:rPr lang="en-US" altLang="zh-CN" dirty="0"/>
              <a:t>TPM_RH_NULL</a:t>
            </a:r>
            <a:r>
              <a:rPr lang="zh-CN" altLang="en-US" dirty="0"/>
              <a:t>，那么这个会话就是</a:t>
            </a:r>
            <a:r>
              <a:rPr lang="en-US" altLang="zh-CN" dirty="0"/>
              <a:t>unbound</a:t>
            </a:r>
            <a:r>
              <a:rPr lang="zh-CN" altLang="en-US" dirty="0"/>
              <a:t>会话。否则，就是一个</a:t>
            </a:r>
            <a:r>
              <a:rPr lang="en-US" altLang="zh-CN" dirty="0"/>
              <a:t>bound</a:t>
            </a:r>
            <a:r>
              <a:rPr lang="zh-CN" altLang="en-US" dirty="0"/>
              <a:t>会话，并且</a:t>
            </a:r>
            <a:r>
              <a:rPr lang="en-US" altLang="zh-CN" dirty="0"/>
              <a:t>bind</a:t>
            </a:r>
            <a:r>
              <a:rPr lang="zh-CN" altLang="en-US" dirty="0"/>
              <a:t>指向的实体的</a:t>
            </a:r>
            <a:r>
              <a:rPr lang="en-US" altLang="zh-CN" dirty="0" err="1"/>
              <a:t>authValue</a:t>
            </a:r>
            <a:r>
              <a:rPr lang="zh-CN" altLang="en-US" dirty="0"/>
              <a:t>将会和</a:t>
            </a:r>
            <a:r>
              <a:rPr lang="en-US" altLang="zh-CN" dirty="0"/>
              <a:t>K</a:t>
            </a:r>
            <a:r>
              <a:rPr lang="zh-CN" altLang="en-US" dirty="0"/>
              <a:t>的</a:t>
            </a:r>
            <a:r>
              <a:rPr lang="en-US" altLang="zh-CN" dirty="0"/>
              <a:t>salt</a:t>
            </a:r>
            <a:r>
              <a:rPr lang="zh-CN" altLang="en-US" dirty="0"/>
              <a:t>值连接，</a:t>
            </a:r>
            <a:r>
              <a:rPr lang="en-US" altLang="zh-CN" dirty="0"/>
              <a:t>K</a:t>
            </a:r>
            <a:r>
              <a:rPr lang="zh-CN" altLang="en-US" dirty="0"/>
              <a:t>是用于计算</a:t>
            </a:r>
            <a:r>
              <a:rPr lang="en-US" altLang="zh-CN" dirty="0" err="1"/>
              <a:t>sessionKey</a:t>
            </a:r>
            <a:r>
              <a:rPr lang="zh-CN" altLang="en-US" dirty="0"/>
              <a:t>的</a:t>
            </a:r>
            <a:r>
              <a:rPr lang="en-US" altLang="zh-CN" dirty="0"/>
              <a:t>HMAC</a:t>
            </a:r>
            <a:r>
              <a:rPr lang="zh-CN" altLang="en-US" dirty="0"/>
              <a:t>密钥。</a:t>
            </a:r>
          </a:p>
          <a:p>
            <a:pPr marL="0" indent="0">
              <a:buNone/>
            </a:pPr>
            <a:endParaRPr lang="zh-CN" altLang="en-US" dirty="0"/>
          </a:p>
        </p:txBody>
      </p:sp>
      <p:sp>
        <p:nvSpPr>
          <p:cNvPr id="4" name="灯片编号占位符 3">
            <a:extLst>
              <a:ext uri="{FF2B5EF4-FFF2-40B4-BE49-F238E27FC236}">
                <a16:creationId xmlns:a16="http://schemas.microsoft.com/office/drawing/2014/main" id="{42BC9907-9E72-3F21-EACB-C8B63F4D11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12726602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7F6F2-D2CA-E0D5-C018-63228FA65EEA}"/>
              </a:ext>
            </a:extLst>
          </p:cNvPr>
          <p:cNvSpPr>
            <a:spLocks noGrp="1"/>
          </p:cNvSpPr>
          <p:nvPr>
            <p:ph type="title"/>
          </p:nvPr>
        </p:nvSpPr>
        <p:spPr>
          <a:xfrm>
            <a:off x="61175" y="182562"/>
            <a:ext cx="6644425" cy="639763"/>
          </a:xfrm>
        </p:spPr>
        <p:txBody>
          <a:bodyPr/>
          <a:lstStyle/>
          <a:p>
            <a:r>
              <a:rPr lang="en-US" altLang="zh-CN" dirty="0"/>
              <a:t>TPM2_StartAuthSession</a:t>
            </a:r>
            <a:r>
              <a:rPr lang="zh-CN" altLang="en-US" dirty="0"/>
              <a:t>命令特点</a:t>
            </a:r>
          </a:p>
        </p:txBody>
      </p:sp>
      <p:sp>
        <p:nvSpPr>
          <p:cNvPr id="3" name="内容占位符 2">
            <a:extLst>
              <a:ext uri="{FF2B5EF4-FFF2-40B4-BE49-F238E27FC236}">
                <a16:creationId xmlns:a16="http://schemas.microsoft.com/office/drawing/2014/main" id="{74C2E4C0-7BCD-0DB5-BA4E-F930DDFF2B6D}"/>
              </a:ext>
            </a:extLst>
          </p:cNvPr>
          <p:cNvSpPr>
            <a:spLocks noGrp="1"/>
          </p:cNvSpPr>
          <p:nvPr>
            <p:ph idx="1"/>
          </p:nvPr>
        </p:nvSpPr>
        <p:spPr/>
        <p:txBody>
          <a:bodyPr/>
          <a:lstStyle/>
          <a:p>
            <a:pPr>
              <a:buFont typeface="Wingdings" panose="05000000000000000000" pitchFamily="2" charset="2"/>
              <a:buChar char="u"/>
            </a:pPr>
            <a:r>
              <a:rPr lang="zh-CN" altLang="en-US" dirty="0"/>
              <a:t>五个参数：</a:t>
            </a:r>
          </a:p>
          <a:p>
            <a:pPr marL="0" indent="0">
              <a:buNone/>
            </a:pPr>
            <a:r>
              <a:rPr lang="en-US" altLang="zh-CN" dirty="0"/>
              <a:t>     </a:t>
            </a:r>
            <a:r>
              <a:rPr lang="en-US" altLang="zh-CN" dirty="0" err="1"/>
              <a:t>nonceCaller</a:t>
            </a:r>
            <a:r>
              <a:rPr lang="zh-CN" altLang="en-US" dirty="0"/>
              <a:t>是第一个随机数，它由调用者设置。这个随机数也决定了后面由</a:t>
            </a:r>
            <a:r>
              <a:rPr lang="en-US" altLang="zh-CN" dirty="0"/>
              <a:t>TPM</a:t>
            </a:r>
            <a:r>
              <a:rPr lang="zh-CN" altLang="en-US" dirty="0"/>
              <a:t>返回的随机数的大小。</a:t>
            </a:r>
            <a:endParaRPr lang="en-US" altLang="zh-CN" dirty="0"/>
          </a:p>
          <a:p>
            <a:pPr marL="0" indent="0">
              <a:buNone/>
            </a:pPr>
            <a:r>
              <a:rPr lang="en-US" altLang="zh-CN" dirty="0"/>
              <a:t>    </a:t>
            </a:r>
            <a:r>
              <a:rPr lang="zh-CN" altLang="en-US" dirty="0"/>
              <a:t> </a:t>
            </a:r>
            <a:r>
              <a:rPr lang="en-US" altLang="zh-CN" dirty="0" err="1"/>
              <a:t>encryptedSalt</a:t>
            </a:r>
            <a:r>
              <a:rPr lang="zh-CN" altLang="en-US" dirty="0"/>
              <a:t>只有在会话是</a:t>
            </a:r>
            <a:r>
              <a:rPr lang="en-US" altLang="zh-CN" dirty="0"/>
              <a:t>salted</a:t>
            </a:r>
            <a:r>
              <a:rPr lang="zh-CN" altLang="en-US" dirty="0"/>
              <a:t>时才会使用，如果会话是</a:t>
            </a:r>
            <a:r>
              <a:rPr lang="en-US" altLang="zh-CN" dirty="0"/>
              <a:t>unsalted</a:t>
            </a:r>
            <a:r>
              <a:rPr lang="zh-CN" altLang="en-US" dirty="0"/>
              <a:t>，这个参数必须是空。</a:t>
            </a:r>
          </a:p>
          <a:p>
            <a:pPr marL="0" indent="0">
              <a:buNone/>
            </a:pPr>
            <a:r>
              <a:rPr lang="zh-CN" altLang="en-US" dirty="0"/>
              <a:t>     </a:t>
            </a:r>
            <a:r>
              <a:rPr lang="en-US" altLang="zh-CN" dirty="0" err="1"/>
              <a:t>sessionType</a:t>
            </a:r>
            <a:r>
              <a:rPr lang="zh-CN" altLang="en-US" dirty="0"/>
              <a:t>决定了会话的类型：</a:t>
            </a:r>
            <a:r>
              <a:rPr lang="en-US" altLang="zh-CN" dirty="0"/>
              <a:t>HMAC</a:t>
            </a:r>
            <a:r>
              <a:rPr lang="zh-CN" altLang="en-US" dirty="0"/>
              <a:t>，</a:t>
            </a:r>
            <a:r>
              <a:rPr lang="en-US" altLang="zh-CN" dirty="0"/>
              <a:t>policy</a:t>
            </a:r>
            <a:r>
              <a:rPr lang="zh-CN" altLang="en-US" dirty="0"/>
              <a:t>，或者</a:t>
            </a:r>
            <a:r>
              <a:rPr lang="en-US" altLang="zh-CN" dirty="0"/>
              <a:t>trial policy</a:t>
            </a:r>
            <a:r>
              <a:rPr lang="zh-CN" altLang="en-US" dirty="0"/>
              <a:t>。</a:t>
            </a:r>
          </a:p>
          <a:p>
            <a:pPr marL="0" indent="0">
              <a:buNone/>
            </a:pPr>
            <a:r>
              <a:rPr lang="zh-CN" altLang="en-US" dirty="0"/>
              <a:t>     </a:t>
            </a:r>
            <a:r>
              <a:rPr lang="en-US" altLang="zh-CN" dirty="0"/>
              <a:t>symmetric</a:t>
            </a:r>
            <a:r>
              <a:rPr lang="zh-CN" altLang="en-US" dirty="0"/>
              <a:t>，当会话被设置成</a:t>
            </a:r>
            <a:r>
              <a:rPr lang="en-US" altLang="zh-CN" dirty="0"/>
              <a:t>encrypt</a:t>
            </a:r>
            <a:r>
              <a:rPr lang="zh-CN" altLang="en-US" dirty="0"/>
              <a:t>或者</a:t>
            </a:r>
            <a:r>
              <a:rPr lang="en-US" altLang="zh-CN" dirty="0"/>
              <a:t>decrypt</a:t>
            </a:r>
            <a:r>
              <a:rPr lang="zh-CN" altLang="en-US" dirty="0"/>
              <a:t>时，它用于指定参数加密的类型。</a:t>
            </a:r>
          </a:p>
          <a:p>
            <a:pPr marL="0" indent="0">
              <a:buNone/>
            </a:pPr>
            <a:r>
              <a:rPr lang="zh-CN" altLang="en-US" dirty="0"/>
              <a:t>     </a:t>
            </a:r>
            <a:r>
              <a:rPr lang="en-US" altLang="zh-CN" dirty="0" err="1"/>
              <a:t>authHash</a:t>
            </a:r>
            <a:r>
              <a:rPr lang="zh-CN" altLang="en-US" dirty="0"/>
              <a:t>是一个算法</a:t>
            </a:r>
            <a:r>
              <a:rPr lang="en-US" altLang="zh-CN" dirty="0"/>
              <a:t>ID</a:t>
            </a:r>
            <a:r>
              <a:rPr lang="zh-CN" altLang="en-US" dirty="0"/>
              <a:t>，这个</a:t>
            </a:r>
            <a:r>
              <a:rPr lang="en-US" altLang="zh-CN" dirty="0"/>
              <a:t>ID</a:t>
            </a:r>
            <a:r>
              <a:rPr lang="zh-CN" altLang="en-US" dirty="0"/>
              <a:t>指定了会话的</a:t>
            </a:r>
            <a:r>
              <a:rPr lang="en-US" altLang="zh-CN" dirty="0"/>
              <a:t>HMAC</a:t>
            </a:r>
            <a:r>
              <a:rPr lang="zh-CN" altLang="en-US" dirty="0"/>
              <a:t>操作所需的哈希算法。</a:t>
            </a:r>
          </a:p>
        </p:txBody>
      </p:sp>
      <p:sp>
        <p:nvSpPr>
          <p:cNvPr id="4" name="灯片编号占位符 3">
            <a:extLst>
              <a:ext uri="{FF2B5EF4-FFF2-40B4-BE49-F238E27FC236}">
                <a16:creationId xmlns:a16="http://schemas.microsoft.com/office/drawing/2014/main" id="{42BC9907-9E72-3F21-EACB-C8B63F4D11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16331179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7F6F2-D2CA-E0D5-C018-63228FA65EEA}"/>
              </a:ext>
            </a:extLst>
          </p:cNvPr>
          <p:cNvSpPr>
            <a:spLocks noGrp="1"/>
          </p:cNvSpPr>
          <p:nvPr>
            <p:ph type="title"/>
          </p:nvPr>
        </p:nvSpPr>
        <p:spPr>
          <a:xfrm>
            <a:off x="61175" y="182562"/>
            <a:ext cx="6644425" cy="639763"/>
          </a:xfrm>
        </p:spPr>
        <p:txBody>
          <a:bodyPr/>
          <a:lstStyle/>
          <a:p>
            <a:r>
              <a:rPr lang="en-US" altLang="zh-CN" dirty="0"/>
              <a:t>TPM2_StartAuthSession</a:t>
            </a:r>
            <a:r>
              <a:rPr lang="zh-CN" altLang="en-US" dirty="0"/>
              <a:t>命令运行</a:t>
            </a:r>
          </a:p>
        </p:txBody>
      </p:sp>
      <p:sp>
        <p:nvSpPr>
          <p:cNvPr id="3" name="内容占位符 2">
            <a:extLst>
              <a:ext uri="{FF2B5EF4-FFF2-40B4-BE49-F238E27FC236}">
                <a16:creationId xmlns:a16="http://schemas.microsoft.com/office/drawing/2014/main" id="{74C2E4C0-7BCD-0DB5-BA4E-F930DDFF2B6D}"/>
              </a:ext>
            </a:extLst>
          </p:cNvPr>
          <p:cNvSpPr>
            <a:spLocks noGrp="1"/>
          </p:cNvSpPr>
          <p:nvPr>
            <p:ph idx="1"/>
          </p:nvPr>
        </p:nvSpPr>
        <p:spPr/>
        <p:txBody>
          <a:bodyPr/>
          <a:lstStyle/>
          <a:p>
            <a:pPr marL="0" indent="0">
              <a:buNone/>
            </a:pPr>
            <a:r>
              <a:rPr lang="en-US" altLang="zh-CN" dirty="0"/>
              <a:t>1</a:t>
            </a:r>
            <a:r>
              <a:rPr lang="zh-CN" altLang="en-US" dirty="0"/>
              <a:t>、当一个会话被启动后，</a:t>
            </a:r>
            <a:r>
              <a:rPr lang="en-US" altLang="zh-CN" dirty="0"/>
              <a:t>TPM</a:t>
            </a:r>
            <a:r>
              <a:rPr lang="zh-CN" altLang="en-US" dirty="0"/>
              <a:t>会处理命令然后创建一个会话</a:t>
            </a:r>
            <a:r>
              <a:rPr lang="en-US" altLang="zh-CN" dirty="0"/>
              <a:t>handle</a:t>
            </a:r>
            <a:r>
              <a:rPr lang="zh-CN" altLang="en-US" dirty="0"/>
              <a:t>，然后计算</a:t>
            </a:r>
            <a:r>
              <a:rPr lang="en-US" altLang="zh-CN" dirty="0" err="1"/>
              <a:t>nonceTPM</a:t>
            </a:r>
            <a:r>
              <a:rPr lang="zh-CN" altLang="en-US" dirty="0"/>
              <a:t>，以及一个会话密钥。这个会话密钥会用于产生</a:t>
            </a:r>
            <a:r>
              <a:rPr lang="en-US" altLang="zh-CN" dirty="0"/>
              <a:t>HMAC</a:t>
            </a:r>
            <a:r>
              <a:rPr lang="zh-CN" altLang="en-US" dirty="0"/>
              <a:t>值，加密命令参数，以及解密命令响应参数。</a:t>
            </a:r>
            <a:endParaRPr lang="en-US" altLang="zh-CN" dirty="0"/>
          </a:p>
          <a:p>
            <a:pPr marL="0" indent="0">
              <a:buNone/>
            </a:pPr>
            <a:endParaRPr lang="en-US" altLang="zh-CN" dirty="0"/>
          </a:p>
          <a:p>
            <a:pPr marL="0" indent="0">
              <a:buNone/>
            </a:pPr>
            <a:r>
              <a:rPr lang="en-US" altLang="zh-CN" dirty="0"/>
              <a:t>2</a:t>
            </a:r>
            <a:r>
              <a:rPr lang="zh-CN" altLang="en-US" dirty="0"/>
              <a:t>、当会话被创建以后，会话密钥就保持不变直到会话结束。会话的</a:t>
            </a:r>
            <a:r>
              <a:rPr lang="en-US" altLang="zh-CN" dirty="0"/>
              <a:t>handle</a:t>
            </a:r>
            <a:r>
              <a:rPr lang="zh-CN" altLang="en-US" dirty="0"/>
              <a:t>和</a:t>
            </a:r>
            <a:r>
              <a:rPr lang="en-US" altLang="zh-CN" dirty="0" err="1"/>
              <a:t>nonceTPM</a:t>
            </a:r>
            <a:r>
              <a:rPr lang="zh-CN" altLang="en-US" dirty="0"/>
              <a:t>将通过命令响应返回。</a:t>
            </a:r>
          </a:p>
        </p:txBody>
      </p:sp>
      <p:sp>
        <p:nvSpPr>
          <p:cNvPr id="4" name="灯片编号占位符 3">
            <a:extLst>
              <a:ext uri="{FF2B5EF4-FFF2-40B4-BE49-F238E27FC236}">
                <a16:creationId xmlns:a16="http://schemas.microsoft.com/office/drawing/2014/main" id="{42BC9907-9E72-3F21-EACB-C8B63F4D11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36636878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7F6F2-D2CA-E0D5-C018-63228FA65EEA}"/>
              </a:ext>
            </a:extLst>
          </p:cNvPr>
          <p:cNvSpPr>
            <a:spLocks noGrp="1"/>
          </p:cNvSpPr>
          <p:nvPr>
            <p:ph type="title"/>
          </p:nvPr>
        </p:nvSpPr>
        <p:spPr>
          <a:xfrm>
            <a:off x="61175" y="182562"/>
            <a:ext cx="6644425" cy="639763"/>
          </a:xfrm>
        </p:spPr>
        <p:txBody>
          <a:bodyPr/>
          <a:lstStyle/>
          <a:p>
            <a:r>
              <a:rPr lang="en-US" altLang="zh-CN" dirty="0"/>
              <a:t>TPM2_StartAuthSession</a:t>
            </a:r>
            <a:r>
              <a:rPr lang="zh-CN" altLang="en-US" dirty="0"/>
              <a:t>命令运行</a:t>
            </a:r>
          </a:p>
        </p:txBody>
      </p:sp>
      <p:sp>
        <p:nvSpPr>
          <p:cNvPr id="3" name="内容占位符 2">
            <a:extLst>
              <a:ext uri="{FF2B5EF4-FFF2-40B4-BE49-F238E27FC236}">
                <a16:creationId xmlns:a16="http://schemas.microsoft.com/office/drawing/2014/main" id="{74C2E4C0-7BCD-0DB5-BA4E-F930DDFF2B6D}"/>
              </a:ext>
            </a:extLst>
          </p:cNvPr>
          <p:cNvSpPr>
            <a:spLocks noGrp="1"/>
          </p:cNvSpPr>
          <p:nvPr>
            <p:ph idx="1"/>
          </p:nvPr>
        </p:nvSpPr>
        <p:spPr/>
        <p:txBody>
          <a:bodyPr/>
          <a:lstStyle/>
          <a:p>
            <a:pPr marL="0" indent="0">
              <a:buNone/>
            </a:pPr>
            <a:r>
              <a:rPr lang="en-US" altLang="zh-CN" dirty="0"/>
              <a:t>3</a:t>
            </a:r>
            <a:r>
              <a:rPr lang="zh-CN" altLang="en-US" dirty="0"/>
              <a:t>、会话密钥将由传递到命令</a:t>
            </a:r>
            <a:r>
              <a:rPr lang="en-US" altLang="zh-CN" dirty="0"/>
              <a:t>TPM2_StartAuthSession</a:t>
            </a:r>
            <a:r>
              <a:rPr lang="zh-CN" altLang="en-US" dirty="0"/>
              <a:t>的参数决定，这些参数包括：</a:t>
            </a:r>
            <a:r>
              <a:rPr lang="en-US" altLang="zh-CN" dirty="0" err="1"/>
              <a:t>tpmKey</a:t>
            </a:r>
            <a:r>
              <a:rPr lang="zh-CN" altLang="en-US" dirty="0"/>
              <a:t>，</a:t>
            </a:r>
            <a:r>
              <a:rPr lang="en-US" altLang="zh-CN" dirty="0"/>
              <a:t>bind</a:t>
            </a:r>
            <a:r>
              <a:rPr lang="zh-CN" altLang="en-US" dirty="0"/>
              <a:t>，</a:t>
            </a:r>
            <a:r>
              <a:rPr lang="en-US" altLang="zh-CN" dirty="0" err="1"/>
              <a:t>encryptedSalt</a:t>
            </a:r>
            <a:r>
              <a:rPr lang="zh-CN" altLang="en-US" dirty="0"/>
              <a:t>，</a:t>
            </a:r>
            <a:r>
              <a:rPr lang="en-US" altLang="zh-CN" dirty="0" err="1"/>
              <a:t>nonceCaller</a:t>
            </a:r>
            <a:r>
              <a:rPr lang="zh-CN" altLang="en-US" dirty="0"/>
              <a:t>，以及</a:t>
            </a:r>
            <a:r>
              <a:rPr lang="en-US" altLang="zh-CN" dirty="0" err="1"/>
              <a:t>authHash</a:t>
            </a:r>
            <a:r>
              <a:rPr lang="zh-CN" altLang="en-US" dirty="0"/>
              <a:t>。命令响应的参数，</a:t>
            </a:r>
            <a:r>
              <a:rPr lang="en-US" altLang="zh-CN" dirty="0" err="1"/>
              <a:t>nonceTPM</a:t>
            </a:r>
            <a:r>
              <a:rPr lang="zh-CN" altLang="en-US" dirty="0"/>
              <a:t>，也被包含在会话密钥中。使用</a:t>
            </a:r>
            <a:r>
              <a:rPr lang="en-US" altLang="zh-CN" dirty="0" err="1"/>
              <a:t>nonceTPM</a:t>
            </a:r>
            <a:r>
              <a:rPr lang="zh-CN" altLang="en-US" dirty="0"/>
              <a:t>来创建会话密钥可以保证使用相同的</a:t>
            </a:r>
            <a:r>
              <a:rPr lang="en-US" altLang="zh-CN" dirty="0" err="1"/>
              <a:t>authValue</a:t>
            </a:r>
            <a:r>
              <a:rPr lang="zh-CN" altLang="en-US" dirty="0"/>
              <a:t>，</a:t>
            </a:r>
            <a:r>
              <a:rPr lang="en-US" altLang="zh-CN" dirty="0"/>
              <a:t>salt</a:t>
            </a:r>
            <a:r>
              <a:rPr lang="zh-CN" altLang="en-US" dirty="0"/>
              <a:t>，以及</a:t>
            </a:r>
            <a:r>
              <a:rPr lang="en-US" altLang="zh-CN" dirty="0" err="1"/>
              <a:t>nonceCaller</a:t>
            </a:r>
            <a:r>
              <a:rPr lang="zh-CN" altLang="en-US" dirty="0"/>
              <a:t>将会产生不同的会话密钥。</a:t>
            </a:r>
            <a:endParaRPr lang="en-US" altLang="zh-CN" dirty="0"/>
          </a:p>
          <a:p>
            <a:pPr marL="0" indent="0">
              <a:buNone/>
            </a:pPr>
            <a:endParaRPr lang="zh-CN" altLang="en-US" dirty="0"/>
          </a:p>
          <a:p>
            <a:pPr marL="0" indent="0">
              <a:buNone/>
            </a:pPr>
            <a:r>
              <a:rPr lang="en-US" altLang="zh-CN" dirty="0"/>
              <a:t>4</a:t>
            </a:r>
            <a:r>
              <a:rPr lang="zh-CN" altLang="en-US" dirty="0"/>
              <a:t>、因为调用命令的应用同样也需要会话密钥，所以应用会使用</a:t>
            </a:r>
            <a:r>
              <a:rPr lang="en-US" altLang="zh-CN" dirty="0" err="1"/>
              <a:t>nonceTPM</a:t>
            </a:r>
            <a:r>
              <a:rPr lang="zh-CN" altLang="en-US" dirty="0"/>
              <a:t>以及其他输入参数复制</a:t>
            </a:r>
            <a:r>
              <a:rPr lang="en-US" altLang="zh-CN" dirty="0"/>
              <a:t>TPM</a:t>
            </a:r>
            <a:r>
              <a:rPr lang="zh-CN" altLang="en-US" dirty="0"/>
              <a:t>的计算过程。到现在为止，会话已经启动了，并且调用者和</a:t>
            </a:r>
            <a:r>
              <a:rPr lang="en-US" altLang="zh-CN" dirty="0"/>
              <a:t>TPM</a:t>
            </a:r>
            <a:r>
              <a:rPr lang="zh-CN" altLang="en-US" dirty="0"/>
              <a:t>都知道会话密钥。</a:t>
            </a:r>
          </a:p>
        </p:txBody>
      </p:sp>
      <p:sp>
        <p:nvSpPr>
          <p:cNvPr id="4" name="灯片编号占位符 3">
            <a:extLst>
              <a:ext uri="{FF2B5EF4-FFF2-40B4-BE49-F238E27FC236}">
                <a16:creationId xmlns:a16="http://schemas.microsoft.com/office/drawing/2014/main" id="{42BC9907-9E72-3F21-EACB-C8B63F4D11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36381417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91434B-78B3-47C8-1A04-F881155C6CEA}"/>
              </a:ext>
            </a:extLst>
          </p:cNvPr>
          <p:cNvSpPr>
            <a:spLocks noGrp="1"/>
          </p:cNvSpPr>
          <p:nvPr>
            <p:ph type="title"/>
          </p:nvPr>
        </p:nvSpPr>
        <p:spPr>
          <a:xfrm>
            <a:off x="0" y="304800"/>
            <a:ext cx="6979276" cy="639763"/>
          </a:xfrm>
        </p:spPr>
        <p:txBody>
          <a:bodyPr/>
          <a:lstStyle/>
          <a:p>
            <a:r>
              <a:rPr lang="en-US" altLang="zh-CN" dirty="0"/>
              <a:t>TPM2_StartAuthSession</a:t>
            </a:r>
            <a:r>
              <a:rPr lang="zh-CN" altLang="en-US" dirty="0"/>
              <a:t>会话强度</a:t>
            </a:r>
          </a:p>
        </p:txBody>
      </p:sp>
      <p:sp>
        <p:nvSpPr>
          <p:cNvPr id="3" name="内容占位符 2">
            <a:extLst>
              <a:ext uri="{FF2B5EF4-FFF2-40B4-BE49-F238E27FC236}">
                <a16:creationId xmlns:a16="http://schemas.microsoft.com/office/drawing/2014/main" id="{D8D31BA6-7F2A-5C5B-7917-CE9D1ED90F95}"/>
              </a:ext>
            </a:extLst>
          </p:cNvPr>
          <p:cNvSpPr>
            <a:spLocks noGrp="1"/>
          </p:cNvSpPr>
          <p:nvPr>
            <p:ph idx="1"/>
          </p:nvPr>
        </p:nvSpPr>
        <p:spPr/>
        <p:txBody>
          <a:bodyPr/>
          <a:lstStyle/>
          <a:p>
            <a:r>
              <a:rPr lang="zh-CN" altLang="en-US" dirty="0"/>
              <a:t>会话密钥的强度是由</a:t>
            </a:r>
            <a:r>
              <a:rPr lang="en-US" altLang="zh-CN" dirty="0"/>
              <a:t>bind</a:t>
            </a:r>
            <a:r>
              <a:rPr lang="zh-CN" altLang="en-US" dirty="0"/>
              <a:t>，</a:t>
            </a:r>
            <a:r>
              <a:rPr lang="en-US" altLang="zh-CN" dirty="0" err="1"/>
              <a:t>tpmKey</a:t>
            </a:r>
            <a:r>
              <a:rPr lang="zh-CN" altLang="en-US" dirty="0"/>
              <a:t>，</a:t>
            </a:r>
            <a:r>
              <a:rPr lang="en-US" altLang="zh-CN" dirty="0" err="1"/>
              <a:t>encryptedSalt</a:t>
            </a:r>
            <a:r>
              <a:rPr lang="zh-CN" altLang="en-US" dirty="0"/>
              <a:t>，</a:t>
            </a:r>
            <a:r>
              <a:rPr lang="en-US" altLang="zh-CN" dirty="0" err="1"/>
              <a:t>nonceCaller</a:t>
            </a:r>
            <a:r>
              <a:rPr lang="zh-CN" altLang="en-US" dirty="0"/>
              <a:t>，以及用于会话的哈希算法共同决定的。</a:t>
            </a:r>
          </a:p>
          <a:p>
            <a:r>
              <a:rPr lang="zh-CN" altLang="en-US" dirty="0"/>
              <a:t>强度最高的会话密钥是通过如下的配置得来的：使用</a:t>
            </a:r>
            <a:r>
              <a:rPr lang="en-US" altLang="zh-CN" dirty="0"/>
              <a:t>bind</a:t>
            </a:r>
            <a:r>
              <a:rPr lang="zh-CN" altLang="en-US" dirty="0"/>
              <a:t>指向一个</a:t>
            </a:r>
            <a:r>
              <a:rPr lang="en-US" altLang="zh-CN" dirty="0"/>
              <a:t>TPM</a:t>
            </a:r>
            <a:r>
              <a:rPr lang="zh-CN" altLang="en-US" dirty="0"/>
              <a:t>实体（意思是这是一个</a:t>
            </a:r>
            <a:r>
              <a:rPr lang="en-US" altLang="zh-CN" dirty="0"/>
              <a:t>bound</a:t>
            </a:r>
            <a:r>
              <a:rPr lang="zh-CN" altLang="en-US" dirty="0"/>
              <a:t>会话），</a:t>
            </a:r>
            <a:r>
              <a:rPr lang="en-US" altLang="zh-CN" dirty="0" err="1"/>
              <a:t>tpmKey</a:t>
            </a:r>
            <a:r>
              <a:rPr lang="zh-CN" altLang="en-US" dirty="0"/>
              <a:t>指向一个已经加载到</a:t>
            </a:r>
            <a:r>
              <a:rPr lang="en-US" altLang="zh-CN" dirty="0"/>
              <a:t>TPM</a:t>
            </a:r>
            <a:r>
              <a:rPr lang="zh-CN" altLang="en-US" dirty="0"/>
              <a:t>的密钥（意思是指这是一个</a:t>
            </a:r>
            <a:r>
              <a:rPr lang="en-US" altLang="zh-CN" dirty="0"/>
              <a:t>salted</a:t>
            </a:r>
            <a:r>
              <a:rPr lang="zh-CN" altLang="en-US" dirty="0"/>
              <a:t>会话），</a:t>
            </a:r>
            <a:r>
              <a:rPr lang="en-US" altLang="zh-CN" dirty="0" err="1"/>
              <a:t>nonceCaller</a:t>
            </a:r>
            <a:r>
              <a:rPr lang="zh-CN" altLang="en-US" dirty="0"/>
              <a:t>的大小设置成哈希算法输出的大小。</a:t>
            </a:r>
          </a:p>
          <a:p>
            <a:r>
              <a:rPr lang="zh-CN" altLang="en-US" dirty="0"/>
              <a:t>如果</a:t>
            </a:r>
            <a:r>
              <a:rPr lang="en-US" altLang="zh-CN" dirty="0"/>
              <a:t>bind</a:t>
            </a:r>
            <a:r>
              <a:rPr lang="zh-CN" altLang="en-US" dirty="0"/>
              <a:t>和</a:t>
            </a:r>
            <a:r>
              <a:rPr lang="en-US" altLang="zh-CN" dirty="0" err="1"/>
              <a:t>tpmKey</a:t>
            </a:r>
            <a:r>
              <a:rPr lang="zh-CN" altLang="en-US" dirty="0"/>
              <a:t>都被设置成</a:t>
            </a:r>
            <a:r>
              <a:rPr lang="en-US" altLang="zh-CN" dirty="0"/>
              <a:t>TPM_RH_NULL</a:t>
            </a:r>
            <a:r>
              <a:rPr lang="zh-CN" altLang="en-US" dirty="0"/>
              <a:t>，那结果就是一个长度为</a:t>
            </a:r>
            <a:r>
              <a:rPr lang="en-US" altLang="zh-CN" dirty="0"/>
              <a:t>0</a:t>
            </a:r>
            <a:r>
              <a:rPr lang="zh-CN" altLang="en-US" dirty="0"/>
              <a:t>的会话密钥</a:t>
            </a:r>
            <a:r>
              <a:rPr lang="en-US" altLang="zh-CN" dirty="0"/>
              <a:t>——</a:t>
            </a:r>
            <a:r>
              <a:rPr lang="zh-CN" altLang="en-US" dirty="0"/>
              <a:t>非常弱的会话密钥。但是，只要实体本身的</a:t>
            </a:r>
            <a:r>
              <a:rPr lang="en-US" altLang="zh-CN" dirty="0" err="1"/>
              <a:t>authValue</a:t>
            </a:r>
            <a:r>
              <a:rPr lang="zh-CN" altLang="en-US" dirty="0"/>
              <a:t>的强度足够高，那</a:t>
            </a:r>
            <a:r>
              <a:rPr lang="en-US" altLang="zh-CN" dirty="0"/>
              <a:t>HMAC</a:t>
            </a:r>
            <a:r>
              <a:rPr lang="zh-CN" altLang="en-US" dirty="0"/>
              <a:t>密钥（实际上就是</a:t>
            </a:r>
            <a:r>
              <a:rPr lang="en-US" altLang="zh-CN" dirty="0" err="1"/>
              <a:t>authValue</a:t>
            </a:r>
            <a:r>
              <a:rPr lang="zh-CN" altLang="en-US" dirty="0"/>
              <a:t>本身）也是足够强的。</a:t>
            </a:r>
          </a:p>
        </p:txBody>
      </p:sp>
      <p:sp>
        <p:nvSpPr>
          <p:cNvPr id="4" name="灯片编号占位符 3">
            <a:extLst>
              <a:ext uri="{FF2B5EF4-FFF2-40B4-BE49-F238E27FC236}">
                <a16:creationId xmlns:a16="http://schemas.microsoft.com/office/drawing/2014/main" id="{4CF0BCFB-AF03-6A96-2A04-247F9207867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16297689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B4440D-7697-568D-2886-B7C20CAAE108}"/>
              </a:ext>
            </a:extLst>
          </p:cNvPr>
          <p:cNvSpPr>
            <a:spLocks noGrp="1"/>
          </p:cNvSpPr>
          <p:nvPr>
            <p:ph type="title"/>
          </p:nvPr>
        </p:nvSpPr>
        <p:spPr>
          <a:xfrm>
            <a:off x="96592" y="228600"/>
            <a:ext cx="6609008" cy="639763"/>
          </a:xfrm>
        </p:spPr>
        <p:txBody>
          <a:bodyPr/>
          <a:lstStyle/>
          <a:p>
            <a:r>
              <a:rPr lang="en-US" altLang="zh-CN" dirty="0"/>
              <a:t>TPM2_StartAuthSession</a:t>
            </a:r>
            <a:r>
              <a:rPr lang="zh-CN" altLang="en-US" dirty="0"/>
              <a:t>会话强度</a:t>
            </a:r>
          </a:p>
        </p:txBody>
      </p:sp>
      <p:sp>
        <p:nvSpPr>
          <p:cNvPr id="3" name="内容占位符 2">
            <a:extLst>
              <a:ext uri="{FF2B5EF4-FFF2-40B4-BE49-F238E27FC236}">
                <a16:creationId xmlns:a16="http://schemas.microsoft.com/office/drawing/2014/main" id="{51B270A6-A9FB-4DAF-658E-66B13B39BF1C}"/>
              </a:ext>
            </a:extLst>
          </p:cNvPr>
          <p:cNvSpPr>
            <a:spLocks noGrp="1"/>
          </p:cNvSpPr>
          <p:nvPr>
            <p:ph idx="1"/>
          </p:nvPr>
        </p:nvSpPr>
        <p:spPr/>
        <p:txBody>
          <a:bodyPr/>
          <a:lstStyle/>
          <a:p>
            <a:r>
              <a:rPr lang="zh-CN" altLang="en-US" dirty="0"/>
              <a:t>会话中参数</a:t>
            </a:r>
            <a:r>
              <a:rPr lang="en-US" altLang="zh-CN" dirty="0" err="1"/>
              <a:t>nonceCaller</a:t>
            </a:r>
            <a:r>
              <a:rPr lang="zh-CN" altLang="en-US" dirty="0"/>
              <a:t>的长度决定了</a:t>
            </a:r>
            <a:r>
              <a:rPr lang="en-US" altLang="zh-CN" dirty="0" err="1"/>
              <a:t>nonceTPM</a:t>
            </a:r>
            <a:r>
              <a:rPr lang="zh-CN" altLang="en-US" dirty="0"/>
              <a:t>的长度。这个随机数越大，会话防止重放攻击的效果就越好。</a:t>
            </a:r>
          </a:p>
          <a:p>
            <a:endParaRPr lang="zh-CN" altLang="en-US" dirty="0"/>
          </a:p>
          <a:p>
            <a:r>
              <a:rPr lang="zh-CN" altLang="en-US" dirty="0"/>
              <a:t>会话密钥和实体的授权值最终将会用于生成会话的</a:t>
            </a:r>
            <a:r>
              <a:rPr lang="en-US" altLang="zh-CN" dirty="0"/>
              <a:t>HMAC</a:t>
            </a:r>
            <a:r>
              <a:rPr lang="zh-CN" altLang="en-US" dirty="0"/>
              <a:t>。所以再次声明，一个高强度的会话密钥和授权值将会带来更好的安全性。</a:t>
            </a:r>
          </a:p>
          <a:p>
            <a:endParaRPr lang="zh-CN" altLang="en-US" dirty="0"/>
          </a:p>
          <a:p>
            <a:r>
              <a:rPr lang="zh-CN" altLang="en-US" dirty="0"/>
              <a:t>调用</a:t>
            </a:r>
            <a:r>
              <a:rPr lang="en-US" altLang="zh-CN" dirty="0"/>
              <a:t>TPM2_StartAuthSession</a:t>
            </a:r>
            <a:r>
              <a:rPr lang="zh-CN" altLang="en-US" dirty="0"/>
              <a:t>的程序员在选择命令参数时需要认真考虑需要什么样的安全属性。</a:t>
            </a:r>
          </a:p>
        </p:txBody>
      </p:sp>
      <p:sp>
        <p:nvSpPr>
          <p:cNvPr id="4" name="灯片编号占位符 3">
            <a:extLst>
              <a:ext uri="{FF2B5EF4-FFF2-40B4-BE49-F238E27FC236}">
                <a16:creationId xmlns:a16="http://schemas.microsoft.com/office/drawing/2014/main" id="{C25C090E-A6F3-321B-88B0-E285B60D1CB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3047610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E6B0F-7607-072A-83E6-C45BCDE2DA4D}"/>
              </a:ext>
            </a:extLst>
          </p:cNvPr>
          <p:cNvSpPr>
            <a:spLocks noGrp="1"/>
          </p:cNvSpPr>
          <p:nvPr>
            <p:ph type="title"/>
          </p:nvPr>
        </p:nvSpPr>
        <p:spPr/>
        <p:txBody>
          <a:bodyPr/>
          <a:lstStyle/>
          <a:p>
            <a:r>
              <a:rPr lang="en-US" altLang="zh-CN" dirty="0"/>
              <a:t>1.8 </a:t>
            </a:r>
            <a:r>
              <a:rPr lang="zh-CN" altLang="en-US" dirty="0"/>
              <a:t>会话变体</a:t>
            </a:r>
          </a:p>
        </p:txBody>
      </p:sp>
      <p:sp>
        <p:nvSpPr>
          <p:cNvPr id="3" name="内容占位符 2">
            <a:extLst>
              <a:ext uri="{FF2B5EF4-FFF2-40B4-BE49-F238E27FC236}">
                <a16:creationId xmlns:a16="http://schemas.microsoft.com/office/drawing/2014/main" id="{461A9C71-15FD-E0B2-58D0-21403EC89181}"/>
              </a:ext>
            </a:extLst>
          </p:cNvPr>
          <p:cNvSpPr>
            <a:spLocks noGrp="1"/>
          </p:cNvSpPr>
          <p:nvPr>
            <p:ph idx="1"/>
          </p:nvPr>
        </p:nvSpPr>
        <p:spPr/>
        <p:txBody>
          <a:bodyPr/>
          <a:lstStyle/>
          <a:p>
            <a:r>
              <a:rPr lang="zh-CN" altLang="en-US" dirty="0"/>
              <a:t>加盐</a:t>
            </a:r>
            <a:r>
              <a:rPr lang="en-US" altLang="zh-CN" dirty="0"/>
              <a:t> vs. </a:t>
            </a:r>
            <a:r>
              <a:rPr lang="zh-CN" altLang="en-US" dirty="0"/>
              <a:t>不加盐</a:t>
            </a:r>
            <a:endParaRPr lang="en-US" altLang="zh-CN" dirty="0"/>
          </a:p>
          <a:p>
            <a:r>
              <a:rPr lang="en-US" altLang="zh-CN" dirty="0"/>
              <a:t>HMAC</a:t>
            </a:r>
            <a:r>
              <a:rPr lang="zh-CN" altLang="en-US" dirty="0"/>
              <a:t>和</a:t>
            </a:r>
            <a:r>
              <a:rPr lang="en-US" altLang="zh-CN" dirty="0"/>
              <a:t>Policy</a:t>
            </a:r>
            <a:r>
              <a:rPr lang="zh-CN" altLang="en-US" dirty="0"/>
              <a:t>会话都可以是加盐或者不加盐。一个加盐的会话会给会话密钥的创建过程增加更多熵值。一个会话是否加盐取决于</a:t>
            </a:r>
            <a:r>
              <a:rPr lang="en-US" altLang="zh-CN" dirty="0"/>
              <a:t>TPM2_StartAuthSession</a:t>
            </a:r>
            <a:r>
              <a:rPr lang="zh-CN" altLang="en-US" dirty="0"/>
              <a:t>的</a:t>
            </a:r>
            <a:r>
              <a:rPr lang="en-US" altLang="zh-CN" dirty="0" err="1"/>
              <a:t>tpmKey</a:t>
            </a:r>
            <a:r>
              <a:rPr lang="zh-CN" altLang="en-US" dirty="0"/>
              <a:t>参数。使用</a:t>
            </a:r>
            <a:r>
              <a:rPr lang="en-US" altLang="zh-CN" dirty="0" err="1"/>
              <a:t>tpmKey</a:t>
            </a:r>
            <a:r>
              <a:rPr lang="zh-CN" altLang="en-US" dirty="0"/>
              <a:t>解密后的盐值会被加入到会话密钥的创建过程中。如果</a:t>
            </a:r>
            <a:r>
              <a:rPr lang="en-US" altLang="zh-CN" dirty="0" err="1"/>
              <a:t>authValue</a:t>
            </a:r>
            <a:r>
              <a:rPr lang="zh-CN" altLang="en-US" dirty="0"/>
              <a:t>的强度很弱，给一个会话加盐有助于防止线下的暴力破解。线下暴力破解是指多次尝试</a:t>
            </a:r>
            <a:r>
              <a:rPr lang="en-US" altLang="zh-CN" dirty="0" err="1"/>
              <a:t>authValue</a:t>
            </a:r>
            <a:r>
              <a:rPr lang="zh-CN" altLang="en-US" dirty="0"/>
              <a:t>的值看是否可以生成正确的</a:t>
            </a:r>
            <a:r>
              <a:rPr lang="en-US" altLang="zh-CN" dirty="0"/>
              <a:t>HMAC</a:t>
            </a:r>
            <a:r>
              <a:rPr lang="zh-CN" altLang="en-US" dirty="0"/>
              <a:t>值。如果破解成功的话，</a:t>
            </a:r>
            <a:r>
              <a:rPr lang="en-US" altLang="zh-CN" dirty="0" err="1"/>
              <a:t>authValue</a:t>
            </a:r>
            <a:r>
              <a:rPr lang="zh-CN" altLang="en-US" dirty="0"/>
              <a:t>就暴露了。给会话加盐会提高这种类型攻击的门槛。</a:t>
            </a:r>
          </a:p>
        </p:txBody>
      </p:sp>
      <p:sp>
        <p:nvSpPr>
          <p:cNvPr id="4" name="灯片编号占位符 3">
            <a:extLst>
              <a:ext uri="{FF2B5EF4-FFF2-40B4-BE49-F238E27FC236}">
                <a16:creationId xmlns:a16="http://schemas.microsoft.com/office/drawing/2014/main" id="{D8973C74-FDE5-8135-805A-22D0D57D3F5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34832991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E6B0F-7607-072A-83E6-C45BCDE2DA4D}"/>
              </a:ext>
            </a:extLst>
          </p:cNvPr>
          <p:cNvSpPr>
            <a:spLocks noGrp="1"/>
          </p:cNvSpPr>
          <p:nvPr>
            <p:ph type="title"/>
          </p:nvPr>
        </p:nvSpPr>
        <p:spPr/>
        <p:txBody>
          <a:bodyPr/>
          <a:lstStyle/>
          <a:p>
            <a:r>
              <a:rPr lang="en-US" altLang="zh-CN" dirty="0"/>
              <a:t>1.8 </a:t>
            </a:r>
            <a:r>
              <a:rPr lang="zh-CN" altLang="en-US" dirty="0"/>
              <a:t>会话变体</a:t>
            </a:r>
          </a:p>
        </p:txBody>
      </p:sp>
      <p:sp>
        <p:nvSpPr>
          <p:cNvPr id="3" name="内容占位符 2">
            <a:extLst>
              <a:ext uri="{FF2B5EF4-FFF2-40B4-BE49-F238E27FC236}">
                <a16:creationId xmlns:a16="http://schemas.microsoft.com/office/drawing/2014/main" id="{461A9C71-15FD-E0B2-58D0-21403EC89181}"/>
              </a:ext>
            </a:extLst>
          </p:cNvPr>
          <p:cNvSpPr>
            <a:spLocks noGrp="1"/>
          </p:cNvSpPr>
          <p:nvPr>
            <p:ph idx="1"/>
          </p:nvPr>
        </p:nvSpPr>
        <p:spPr/>
        <p:txBody>
          <a:bodyPr/>
          <a:lstStyle/>
          <a:p>
            <a:r>
              <a:rPr lang="zh-CN" altLang="en-US" dirty="0"/>
              <a:t>绑定和非绑定</a:t>
            </a:r>
            <a:endParaRPr lang="en-US" altLang="zh-CN" dirty="0"/>
          </a:p>
          <a:p>
            <a:r>
              <a:rPr lang="en-US" altLang="zh-CN" dirty="0"/>
              <a:t>HMAC</a:t>
            </a:r>
            <a:r>
              <a:rPr lang="zh-CN" altLang="en-US" dirty="0"/>
              <a:t>和</a:t>
            </a:r>
            <a:r>
              <a:rPr lang="en-US" altLang="zh-CN" dirty="0"/>
              <a:t>Policy</a:t>
            </a:r>
            <a:r>
              <a:rPr lang="zh-CN" altLang="en-US" dirty="0"/>
              <a:t>会话都可以是绑定或非绑定的。一个绑定会话就意味着会话被“绑定”到一个特定的</a:t>
            </a:r>
            <a:r>
              <a:rPr lang="en-US" altLang="zh-CN" dirty="0"/>
              <a:t>TPM</a:t>
            </a:r>
            <a:r>
              <a:rPr lang="zh-CN" altLang="en-US" dirty="0"/>
              <a:t>实体上，也就是前面提到的“</a:t>
            </a:r>
            <a:r>
              <a:rPr lang="en-US" altLang="zh-CN" dirty="0"/>
              <a:t>bind”</a:t>
            </a:r>
            <a:r>
              <a:rPr lang="zh-CN" altLang="en-US" dirty="0"/>
              <a:t>实体；一个绑定会话通常是用于针对“</a:t>
            </a:r>
            <a:r>
              <a:rPr lang="en-US" altLang="zh-CN" dirty="0"/>
              <a:t>bind”</a:t>
            </a:r>
            <a:r>
              <a:rPr lang="zh-CN" altLang="en-US" dirty="0"/>
              <a:t>实体授权多次动作。绑定实体的授权值用于计算会话密钥，但是之后就不再需要了。从安全的角度来讲，授权值只使用一次是一个优势，因为调用程序不用一直提示用户输入授权值（口令）或者将授权值存储到内存中。</a:t>
            </a:r>
          </a:p>
        </p:txBody>
      </p:sp>
      <p:sp>
        <p:nvSpPr>
          <p:cNvPr id="4" name="灯片编号占位符 3">
            <a:extLst>
              <a:ext uri="{FF2B5EF4-FFF2-40B4-BE49-F238E27FC236}">
                <a16:creationId xmlns:a16="http://schemas.microsoft.com/office/drawing/2014/main" id="{D8973C74-FDE5-8135-805A-22D0D57D3F5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18797140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85971-15F7-5E19-B7BA-6489C3FD2100}"/>
              </a:ext>
            </a:extLst>
          </p:cNvPr>
          <p:cNvSpPr>
            <a:spLocks noGrp="1"/>
          </p:cNvSpPr>
          <p:nvPr>
            <p:ph type="title"/>
          </p:nvPr>
        </p:nvSpPr>
        <p:spPr/>
        <p:txBody>
          <a:bodyPr/>
          <a:lstStyle/>
          <a:p>
            <a:r>
              <a:rPr lang="en-US" altLang="zh-CN" dirty="0"/>
              <a:t>1.8 </a:t>
            </a:r>
            <a:r>
              <a:rPr lang="zh-CN" altLang="en-US" dirty="0"/>
              <a:t>会话变体</a:t>
            </a:r>
          </a:p>
        </p:txBody>
      </p:sp>
      <p:sp>
        <p:nvSpPr>
          <p:cNvPr id="3" name="内容占位符 2">
            <a:extLst>
              <a:ext uri="{FF2B5EF4-FFF2-40B4-BE49-F238E27FC236}">
                <a16:creationId xmlns:a16="http://schemas.microsoft.com/office/drawing/2014/main" id="{304C40AE-B525-A702-0486-5A33F3489035}"/>
              </a:ext>
            </a:extLst>
          </p:cNvPr>
          <p:cNvSpPr>
            <a:spLocks noGrp="1"/>
          </p:cNvSpPr>
          <p:nvPr>
            <p:ph idx="1"/>
          </p:nvPr>
        </p:nvSpPr>
        <p:spPr/>
        <p:txBody>
          <a:bodyPr/>
          <a:lstStyle/>
          <a:p>
            <a:r>
              <a:rPr lang="zh-CN" altLang="en-US" dirty="0"/>
              <a:t>绑定会话还可以用于针对其他实体（非“</a:t>
            </a:r>
            <a:r>
              <a:rPr lang="en-US" altLang="zh-CN" dirty="0"/>
              <a:t>bind”</a:t>
            </a:r>
            <a:r>
              <a:rPr lang="zh-CN" altLang="en-US" dirty="0"/>
              <a:t>实体）的授权，从这个角度来讲，“</a:t>
            </a:r>
            <a:r>
              <a:rPr lang="en-US" altLang="zh-CN" dirty="0"/>
              <a:t>bind”</a:t>
            </a:r>
            <a:r>
              <a:rPr lang="zh-CN" altLang="en-US" dirty="0"/>
              <a:t>实体的</a:t>
            </a:r>
            <a:r>
              <a:rPr lang="en-US" altLang="zh-CN" dirty="0" err="1"/>
              <a:t>authValue</a:t>
            </a:r>
            <a:r>
              <a:rPr lang="zh-CN" altLang="en-US" dirty="0"/>
              <a:t>为会话密钥增加熵值，从而得到更强命令和命令响应参数加解密。</a:t>
            </a:r>
            <a:r>
              <a:rPr lang="en-US" altLang="zh-CN" dirty="0"/>
              <a:t>bind</a:t>
            </a:r>
            <a:r>
              <a:rPr lang="zh-CN" altLang="en-US" dirty="0"/>
              <a:t>实体和将要被授权的实体的授权值都会被加入到</a:t>
            </a:r>
            <a:r>
              <a:rPr lang="en-US" altLang="zh-CN" dirty="0"/>
              <a:t>HMAC</a:t>
            </a:r>
            <a:r>
              <a:rPr lang="zh-CN" altLang="en-US" dirty="0"/>
              <a:t>的计算中。</a:t>
            </a:r>
          </a:p>
          <a:p>
            <a:endParaRPr lang="zh-CN" altLang="en-US" dirty="0"/>
          </a:p>
          <a:p>
            <a:r>
              <a:rPr lang="zh-CN" altLang="en-US" dirty="0">
                <a:solidFill>
                  <a:srgbClr val="FF0000"/>
                </a:solidFill>
              </a:rPr>
              <a:t>一个非绑定会话可以用于授权针对许多不同实体的动作。</a:t>
            </a:r>
            <a:r>
              <a:rPr lang="zh-CN" altLang="en-US" dirty="0"/>
              <a:t>一个</a:t>
            </a:r>
            <a:r>
              <a:rPr lang="en-US" altLang="zh-CN" dirty="0"/>
              <a:t>Policy</a:t>
            </a:r>
            <a:r>
              <a:rPr lang="zh-CN" altLang="en-US" dirty="0"/>
              <a:t>会话通常会被配置成一个非绑定会话。相对于</a:t>
            </a:r>
            <a:r>
              <a:rPr lang="en-US" altLang="zh-CN" dirty="0"/>
              <a:t>Policy</a:t>
            </a:r>
            <a:r>
              <a:rPr lang="zh-CN" altLang="en-US" dirty="0"/>
              <a:t>会话提供的安全性来说，</a:t>
            </a:r>
            <a:r>
              <a:rPr lang="en-US" altLang="zh-CN" dirty="0"/>
              <a:t>HMAC</a:t>
            </a:r>
            <a:r>
              <a:rPr lang="zh-CN" altLang="en-US" dirty="0"/>
              <a:t>值就没有那么重要了，并且使用</a:t>
            </a:r>
            <a:r>
              <a:rPr lang="en-US" altLang="zh-CN" dirty="0"/>
              <a:t>Policy</a:t>
            </a:r>
            <a:r>
              <a:rPr lang="zh-CN" altLang="en-US" dirty="0"/>
              <a:t>会话时不用计算和插入</a:t>
            </a:r>
            <a:r>
              <a:rPr lang="en-US" altLang="zh-CN" dirty="0"/>
              <a:t>HMAC</a:t>
            </a:r>
            <a:r>
              <a:rPr lang="zh-CN" altLang="en-US" dirty="0"/>
              <a:t>值将会让授权变得容易很多。</a:t>
            </a:r>
          </a:p>
        </p:txBody>
      </p:sp>
      <p:sp>
        <p:nvSpPr>
          <p:cNvPr id="4" name="灯片编号占位符 3">
            <a:extLst>
              <a:ext uri="{FF2B5EF4-FFF2-40B4-BE49-F238E27FC236}">
                <a16:creationId xmlns:a16="http://schemas.microsoft.com/office/drawing/2014/main" id="{61F6A922-3C3B-729D-DB30-6EF40B836A3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17740339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7A25A5-FB5B-B65A-A72E-3F2824A22DED}"/>
              </a:ext>
            </a:extLst>
          </p:cNvPr>
          <p:cNvSpPr>
            <a:spLocks noGrp="1"/>
          </p:cNvSpPr>
          <p:nvPr>
            <p:ph type="title"/>
          </p:nvPr>
        </p:nvSpPr>
        <p:spPr/>
        <p:txBody>
          <a:bodyPr/>
          <a:lstStyle/>
          <a:p>
            <a:r>
              <a:rPr lang="en-US" altLang="zh-CN" dirty="0"/>
              <a:t>1.8 </a:t>
            </a:r>
            <a:r>
              <a:rPr lang="zh-CN" altLang="en-US" dirty="0"/>
              <a:t>会话变体</a:t>
            </a:r>
          </a:p>
        </p:txBody>
      </p:sp>
      <p:sp>
        <p:nvSpPr>
          <p:cNvPr id="3" name="内容占位符 2">
            <a:extLst>
              <a:ext uri="{FF2B5EF4-FFF2-40B4-BE49-F238E27FC236}">
                <a16:creationId xmlns:a16="http://schemas.microsoft.com/office/drawing/2014/main" id="{81B6ACF3-11D8-50D3-8ABF-FDF3F9023EC7}"/>
              </a:ext>
            </a:extLst>
          </p:cNvPr>
          <p:cNvSpPr>
            <a:spLocks noGrp="1"/>
          </p:cNvSpPr>
          <p:nvPr>
            <p:ph idx="1"/>
          </p:nvPr>
        </p:nvSpPr>
        <p:spPr/>
        <p:txBody>
          <a:bodyPr/>
          <a:lstStyle/>
          <a:p>
            <a:r>
              <a:rPr lang="zh-CN" altLang="en-US" dirty="0"/>
              <a:t> 不加盐会话：当</a:t>
            </a:r>
            <a:r>
              <a:rPr lang="en-US" altLang="zh-CN" dirty="0"/>
              <a:t>bind</a:t>
            </a:r>
            <a:r>
              <a:rPr lang="zh-CN" altLang="en-US" dirty="0"/>
              <a:t>实体的</a:t>
            </a:r>
            <a:r>
              <a:rPr lang="en-US" altLang="zh-CN" dirty="0" err="1"/>
              <a:t>authValue</a:t>
            </a:r>
            <a:r>
              <a:rPr lang="zh-CN" altLang="en-US" dirty="0"/>
              <a:t>值确实是足够强到可以生成强度很高的会话密钥和加解密密钥时。如果系统管理员可以强制控制口令的强度时，使用一个</a:t>
            </a:r>
            <a:r>
              <a:rPr lang="en-US" altLang="zh-CN" dirty="0"/>
              <a:t>unsalted</a:t>
            </a:r>
            <a:r>
              <a:rPr lang="zh-CN" altLang="en-US" dirty="0"/>
              <a:t>未加盐的会话应该就足够了。</a:t>
            </a:r>
          </a:p>
          <a:p>
            <a:r>
              <a:rPr lang="zh-CN" altLang="en-US" dirty="0"/>
              <a:t> 加盐会话：当</a:t>
            </a:r>
            <a:r>
              <a:rPr lang="en-US" altLang="zh-CN" dirty="0" err="1"/>
              <a:t>authValue</a:t>
            </a:r>
            <a:r>
              <a:rPr lang="zh-CN" altLang="en-US" dirty="0"/>
              <a:t>被认为强度不足以生成安全的会话密钥和加解密密钥时。一个网站可能会向用户请求两种不同的口令：一个是用于加密密钥使用授权，另外一个用于加盐操作。只要使用从密码学上来说足够强的盐值，这两个口令的结合的强度比使用其中一个要强得多。</a:t>
            </a:r>
          </a:p>
        </p:txBody>
      </p:sp>
      <p:sp>
        <p:nvSpPr>
          <p:cNvPr id="4" name="灯片编号占位符 3">
            <a:extLst>
              <a:ext uri="{FF2B5EF4-FFF2-40B4-BE49-F238E27FC236}">
                <a16:creationId xmlns:a16="http://schemas.microsoft.com/office/drawing/2014/main" id="{3F574C86-42E3-47B8-E6DE-B6FE420630A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9306416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AE448-9E20-B3EC-D169-AAD293BF8C6C}"/>
              </a:ext>
            </a:extLst>
          </p:cNvPr>
          <p:cNvSpPr>
            <a:spLocks noGrp="1"/>
          </p:cNvSpPr>
          <p:nvPr>
            <p:ph type="title"/>
          </p:nvPr>
        </p:nvSpPr>
        <p:spPr/>
        <p:txBody>
          <a:bodyPr/>
          <a:lstStyle/>
          <a:p>
            <a:r>
              <a:rPr lang="en-US" altLang="zh-CN" dirty="0"/>
              <a:t>1.9 HMAC</a:t>
            </a:r>
            <a:r>
              <a:rPr lang="zh-CN" altLang="en-US" dirty="0"/>
              <a:t>和策略会话的区别</a:t>
            </a:r>
          </a:p>
        </p:txBody>
      </p:sp>
      <p:sp>
        <p:nvSpPr>
          <p:cNvPr id="3" name="内容占位符 2">
            <a:extLst>
              <a:ext uri="{FF2B5EF4-FFF2-40B4-BE49-F238E27FC236}">
                <a16:creationId xmlns:a16="http://schemas.microsoft.com/office/drawing/2014/main" id="{7D2202CB-A4B4-1371-7ADE-E449F949683A}"/>
              </a:ext>
            </a:extLst>
          </p:cNvPr>
          <p:cNvSpPr>
            <a:spLocks noGrp="1"/>
          </p:cNvSpPr>
          <p:nvPr>
            <p:ph idx="1"/>
          </p:nvPr>
        </p:nvSpPr>
        <p:spPr/>
        <p:txBody>
          <a:bodyPr/>
          <a:lstStyle/>
          <a:p>
            <a:r>
              <a:rPr lang="en-US" altLang="zh-CN" dirty="0"/>
              <a:t>HMAC</a:t>
            </a:r>
            <a:r>
              <a:rPr lang="zh-CN" altLang="en-US" dirty="0"/>
              <a:t>和</a:t>
            </a:r>
            <a:r>
              <a:rPr lang="en-US" altLang="zh-CN" dirty="0"/>
              <a:t>Policy</a:t>
            </a:r>
            <a:r>
              <a:rPr lang="zh-CN" altLang="en-US" dirty="0"/>
              <a:t>会话的主要不同体现在动作授权的方式上。对于使用</a:t>
            </a:r>
            <a:r>
              <a:rPr lang="en-US" altLang="zh-CN" dirty="0"/>
              <a:t>HMAC</a:t>
            </a:r>
            <a:r>
              <a:rPr lang="zh-CN" altLang="en-US" dirty="0"/>
              <a:t>会话发送的命令来说，只有当和命令一起被发送到</a:t>
            </a:r>
            <a:r>
              <a:rPr lang="en-US" altLang="zh-CN" dirty="0"/>
              <a:t>TPM</a:t>
            </a:r>
            <a:r>
              <a:rPr lang="zh-CN" altLang="en-US" dirty="0"/>
              <a:t>的</a:t>
            </a:r>
            <a:r>
              <a:rPr lang="en-US" altLang="zh-CN" dirty="0"/>
              <a:t>HMAC</a:t>
            </a:r>
            <a:r>
              <a:rPr lang="zh-CN" altLang="en-US" dirty="0"/>
              <a:t>值正确时命令才会成功。为了生成一个正确的</a:t>
            </a:r>
            <a:r>
              <a:rPr lang="en-US" altLang="zh-CN" dirty="0"/>
              <a:t>HMAC</a:t>
            </a:r>
            <a:r>
              <a:rPr lang="zh-CN" altLang="en-US" dirty="0"/>
              <a:t>值，命令调用者和</a:t>
            </a:r>
            <a:r>
              <a:rPr lang="en-US" altLang="zh-CN" dirty="0"/>
              <a:t>TPM</a:t>
            </a:r>
            <a:r>
              <a:rPr lang="zh-CN" altLang="en-US" dirty="0"/>
              <a:t>之间需要共享一个秘密信息（</a:t>
            </a:r>
            <a:r>
              <a:rPr lang="en-US" altLang="zh-CN" dirty="0" err="1"/>
              <a:t>authValue</a:t>
            </a:r>
            <a:r>
              <a:rPr lang="zh-CN" altLang="en-US" dirty="0"/>
              <a:t>）。换句话说，计算正确的</a:t>
            </a:r>
            <a:r>
              <a:rPr lang="en-US" altLang="zh-CN" dirty="0"/>
              <a:t>HMAC</a:t>
            </a:r>
            <a:r>
              <a:rPr lang="zh-CN" altLang="en-US" dirty="0"/>
              <a:t>值需要知道会话密钥和实体的</a:t>
            </a:r>
            <a:r>
              <a:rPr lang="en-US" altLang="zh-CN" dirty="0" err="1"/>
              <a:t>authValue</a:t>
            </a:r>
            <a:r>
              <a:rPr lang="zh-CN" altLang="en-US" dirty="0"/>
              <a:t>，这样才能有效地授权实体执行动作。如果不知道会话密钥或者实体的</a:t>
            </a:r>
            <a:r>
              <a:rPr lang="en-US" altLang="zh-CN" dirty="0" err="1"/>
              <a:t>authValue</a:t>
            </a:r>
            <a:r>
              <a:rPr lang="zh-CN" altLang="en-US" dirty="0"/>
              <a:t>，就不能计算正确的</a:t>
            </a:r>
            <a:r>
              <a:rPr lang="en-US" altLang="zh-CN" dirty="0"/>
              <a:t>HMAC</a:t>
            </a:r>
            <a:r>
              <a:rPr lang="zh-CN" altLang="en-US" dirty="0"/>
              <a:t>值，进而导致命令失败。</a:t>
            </a:r>
          </a:p>
        </p:txBody>
      </p:sp>
      <p:sp>
        <p:nvSpPr>
          <p:cNvPr id="4" name="灯片编号占位符 3">
            <a:extLst>
              <a:ext uri="{FF2B5EF4-FFF2-40B4-BE49-F238E27FC236}">
                <a16:creationId xmlns:a16="http://schemas.microsoft.com/office/drawing/2014/main" id="{B2D2F3E2-261A-A112-7EE1-4F5CACDC31F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1490625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AE448-9E20-B3EC-D169-AAD293BF8C6C}"/>
              </a:ext>
            </a:extLst>
          </p:cNvPr>
          <p:cNvSpPr>
            <a:spLocks noGrp="1"/>
          </p:cNvSpPr>
          <p:nvPr>
            <p:ph type="title"/>
          </p:nvPr>
        </p:nvSpPr>
        <p:spPr/>
        <p:txBody>
          <a:bodyPr/>
          <a:lstStyle/>
          <a:p>
            <a:r>
              <a:rPr lang="en-US" altLang="zh-CN" dirty="0"/>
              <a:t>1.9 HMAC</a:t>
            </a:r>
            <a:r>
              <a:rPr lang="zh-CN" altLang="en-US" dirty="0"/>
              <a:t>和策略会话的区别</a:t>
            </a:r>
          </a:p>
        </p:txBody>
      </p:sp>
      <p:sp>
        <p:nvSpPr>
          <p:cNvPr id="3" name="内容占位符 2">
            <a:extLst>
              <a:ext uri="{FF2B5EF4-FFF2-40B4-BE49-F238E27FC236}">
                <a16:creationId xmlns:a16="http://schemas.microsoft.com/office/drawing/2014/main" id="{7D2202CB-A4B4-1371-7ADE-E449F949683A}"/>
              </a:ext>
            </a:extLst>
          </p:cNvPr>
          <p:cNvSpPr>
            <a:spLocks noGrp="1"/>
          </p:cNvSpPr>
          <p:nvPr>
            <p:ph idx="1"/>
          </p:nvPr>
        </p:nvSpPr>
        <p:spPr/>
        <p:txBody>
          <a:bodyPr/>
          <a:lstStyle/>
          <a:p>
            <a:r>
              <a:rPr lang="en-US" altLang="zh-CN" dirty="0"/>
              <a:t>Policy</a:t>
            </a:r>
            <a:r>
              <a:rPr lang="zh-CN" altLang="en-US" dirty="0"/>
              <a:t>会话的授权基于一个正确的</a:t>
            </a:r>
            <a:r>
              <a:rPr lang="en-US" altLang="zh-CN" dirty="0"/>
              <a:t>policy</a:t>
            </a:r>
            <a:r>
              <a:rPr lang="zh-CN" altLang="en-US" dirty="0"/>
              <a:t>命令序列，在许多情况下还有这些命令成功执行所要求的条件。这仅仅是对这个丰富而又复杂的授权方式的简单描述。</a:t>
            </a:r>
            <a:endParaRPr lang="en-US" altLang="zh-CN" dirty="0"/>
          </a:p>
          <a:p>
            <a:r>
              <a:rPr lang="zh-CN" altLang="en-US" dirty="0"/>
              <a:t>在将要授权的命令执行以前需要有一个</a:t>
            </a:r>
            <a:r>
              <a:rPr lang="en-US" altLang="zh-CN" dirty="0"/>
              <a:t>Policy</a:t>
            </a:r>
            <a:r>
              <a:rPr lang="zh-CN" altLang="en-US" dirty="0"/>
              <a:t>命令执行序列。</a:t>
            </a:r>
            <a:r>
              <a:rPr lang="en-US" altLang="zh-CN" dirty="0"/>
              <a:t>TPM</a:t>
            </a:r>
            <a:r>
              <a:rPr lang="zh-CN" altLang="en-US" dirty="0"/>
              <a:t>通过检查</a:t>
            </a:r>
            <a:r>
              <a:rPr lang="en-US" altLang="zh-CN" dirty="0" err="1"/>
              <a:t>policyDigest</a:t>
            </a:r>
            <a:r>
              <a:rPr lang="zh-CN" altLang="en-US" dirty="0"/>
              <a:t>值来确认这个命令执行序列。每一个</a:t>
            </a:r>
            <a:r>
              <a:rPr lang="en-US" altLang="zh-CN" dirty="0"/>
              <a:t>Policy</a:t>
            </a:r>
            <a:r>
              <a:rPr lang="zh-CN" altLang="en-US" dirty="0"/>
              <a:t>命令都会将</a:t>
            </a:r>
            <a:r>
              <a:rPr lang="en-US" altLang="zh-CN" dirty="0"/>
              <a:t>Policy</a:t>
            </a:r>
            <a:r>
              <a:rPr lang="zh-CN" altLang="en-US" dirty="0"/>
              <a:t>相关的数据的哈希扩展到会话的</a:t>
            </a:r>
            <a:r>
              <a:rPr lang="en-US" altLang="zh-CN" dirty="0" err="1"/>
              <a:t>policyDigest</a:t>
            </a:r>
            <a:r>
              <a:rPr lang="zh-CN" altLang="en-US" dirty="0"/>
              <a:t>中。最简单的情况就是，将当前会话的</a:t>
            </a:r>
            <a:r>
              <a:rPr lang="en-US" altLang="zh-CN" dirty="0" err="1"/>
              <a:t>policyDigest</a:t>
            </a:r>
            <a:r>
              <a:rPr lang="zh-CN" altLang="en-US" dirty="0"/>
              <a:t>与被授权实体的</a:t>
            </a:r>
            <a:r>
              <a:rPr lang="en-US" altLang="zh-CN" dirty="0" err="1"/>
              <a:t>policyDigest</a:t>
            </a:r>
            <a:r>
              <a:rPr lang="zh-CN" altLang="en-US" dirty="0"/>
              <a:t>比较，比较的结果用于决定是否授权相应的命令。</a:t>
            </a:r>
          </a:p>
        </p:txBody>
      </p:sp>
      <p:sp>
        <p:nvSpPr>
          <p:cNvPr id="4" name="灯片编号占位符 3">
            <a:extLst>
              <a:ext uri="{FF2B5EF4-FFF2-40B4-BE49-F238E27FC236}">
                <a16:creationId xmlns:a16="http://schemas.microsoft.com/office/drawing/2014/main" id="{B2D2F3E2-261A-A112-7EE1-4F5CACDC31F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32229876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AE448-9E20-B3EC-D169-AAD293BF8C6C}"/>
              </a:ext>
            </a:extLst>
          </p:cNvPr>
          <p:cNvSpPr>
            <a:spLocks noGrp="1"/>
          </p:cNvSpPr>
          <p:nvPr>
            <p:ph type="title"/>
          </p:nvPr>
        </p:nvSpPr>
        <p:spPr/>
        <p:txBody>
          <a:bodyPr/>
          <a:lstStyle/>
          <a:p>
            <a:r>
              <a:rPr lang="en-US" altLang="zh-CN" dirty="0"/>
              <a:t>1.9 HMAC</a:t>
            </a:r>
            <a:r>
              <a:rPr lang="zh-CN" altLang="en-US" dirty="0"/>
              <a:t>和策略会话的区别</a:t>
            </a:r>
          </a:p>
        </p:txBody>
      </p:sp>
      <p:sp>
        <p:nvSpPr>
          <p:cNvPr id="3" name="内容占位符 2">
            <a:extLst>
              <a:ext uri="{FF2B5EF4-FFF2-40B4-BE49-F238E27FC236}">
                <a16:creationId xmlns:a16="http://schemas.microsoft.com/office/drawing/2014/main" id="{7D2202CB-A4B4-1371-7ADE-E449F949683A}"/>
              </a:ext>
            </a:extLst>
          </p:cNvPr>
          <p:cNvSpPr>
            <a:spLocks noGrp="1"/>
          </p:cNvSpPr>
          <p:nvPr>
            <p:ph idx="1"/>
          </p:nvPr>
        </p:nvSpPr>
        <p:spPr/>
        <p:txBody>
          <a:bodyPr/>
          <a:lstStyle/>
          <a:p>
            <a:r>
              <a:rPr lang="zh-CN" altLang="en-US" dirty="0"/>
              <a:t>总结下来就是，</a:t>
            </a:r>
            <a:r>
              <a:rPr lang="en-US" altLang="zh-CN" dirty="0"/>
              <a:t>HAMC</a:t>
            </a:r>
            <a:r>
              <a:rPr lang="zh-CN" altLang="en-US" dirty="0"/>
              <a:t>授权比口令授权更安全，</a:t>
            </a:r>
            <a:r>
              <a:rPr lang="en-US" altLang="zh-CN" dirty="0"/>
              <a:t>Policy</a:t>
            </a:r>
            <a:r>
              <a:rPr lang="zh-CN" altLang="en-US" dirty="0"/>
              <a:t>授权是最丰富也是最复杂的授权。</a:t>
            </a:r>
            <a:r>
              <a:rPr lang="en-US" altLang="zh-CN" dirty="0"/>
              <a:t>HMAC</a:t>
            </a:r>
            <a:r>
              <a:rPr lang="zh-CN" altLang="en-US" dirty="0"/>
              <a:t>授权使用事先完全计算好的</a:t>
            </a:r>
            <a:r>
              <a:rPr lang="en-US" altLang="zh-CN" dirty="0"/>
              <a:t>HMAC</a:t>
            </a:r>
            <a:r>
              <a:rPr lang="zh-CN" altLang="en-US" dirty="0"/>
              <a:t>值作为证明调用者知道授权秘密信息的方式。</a:t>
            </a:r>
            <a:r>
              <a:rPr lang="en-US" altLang="zh-CN" dirty="0"/>
              <a:t>Policy</a:t>
            </a:r>
            <a:r>
              <a:rPr lang="zh-CN" altLang="en-US" dirty="0"/>
              <a:t>授权需要一组</a:t>
            </a:r>
            <a:r>
              <a:rPr lang="en-US" altLang="zh-CN" dirty="0"/>
              <a:t>Policy</a:t>
            </a:r>
            <a:r>
              <a:rPr lang="zh-CN" altLang="en-US" dirty="0"/>
              <a:t>命令以及其所需要的一组特定条件来授权一个动作。对于</a:t>
            </a:r>
            <a:r>
              <a:rPr lang="en-US" altLang="zh-CN" dirty="0"/>
              <a:t>HMAC</a:t>
            </a:r>
            <a:r>
              <a:rPr lang="zh-CN" altLang="en-US" dirty="0"/>
              <a:t>和</a:t>
            </a:r>
            <a:r>
              <a:rPr lang="en-US" altLang="zh-CN" dirty="0"/>
              <a:t>Policy</a:t>
            </a:r>
            <a:r>
              <a:rPr lang="zh-CN" altLang="en-US" dirty="0"/>
              <a:t>授权来说，</a:t>
            </a:r>
            <a:r>
              <a:rPr lang="en-US" altLang="zh-CN" dirty="0"/>
              <a:t>HMAC</a:t>
            </a:r>
            <a:r>
              <a:rPr lang="zh-CN" altLang="en-US" dirty="0"/>
              <a:t>值可以用于保证命令和命令响应的完整性。</a:t>
            </a:r>
          </a:p>
        </p:txBody>
      </p:sp>
      <p:sp>
        <p:nvSpPr>
          <p:cNvPr id="4" name="灯片编号占位符 3">
            <a:extLst>
              <a:ext uri="{FF2B5EF4-FFF2-40B4-BE49-F238E27FC236}">
                <a16:creationId xmlns:a16="http://schemas.microsoft.com/office/drawing/2014/main" id="{B2D2F3E2-261A-A112-7EE1-4F5CACDC31F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spTree>
    <p:extLst>
      <p:ext uri="{BB962C8B-B14F-4D97-AF65-F5344CB8AC3E}">
        <p14:creationId xmlns:p14="http://schemas.microsoft.com/office/powerpoint/2010/main" val="23288106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70F71-39F8-1977-B32D-88A0CF72E4B9}"/>
              </a:ext>
            </a:extLst>
          </p:cNvPr>
          <p:cNvSpPr>
            <a:spLocks noGrp="1"/>
          </p:cNvSpPr>
          <p:nvPr>
            <p:ph type="title"/>
          </p:nvPr>
        </p:nvSpPr>
        <p:spPr/>
        <p:txBody>
          <a:bodyPr/>
          <a:lstStyle/>
          <a:p>
            <a:r>
              <a:rPr lang="en-US" altLang="zh-CN" dirty="0"/>
              <a:t>1.10 HMAC</a:t>
            </a:r>
            <a:r>
              <a:rPr lang="zh-CN" altLang="en-US" dirty="0"/>
              <a:t>授权</a:t>
            </a:r>
          </a:p>
        </p:txBody>
      </p:sp>
      <p:sp>
        <p:nvSpPr>
          <p:cNvPr id="3" name="内容占位符 2">
            <a:extLst>
              <a:ext uri="{FF2B5EF4-FFF2-40B4-BE49-F238E27FC236}">
                <a16:creationId xmlns:a16="http://schemas.microsoft.com/office/drawing/2014/main" id="{7AE9DFC1-2A76-AAFC-CE46-37FAE92A390C}"/>
              </a:ext>
            </a:extLst>
          </p:cNvPr>
          <p:cNvSpPr>
            <a:spLocks noGrp="1"/>
          </p:cNvSpPr>
          <p:nvPr>
            <p:ph idx="1"/>
          </p:nvPr>
        </p:nvSpPr>
        <p:spPr/>
        <p:txBody>
          <a:bodyPr/>
          <a:lstStyle/>
          <a:p>
            <a:r>
              <a:rPr lang="zh-CN" altLang="en-US" dirty="0"/>
              <a:t>创建基于</a:t>
            </a:r>
            <a:r>
              <a:rPr lang="en-US" altLang="zh-CN" dirty="0"/>
              <a:t>HMAC</a:t>
            </a:r>
            <a:r>
              <a:rPr lang="zh-CN" altLang="en-US" dirty="0"/>
              <a:t>授权的实体包括以下几个步骤：</a:t>
            </a:r>
          </a:p>
          <a:p>
            <a:pPr marL="0" indent="0">
              <a:buNone/>
            </a:pPr>
            <a:r>
              <a:rPr lang="en-US" altLang="zh-CN" dirty="0"/>
              <a:t>1. </a:t>
            </a:r>
            <a:r>
              <a:rPr lang="zh-CN" altLang="en-US" dirty="0"/>
              <a:t>创建一个使用授权值的实体，或者修改已有实体的授权值。对于每一个实体来说，这个步骤通常仅仅执行一次。</a:t>
            </a:r>
          </a:p>
          <a:p>
            <a:pPr marL="0" indent="0">
              <a:buNone/>
            </a:pPr>
            <a:r>
              <a:rPr lang="en-US" altLang="zh-CN" dirty="0"/>
              <a:t>2. </a:t>
            </a:r>
            <a:r>
              <a:rPr lang="zh-CN" altLang="en-US" dirty="0"/>
              <a:t>创建一个</a:t>
            </a:r>
            <a:r>
              <a:rPr lang="en-US" altLang="zh-CN" dirty="0"/>
              <a:t>HMAC</a:t>
            </a:r>
            <a:r>
              <a:rPr lang="zh-CN" altLang="en-US" dirty="0"/>
              <a:t>会话。</a:t>
            </a:r>
          </a:p>
          <a:p>
            <a:pPr marL="0" indent="0">
              <a:buNone/>
            </a:pPr>
            <a:r>
              <a:rPr lang="en-US" altLang="zh-CN" dirty="0"/>
              <a:t>3. </a:t>
            </a:r>
            <a:r>
              <a:rPr lang="zh-CN" altLang="en-US" dirty="0"/>
              <a:t>使用</a:t>
            </a:r>
            <a:r>
              <a:rPr lang="en-US" altLang="zh-CN" dirty="0"/>
              <a:t>HMAC</a:t>
            </a:r>
            <a:r>
              <a:rPr lang="zh-CN" altLang="en-US" dirty="0"/>
              <a:t>会话执行基于这个实体的操作。这个操作可以在步骤</a:t>
            </a:r>
            <a:r>
              <a:rPr lang="en-US" altLang="zh-CN" dirty="0"/>
              <a:t>1</a:t>
            </a:r>
            <a:r>
              <a:rPr lang="zh-CN" altLang="en-US" dirty="0"/>
              <a:t>和</a:t>
            </a:r>
            <a:r>
              <a:rPr lang="en-US" altLang="zh-CN" dirty="0"/>
              <a:t>2</a:t>
            </a:r>
            <a:r>
              <a:rPr lang="zh-CN" altLang="en-US" dirty="0"/>
              <a:t>完成之后的任意时间执行，并且可以执行多次。一个</a:t>
            </a:r>
            <a:r>
              <a:rPr lang="en-US" altLang="zh-CN" dirty="0"/>
              <a:t>HMAC</a:t>
            </a:r>
            <a:r>
              <a:rPr lang="zh-CN" altLang="en-US" dirty="0"/>
              <a:t>会话可以用于授权多个动作。</a:t>
            </a:r>
          </a:p>
        </p:txBody>
      </p:sp>
      <p:sp>
        <p:nvSpPr>
          <p:cNvPr id="4" name="灯片编号占位符 3">
            <a:extLst>
              <a:ext uri="{FF2B5EF4-FFF2-40B4-BE49-F238E27FC236}">
                <a16:creationId xmlns:a16="http://schemas.microsoft.com/office/drawing/2014/main" id="{C44DBCB4-5944-09F2-8437-34E30A1E961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spTree>
    <p:extLst>
      <p:ext uri="{BB962C8B-B14F-4D97-AF65-F5344CB8AC3E}">
        <p14:creationId xmlns:p14="http://schemas.microsoft.com/office/powerpoint/2010/main" val="2507993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0FC2BA-1EB9-AE9F-E747-864B12813F11}"/>
              </a:ext>
            </a:extLst>
          </p:cNvPr>
          <p:cNvSpPr>
            <a:spLocks noGrp="1"/>
          </p:cNvSpPr>
          <p:nvPr>
            <p:ph type="title"/>
          </p:nvPr>
        </p:nvSpPr>
        <p:spPr>
          <a:xfrm>
            <a:off x="381000" y="228600"/>
            <a:ext cx="8763000" cy="639763"/>
          </a:xfrm>
        </p:spPr>
        <p:txBody>
          <a:bodyPr/>
          <a:lstStyle/>
          <a:p>
            <a:r>
              <a:rPr lang="en-US" altLang="zh-CN" dirty="0"/>
              <a:t>1.10.1</a:t>
            </a:r>
            <a:r>
              <a:rPr lang="zh-CN" altLang="en-US" dirty="0"/>
              <a:t>修改或者创建一个使用</a:t>
            </a:r>
            <a:r>
              <a:rPr lang="en-US" altLang="zh-CN" dirty="0"/>
              <a:t>HMAC</a:t>
            </a:r>
            <a:r>
              <a:rPr lang="zh-CN" altLang="en-US" dirty="0"/>
              <a:t>授权的实体</a:t>
            </a:r>
          </a:p>
        </p:txBody>
      </p:sp>
      <p:sp>
        <p:nvSpPr>
          <p:cNvPr id="3" name="内容占位符 2">
            <a:extLst>
              <a:ext uri="{FF2B5EF4-FFF2-40B4-BE49-F238E27FC236}">
                <a16:creationId xmlns:a16="http://schemas.microsoft.com/office/drawing/2014/main" id="{5E4F2AEB-EA4B-0CB9-BE04-6939E47B153F}"/>
              </a:ext>
            </a:extLst>
          </p:cNvPr>
          <p:cNvSpPr>
            <a:spLocks noGrp="1"/>
          </p:cNvSpPr>
          <p:nvPr>
            <p:ph idx="1"/>
          </p:nvPr>
        </p:nvSpPr>
        <p:spPr/>
        <p:txBody>
          <a:bodyPr/>
          <a:lstStyle/>
          <a:p>
            <a:r>
              <a:rPr lang="zh-CN" altLang="en-US" dirty="0"/>
              <a:t>为了创建一个实体，选择</a:t>
            </a:r>
            <a:r>
              <a:rPr lang="en-US" altLang="zh-CN" dirty="0" err="1"/>
              <a:t>authValue</a:t>
            </a:r>
            <a:r>
              <a:rPr lang="zh-CN" altLang="en-US" dirty="0"/>
              <a:t>的方法与之前描述的口令授权方式相同。修改已有实体的授权值也是如此。 在这两种操作中，</a:t>
            </a:r>
            <a:r>
              <a:rPr lang="en-US" altLang="zh-CN" dirty="0" err="1"/>
              <a:t>authValue</a:t>
            </a:r>
            <a:r>
              <a:rPr lang="zh-CN" altLang="en-US" dirty="0"/>
              <a:t>是被同等对待的。</a:t>
            </a:r>
          </a:p>
        </p:txBody>
      </p:sp>
      <p:sp>
        <p:nvSpPr>
          <p:cNvPr id="4" name="灯片编号占位符 3">
            <a:extLst>
              <a:ext uri="{FF2B5EF4-FFF2-40B4-BE49-F238E27FC236}">
                <a16:creationId xmlns:a16="http://schemas.microsoft.com/office/drawing/2014/main" id="{84A5CC92-A8F1-02CD-952A-39F1E1AAA6C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spTree>
    <p:extLst>
      <p:ext uri="{BB962C8B-B14F-4D97-AF65-F5344CB8AC3E}">
        <p14:creationId xmlns:p14="http://schemas.microsoft.com/office/powerpoint/2010/main" val="3044702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C0856B-77AB-CCF0-9F63-78EC3C5A98FE}"/>
              </a:ext>
            </a:extLst>
          </p:cNvPr>
          <p:cNvSpPr>
            <a:spLocks noGrp="1"/>
          </p:cNvSpPr>
          <p:nvPr>
            <p:ph type="title"/>
          </p:nvPr>
        </p:nvSpPr>
        <p:spPr/>
        <p:txBody>
          <a:bodyPr/>
          <a:lstStyle/>
          <a:p>
            <a:r>
              <a:rPr lang="en-US" altLang="zh-CN" dirty="0"/>
              <a:t>1.10.2 </a:t>
            </a:r>
            <a:r>
              <a:rPr lang="zh-CN" altLang="en-US" dirty="0"/>
              <a:t>创建一个</a:t>
            </a:r>
            <a:r>
              <a:rPr lang="en-US" altLang="zh-CN" dirty="0"/>
              <a:t>HMAC</a:t>
            </a:r>
            <a:r>
              <a:rPr lang="zh-CN" altLang="en-US" dirty="0"/>
              <a:t>会话</a:t>
            </a:r>
          </a:p>
        </p:txBody>
      </p:sp>
      <p:sp>
        <p:nvSpPr>
          <p:cNvPr id="3" name="内容占位符 2">
            <a:extLst>
              <a:ext uri="{FF2B5EF4-FFF2-40B4-BE49-F238E27FC236}">
                <a16:creationId xmlns:a16="http://schemas.microsoft.com/office/drawing/2014/main" id="{A5F03966-86E3-924F-73F3-2C0965A0DE30}"/>
              </a:ext>
            </a:extLst>
          </p:cNvPr>
          <p:cNvSpPr>
            <a:spLocks noGrp="1"/>
          </p:cNvSpPr>
          <p:nvPr>
            <p:ph idx="1"/>
          </p:nvPr>
        </p:nvSpPr>
        <p:spPr/>
        <p:txBody>
          <a:bodyPr/>
          <a:lstStyle/>
          <a:p>
            <a:r>
              <a:rPr lang="zh-CN" altLang="en-US" dirty="0"/>
              <a:t>一个</a:t>
            </a:r>
            <a:r>
              <a:rPr lang="en-US" altLang="zh-CN" dirty="0"/>
              <a:t>HMAC</a:t>
            </a:r>
            <a:r>
              <a:rPr lang="zh-CN" altLang="en-US" dirty="0"/>
              <a:t>会话是通过将</a:t>
            </a:r>
            <a:r>
              <a:rPr lang="en-US" altLang="zh-CN" dirty="0"/>
              <a:t>TPM2_StartAuthSession</a:t>
            </a:r>
            <a:r>
              <a:rPr lang="zh-CN" altLang="en-US" dirty="0"/>
              <a:t>命令的</a:t>
            </a:r>
            <a:r>
              <a:rPr lang="en-US" altLang="zh-CN" dirty="0" err="1"/>
              <a:t>sessionType</a:t>
            </a:r>
            <a:r>
              <a:rPr lang="zh-CN" altLang="en-US" dirty="0"/>
              <a:t>参数设置成</a:t>
            </a:r>
            <a:r>
              <a:rPr lang="en-US" altLang="zh-CN" dirty="0"/>
              <a:t>TPM_SE_HAMC</a:t>
            </a:r>
            <a:r>
              <a:rPr lang="zh-CN" altLang="en-US" dirty="0"/>
              <a:t>来创建的。当</a:t>
            </a:r>
            <a:r>
              <a:rPr lang="en-US" altLang="zh-CN" dirty="0"/>
              <a:t>HMAC</a:t>
            </a:r>
            <a:r>
              <a:rPr lang="zh-CN" altLang="en-US" dirty="0"/>
              <a:t>会话启动以后，</a:t>
            </a:r>
            <a:r>
              <a:rPr lang="en-US" altLang="zh-CN" dirty="0"/>
              <a:t>TPM</a:t>
            </a:r>
            <a:r>
              <a:rPr lang="zh-CN" altLang="en-US" dirty="0"/>
              <a:t>会根据我们之前的描述创建一个会话密钥。会话密钥是在</a:t>
            </a:r>
            <a:r>
              <a:rPr lang="en-US" altLang="zh-CN" dirty="0"/>
              <a:t>TPM</a:t>
            </a:r>
            <a:r>
              <a:rPr lang="zh-CN" altLang="en-US" dirty="0"/>
              <a:t>内部创建的。</a:t>
            </a:r>
            <a:r>
              <a:rPr lang="en-US" altLang="zh-CN" dirty="0"/>
              <a:t>TPM2_StartAuthSession</a:t>
            </a:r>
            <a:r>
              <a:rPr lang="zh-CN" altLang="en-US" dirty="0"/>
              <a:t>命令返回之后，调用者会重新创建会话密钥，创建这个密钥会使用</a:t>
            </a:r>
            <a:r>
              <a:rPr lang="en-US" altLang="zh-CN" dirty="0"/>
              <a:t>bind</a:t>
            </a:r>
            <a:r>
              <a:rPr lang="zh-CN" altLang="en-US" dirty="0"/>
              <a:t>实体的</a:t>
            </a:r>
            <a:r>
              <a:rPr lang="en-US" altLang="zh-CN" dirty="0" err="1"/>
              <a:t>authValue</a:t>
            </a:r>
            <a:r>
              <a:rPr lang="zh-CN" altLang="en-US" dirty="0"/>
              <a:t>，</a:t>
            </a:r>
            <a:r>
              <a:rPr lang="en-US" altLang="zh-CN" dirty="0"/>
              <a:t>salt</a:t>
            </a:r>
            <a:r>
              <a:rPr lang="zh-CN" altLang="en-US" dirty="0"/>
              <a:t>（盐值），以及通过</a:t>
            </a:r>
            <a:r>
              <a:rPr lang="en-US" altLang="zh-CN" dirty="0"/>
              <a:t>TPM2_StartAuthSession</a:t>
            </a:r>
            <a:r>
              <a:rPr lang="zh-CN" altLang="en-US" dirty="0"/>
              <a:t>发送到</a:t>
            </a:r>
            <a:r>
              <a:rPr lang="en-US" altLang="zh-CN" dirty="0"/>
              <a:t>TPM</a:t>
            </a:r>
            <a:r>
              <a:rPr lang="zh-CN" altLang="en-US" dirty="0"/>
              <a:t>的参数</a:t>
            </a:r>
            <a:r>
              <a:rPr lang="en-US" altLang="zh-CN" dirty="0" err="1"/>
              <a:t>nonceCaller</a:t>
            </a:r>
            <a:r>
              <a:rPr lang="zh-CN" altLang="en-US" dirty="0"/>
              <a:t>，还有</a:t>
            </a:r>
            <a:r>
              <a:rPr lang="en-US" altLang="zh-CN" dirty="0"/>
              <a:t>TPM</a:t>
            </a:r>
            <a:r>
              <a:rPr lang="zh-CN" altLang="en-US" dirty="0"/>
              <a:t>返回的</a:t>
            </a:r>
            <a:r>
              <a:rPr lang="en-US" altLang="zh-CN" dirty="0" err="1"/>
              <a:t>nonceTPM</a:t>
            </a:r>
            <a:r>
              <a:rPr lang="zh-CN" altLang="en-US" dirty="0"/>
              <a:t>。</a:t>
            </a:r>
          </a:p>
        </p:txBody>
      </p:sp>
      <p:sp>
        <p:nvSpPr>
          <p:cNvPr id="4" name="灯片编号占位符 3">
            <a:extLst>
              <a:ext uri="{FF2B5EF4-FFF2-40B4-BE49-F238E27FC236}">
                <a16:creationId xmlns:a16="http://schemas.microsoft.com/office/drawing/2014/main" id="{BC32C511-04B4-83A6-156B-488471A9B1C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37054203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E6998-7188-48F5-3087-FC58BE07BF06}"/>
              </a:ext>
            </a:extLst>
          </p:cNvPr>
          <p:cNvSpPr>
            <a:spLocks noGrp="1"/>
          </p:cNvSpPr>
          <p:nvPr>
            <p:ph type="title"/>
          </p:nvPr>
        </p:nvSpPr>
        <p:spPr>
          <a:xfrm>
            <a:off x="380999" y="228600"/>
            <a:ext cx="6805411" cy="639763"/>
          </a:xfrm>
        </p:spPr>
        <p:txBody>
          <a:bodyPr/>
          <a:lstStyle/>
          <a:p>
            <a:r>
              <a:rPr lang="en-US" altLang="zh-CN" dirty="0"/>
              <a:t>1.10.3 </a:t>
            </a:r>
            <a:r>
              <a:rPr lang="zh-CN" altLang="en-US" dirty="0"/>
              <a:t>使用</a:t>
            </a:r>
            <a:r>
              <a:rPr lang="en-US" altLang="zh-CN" dirty="0"/>
              <a:t>HMAC</a:t>
            </a:r>
            <a:r>
              <a:rPr lang="zh-CN" altLang="en-US" dirty="0"/>
              <a:t>会话对单命令授权</a:t>
            </a:r>
          </a:p>
        </p:txBody>
      </p:sp>
      <p:pic>
        <p:nvPicPr>
          <p:cNvPr id="6" name="内容占位符 5">
            <a:extLst>
              <a:ext uri="{FF2B5EF4-FFF2-40B4-BE49-F238E27FC236}">
                <a16:creationId xmlns:a16="http://schemas.microsoft.com/office/drawing/2014/main" id="{654EC134-7043-206B-E63F-96A4E23E1405}"/>
              </a:ext>
            </a:extLst>
          </p:cNvPr>
          <p:cNvPicPr>
            <a:picLocks noGrp="1" noChangeAspect="1"/>
          </p:cNvPicPr>
          <p:nvPr>
            <p:ph idx="1"/>
          </p:nvPr>
        </p:nvPicPr>
        <p:blipFill>
          <a:blip r:embed="rId2"/>
          <a:stretch>
            <a:fillRect/>
          </a:stretch>
        </p:blipFill>
        <p:spPr>
          <a:xfrm>
            <a:off x="1132645" y="1143000"/>
            <a:ext cx="6896173" cy="5410200"/>
          </a:xfrm>
        </p:spPr>
      </p:pic>
      <p:sp>
        <p:nvSpPr>
          <p:cNvPr id="4" name="灯片编号占位符 3">
            <a:extLst>
              <a:ext uri="{FF2B5EF4-FFF2-40B4-BE49-F238E27FC236}">
                <a16:creationId xmlns:a16="http://schemas.microsoft.com/office/drawing/2014/main" id="{AE137C68-4347-9E73-2B60-A581969D4DE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spTree>
    <p:extLst>
      <p:ext uri="{BB962C8B-B14F-4D97-AF65-F5344CB8AC3E}">
        <p14:creationId xmlns:p14="http://schemas.microsoft.com/office/powerpoint/2010/main" val="24205735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54F77B-35EF-79B5-B36E-8EAE5989A139}"/>
              </a:ext>
            </a:extLst>
          </p:cNvPr>
          <p:cNvSpPr>
            <a:spLocks noGrp="1"/>
          </p:cNvSpPr>
          <p:nvPr>
            <p:ph type="title"/>
          </p:nvPr>
        </p:nvSpPr>
        <p:spPr/>
        <p:txBody>
          <a:bodyPr/>
          <a:lstStyle/>
          <a:p>
            <a:r>
              <a:rPr lang="en-US" altLang="zh-CN" dirty="0"/>
              <a:t>HMAC</a:t>
            </a:r>
            <a:r>
              <a:rPr lang="zh-CN" altLang="en-US" dirty="0"/>
              <a:t>会话单命令授权流程</a:t>
            </a:r>
          </a:p>
        </p:txBody>
      </p:sp>
      <p:sp>
        <p:nvSpPr>
          <p:cNvPr id="3" name="内容占位符 2">
            <a:extLst>
              <a:ext uri="{FF2B5EF4-FFF2-40B4-BE49-F238E27FC236}">
                <a16:creationId xmlns:a16="http://schemas.microsoft.com/office/drawing/2014/main" id="{A8BA0D11-8EF0-B2D6-9DFA-ADFDA45755B7}"/>
              </a:ext>
            </a:extLst>
          </p:cNvPr>
          <p:cNvSpPr>
            <a:spLocks noGrp="1"/>
          </p:cNvSpPr>
          <p:nvPr>
            <p:ph idx="1"/>
          </p:nvPr>
        </p:nvSpPr>
        <p:spPr/>
        <p:txBody>
          <a:bodyPr/>
          <a:lstStyle/>
          <a:p>
            <a:r>
              <a:rPr lang="en-US" altLang="zh-CN" dirty="0"/>
              <a:t>1. </a:t>
            </a:r>
            <a:r>
              <a:rPr lang="zh-CN" altLang="en-US" dirty="0"/>
              <a:t>输入参数被标准化，连接并组织到一个缓冲区中，叫做</a:t>
            </a:r>
            <a:r>
              <a:rPr lang="en-US" altLang="zh-CN" dirty="0" err="1"/>
              <a:t>cpParams</a:t>
            </a:r>
            <a:r>
              <a:rPr lang="zh-CN" altLang="en-US" dirty="0"/>
              <a:t>。示例代码的</a:t>
            </a:r>
            <a:r>
              <a:rPr lang="en-US" altLang="zh-CN" dirty="0"/>
              <a:t>183-185</a:t>
            </a:r>
            <a:r>
              <a:rPr lang="zh-CN" altLang="en-US" dirty="0"/>
              <a:t>行的</a:t>
            </a:r>
            <a:r>
              <a:rPr lang="en-US" altLang="zh-CN" dirty="0"/>
              <a:t>Tss2_Sys_NV_Write_Prepare</a:t>
            </a:r>
            <a:r>
              <a:rPr lang="zh-CN" altLang="en-US" dirty="0"/>
              <a:t>命令会执行这一操作并将</a:t>
            </a:r>
            <a:r>
              <a:rPr lang="en-US" altLang="zh-CN" dirty="0" err="1"/>
              <a:t>cpParams</a:t>
            </a:r>
            <a:r>
              <a:rPr lang="zh-CN" altLang="en-US" dirty="0"/>
              <a:t>缓冲区放置到</a:t>
            </a:r>
            <a:r>
              <a:rPr lang="en-US" altLang="zh-CN" dirty="0" err="1"/>
              <a:t>sysContext</a:t>
            </a:r>
            <a:r>
              <a:rPr lang="zh-CN" altLang="en-US" dirty="0"/>
              <a:t>结构中。</a:t>
            </a:r>
          </a:p>
          <a:p>
            <a:r>
              <a:rPr lang="en-US" altLang="zh-CN" dirty="0"/>
              <a:t>2. </a:t>
            </a:r>
            <a:r>
              <a:rPr lang="zh-CN" altLang="en-US" dirty="0"/>
              <a:t>调用者计算</a:t>
            </a:r>
            <a:r>
              <a:rPr lang="en-US" altLang="zh-CN" dirty="0" err="1"/>
              <a:t>cpHash</a:t>
            </a:r>
            <a:r>
              <a:rPr lang="zh-CN" altLang="en-US" dirty="0"/>
              <a:t>值，这个值是通过对</a:t>
            </a:r>
            <a:r>
              <a:rPr lang="en-US" altLang="zh-CN" dirty="0" err="1"/>
              <a:t>cpParams</a:t>
            </a:r>
            <a:r>
              <a:rPr lang="zh-CN" altLang="en-US" dirty="0"/>
              <a:t>缓冲区中标准化的命令参数做哈希得来的。示例代码的第</a:t>
            </a:r>
            <a:r>
              <a:rPr lang="en-US" altLang="zh-CN" dirty="0"/>
              <a:t>202-205</a:t>
            </a:r>
            <a:r>
              <a:rPr lang="zh-CN" altLang="en-US" dirty="0"/>
              <a:t>行的</a:t>
            </a:r>
            <a:r>
              <a:rPr lang="en-US" altLang="zh-CN" dirty="0" err="1"/>
              <a:t>ComputeCommandHamcs</a:t>
            </a:r>
            <a:r>
              <a:rPr lang="zh-CN" altLang="en-US" dirty="0"/>
              <a:t>函数会执行这样的操作。</a:t>
            </a:r>
          </a:p>
          <a:p>
            <a:r>
              <a:rPr lang="en-US" altLang="zh-CN" dirty="0"/>
              <a:t>3. </a:t>
            </a:r>
            <a:r>
              <a:rPr lang="zh-CN" altLang="en-US" dirty="0"/>
              <a:t>调用者计算命令的</a:t>
            </a:r>
            <a:r>
              <a:rPr lang="en-US" altLang="zh-CN" dirty="0"/>
              <a:t>HMAC</a:t>
            </a:r>
            <a:r>
              <a:rPr lang="zh-CN" altLang="en-US" dirty="0"/>
              <a:t>值。</a:t>
            </a:r>
            <a:r>
              <a:rPr lang="en-US" altLang="zh-CN" dirty="0" err="1"/>
              <a:t>cpHash</a:t>
            </a:r>
            <a:r>
              <a:rPr lang="zh-CN" altLang="en-US" dirty="0"/>
              <a:t>是这个计算的输入参数之一。这个操作同样也是第</a:t>
            </a:r>
            <a:r>
              <a:rPr lang="en-US" altLang="zh-CN" dirty="0"/>
              <a:t>202-205</a:t>
            </a:r>
            <a:r>
              <a:rPr lang="zh-CN" altLang="en-US" dirty="0"/>
              <a:t>行的</a:t>
            </a:r>
            <a:r>
              <a:rPr lang="en-US" altLang="zh-CN" dirty="0" err="1"/>
              <a:t>ComputeCommandHamcs</a:t>
            </a:r>
            <a:r>
              <a:rPr lang="zh-CN" altLang="en-US" dirty="0"/>
              <a:t>函数来做的。</a:t>
            </a:r>
          </a:p>
        </p:txBody>
      </p:sp>
      <p:sp>
        <p:nvSpPr>
          <p:cNvPr id="4" name="灯片编号占位符 3">
            <a:extLst>
              <a:ext uri="{FF2B5EF4-FFF2-40B4-BE49-F238E27FC236}">
                <a16:creationId xmlns:a16="http://schemas.microsoft.com/office/drawing/2014/main" id="{9D41F071-F390-F0C3-B56B-1450AD552FA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34644740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C85E96-E924-6E6C-F57F-E97E3735B92C}"/>
              </a:ext>
            </a:extLst>
          </p:cNvPr>
          <p:cNvSpPr>
            <a:spLocks noGrp="1"/>
          </p:cNvSpPr>
          <p:nvPr>
            <p:ph type="title"/>
          </p:nvPr>
        </p:nvSpPr>
        <p:spPr/>
        <p:txBody>
          <a:bodyPr/>
          <a:lstStyle/>
          <a:p>
            <a:r>
              <a:rPr lang="en-US" altLang="zh-CN" dirty="0"/>
              <a:t>HMAC</a:t>
            </a:r>
            <a:r>
              <a:rPr lang="zh-CN" altLang="en-US" dirty="0"/>
              <a:t>会话单命令授权流程</a:t>
            </a:r>
          </a:p>
        </p:txBody>
      </p:sp>
      <p:sp>
        <p:nvSpPr>
          <p:cNvPr id="3" name="内容占位符 2">
            <a:extLst>
              <a:ext uri="{FF2B5EF4-FFF2-40B4-BE49-F238E27FC236}">
                <a16:creationId xmlns:a16="http://schemas.microsoft.com/office/drawing/2014/main" id="{999AE45C-B61B-C996-678C-8F7A8C85EE11}"/>
              </a:ext>
            </a:extLst>
          </p:cNvPr>
          <p:cNvSpPr>
            <a:spLocks noGrp="1"/>
          </p:cNvSpPr>
          <p:nvPr>
            <p:ph idx="1"/>
          </p:nvPr>
        </p:nvSpPr>
        <p:spPr/>
        <p:txBody>
          <a:bodyPr/>
          <a:lstStyle/>
          <a:p>
            <a:r>
              <a:rPr lang="en-US" altLang="zh-CN" dirty="0"/>
              <a:t>4. </a:t>
            </a:r>
            <a:r>
              <a:rPr lang="zh-CN" altLang="en-US" dirty="0"/>
              <a:t>计算出来的</a:t>
            </a:r>
            <a:r>
              <a:rPr lang="en-US" altLang="zh-CN" dirty="0"/>
              <a:t>HMAC</a:t>
            </a:r>
            <a:r>
              <a:rPr lang="zh-CN" altLang="en-US" dirty="0"/>
              <a:t>值同时还会被</a:t>
            </a:r>
            <a:r>
              <a:rPr lang="en-US" altLang="zh-CN" dirty="0" err="1"/>
              <a:t>ComputeCommandHamcs</a:t>
            </a:r>
            <a:r>
              <a:rPr lang="zh-CN" altLang="en-US" dirty="0"/>
              <a:t>自动地复制到</a:t>
            </a:r>
            <a:r>
              <a:rPr lang="en-US" altLang="zh-CN" dirty="0"/>
              <a:t>HAMC</a:t>
            </a:r>
            <a:r>
              <a:rPr lang="zh-CN" altLang="en-US" dirty="0"/>
              <a:t>会话的</a:t>
            </a:r>
            <a:r>
              <a:rPr lang="en-US" altLang="zh-CN" dirty="0"/>
              <a:t>HMAC</a:t>
            </a:r>
            <a:r>
              <a:rPr lang="zh-CN" altLang="en-US" dirty="0"/>
              <a:t>区域中</a:t>
            </a:r>
            <a:r>
              <a:rPr lang="en-US" altLang="zh-CN" dirty="0"/>
              <a:t>--</a:t>
            </a:r>
            <a:r>
              <a:rPr lang="zh-CN" altLang="en-US" dirty="0"/>
              <a:t>注意一下这个函数的指针类型的参数</a:t>
            </a:r>
            <a:r>
              <a:rPr lang="en-US" altLang="zh-CN" dirty="0" err="1"/>
              <a:t>nvCmdAuths</a:t>
            </a:r>
            <a:r>
              <a:rPr lang="zh-CN" altLang="en-US" dirty="0"/>
              <a:t>。</a:t>
            </a:r>
          </a:p>
          <a:p>
            <a:r>
              <a:rPr lang="en-US" altLang="zh-CN" dirty="0"/>
              <a:t>5. </a:t>
            </a:r>
            <a:r>
              <a:rPr lang="zh-CN" altLang="en-US" dirty="0"/>
              <a:t>完整的命令数据必须被标准化并组织到一个字节流中发送到</a:t>
            </a:r>
            <a:r>
              <a:rPr lang="en-US" altLang="zh-CN" dirty="0"/>
              <a:t>TPM</a:t>
            </a:r>
            <a:r>
              <a:rPr lang="zh-CN" altLang="en-US" dirty="0"/>
              <a:t>设备。这些数据包括命令头，会话，以及命令参数。参考示例代码的</a:t>
            </a:r>
            <a:r>
              <a:rPr lang="en-US" altLang="zh-CN" dirty="0"/>
              <a:t>211-214</a:t>
            </a:r>
            <a:r>
              <a:rPr lang="zh-CN" altLang="en-US" dirty="0"/>
              <a:t>行。</a:t>
            </a:r>
          </a:p>
          <a:p>
            <a:r>
              <a:rPr lang="en-US" altLang="zh-CN" dirty="0"/>
              <a:t>6. </a:t>
            </a:r>
            <a:r>
              <a:rPr lang="zh-CN" altLang="en-US" dirty="0"/>
              <a:t>从</a:t>
            </a:r>
            <a:r>
              <a:rPr lang="en-US" altLang="zh-CN" dirty="0"/>
              <a:t>TPM</a:t>
            </a:r>
            <a:r>
              <a:rPr lang="zh-CN" altLang="en-US" dirty="0"/>
              <a:t>中读取命令响应信息。这同样也是在第</a:t>
            </a:r>
            <a:r>
              <a:rPr lang="en-US" altLang="zh-CN" dirty="0"/>
              <a:t>211-214</a:t>
            </a:r>
            <a:r>
              <a:rPr lang="zh-CN" altLang="en-US" dirty="0"/>
              <a:t>行的一次调用的函数中执行的。</a:t>
            </a:r>
          </a:p>
          <a:p>
            <a:r>
              <a:rPr lang="en-US" altLang="zh-CN" dirty="0"/>
              <a:t>7. </a:t>
            </a:r>
            <a:r>
              <a:rPr lang="zh-CN" altLang="en-US" dirty="0"/>
              <a:t>接收到命令响应以后，调用者计算</a:t>
            </a:r>
            <a:r>
              <a:rPr lang="en-US" altLang="zh-CN" dirty="0" err="1"/>
              <a:t>rpHash</a:t>
            </a:r>
            <a:r>
              <a:rPr lang="zh-CN" altLang="en-US" dirty="0"/>
              <a:t>，也就是经过格式化的命令响应参数的哈希值。第</a:t>
            </a:r>
            <a:r>
              <a:rPr lang="en-US" altLang="zh-CN" dirty="0"/>
              <a:t>224-226</a:t>
            </a:r>
            <a:r>
              <a:rPr lang="zh-CN" altLang="en-US" dirty="0"/>
              <a:t>行的</a:t>
            </a:r>
            <a:r>
              <a:rPr lang="en-US" altLang="zh-CN" dirty="0" err="1"/>
              <a:t>CheckResponseHmacs</a:t>
            </a:r>
            <a:r>
              <a:rPr lang="zh-CN" altLang="en-US" dirty="0"/>
              <a:t>函数会执行这个操作。</a:t>
            </a:r>
          </a:p>
        </p:txBody>
      </p:sp>
      <p:sp>
        <p:nvSpPr>
          <p:cNvPr id="4" name="灯片编号占位符 3">
            <a:extLst>
              <a:ext uri="{FF2B5EF4-FFF2-40B4-BE49-F238E27FC236}">
                <a16:creationId xmlns:a16="http://schemas.microsoft.com/office/drawing/2014/main" id="{2D496F1A-D332-D1DC-D279-8F8F61491F9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Tree>
    <p:extLst>
      <p:ext uri="{BB962C8B-B14F-4D97-AF65-F5344CB8AC3E}">
        <p14:creationId xmlns:p14="http://schemas.microsoft.com/office/powerpoint/2010/main" val="24141634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D6544C-CD65-F9CA-B564-35FDCEE549A1}"/>
              </a:ext>
            </a:extLst>
          </p:cNvPr>
          <p:cNvSpPr>
            <a:spLocks noGrp="1"/>
          </p:cNvSpPr>
          <p:nvPr>
            <p:ph type="title"/>
          </p:nvPr>
        </p:nvSpPr>
        <p:spPr/>
        <p:txBody>
          <a:bodyPr/>
          <a:lstStyle/>
          <a:p>
            <a:r>
              <a:rPr lang="en-US" altLang="zh-CN" dirty="0"/>
              <a:t>HMAC</a:t>
            </a:r>
            <a:r>
              <a:rPr lang="zh-CN" altLang="en-US" dirty="0"/>
              <a:t>会话单命令授权流程</a:t>
            </a:r>
          </a:p>
        </p:txBody>
      </p:sp>
      <p:sp>
        <p:nvSpPr>
          <p:cNvPr id="3" name="内容占位符 2">
            <a:extLst>
              <a:ext uri="{FF2B5EF4-FFF2-40B4-BE49-F238E27FC236}">
                <a16:creationId xmlns:a16="http://schemas.microsoft.com/office/drawing/2014/main" id="{33918984-B6F3-DD93-F6C0-282BB0DB1DEC}"/>
              </a:ext>
            </a:extLst>
          </p:cNvPr>
          <p:cNvSpPr>
            <a:spLocks noGrp="1"/>
          </p:cNvSpPr>
          <p:nvPr>
            <p:ph idx="1"/>
          </p:nvPr>
        </p:nvSpPr>
        <p:spPr/>
        <p:txBody>
          <a:bodyPr/>
          <a:lstStyle/>
          <a:p>
            <a:r>
              <a:rPr lang="en-US" altLang="zh-CN" dirty="0"/>
              <a:t>8. </a:t>
            </a:r>
            <a:r>
              <a:rPr lang="zh-CN" altLang="en-US" dirty="0"/>
              <a:t>调用者计算命令响应的</a:t>
            </a:r>
            <a:r>
              <a:rPr lang="en-US" altLang="zh-CN" dirty="0"/>
              <a:t>HMAC</a:t>
            </a:r>
            <a:r>
              <a:rPr lang="zh-CN" altLang="en-US" dirty="0"/>
              <a:t>值，</a:t>
            </a:r>
            <a:r>
              <a:rPr lang="en-US" altLang="zh-CN" dirty="0" err="1"/>
              <a:t>rpHash</a:t>
            </a:r>
            <a:r>
              <a:rPr lang="zh-CN" altLang="en-US" dirty="0"/>
              <a:t>是这个计算的输入之一。这同样也是第</a:t>
            </a:r>
            <a:r>
              <a:rPr lang="en-US" altLang="zh-CN" dirty="0"/>
              <a:t>224-226</a:t>
            </a:r>
            <a:r>
              <a:rPr lang="zh-CN" altLang="en-US" dirty="0"/>
              <a:t>行的</a:t>
            </a:r>
            <a:r>
              <a:rPr lang="en-US" altLang="zh-CN" dirty="0" err="1"/>
              <a:t>CheckResponseHmacs</a:t>
            </a:r>
            <a:r>
              <a:rPr lang="zh-CN" altLang="en-US" dirty="0"/>
              <a:t>函数来做的。</a:t>
            </a:r>
          </a:p>
          <a:p>
            <a:r>
              <a:rPr lang="en-US" altLang="zh-CN" dirty="0"/>
              <a:t>9. </a:t>
            </a:r>
            <a:r>
              <a:rPr lang="zh-CN" altLang="en-US" dirty="0"/>
              <a:t>调用者比较刚刚计算出的</a:t>
            </a:r>
            <a:r>
              <a:rPr lang="en-US" altLang="zh-CN" dirty="0"/>
              <a:t>HMAC</a:t>
            </a:r>
            <a:r>
              <a:rPr lang="zh-CN" altLang="en-US" dirty="0"/>
              <a:t>和命令响应会话中</a:t>
            </a:r>
            <a:r>
              <a:rPr lang="en-US" altLang="zh-CN" dirty="0"/>
              <a:t>HMAC</a:t>
            </a:r>
            <a:r>
              <a:rPr lang="zh-CN" altLang="en-US" dirty="0"/>
              <a:t>区域的</a:t>
            </a:r>
            <a:r>
              <a:rPr lang="en-US" altLang="zh-CN" dirty="0"/>
              <a:t>HMAC</a:t>
            </a:r>
            <a:r>
              <a:rPr lang="zh-CN" altLang="en-US" dirty="0"/>
              <a:t>值。如果它们不同，那么就认为命令响应参数已经被破坏了，因此这些参数数据都是不可信的。如果两者相同，那就表明命令参数被正确地接收了。这个过程都是由</a:t>
            </a:r>
            <a:r>
              <a:rPr lang="en-US" altLang="zh-CN" dirty="0" err="1"/>
              <a:t>CheckResponseHmacs</a:t>
            </a:r>
            <a:r>
              <a:rPr lang="zh-CN" altLang="en-US" dirty="0"/>
              <a:t>函数来做的。它会计算命令响应的</a:t>
            </a:r>
            <a:r>
              <a:rPr lang="en-US" altLang="zh-CN" dirty="0"/>
              <a:t>HMAC</a:t>
            </a:r>
            <a:r>
              <a:rPr lang="zh-CN" altLang="en-US" dirty="0"/>
              <a:t>值，然后和通过</a:t>
            </a:r>
            <a:r>
              <a:rPr lang="en-US" altLang="zh-CN" dirty="0" err="1"/>
              <a:t>nvRspAuths</a:t>
            </a:r>
            <a:r>
              <a:rPr lang="zh-CN" altLang="en-US" dirty="0"/>
              <a:t>返回的</a:t>
            </a:r>
            <a:r>
              <a:rPr lang="en-US" altLang="zh-CN" dirty="0"/>
              <a:t>HMAC</a:t>
            </a:r>
            <a:r>
              <a:rPr lang="zh-CN" altLang="en-US" dirty="0"/>
              <a:t>值比较。</a:t>
            </a:r>
          </a:p>
        </p:txBody>
      </p:sp>
      <p:sp>
        <p:nvSpPr>
          <p:cNvPr id="4" name="灯片编号占位符 3">
            <a:extLst>
              <a:ext uri="{FF2B5EF4-FFF2-40B4-BE49-F238E27FC236}">
                <a16:creationId xmlns:a16="http://schemas.microsoft.com/office/drawing/2014/main" id="{94D5C4F9-22CC-7087-1D17-87423340C4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spTree>
    <p:extLst>
      <p:ext uri="{BB962C8B-B14F-4D97-AF65-F5344CB8AC3E}">
        <p14:creationId xmlns:p14="http://schemas.microsoft.com/office/powerpoint/2010/main" val="1674692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320E8-A7F9-227E-8EE6-7FB78C67D547}"/>
              </a:ext>
            </a:extLst>
          </p:cNvPr>
          <p:cNvSpPr>
            <a:spLocks noGrp="1"/>
          </p:cNvSpPr>
          <p:nvPr>
            <p:ph type="title"/>
          </p:nvPr>
        </p:nvSpPr>
        <p:spPr/>
        <p:txBody>
          <a:bodyPr/>
          <a:lstStyle/>
          <a:p>
            <a:r>
              <a:rPr lang="en-US" altLang="zh-CN" dirty="0"/>
              <a:t>HMAC</a:t>
            </a:r>
            <a:r>
              <a:rPr lang="zh-CN" altLang="en-US" dirty="0"/>
              <a:t>会话单命令授权流程</a:t>
            </a:r>
          </a:p>
        </p:txBody>
      </p:sp>
      <p:sp>
        <p:nvSpPr>
          <p:cNvPr id="3" name="内容占位符 2">
            <a:extLst>
              <a:ext uri="{FF2B5EF4-FFF2-40B4-BE49-F238E27FC236}">
                <a16:creationId xmlns:a16="http://schemas.microsoft.com/office/drawing/2014/main" id="{6CBE71FE-4364-9D5F-A370-8A1C7E8730EA}"/>
              </a:ext>
            </a:extLst>
          </p:cNvPr>
          <p:cNvSpPr>
            <a:spLocks noGrp="1"/>
          </p:cNvSpPr>
          <p:nvPr>
            <p:ph idx="1"/>
          </p:nvPr>
        </p:nvSpPr>
        <p:spPr/>
        <p:txBody>
          <a:bodyPr/>
          <a:lstStyle/>
          <a:p>
            <a:r>
              <a:rPr lang="en-US" altLang="zh-CN" dirty="0"/>
              <a:t>10. </a:t>
            </a:r>
            <a:r>
              <a:rPr lang="zh-CN" altLang="en-US" dirty="0"/>
              <a:t>如果命令响应的</a:t>
            </a:r>
            <a:r>
              <a:rPr lang="en-US" altLang="zh-CN" dirty="0"/>
              <a:t>HMAC</a:t>
            </a:r>
            <a:r>
              <a:rPr lang="zh-CN" altLang="en-US" dirty="0"/>
              <a:t>正确无误，命令响应的参数就可以被反序列化成</a:t>
            </a:r>
            <a:r>
              <a:rPr lang="en-US" altLang="zh-CN" dirty="0"/>
              <a:t>C</a:t>
            </a:r>
            <a:r>
              <a:rPr lang="zh-CN" altLang="en-US" dirty="0"/>
              <a:t>语言的结构体以供调用者使用；这个过程也是由</a:t>
            </a:r>
            <a:r>
              <a:rPr lang="en-US" altLang="zh-CN" dirty="0"/>
              <a:t>211-214</a:t>
            </a:r>
            <a:r>
              <a:rPr lang="zh-CN" altLang="en-US" dirty="0"/>
              <a:t>行的一次调用函数来执行的。对于这个一次调用的函数来说</a:t>
            </a:r>
            <a:r>
              <a:rPr lang="zh-CN" altLang="en-US"/>
              <a:t>，需要注意的</a:t>
            </a:r>
            <a:r>
              <a:rPr lang="zh-CN" altLang="en-US" dirty="0"/>
              <a:t>是，它会假设</a:t>
            </a:r>
            <a:r>
              <a:rPr lang="en-US" altLang="zh-CN" dirty="0"/>
              <a:t>HMAC</a:t>
            </a:r>
            <a:r>
              <a:rPr lang="zh-CN" altLang="en-US" dirty="0"/>
              <a:t>值是正确的，并直接将参数反序列化。之后，如果命令响应的</a:t>
            </a:r>
            <a:r>
              <a:rPr lang="en-US" altLang="zh-CN" dirty="0"/>
              <a:t>HMAC</a:t>
            </a:r>
            <a:r>
              <a:rPr lang="zh-CN" altLang="en-US" dirty="0"/>
              <a:t>值如果被证明是错的，那就可以忽略已经反序列化的命令响应参数。</a:t>
            </a:r>
          </a:p>
          <a:p>
            <a:endParaRPr lang="zh-CN" altLang="en-US" dirty="0"/>
          </a:p>
        </p:txBody>
      </p:sp>
      <p:sp>
        <p:nvSpPr>
          <p:cNvPr id="4" name="灯片编号占位符 3">
            <a:extLst>
              <a:ext uri="{FF2B5EF4-FFF2-40B4-BE49-F238E27FC236}">
                <a16:creationId xmlns:a16="http://schemas.microsoft.com/office/drawing/2014/main" id="{E20963EE-4CD7-5E88-4BB9-DC725FA3C51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19175337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0D6F5C-B013-6EB6-5F2E-125985752E2E}"/>
              </a:ext>
            </a:extLst>
          </p:cNvPr>
          <p:cNvSpPr>
            <a:spLocks noGrp="1"/>
          </p:cNvSpPr>
          <p:nvPr>
            <p:ph type="title"/>
          </p:nvPr>
        </p:nvSpPr>
        <p:spPr/>
        <p:txBody>
          <a:bodyPr/>
          <a:lstStyle/>
          <a:p>
            <a:r>
              <a:rPr lang="en-US" altLang="zh-CN" dirty="0"/>
              <a:t>1.10.4 HMAC</a:t>
            </a:r>
            <a:r>
              <a:rPr lang="zh-CN" altLang="en-US" dirty="0"/>
              <a:t>会话安全</a:t>
            </a:r>
          </a:p>
        </p:txBody>
      </p:sp>
      <p:sp>
        <p:nvSpPr>
          <p:cNvPr id="3" name="内容占位符 2">
            <a:extLst>
              <a:ext uri="{FF2B5EF4-FFF2-40B4-BE49-F238E27FC236}">
                <a16:creationId xmlns:a16="http://schemas.microsoft.com/office/drawing/2014/main" id="{743820D0-50FE-BC63-FD34-A4CE7F807C1C}"/>
              </a:ext>
            </a:extLst>
          </p:cNvPr>
          <p:cNvSpPr>
            <a:spLocks noGrp="1"/>
          </p:cNvSpPr>
          <p:nvPr>
            <p:ph idx="1"/>
          </p:nvPr>
        </p:nvSpPr>
        <p:spPr/>
        <p:txBody>
          <a:bodyPr/>
          <a:lstStyle/>
          <a:p>
            <a:pPr marL="0" indent="0">
              <a:buNone/>
            </a:pPr>
            <a:r>
              <a:rPr lang="zh-CN" altLang="en-US" dirty="0"/>
              <a:t>本质上来讲，</a:t>
            </a:r>
            <a:r>
              <a:rPr lang="en-US" altLang="zh-CN" dirty="0"/>
              <a:t>TPM</a:t>
            </a:r>
            <a:r>
              <a:rPr lang="zh-CN" altLang="en-US" dirty="0"/>
              <a:t>使用</a:t>
            </a:r>
            <a:r>
              <a:rPr lang="en-US" altLang="zh-CN" dirty="0"/>
              <a:t>HMAC</a:t>
            </a:r>
            <a:r>
              <a:rPr lang="zh-CN" altLang="en-US" dirty="0"/>
              <a:t>会话的三个方面来保证命令的安全性：</a:t>
            </a:r>
          </a:p>
          <a:p>
            <a:r>
              <a:rPr lang="zh-CN" altLang="en-US" dirty="0"/>
              <a:t>会话密钥：与会话密钥绑定的</a:t>
            </a:r>
            <a:r>
              <a:rPr lang="en-US" altLang="zh-CN" dirty="0" err="1"/>
              <a:t>authValue</a:t>
            </a:r>
            <a:r>
              <a:rPr lang="zh-CN" altLang="en-US" dirty="0"/>
              <a:t>和</a:t>
            </a:r>
            <a:r>
              <a:rPr lang="en-US" altLang="zh-CN" dirty="0"/>
              <a:t>salt</a:t>
            </a:r>
            <a:r>
              <a:rPr lang="zh-CN" altLang="en-US" dirty="0"/>
              <a:t>应该是只有调用者和</a:t>
            </a:r>
            <a:r>
              <a:rPr lang="en-US" altLang="zh-CN" dirty="0"/>
              <a:t>TPM</a:t>
            </a:r>
            <a:r>
              <a:rPr lang="zh-CN" altLang="en-US" dirty="0"/>
              <a:t>设备知道的秘密信息。这两个值都是用于计算会话密钥的。不知道这些值的攻击者就不能计算出会话密钥。因为会话密钥用于创建</a:t>
            </a:r>
            <a:r>
              <a:rPr lang="en-US" altLang="zh-CN" dirty="0"/>
              <a:t>HMAC</a:t>
            </a:r>
            <a:r>
              <a:rPr lang="zh-CN" altLang="en-US" dirty="0"/>
              <a:t>密钥，这个特点阻止了中间人攻击。</a:t>
            </a:r>
          </a:p>
          <a:p>
            <a:r>
              <a:rPr lang="en-US" altLang="zh-CN" dirty="0"/>
              <a:t>HMAC</a:t>
            </a:r>
            <a:r>
              <a:rPr lang="zh-CN" altLang="en-US" dirty="0"/>
              <a:t>：会话密钥和实体的</a:t>
            </a:r>
            <a:r>
              <a:rPr lang="en-US" altLang="zh-CN" dirty="0" err="1"/>
              <a:t>authValue</a:t>
            </a:r>
            <a:r>
              <a:rPr lang="zh-CN" altLang="en-US" dirty="0"/>
              <a:t>用于生成</a:t>
            </a:r>
            <a:r>
              <a:rPr lang="en-US" altLang="zh-CN" dirty="0"/>
              <a:t>HMAC</a:t>
            </a:r>
            <a:r>
              <a:rPr lang="zh-CN" altLang="en-US" dirty="0"/>
              <a:t>密钥。将要被授权的实体的</a:t>
            </a:r>
            <a:r>
              <a:rPr lang="en-US" altLang="zh-CN" dirty="0" err="1"/>
              <a:t>authValue</a:t>
            </a:r>
            <a:r>
              <a:rPr lang="zh-CN" altLang="en-US" dirty="0"/>
              <a:t>应该只能被调用者和</a:t>
            </a:r>
            <a:r>
              <a:rPr lang="en-US" altLang="zh-CN" dirty="0"/>
              <a:t>TPM</a:t>
            </a:r>
            <a:r>
              <a:rPr lang="zh-CN" altLang="en-US" dirty="0"/>
              <a:t>知道。因此，这同样又意味着攻击者不能执行中间人攻击。</a:t>
            </a:r>
          </a:p>
        </p:txBody>
      </p:sp>
      <p:sp>
        <p:nvSpPr>
          <p:cNvPr id="4" name="灯片编号占位符 3">
            <a:extLst>
              <a:ext uri="{FF2B5EF4-FFF2-40B4-BE49-F238E27FC236}">
                <a16:creationId xmlns:a16="http://schemas.microsoft.com/office/drawing/2014/main" id="{69CB5EFF-C8BE-29EC-F7EB-8C49DD54277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19260468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848A3-C722-36A7-BBA1-9B1B5604FB2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8CE629A-5475-D2E3-D116-1A997E03EE62}"/>
              </a:ext>
            </a:extLst>
          </p:cNvPr>
          <p:cNvSpPr>
            <a:spLocks noGrp="1"/>
          </p:cNvSpPr>
          <p:nvPr>
            <p:ph idx="1"/>
          </p:nvPr>
        </p:nvSpPr>
        <p:spPr/>
        <p:txBody>
          <a:bodyPr/>
          <a:lstStyle/>
          <a:p>
            <a:r>
              <a:rPr lang="en-US" altLang="zh-CN" dirty="0"/>
              <a:t>Nonces</a:t>
            </a:r>
            <a:r>
              <a:rPr lang="zh-CN" altLang="en-US" dirty="0"/>
              <a:t>：</a:t>
            </a:r>
            <a:r>
              <a:rPr lang="en-US" altLang="zh-CN" dirty="0"/>
              <a:t>nonces</a:t>
            </a:r>
            <a:r>
              <a:rPr lang="zh-CN" altLang="en-US" dirty="0"/>
              <a:t>用于阻止重放攻击。</a:t>
            </a:r>
            <a:r>
              <a:rPr lang="en-US" altLang="zh-CN" dirty="0"/>
              <a:t>HMAC</a:t>
            </a:r>
            <a:r>
              <a:rPr lang="zh-CN" altLang="en-US" dirty="0"/>
              <a:t>计算会包含</a:t>
            </a:r>
            <a:r>
              <a:rPr lang="en-US" altLang="zh-CN" dirty="0"/>
              <a:t>nonce</a:t>
            </a:r>
            <a:r>
              <a:rPr lang="zh-CN" altLang="en-US" dirty="0"/>
              <a:t>值，如果</a:t>
            </a:r>
            <a:r>
              <a:rPr lang="en-US" altLang="zh-CN" dirty="0"/>
              <a:t>nonce</a:t>
            </a:r>
            <a:r>
              <a:rPr lang="zh-CN" altLang="en-US" dirty="0"/>
              <a:t>值不正确的话就没办法计算出正确的</a:t>
            </a:r>
            <a:r>
              <a:rPr lang="en-US" altLang="zh-CN" dirty="0"/>
              <a:t>HMAC</a:t>
            </a:r>
            <a:r>
              <a:rPr lang="zh-CN" altLang="en-US" dirty="0"/>
              <a:t>值。又因为</a:t>
            </a:r>
            <a:r>
              <a:rPr lang="en-US" altLang="zh-CN" dirty="0"/>
              <a:t>nonce</a:t>
            </a:r>
            <a:r>
              <a:rPr lang="zh-CN" altLang="en-US" dirty="0"/>
              <a:t>值是一直在变化的，所以一次命令的字节流是不能被重复执行的。</a:t>
            </a:r>
            <a:endParaRPr lang="en-US" altLang="zh-CN" dirty="0"/>
          </a:p>
          <a:p>
            <a:endParaRPr lang="zh-CN" altLang="en-US" dirty="0"/>
          </a:p>
          <a:p>
            <a:r>
              <a:rPr lang="zh-CN" altLang="en-US" dirty="0"/>
              <a:t>只要合理地维护绑定实体的</a:t>
            </a:r>
            <a:r>
              <a:rPr lang="en-US" altLang="zh-CN" dirty="0" err="1"/>
              <a:t>authValue</a:t>
            </a:r>
            <a:r>
              <a:rPr lang="zh-CN" altLang="en-US" dirty="0"/>
              <a:t>，</a:t>
            </a:r>
            <a:r>
              <a:rPr lang="en-US" altLang="zh-CN" dirty="0"/>
              <a:t>salt</a:t>
            </a:r>
            <a:r>
              <a:rPr lang="zh-CN" altLang="en-US" dirty="0"/>
              <a:t>，以及被授权实体的</a:t>
            </a:r>
            <a:r>
              <a:rPr lang="en-US" altLang="zh-CN" dirty="0" err="1"/>
              <a:t>authValue</a:t>
            </a:r>
            <a:r>
              <a:rPr lang="zh-CN" altLang="en-US" dirty="0"/>
              <a:t>，攻击者就不能对这个实体</a:t>
            </a:r>
            <a:r>
              <a:rPr lang="zh-CN" altLang="en-US"/>
              <a:t>进行授权，然后一直变化的</a:t>
            </a:r>
            <a:r>
              <a:rPr lang="en-US" altLang="zh-CN" dirty="0"/>
              <a:t>nonce</a:t>
            </a:r>
            <a:r>
              <a:rPr lang="zh-CN" altLang="en-US" dirty="0"/>
              <a:t>值又可以阻止重放攻击。</a:t>
            </a:r>
          </a:p>
        </p:txBody>
      </p:sp>
      <p:sp>
        <p:nvSpPr>
          <p:cNvPr id="4" name="灯片编号占位符 3">
            <a:extLst>
              <a:ext uri="{FF2B5EF4-FFF2-40B4-BE49-F238E27FC236}">
                <a16:creationId xmlns:a16="http://schemas.microsoft.com/office/drawing/2014/main" id="{F8BC8CD6-1115-C2D5-1ED7-57B18C21A6C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spTree>
    <p:extLst>
      <p:ext uri="{BB962C8B-B14F-4D97-AF65-F5344CB8AC3E}">
        <p14:creationId xmlns:p14="http://schemas.microsoft.com/office/powerpoint/2010/main" val="2352163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68672F-FF7D-E51B-4417-9D08F93A1DFE}"/>
              </a:ext>
            </a:extLst>
          </p:cNvPr>
          <p:cNvSpPr>
            <a:spLocks noGrp="1"/>
          </p:cNvSpPr>
          <p:nvPr>
            <p:ph type="title"/>
          </p:nvPr>
        </p:nvSpPr>
        <p:spPr/>
        <p:txBody>
          <a:bodyPr/>
          <a:lstStyle/>
          <a:p>
            <a:r>
              <a:rPr lang="en-US" altLang="zh-CN" dirty="0"/>
              <a:t>1.10.5</a:t>
            </a:r>
            <a:r>
              <a:rPr lang="zh-CN" altLang="en-US" dirty="0"/>
              <a:t> </a:t>
            </a:r>
            <a:r>
              <a:rPr lang="en-US" altLang="zh-CN" dirty="0"/>
              <a:t>HMAC</a:t>
            </a:r>
            <a:r>
              <a:rPr lang="zh-CN" altLang="en-US" dirty="0"/>
              <a:t>会话命令授权域</a:t>
            </a:r>
          </a:p>
        </p:txBody>
      </p:sp>
      <p:sp>
        <p:nvSpPr>
          <p:cNvPr id="3" name="内容占位符 2">
            <a:extLst>
              <a:ext uri="{FF2B5EF4-FFF2-40B4-BE49-F238E27FC236}">
                <a16:creationId xmlns:a16="http://schemas.microsoft.com/office/drawing/2014/main" id="{5D402839-2486-C675-D5F9-7BFE3E05444C}"/>
              </a:ext>
            </a:extLst>
          </p:cNvPr>
          <p:cNvSpPr>
            <a:spLocks noGrp="1"/>
          </p:cNvSpPr>
          <p:nvPr>
            <p:ph idx="1"/>
          </p:nvPr>
        </p:nvSpPr>
        <p:spPr/>
        <p:txBody>
          <a:bodyPr/>
          <a:lstStyle/>
          <a:p>
            <a:r>
              <a:rPr lang="en-US" altLang="zh-CN" dirty="0"/>
              <a:t> Session handle</a:t>
            </a:r>
            <a:r>
              <a:rPr lang="zh-CN" altLang="en-US" dirty="0"/>
              <a:t>：</a:t>
            </a:r>
            <a:r>
              <a:rPr lang="en-US" altLang="zh-CN" dirty="0"/>
              <a:t>4</a:t>
            </a:r>
            <a:r>
              <a:rPr lang="zh-CN" altLang="en-US" dirty="0"/>
              <a:t>字节，表示与这个授权内容相关的会话索引值。</a:t>
            </a:r>
          </a:p>
          <a:p>
            <a:r>
              <a:rPr lang="en-US" altLang="zh-CN" dirty="0"/>
              <a:t>Size field</a:t>
            </a:r>
            <a:r>
              <a:rPr lang="zh-CN" altLang="en-US" dirty="0"/>
              <a:t>：</a:t>
            </a:r>
            <a:r>
              <a:rPr lang="en-US" altLang="zh-CN" dirty="0"/>
              <a:t>2</a:t>
            </a:r>
            <a:r>
              <a:rPr lang="zh-CN" altLang="en-US" dirty="0"/>
              <a:t>字节，用于指示</a:t>
            </a:r>
            <a:r>
              <a:rPr lang="en-US" altLang="zh-CN" dirty="0"/>
              <a:t>Nonce</a:t>
            </a:r>
            <a:r>
              <a:rPr lang="zh-CN" altLang="en-US" dirty="0"/>
              <a:t>的长度。</a:t>
            </a:r>
          </a:p>
          <a:p>
            <a:r>
              <a:rPr lang="en-US" altLang="zh-CN" dirty="0"/>
              <a:t>Nonce</a:t>
            </a:r>
            <a:r>
              <a:rPr lang="zh-CN" altLang="en-US" dirty="0"/>
              <a:t>（调用者提供）：如果存在，就是调用者设定的一个数值。</a:t>
            </a:r>
          </a:p>
          <a:p>
            <a:r>
              <a:rPr lang="en-US" altLang="zh-CN" dirty="0"/>
              <a:t>Session attributes</a:t>
            </a:r>
            <a:r>
              <a:rPr lang="zh-CN" altLang="en-US" dirty="0"/>
              <a:t>：一个字节，其中的位域表示了会话的用途。</a:t>
            </a:r>
          </a:p>
          <a:p>
            <a:r>
              <a:rPr lang="en-US" altLang="zh-CN" dirty="0"/>
              <a:t>size of HMAC</a:t>
            </a:r>
            <a:r>
              <a:rPr lang="zh-CN" altLang="en-US" dirty="0"/>
              <a:t>：</a:t>
            </a:r>
            <a:r>
              <a:rPr lang="en-US" altLang="zh-CN" dirty="0"/>
              <a:t>2</a:t>
            </a:r>
            <a:r>
              <a:rPr lang="zh-CN" altLang="en-US" dirty="0"/>
              <a:t>字节，指示</a:t>
            </a:r>
            <a:r>
              <a:rPr lang="en-US" altLang="zh-CN" dirty="0"/>
              <a:t>authorization</a:t>
            </a:r>
            <a:r>
              <a:rPr lang="zh-CN" altLang="en-US" dirty="0"/>
              <a:t>区域的大小。</a:t>
            </a:r>
          </a:p>
          <a:p>
            <a:r>
              <a:rPr lang="en-US" altLang="zh-CN" dirty="0" err="1"/>
              <a:t>Authorizaiton</a:t>
            </a:r>
            <a:r>
              <a:rPr lang="en-US" altLang="zh-CN" dirty="0"/>
              <a:t>=HMAC </a:t>
            </a:r>
            <a:r>
              <a:rPr lang="zh-CN" altLang="en-US" dirty="0"/>
              <a:t>如果存在的话，它就是一个包含</a:t>
            </a:r>
            <a:r>
              <a:rPr lang="en-US" altLang="zh-CN" dirty="0"/>
              <a:t>HMAC</a:t>
            </a:r>
            <a:r>
              <a:rPr lang="zh-CN" altLang="en-US" dirty="0"/>
              <a:t>值得数组。这个</a:t>
            </a:r>
            <a:r>
              <a:rPr lang="en-US" altLang="zh-CN" dirty="0"/>
              <a:t>HMAC</a:t>
            </a:r>
            <a:r>
              <a:rPr lang="zh-CN" altLang="en-US" dirty="0"/>
              <a:t>值由调用命令的代码产生。</a:t>
            </a:r>
            <a:r>
              <a:rPr lang="en-US" altLang="zh-CN" dirty="0"/>
              <a:t>HMAC</a:t>
            </a:r>
            <a:r>
              <a:rPr lang="zh-CN" altLang="en-US" dirty="0"/>
              <a:t>是由命令的参数计算而来。</a:t>
            </a:r>
            <a:r>
              <a:rPr lang="en-US" altLang="zh-CN" dirty="0"/>
              <a:t>TPM</a:t>
            </a:r>
            <a:r>
              <a:rPr lang="zh-CN" altLang="en-US" dirty="0"/>
              <a:t>会独立地计算</a:t>
            </a:r>
            <a:r>
              <a:rPr lang="en-US" altLang="zh-CN" dirty="0"/>
              <a:t>HMAC</a:t>
            </a:r>
            <a:r>
              <a:rPr lang="zh-CN" altLang="en-US" dirty="0"/>
              <a:t>值然后和这个</a:t>
            </a:r>
            <a:r>
              <a:rPr lang="en-US" altLang="zh-CN" dirty="0"/>
              <a:t>HMAC</a:t>
            </a:r>
            <a:r>
              <a:rPr lang="zh-CN" altLang="en-US" dirty="0"/>
              <a:t>值比较，然后确定</a:t>
            </a:r>
            <a:r>
              <a:rPr lang="en-US" altLang="zh-CN" dirty="0"/>
              <a:t>TPM</a:t>
            </a:r>
            <a:r>
              <a:rPr lang="zh-CN" altLang="en-US" dirty="0"/>
              <a:t>收到的命令信息没有被破坏。</a:t>
            </a:r>
          </a:p>
        </p:txBody>
      </p:sp>
      <p:sp>
        <p:nvSpPr>
          <p:cNvPr id="4" name="灯片编号占位符 3">
            <a:extLst>
              <a:ext uri="{FF2B5EF4-FFF2-40B4-BE49-F238E27FC236}">
                <a16:creationId xmlns:a16="http://schemas.microsoft.com/office/drawing/2014/main" id="{4C4F956B-401E-73BA-6A3D-A4491FA52B7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29463517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68672F-FF7D-E51B-4417-9D08F93A1DFE}"/>
              </a:ext>
            </a:extLst>
          </p:cNvPr>
          <p:cNvSpPr>
            <a:spLocks noGrp="1"/>
          </p:cNvSpPr>
          <p:nvPr>
            <p:ph type="title"/>
          </p:nvPr>
        </p:nvSpPr>
        <p:spPr/>
        <p:txBody>
          <a:bodyPr/>
          <a:lstStyle/>
          <a:p>
            <a:r>
              <a:rPr lang="en-US" altLang="zh-CN" dirty="0"/>
              <a:t>1.10.6</a:t>
            </a:r>
            <a:r>
              <a:rPr lang="zh-CN" altLang="en-US" dirty="0"/>
              <a:t> </a:t>
            </a:r>
            <a:r>
              <a:rPr lang="en-US" altLang="zh-CN" dirty="0"/>
              <a:t>HMAC</a:t>
            </a:r>
            <a:r>
              <a:rPr lang="zh-CN" altLang="en-US" dirty="0"/>
              <a:t>会话响应授权域</a:t>
            </a:r>
          </a:p>
        </p:txBody>
      </p:sp>
      <p:sp>
        <p:nvSpPr>
          <p:cNvPr id="3" name="内容占位符 2">
            <a:extLst>
              <a:ext uri="{FF2B5EF4-FFF2-40B4-BE49-F238E27FC236}">
                <a16:creationId xmlns:a16="http://schemas.microsoft.com/office/drawing/2014/main" id="{5D402839-2486-C675-D5F9-7BFE3E05444C}"/>
              </a:ext>
            </a:extLst>
          </p:cNvPr>
          <p:cNvSpPr>
            <a:spLocks noGrp="1"/>
          </p:cNvSpPr>
          <p:nvPr>
            <p:ph idx="1"/>
          </p:nvPr>
        </p:nvSpPr>
        <p:spPr/>
        <p:txBody>
          <a:bodyPr/>
          <a:lstStyle/>
          <a:p>
            <a:r>
              <a:rPr lang="en-US" altLang="zh-CN" dirty="0"/>
              <a:t> Size field</a:t>
            </a:r>
            <a:r>
              <a:rPr lang="zh-CN" altLang="en-US" dirty="0"/>
              <a:t>：</a:t>
            </a:r>
            <a:r>
              <a:rPr lang="en-US" altLang="zh-CN" dirty="0"/>
              <a:t>2</a:t>
            </a:r>
            <a:r>
              <a:rPr lang="zh-CN" altLang="en-US" dirty="0"/>
              <a:t>字节，用于指示</a:t>
            </a:r>
            <a:r>
              <a:rPr lang="en-US" altLang="zh-CN" dirty="0"/>
              <a:t>Nonce</a:t>
            </a:r>
            <a:r>
              <a:rPr lang="zh-CN" altLang="en-US" dirty="0"/>
              <a:t>的长度。</a:t>
            </a:r>
          </a:p>
          <a:p>
            <a:r>
              <a:rPr lang="en-US" altLang="zh-CN" dirty="0"/>
              <a:t>Nonce</a:t>
            </a:r>
            <a:r>
              <a:rPr lang="zh-CN" altLang="en-US" dirty="0"/>
              <a:t>（</a:t>
            </a:r>
            <a:r>
              <a:rPr lang="en-US" altLang="zh-CN" dirty="0"/>
              <a:t>from TPM</a:t>
            </a:r>
            <a:r>
              <a:rPr lang="zh-CN" altLang="en-US" dirty="0"/>
              <a:t>）：如果存在，就是</a:t>
            </a:r>
            <a:r>
              <a:rPr lang="en-US" altLang="zh-CN" dirty="0"/>
              <a:t>TPM</a:t>
            </a:r>
            <a:r>
              <a:rPr lang="zh-CN" altLang="en-US" dirty="0"/>
              <a:t>设定的一个数值。</a:t>
            </a:r>
          </a:p>
          <a:p>
            <a:r>
              <a:rPr lang="en-US" altLang="zh-CN" dirty="0"/>
              <a:t>Session attributes</a:t>
            </a:r>
            <a:r>
              <a:rPr lang="zh-CN" altLang="en-US" dirty="0"/>
              <a:t>：一个字节，其中的位域表示了会话的用途。</a:t>
            </a:r>
          </a:p>
          <a:p>
            <a:r>
              <a:rPr lang="en-US" altLang="zh-CN" dirty="0"/>
              <a:t>size field = </a:t>
            </a:r>
            <a:r>
              <a:rPr lang="en-US" altLang="zh-CN" dirty="0" err="1"/>
              <a:t>sizeof</a:t>
            </a:r>
            <a:r>
              <a:rPr lang="en-US" altLang="zh-CN" dirty="0"/>
              <a:t> HMAC</a:t>
            </a:r>
            <a:r>
              <a:rPr lang="zh-CN" altLang="en-US" dirty="0"/>
              <a:t>：</a:t>
            </a:r>
            <a:r>
              <a:rPr lang="en-US" altLang="zh-CN" dirty="0"/>
              <a:t>2</a:t>
            </a:r>
            <a:r>
              <a:rPr lang="zh-CN" altLang="en-US" dirty="0"/>
              <a:t>字节，用于指示</a:t>
            </a:r>
            <a:r>
              <a:rPr lang="en-US" altLang="zh-CN" dirty="0"/>
              <a:t>acknowledgment</a:t>
            </a:r>
            <a:r>
              <a:rPr lang="zh-CN" altLang="en-US" dirty="0"/>
              <a:t>区域的大小。</a:t>
            </a:r>
          </a:p>
          <a:p>
            <a:r>
              <a:rPr lang="en-US" altLang="zh-CN" dirty="0"/>
              <a:t>Acknowledgment=HMAC </a:t>
            </a:r>
            <a:r>
              <a:rPr lang="zh-CN" altLang="en-US" dirty="0"/>
              <a:t>如果存在的话，它就是一个包含</a:t>
            </a:r>
            <a:r>
              <a:rPr lang="en-US" altLang="zh-CN" dirty="0"/>
              <a:t>HMAC</a:t>
            </a:r>
            <a:r>
              <a:rPr lang="zh-CN" altLang="en-US" dirty="0"/>
              <a:t>值得数组。这个</a:t>
            </a:r>
            <a:r>
              <a:rPr lang="en-US" altLang="zh-CN" dirty="0"/>
              <a:t>HMAC</a:t>
            </a:r>
            <a:r>
              <a:rPr lang="zh-CN" altLang="en-US" dirty="0"/>
              <a:t>值由</a:t>
            </a:r>
            <a:r>
              <a:rPr lang="en-US" altLang="zh-CN" dirty="0"/>
              <a:t>TPM</a:t>
            </a:r>
            <a:r>
              <a:rPr lang="zh-CN" altLang="en-US" dirty="0"/>
              <a:t>产生。</a:t>
            </a:r>
            <a:r>
              <a:rPr lang="en-US" altLang="zh-CN" dirty="0"/>
              <a:t>HMAC</a:t>
            </a:r>
            <a:r>
              <a:rPr lang="zh-CN" altLang="en-US" dirty="0"/>
              <a:t>是由命令响应的参数计算而来。命令调用者收到响应数据后会独立地计算</a:t>
            </a:r>
            <a:r>
              <a:rPr lang="en-US" altLang="zh-CN" dirty="0"/>
              <a:t>HMAC</a:t>
            </a:r>
            <a:r>
              <a:rPr lang="zh-CN" altLang="en-US" dirty="0"/>
              <a:t>值然后和这个</a:t>
            </a:r>
            <a:r>
              <a:rPr lang="en-US" altLang="zh-CN" dirty="0"/>
              <a:t>HMAC</a:t>
            </a:r>
            <a:r>
              <a:rPr lang="zh-CN" altLang="en-US" dirty="0"/>
              <a:t>值比较，然后确定从</a:t>
            </a:r>
            <a:r>
              <a:rPr lang="en-US" altLang="zh-CN" dirty="0"/>
              <a:t>TPM</a:t>
            </a:r>
            <a:r>
              <a:rPr lang="zh-CN" altLang="en-US" dirty="0"/>
              <a:t>收到的命令响应信息没有被破坏。</a:t>
            </a:r>
          </a:p>
        </p:txBody>
      </p:sp>
      <p:sp>
        <p:nvSpPr>
          <p:cNvPr id="4" name="灯片编号占位符 3">
            <a:extLst>
              <a:ext uri="{FF2B5EF4-FFF2-40B4-BE49-F238E27FC236}">
                <a16:creationId xmlns:a16="http://schemas.microsoft.com/office/drawing/2014/main" id="{4C4F956B-401E-73BA-6A3D-A4491FA52B7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6811208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10800</TotalTime>
  <Words>5385</Words>
  <Application>Microsoft Office PowerPoint</Application>
  <PresentationFormat>全屏显示(4:3)</PresentationFormat>
  <Paragraphs>354</Paragraphs>
  <Slides>52</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52</vt:i4>
      </vt:variant>
    </vt:vector>
  </HeadingPairs>
  <TitlesOfParts>
    <vt:vector size="58" baseType="lpstr">
      <vt:lpstr>黑体</vt:lpstr>
      <vt:lpstr>Arial</vt:lpstr>
      <vt:lpstr>Times New Roman</vt:lpstr>
      <vt:lpstr>Wingdings</vt:lpstr>
      <vt:lpstr>默认设计模板</vt:lpstr>
      <vt:lpstr>剪辑</vt:lpstr>
      <vt:lpstr>PowerPoint 演示文稿</vt:lpstr>
      <vt:lpstr>一、授权与会话</vt:lpstr>
      <vt:lpstr>1.1 口令会话</vt:lpstr>
      <vt:lpstr>1.2 HMAC会话</vt:lpstr>
      <vt:lpstr>HMAC会话</vt:lpstr>
      <vt:lpstr>HMAC会话</vt:lpstr>
      <vt:lpstr>PowerPoint 演示文稿</vt:lpstr>
      <vt:lpstr>1.3 策略会话</vt:lpstr>
      <vt:lpstr>1.4 三种会话对比</vt:lpstr>
      <vt:lpstr>1.5 授权角色</vt:lpstr>
      <vt:lpstr>确定实体的授权方式</vt:lpstr>
      <vt:lpstr>确定实体的授权方式</vt:lpstr>
      <vt:lpstr>1.6 TPM命令中的授权域</vt:lpstr>
      <vt:lpstr>TPM命令授权域</vt:lpstr>
      <vt:lpstr>命令授权结构TPM_AUTH_COMMAND</vt:lpstr>
      <vt:lpstr>TPM命令响应授权域</vt:lpstr>
      <vt:lpstr>TPM命令响应授权结构</vt:lpstr>
      <vt:lpstr>授权与会话关系</vt:lpstr>
      <vt:lpstr>授权与会话关系</vt:lpstr>
      <vt:lpstr>1.7 口令授权</vt:lpstr>
      <vt:lpstr>1.7.1 创建一个口令授权实体</vt:lpstr>
      <vt:lpstr>创建不同类型的口令授权实体</vt:lpstr>
      <vt:lpstr>1.7.2 更改已创建的实体的口令授权</vt:lpstr>
      <vt:lpstr>1.7.3 使用口令授权</vt:lpstr>
      <vt:lpstr>使用口令授权</vt:lpstr>
      <vt:lpstr>1.7.4 开启HMAC和策略会话</vt:lpstr>
      <vt:lpstr>1.7.5 TPM2_StartAuthSession命令特点</vt:lpstr>
      <vt:lpstr>TPM2_StartAuthSession命令特点</vt:lpstr>
      <vt:lpstr>TPM2_StartAuthSession命令运行</vt:lpstr>
      <vt:lpstr>TPM2_StartAuthSession命令运行</vt:lpstr>
      <vt:lpstr>TPM2_StartAuthSession会话强度</vt:lpstr>
      <vt:lpstr>TPM2_StartAuthSession会话强度</vt:lpstr>
      <vt:lpstr>1.8 会话变体</vt:lpstr>
      <vt:lpstr>1.8 会话变体</vt:lpstr>
      <vt:lpstr>1.8 会话变体</vt:lpstr>
      <vt:lpstr>1.8 会话变体</vt:lpstr>
      <vt:lpstr>1.9 HMAC和策略会话的区别</vt:lpstr>
      <vt:lpstr>1.9 HMAC和策略会话的区别</vt:lpstr>
      <vt:lpstr>1.9 HMAC和策略会话的区别</vt:lpstr>
      <vt:lpstr>1.10 HMAC授权</vt:lpstr>
      <vt:lpstr>1.10.1修改或者创建一个使用HMAC授权的实体</vt:lpstr>
      <vt:lpstr>1.10.2 创建一个HMAC会话</vt:lpstr>
      <vt:lpstr>1.10.3 使用HMAC会话对单命令授权</vt:lpstr>
      <vt:lpstr>HMAC会话单命令授权流程</vt:lpstr>
      <vt:lpstr>HMAC会话单命令授权流程</vt:lpstr>
      <vt:lpstr>HMAC会话单命令授权流程</vt:lpstr>
      <vt:lpstr>HMAC会话单命令授权流程</vt:lpstr>
      <vt:lpstr>1.10.4 HMAC会话安全</vt:lpstr>
      <vt:lpstr>PowerPoint 演示文稿</vt:lpstr>
      <vt:lpstr>1.10.5 HMAC会话命令授权域</vt:lpstr>
      <vt:lpstr>1.10.6 HMAC会话响应授权域</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107</cp:revision>
  <cp:lastPrinted>1601-01-01T00:00:00Z</cp:lastPrinted>
  <dcterms:created xsi:type="dcterms:W3CDTF">1601-01-01T00:00:00Z</dcterms:created>
  <dcterms:modified xsi:type="dcterms:W3CDTF">2023-04-24T04:12:02Z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